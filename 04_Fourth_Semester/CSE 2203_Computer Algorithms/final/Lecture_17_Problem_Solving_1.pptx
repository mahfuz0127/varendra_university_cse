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75" r:id="rId7"/>
    <p:sldId id="266" r:id="rId8"/>
    <p:sldId id="276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forces.com/problemset/problem/2149/A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forces.com/problemset/problem/2149/A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deforces.com/problemset/problem/2139/A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5" y="2181209"/>
            <a:ext cx="8229600" cy="1143000"/>
          </a:xfrm>
        </p:spPr>
        <p:txBody>
          <a:bodyPr/>
          <a:lstStyle/>
          <a:p>
            <a:r>
              <a:rPr lang="en-US" dirty="0"/>
              <a:t>Problem Solving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Problem-01: Be Positive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804A00-24FC-36A1-C5AF-FA6FFB3B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82" y="1483912"/>
            <a:ext cx="8347435" cy="4101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https://codeforces.com/problemset/problem/2149/A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Given an array a of n elements, where each element is equal to −1, 0, or 1.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In one operation,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you can choose an index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 and increase a</a:t>
            </a:r>
            <a:r>
              <a:rPr kumimoji="0" lang="en-US" altLang="en-US" sz="32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by 1 (that is, assign a</a:t>
            </a:r>
            <a:r>
              <a:rPr kumimoji="0" lang="en-US" altLang="en-US" sz="28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:=a</a:t>
            </a:r>
            <a:r>
              <a:rPr kumimoji="0" lang="en-US" altLang="en-US" sz="28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+1). Operations can be performed any number of times, choosing any indices.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The goal is to make the product of all elements in the array strictly positive with the minimum number of operations, that is, a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⋅a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⋅a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⋅…⋅a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&gt;0.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222222"/>
              </a:solidFill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Find the minimum number of operations.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It is guaranteed that this is always possible.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977A9-3700-D4D8-93A8-A5981959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3889DEC-0019-7915-831E-77F0AA9A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22" y="177780"/>
            <a:ext cx="8776355" cy="4001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Input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Each test contains multiple test cases.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The first line contains one integer t (1≤t≤10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) — the number of test cases.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The description of the test cases follows: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The first line of each test case contains one integer n (1≤n≤8) — the length of the array 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The second line contains n integers a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,a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,…,a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 , where −1≤a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≤1 — the elements of the array a.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Output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For each test case, output one integer — the minimum number of operations required to make the product of the elements in the array strictly positive.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8B49A-29E3-49BE-E133-9E618958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602"/>
          <a:stretch>
            <a:fillRect/>
          </a:stretch>
        </p:blipFill>
        <p:spPr>
          <a:xfrm>
            <a:off x="812801" y="3761396"/>
            <a:ext cx="3759198" cy="26300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A0A47C-B963-BE0D-4EA7-5B957F2D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996" r="43525"/>
          <a:stretch>
            <a:fillRect/>
          </a:stretch>
        </p:blipFill>
        <p:spPr>
          <a:xfrm>
            <a:off x="4716906" y="4425124"/>
            <a:ext cx="2560587" cy="172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5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B4F9-DC74-FC34-A05A-5F0DE2D6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CCD0B-5AB4-E82B-6746-E744E9924AE9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2772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5860-1882-99C1-953C-E5A63B9C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57F86F-FBE0-E7B0-1D3D-1C9460CE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737" y="181465"/>
            <a:ext cx="6644525" cy="649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0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976-18AB-B973-CC23-4E4D2506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F2B0-7BAA-59BF-5A6C-0E096415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Problem-02: Sublime Sequence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E6F377-C9E8-25C3-E364-E0F21B290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01" y="1197293"/>
            <a:ext cx="8347435" cy="31578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https://codeforces.com/problemset/problem/2149/A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)</a:t>
            </a:r>
          </a:p>
          <a:p>
            <a:pPr lvl="0" algn="ctr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Farmer John has an integer x. 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He creates a sequence of length n by alternating integers x and −x, 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starting with x.</a:t>
            </a:r>
          </a:p>
          <a:p>
            <a:pPr lvl="0" algn="just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For example, if n=5, the sequence looks like: x, −x, x, −x, x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He asks you to find the sum of all integers in the sequence.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7F433-7EA7-8CF7-0472-521685CCF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05" r="35822"/>
          <a:stretch>
            <a:fillRect/>
          </a:stretch>
        </p:blipFill>
        <p:spPr>
          <a:xfrm>
            <a:off x="492301" y="4355184"/>
            <a:ext cx="6389266" cy="19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4F36-051D-472B-8ACC-F29D31C1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AC0E-303B-B52B-7E73-61BFD76B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Problem-02: Sublime Sequence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8E190-7D14-90F6-D893-2F352A90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05" r="35822"/>
          <a:stretch>
            <a:fillRect/>
          </a:stretch>
        </p:blipFill>
        <p:spPr>
          <a:xfrm>
            <a:off x="577142" y="1234912"/>
            <a:ext cx="6389266" cy="1921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9C0BE5-D586-E890-E946-06664C73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020"/>
          <a:stretch>
            <a:fillRect/>
          </a:stretch>
        </p:blipFill>
        <p:spPr>
          <a:xfrm>
            <a:off x="652806" y="3373461"/>
            <a:ext cx="2754512" cy="2650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69AD1-5D7E-36D4-9BE1-1EEF040E50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241"/>
          <a:stretch>
            <a:fillRect/>
          </a:stretch>
        </p:blipFill>
        <p:spPr>
          <a:xfrm>
            <a:off x="4315830" y="3938049"/>
            <a:ext cx="2841708" cy="19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7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FBF3-A7C6-A720-BBAD-23DE6BC6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B52C26-8D97-6E73-F768-F3E5928E03EB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78672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EE4E-D5FF-2F9B-B287-0064B25F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E2E15-D994-3538-EF5D-AB18B574E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51" y="868458"/>
            <a:ext cx="8740897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8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6F79-854A-A11F-95A8-FE09A110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1050-7BC3-5C38-7A32-B61F5115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Problem-03: Maple and Multiplication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EA4952-0D8C-9C7F-FD32-1D767C31A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01" y="1351179"/>
            <a:ext cx="8347435" cy="28501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https://codeforces.com/problemset/problem/2139/A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)</a:t>
            </a:r>
          </a:p>
          <a:p>
            <a:pPr lvl="0" algn="ctr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Maple has two positive integers a and b. She may perform the following operation any number of times (possibly zero) to make a equal to b:</a:t>
            </a:r>
          </a:p>
          <a:p>
            <a:pPr lvl="0" algn="just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342900" lvl="0" indent="-342900" algn="just" defTabSz="914400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Choose any positive integer x, and multiply either a or b by x.</a:t>
            </a:r>
          </a:p>
          <a:p>
            <a:pPr lvl="0" algn="just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Your task is to determine the minimum number of operations required to make a equal to b. It can be proven that this is always possible.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9A070-4609-75DE-6B2C-FD8A45F1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56"/>
          <a:stretch>
            <a:fillRect/>
          </a:stretch>
        </p:blipFill>
        <p:spPr>
          <a:xfrm>
            <a:off x="0" y="4534377"/>
            <a:ext cx="9144000" cy="165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0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5C42-D38D-DF1C-BFBE-690D41D10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E83253-27EF-0575-6FFE-742E5C16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99" r="80544" b="22636"/>
          <a:stretch>
            <a:fillRect/>
          </a:stretch>
        </p:blipFill>
        <p:spPr>
          <a:xfrm>
            <a:off x="362954" y="3510982"/>
            <a:ext cx="3343808" cy="2558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846244-F4BA-74C4-4A7E-60D97D492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54" r="80544"/>
          <a:stretch>
            <a:fillRect/>
          </a:stretch>
        </p:blipFill>
        <p:spPr>
          <a:xfrm>
            <a:off x="4239123" y="3983053"/>
            <a:ext cx="4220575" cy="2243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EFA833-CA17-55C1-CAD7-FE747A01CA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056"/>
          <a:stretch>
            <a:fillRect/>
          </a:stretch>
        </p:blipFill>
        <p:spPr>
          <a:xfrm>
            <a:off x="0" y="206477"/>
            <a:ext cx="9144000" cy="29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3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99BA-12BD-E521-F560-89F1E449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67ED7D-3611-9B5E-B26A-721509F6428E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71594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73FE-7A1C-EEE7-97DB-E687334C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9B6794-99CB-BBDF-1BC7-2D7CCC98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325"/>
            <a:ext cx="9144000" cy="400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6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8A30-60EB-21A8-149A-F8F112C2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CFD7-D897-3BF8-C122-43591059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122194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Problem-04: Binary Imbalance 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92C9B8-4E2C-0E2B-382B-1B0C1A1C6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95" y="744677"/>
            <a:ext cx="8842341" cy="31578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https://codeforces.com/problemset/problem/1902/A )</a:t>
            </a:r>
          </a:p>
          <a:p>
            <a:pPr lvl="0" algn="ctr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You are given a string s, consisting only of characters '0' and/or '1'.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In one operation, 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you choose a position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 from 1 to |s|−1, where |s| is the current length of string s. 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Then you insert a character between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i-th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 and the (i+1)-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 characters of s. </a:t>
            </a: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s</a:t>
            </a:r>
            <a:r>
              <a:rPr kumimoji="0" lang="en-US" altLang="en-US" sz="2000" b="0" i="0" u="none" strike="noStrike" cap="none" normalizeH="0" baseline="-25000" dirty="0" err="1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=s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+1, you insert '1'. If s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≠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s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+1, you insert '0'.</a:t>
            </a:r>
          </a:p>
          <a:p>
            <a:pPr lvl="0" algn="just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lvl="0" algn="just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j-lt"/>
              </a:rPr>
              <a:t>Is it possible to make the number of zeroes in the string strictly greater than the number of ones, using any number of operations (possibly, none)?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E9B46-0623-8C21-72E5-4FE0AEF5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266"/>
          <a:stretch>
            <a:fillRect/>
          </a:stretch>
        </p:blipFill>
        <p:spPr>
          <a:xfrm>
            <a:off x="0" y="4126264"/>
            <a:ext cx="9144000" cy="239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4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3153-6C89-F504-1E65-A77EBDFD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1F813-95B6-3752-DACD-8C1F351B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266"/>
          <a:stretch>
            <a:fillRect/>
          </a:stretch>
        </p:blipFill>
        <p:spPr>
          <a:xfrm>
            <a:off x="0" y="133971"/>
            <a:ext cx="9144000" cy="3388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9FD419-9AF6-1966-3C92-4C13E9C9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34" r="88368" b="18697"/>
          <a:stretch>
            <a:fillRect/>
          </a:stretch>
        </p:blipFill>
        <p:spPr>
          <a:xfrm>
            <a:off x="1613556" y="3588221"/>
            <a:ext cx="1817801" cy="3219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A87DCC-8D8B-6367-ECEA-70F376C2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444" r="88368"/>
          <a:stretch>
            <a:fillRect/>
          </a:stretch>
        </p:blipFill>
        <p:spPr>
          <a:xfrm>
            <a:off x="4376046" y="4204879"/>
            <a:ext cx="2218789" cy="18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77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65F5C-6C30-44B7-47DB-69F9BEC0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B63AD6-418F-7414-C1C7-E39EA72858B0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31499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5B797-93FD-1D78-9DC6-B290749C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29365-91C9-0C7C-8D5A-D5AEE43C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7685"/>
            <a:ext cx="9144000" cy="2724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F29F29-9CC2-FA0C-FF74-E4AEF99738C1}"/>
              </a:ext>
            </a:extLst>
          </p:cNvPr>
          <p:cNvSpPr txBox="1"/>
          <p:nvPr/>
        </p:nvSpPr>
        <p:spPr>
          <a:xfrm>
            <a:off x="6325385" y="318413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Solution-1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271756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77F3-2DE8-FC53-96E9-F23221AF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48CB33-5E00-320F-9B5B-83A6C01D714A}"/>
              </a:ext>
            </a:extLst>
          </p:cNvPr>
          <p:cNvSpPr txBox="1"/>
          <p:nvPr/>
        </p:nvSpPr>
        <p:spPr>
          <a:xfrm>
            <a:off x="6257826" y="33726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Solution-2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C440D-EFD6-A68D-987B-9106DEC1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9" y="518474"/>
            <a:ext cx="5563082" cy="61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5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486934a824b05efb8de9d5c1ac9199bf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ecb370001b1b0d1545cf0628daa847be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468064-A987-4EA3-850F-B694EF49B25F}"/>
</file>

<file path=customXml/itemProps2.xml><?xml version="1.0" encoding="utf-8"?>
<ds:datastoreItem xmlns:ds="http://schemas.openxmlformats.org/officeDocument/2006/customXml" ds:itemID="{8009841F-1C4B-4B02-AE4E-20938669E9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0D1B6C-B515-481D-9CF5-6974D5ACB47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596</Words>
  <Application>Microsoft Office PowerPoint</Application>
  <PresentationFormat>On-screen Show (4:3)</PresentationFormat>
  <Paragraphs>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Problem Solving</vt:lpstr>
      <vt:lpstr>Problem-01: Be Positive</vt:lpstr>
      <vt:lpstr>PowerPoint Presentation</vt:lpstr>
      <vt:lpstr>PowerPoint Presentation</vt:lpstr>
      <vt:lpstr>PowerPoint Presentation</vt:lpstr>
      <vt:lpstr>Problem-02: Sublime Sequence</vt:lpstr>
      <vt:lpstr>Problem-02: Sublime Sequence</vt:lpstr>
      <vt:lpstr>PowerPoint Presentation</vt:lpstr>
      <vt:lpstr>PowerPoint Presentation</vt:lpstr>
      <vt:lpstr>Problem-03: Maple and Multiplication</vt:lpstr>
      <vt:lpstr>PowerPoint Presentation</vt:lpstr>
      <vt:lpstr>PowerPoint Presentation</vt:lpstr>
      <vt:lpstr>PowerPoint Presentation</vt:lpstr>
      <vt:lpstr>Problem-04: Binary Imbalance 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Sumaiya Tasnim</cp:lastModifiedBy>
  <cp:revision>15</cp:revision>
  <dcterms:created xsi:type="dcterms:W3CDTF">2013-01-27T09:14:16Z</dcterms:created>
  <dcterms:modified xsi:type="dcterms:W3CDTF">2025-11-04T09:54:54Z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