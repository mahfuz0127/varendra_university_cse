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3" r:id="rId8"/>
    <p:sldId id="264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4600" y="457200"/>
            <a:ext cx="396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ja-JP" sz="3200" b="1" dirty="0">
                <a:latin typeface="Tahoma" pitchFamily="34" charset="0"/>
                <a:ea typeface="Tahoma" pitchFamily="34" charset="0"/>
                <a:cs typeface="Tahoma" pitchFamily="34" charset="0"/>
              </a:rPr>
              <a:t>Vector</a:t>
            </a:r>
            <a:endParaRPr kumimoji="1" lang="ja-JP" altLang="en-US" sz="3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95400" y="1752600"/>
            <a:ext cx="7086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kumimoji="1" lang="en-US" altLang="ja-JP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C++ vector is a dynamic array that stores collection of elements of same type in contiguous memory. </a:t>
            </a:r>
          </a:p>
          <a:p>
            <a:endParaRPr kumimoji="1" lang="en-US" altLang="ja-JP" sz="24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kumimoji="1" lang="en-US" altLang="ja-JP" sz="2400" dirty="0">
                <a:latin typeface="Tahoma" pitchFamily="34" charset="0"/>
                <a:ea typeface="Tahoma" pitchFamily="34" charset="0"/>
                <a:cs typeface="Tahoma" pitchFamily="34" charset="0"/>
              </a:rPr>
              <a:t>It has the ability to resize itself automatically when an element is inserted or deleted.</a:t>
            </a:r>
            <a:endParaRPr kumimoji="1" lang="ja-JP" altLang="en-US" sz="24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949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43000" y="1295400"/>
            <a:ext cx="7239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#include &lt;</a:t>
            </a:r>
            <a:r>
              <a:rPr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iostream</a:t>
            </a:r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&gt;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#include &lt;vector&gt;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using namespace </a:t>
            </a:r>
            <a:r>
              <a:rPr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std</a:t>
            </a:r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;</a:t>
            </a:r>
          </a:p>
          <a:p>
            <a:endParaRPr lang="en-US" altLang="ja-JP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main() {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vector&lt;char&gt; v = {'a', 'f', 'd'};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	// Inserting 'z' at the back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	</a:t>
            </a:r>
            <a:r>
              <a:rPr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v.push_back</a:t>
            </a:r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('z');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	// Inserting 'c' at index 1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	</a:t>
            </a:r>
            <a:r>
              <a:rPr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v.insert</a:t>
            </a:r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v.begin</a:t>
            </a:r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() + 1, 'c');</a:t>
            </a:r>
          </a:p>
          <a:p>
            <a:endParaRPr lang="en-US" altLang="ja-JP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	for (</a:t>
            </a:r>
            <a:r>
              <a:rPr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i = 0; i &lt; </a:t>
            </a:r>
            <a:r>
              <a:rPr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v.size</a:t>
            </a:r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(); i++)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</a:t>
            </a:r>
            <a:r>
              <a:rPr lang="en-US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cout</a:t>
            </a:r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&lt;&lt; v[i] &lt;&lt; " ";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return 0;</a:t>
            </a:r>
          </a:p>
          <a:p>
            <a:r>
              <a:rPr lang="en-US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}</a:t>
            </a:r>
            <a:endParaRPr lang="ja-JP" altLang="en-US" sz="20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14600" y="457200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ja-JP" sz="3200" b="1" dirty="0">
                <a:latin typeface="Tahoma" pitchFamily="34" charset="0"/>
                <a:ea typeface="Tahoma" pitchFamily="34" charset="0"/>
                <a:cs typeface="Tahoma" pitchFamily="34" charset="0"/>
              </a:rPr>
              <a:t>Inserting elements</a:t>
            </a:r>
            <a:endParaRPr kumimoji="1" lang="ja-JP" altLang="en-US" sz="3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05600" y="556260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Output</a:t>
            </a:r>
          </a:p>
          <a:p>
            <a:r>
              <a:rPr lang="pl-PL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a c f d z </a:t>
            </a:r>
            <a:endParaRPr kumimoji="1" lang="ja-JP" altLang="en-US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694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4600" y="457200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ja-JP" sz="3200" b="1" dirty="0">
                <a:latin typeface="Tahoma" pitchFamily="34" charset="0"/>
                <a:ea typeface="Tahoma" pitchFamily="34" charset="0"/>
                <a:cs typeface="Tahoma" pitchFamily="34" charset="0"/>
              </a:rPr>
              <a:t>Finding vector size</a:t>
            </a:r>
            <a:endParaRPr kumimoji="1" lang="ja-JP" altLang="en-US" sz="3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05600" y="472440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Output</a:t>
            </a:r>
          </a:p>
          <a:p>
            <a:r>
              <a:rPr lang="en-GB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5</a:t>
            </a:r>
            <a:endParaRPr kumimoji="1" lang="ja-JP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00200" y="1853148"/>
            <a:ext cx="473155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#include &lt;</a:t>
            </a:r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iostream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&gt;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#include &lt;vector&gt;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using namespace </a:t>
            </a:r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std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;</a:t>
            </a:r>
          </a:p>
          <a:p>
            <a:endParaRPr kumimoji="1" lang="en-GB" altLang="ja-JP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main() {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vector&lt;char&gt; v = {'a', 'c', 'f', 'd', 'z'};</a:t>
            </a:r>
          </a:p>
          <a:p>
            <a:endParaRPr kumimoji="1" lang="en-GB" altLang="ja-JP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// Finding size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</a:t>
            </a:r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cout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&lt;&lt; </a:t>
            </a:r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v.size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();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return 0;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}</a:t>
            </a:r>
            <a:endParaRPr kumimoji="1" lang="ja-JP" altLang="en-US" sz="20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780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4600" y="457200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ja-JP" sz="3200" b="1" dirty="0">
                <a:latin typeface="Tahoma" pitchFamily="34" charset="0"/>
                <a:ea typeface="Tahoma" pitchFamily="34" charset="0"/>
                <a:cs typeface="Tahoma" pitchFamily="34" charset="0"/>
              </a:rPr>
              <a:t>Updating elements</a:t>
            </a:r>
            <a:endParaRPr kumimoji="1" lang="ja-JP" altLang="en-US" sz="3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67600" y="47244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Output</a:t>
            </a:r>
          </a:p>
          <a:p>
            <a:r>
              <a:rPr lang="en-GB" altLang="ja-JP" dirty="0">
                <a:latin typeface="Tahoma" pitchFamily="34" charset="0"/>
                <a:ea typeface="Tahoma" pitchFamily="34" charset="0"/>
                <a:cs typeface="Tahoma" pitchFamily="34" charset="0"/>
              </a:rPr>
              <a:t>d f D F</a:t>
            </a:r>
            <a:endParaRPr kumimoji="1" lang="ja-JP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57140" y="1041975"/>
            <a:ext cx="5638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#include &lt;</a:t>
            </a:r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iostream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&gt;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#include &lt;vector&gt;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using namespace </a:t>
            </a:r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std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;</a:t>
            </a:r>
          </a:p>
          <a:p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main() {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vector&lt;char&gt; v = {'a', 'c', 'f', 'd', 'z'};</a:t>
            </a:r>
          </a:p>
          <a:p>
            <a:endParaRPr kumimoji="1" lang="en-GB" altLang="ja-JP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// Accessing and printing values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	</a:t>
            </a:r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cout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&lt;&lt; v[3] &lt;&lt; </a:t>
            </a:r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endl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;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	</a:t>
            </a:r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cout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&lt;&lt; v.at(2) &lt;&lt; </a:t>
            </a:r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endl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;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	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// Updating values using indexes 3 and 2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	v[3] = 'D';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	v.at(2) = 'F';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	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	</a:t>
            </a:r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cout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&lt;&lt; v[3] &lt;&lt; </a:t>
            </a:r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endl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;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	</a:t>
            </a:r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cout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&lt;&lt; v.at(2);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return 0;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}</a:t>
            </a:r>
            <a:endParaRPr kumimoji="1" lang="ja-JP" altLang="en-US" sz="20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881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4600" y="457200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ja-JP" sz="3200" b="1" dirty="0">
                <a:latin typeface="Tahoma" pitchFamily="34" charset="0"/>
                <a:cs typeface="Tahoma" pitchFamily="34" charset="0"/>
              </a:rPr>
              <a:t>Traversing</a:t>
            </a:r>
            <a:endParaRPr kumimoji="1" lang="ja-JP" altLang="en-US" sz="3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67600" y="47244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Output</a:t>
            </a:r>
          </a:p>
          <a:p>
            <a:r>
              <a:rPr lang="pl-PL" altLang="ja-JP" dirty="0"/>
              <a:t>a c f d z </a:t>
            </a:r>
            <a:endParaRPr kumimoji="1" lang="ja-JP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43000" y="1621572"/>
            <a:ext cx="6096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#include &lt;</a:t>
            </a:r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iostream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&gt;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#include &lt;vector&gt;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using namespace </a:t>
            </a:r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std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;</a:t>
            </a:r>
          </a:p>
          <a:p>
            <a:endParaRPr kumimoji="1" lang="en-GB" altLang="ja-JP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main() {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vector&lt;char&gt; v = {'a', 'c', 'f', 'd', 'z'};</a:t>
            </a:r>
          </a:p>
          <a:p>
            <a:endParaRPr kumimoji="1" lang="en-GB" altLang="ja-JP" sz="2000" dirty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// Traversing vector using range based for loop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	for (</a:t>
            </a:r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int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i = 0; i &lt; </a:t>
            </a:r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v.size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(); i++)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    </a:t>
            </a:r>
            <a:r>
              <a:rPr kumimoji="1" lang="en-GB" altLang="ja-JP" sz="2000" dirty="0" err="1">
                <a:latin typeface="Tahoma" pitchFamily="34" charset="0"/>
                <a:ea typeface="Tahoma" pitchFamily="34" charset="0"/>
                <a:cs typeface="Tahoma" pitchFamily="34" charset="0"/>
              </a:rPr>
              <a:t>cout</a:t>
            </a:r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&lt;&lt; v[i] &lt;&lt; " ";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    return 0;</a:t>
            </a:r>
          </a:p>
          <a:p>
            <a:r>
              <a:rPr kumimoji="1" lang="en-GB" altLang="ja-JP" sz="2000" dirty="0">
                <a:latin typeface="Tahoma" pitchFamily="34" charset="0"/>
                <a:ea typeface="Tahoma" pitchFamily="34" charset="0"/>
                <a:cs typeface="Tahoma" pitchFamily="34" charset="0"/>
              </a:rPr>
              <a:t>}</a:t>
            </a:r>
            <a:endParaRPr kumimoji="1" lang="ja-JP" altLang="en-US" sz="20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95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4600" y="280985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ja-JP" sz="3200" b="1" dirty="0">
                <a:latin typeface="Tahoma" pitchFamily="34" charset="0"/>
                <a:cs typeface="Tahoma" pitchFamily="34" charset="0"/>
              </a:rPr>
              <a:t>Delete elements</a:t>
            </a:r>
            <a:endParaRPr kumimoji="1" lang="ja-JP" altLang="en-US" sz="3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67600" y="47244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Output</a:t>
            </a:r>
          </a:p>
          <a:p>
            <a:r>
              <a:rPr lang="pl-PL" altLang="ja-JP" dirty="0"/>
              <a:t>a c </a:t>
            </a:r>
            <a:r>
              <a:rPr lang="en-GB" altLang="ja-JP" dirty="0"/>
              <a:t>d</a:t>
            </a:r>
            <a:r>
              <a:rPr lang="pl-PL" altLang="ja-JP" dirty="0"/>
              <a:t> </a:t>
            </a:r>
            <a:endParaRPr kumimoji="1" lang="ja-JP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9600" y="865760"/>
            <a:ext cx="60960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#include &lt;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iostream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&gt;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#include &lt;vector&gt;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#include &lt;algorithm&gt;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using namespace 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std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;</a:t>
            </a:r>
          </a:p>
          <a:p>
            <a:endParaRPr kumimoji="1" lang="en-GB" altLang="ja-JP" sz="2000" dirty="0">
              <a:latin typeface="Tahoma" pitchFamily="34" charset="0"/>
              <a:cs typeface="Tahoma" pitchFamily="34" charset="0"/>
            </a:endParaRPr>
          </a:p>
          <a:p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int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main() {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vector&lt;char&gt; v = {'a', 'c', 'f', 'd', 'z'};</a:t>
            </a:r>
          </a:p>
          <a:p>
            <a:endParaRPr kumimoji="1" lang="en-GB" altLang="ja-JP" sz="2000" dirty="0">
              <a:latin typeface="Tahoma" pitchFamily="34" charset="0"/>
              <a:cs typeface="Tahoma" pitchFamily="34" charset="0"/>
            </a:endParaRP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// Deleting last element 'z'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	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v.pop_back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();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	// Deleting element 'f'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	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v.erase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(find(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v.begin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(), 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v.end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(), 'f'));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	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	for (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int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i = 0; i &lt; 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v.size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(); i++) {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    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cout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&lt;&lt; v[i] &lt;&lt; " ";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}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return 0;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}</a:t>
            </a:r>
            <a:endParaRPr kumimoji="1" lang="ja-JP" altLang="en-US" sz="20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231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F6981-00BC-BFB6-224E-12521AFA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1E901D-410F-D069-60C3-A0F24770A46B}"/>
              </a:ext>
            </a:extLst>
          </p:cNvPr>
          <p:cNvSpPr txBox="1"/>
          <p:nvPr/>
        </p:nvSpPr>
        <p:spPr>
          <a:xfrm>
            <a:off x="3126557" y="76200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ja-JP" sz="3200" b="1" dirty="0">
                <a:latin typeface="Tahoma" pitchFamily="34" charset="0"/>
                <a:cs typeface="Tahoma" pitchFamily="34" charset="0"/>
              </a:rPr>
              <a:t>C++ STL Sorting Algorithm</a:t>
            </a:r>
            <a:endParaRPr kumimoji="1" lang="ja-JP" altLang="en-US" sz="3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68B9DA-7B20-562D-2412-F0B2DA3732B6}"/>
              </a:ext>
            </a:extLst>
          </p:cNvPr>
          <p:cNvSpPr txBox="1"/>
          <p:nvPr/>
        </p:nvSpPr>
        <p:spPr>
          <a:xfrm>
            <a:off x="7467600" y="47244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Output</a:t>
            </a:r>
          </a:p>
          <a:p>
            <a:r>
              <a:rPr lang="en-US" altLang="ja-JP" dirty="0"/>
              <a:t>1 2 3 4 5</a:t>
            </a:r>
            <a:endParaRPr kumimoji="1" lang="ja-JP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BB28C8-236E-8D11-8764-681457721BF4}"/>
              </a:ext>
            </a:extLst>
          </p:cNvPr>
          <p:cNvSpPr txBox="1"/>
          <p:nvPr/>
        </p:nvSpPr>
        <p:spPr>
          <a:xfrm>
            <a:off x="381000" y="398439"/>
            <a:ext cx="52578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#include &lt;iostream&gt;</a:t>
            </a:r>
          </a:p>
          <a:p>
            <a:r>
              <a:rPr lang="en-US" sz="2000" dirty="0"/>
              <a:t>#include &lt;algorithm&gt;</a:t>
            </a:r>
          </a:p>
          <a:p>
            <a:r>
              <a:rPr lang="en-US" sz="2000" dirty="0"/>
              <a:t>#include &lt;vector&gt;</a:t>
            </a:r>
          </a:p>
          <a:p>
            <a:endParaRPr lang="en-US" sz="2000" dirty="0"/>
          </a:p>
          <a:p>
            <a:r>
              <a:rPr lang="en-US" sz="2000" dirty="0"/>
              <a:t>using namespace std;</a:t>
            </a:r>
          </a:p>
          <a:p>
            <a:endParaRPr lang="en-US" sz="2000" dirty="0"/>
          </a:p>
          <a:p>
            <a:r>
              <a:rPr lang="en-US" sz="2000" dirty="0"/>
              <a:t>int main() {</a:t>
            </a:r>
          </a:p>
          <a:p>
            <a:endParaRPr lang="en-US" sz="2000" dirty="0"/>
          </a:p>
          <a:p>
            <a:r>
              <a:rPr lang="en-US" sz="2000" dirty="0"/>
              <a:t>    // initialize vector of int type</a:t>
            </a:r>
          </a:p>
          <a:p>
            <a:r>
              <a:rPr lang="en-US" sz="2000" dirty="0"/>
              <a:t>    vector&lt;int&gt; v = {3, 2, 5, 1, 4};</a:t>
            </a:r>
          </a:p>
          <a:p>
            <a:endParaRPr lang="en-US" sz="2000" dirty="0"/>
          </a:p>
          <a:p>
            <a:r>
              <a:rPr lang="en-US" sz="2000" dirty="0"/>
              <a:t>    // sort vector elements in ascending order</a:t>
            </a:r>
          </a:p>
          <a:p>
            <a:r>
              <a:rPr lang="en-US" sz="2000" dirty="0"/>
              <a:t>    sort(</a:t>
            </a:r>
            <a:r>
              <a:rPr lang="en-US" sz="2000" dirty="0" err="1"/>
              <a:t>v.begin</a:t>
            </a:r>
            <a:r>
              <a:rPr lang="en-US" sz="2000" dirty="0"/>
              <a:t>(), </a:t>
            </a:r>
            <a:r>
              <a:rPr lang="en-US" sz="2000" dirty="0" err="1"/>
              <a:t>v.end</a:t>
            </a:r>
            <a:r>
              <a:rPr lang="en-US" sz="2000" dirty="0"/>
              <a:t>());</a:t>
            </a:r>
          </a:p>
          <a:p>
            <a:endParaRPr lang="en-US" sz="2000" dirty="0"/>
          </a:p>
          <a:p>
            <a:r>
              <a:rPr lang="en-US" sz="2000" dirty="0"/>
              <a:t>    // print the sorted  vector</a:t>
            </a:r>
          </a:p>
          <a:p>
            <a:r>
              <a:rPr lang="en-US" sz="2000" dirty="0"/>
              <a:t>    for (int </a:t>
            </a:r>
            <a:r>
              <a:rPr lang="en-US" sz="2000" dirty="0" err="1"/>
              <a:t>i</a:t>
            </a:r>
            <a:r>
              <a:rPr lang="en-US" sz="2000" dirty="0"/>
              <a:t>=0;i&lt;</a:t>
            </a:r>
            <a:r>
              <a:rPr lang="en-US" sz="2000" dirty="0" err="1"/>
              <a:t>v.size</a:t>
            </a:r>
            <a:r>
              <a:rPr lang="en-US" sz="2000" dirty="0"/>
              <a:t>();</a:t>
            </a:r>
            <a:r>
              <a:rPr lang="en-US" sz="2000" dirty="0" err="1"/>
              <a:t>i</a:t>
            </a:r>
            <a:r>
              <a:rPr lang="en-US" sz="2000" dirty="0"/>
              <a:t>++) {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cout</a:t>
            </a:r>
            <a:r>
              <a:rPr lang="en-US" sz="2000" dirty="0"/>
              <a:t> &lt;&lt; v[</a:t>
            </a:r>
            <a:r>
              <a:rPr lang="en-US" sz="2000" dirty="0" err="1"/>
              <a:t>i</a:t>
            </a:r>
            <a:r>
              <a:rPr lang="en-US" sz="2000" dirty="0"/>
              <a:t>] &lt;&lt; "  ";</a:t>
            </a:r>
          </a:p>
          <a:p>
            <a:r>
              <a:rPr lang="en-US" sz="2000" dirty="0"/>
              <a:t>    }</a:t>
            </a:r>
          </a:p>
          <a:p>
            <a:r>
              <a:rPr lang="en-US" sz="2000" dirty="0"/>
              <a:t>    return 0;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84471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55DD0-2395-AB8F-CFDC-DFE6D9B74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64D4DF-B459-2288-32D8-3FE8162F9E3F}"/>
              </a:ext>
            </a:extLst>
          </p:cNvPr>
          <p:cNvSpPr txBox="1"/>
          <p:nvPr/>
        </p:nvSpPr>
        <p:spPr>
          <a:xfrm>
            <a:off x="3126557" y="76200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ja-JP" sz="3200" b="1" dirty="0">
                <a:latin typeface="Tahoma" pitchFamily="34" charset="0"/>
                <a:cs typeface="Tahoma" pitchFamily="34" charset="0"/>
              </a:rPr>
              <a:t>C++ STL Sorting Algorithm</a:t>
            </a:r>
            <a:endParaRPr kumimoji="1" lang="ja-JP" altLang="en-US" sz="3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7B2951-207C-0B4C-8D15-9B9E7D81F0BE}"/>
              </a:ext>
            </a:extLst>
          </p:cNvPr>
          <p:cNvSpPr txBox="1"/>
          <p:nvPr/>
        </p:nvSpPr>
        <p:spPr>
          <a:xfrm>
            <a:off x="7467600" y="47244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Output</a:t>
            </a:r>
          </a:p>
          <a:p>
            <a:r>
              <a:rPr kumimoji="1" lang="en-US" altLang="ja-JP" dirty="0">
                <a:latin typeface="Tahoma" pitchFamily="34" charset="0"/>
                <a:cs typeface="Tahoma" pitchFamily="34" charset="0"/>
              </a:rPr>
              <a:t>5 4 3 2 1</a:t>
            </a:r>
            <a:endParaRPr kumimoji="1" lang="ja-JP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63E1D-20B2-14CB-3DBC-F4A177E9B542}"/>
              </a:ext>
            </a:extLst>
          </p:cNvPr>
          <p:cNvSpPr txBox="1"/>
          <p:nvPr/>
        </p:nvSpPr>
        <p:spPr>
          <a:xfrm>
            <a:off x="304800" y="533400"/>
            <a:ext cx="525780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#include &lt;iostream&gt;</a:t>
            </a:r>
          </a:p>
          <a:p>
            <a:r>
              <a:rPr lang="en-US" sz="2000" dirty="0"/>
              <a:t>#include &lt;algorithm&gt;</a:t>
            </a:r>
          </a:p>
          <a:p>
            <a:r>
              <a:rPr lang="en-US" sz="2000" dirty="0"/>
              <a:t>#include &lt;vector&gt;</a:t>
            </a:r>
          </a:p>
          <a:p>
            <a:r>
              <a:rPr lang="en-US" sz="2000" dirty="0"/>
              <a:t>using namespace std;</a:t>
            </a:r>
          </a:p>
          <a:p>
            <a:endParaRPr lang="en-US" sz="2000" dirty="0"/>
          </a:p>
          <a:p>
            <a:r>
              <a:rPr lang="en-US" sz="2000" dirty="0"/>
              <a:t>int main() {</a:t>
            </a:r>
          </a:p>
          <a:p>
            <a:r>
              <a:rPr lang="en-US" sz="2000" dirty="0"/>
              <a:t>    // initialize vector of int type</a:t>
            </a:r>
          </a:p>
          <a:p>
            <a:r>
              <a:rPr lang="en-US" sz="2000" dirty="0"/>
              <a:t>    vector&lt;int&gt; v = {3, 2, 5, 1, 4};</a:t>
            </a:r>
          </a:p>
          <a:p>
            <a:endParaRPr lang="en-US" sz="2000" dirty="0"/>
          </a:p>
          <a:p>
            <a:r>
              <a:rPr lang="en-US" sz="2000" dirty="0"/>
              <a:t>    // sort vector elements in descending order</a:t>
            </a:r>
          </a:p>
          <a:p>
            <a:r>
              <a:rPr lang="en-US" sz="2000" dirty="0"/>
              <a:t>    sort(</a:t>
            </a:r>
            <a:r>
              <a:rPr lang="en-US" sz="2000" dirty="0" err="1"/>
              <a:t>v.begin</a:t>
            </a:r>
            <a:r>
              <a:rPr lang="en-US" sz="2000" dirty="0"/>
              <a:t>(), </a:t>
            </a:r>
            <a:r>
              <a:rPr lang="en-US" sz="2000" dirty="0" err="1"/>
              <a:t>v.end</a:t>
            </a:r>
            <a:r>
              <a:rPr lang="en-US" sz="2000" dirty="0"/>
              <a:t>(), greater&lt;int&gt;());</a:t>
            </a:r>
          </a:p>
          <a:p>
            <a:endParaRPr lang="en-US" sz="2000" dirty="0"/>
          </a:p>
          <a:p>
            <a:r>
              <a:rPr lang="en-US" sz="2000" dirty="0"/>
              <a:t>    // print the sorted vector</a:t>
            </a:r>
          </a:p>
          <a:p>
            <a:r>
              <a:rPr lang="en-US" sz="2000" dirty="0"/>
              <a:t>    for (int </a:t>
            </a:r>
            <a:r>
              <a:rPr lang="en-US" sz="2000" dirty="0" err="1"/>
              <a:t>i</a:t>
            </a:r>
            <a:r>
              <a:rPr lang="en-US" sz="2000" dirty="0"/>
              <a:t> = 0; </a:t>
            </a:r>
            <a:r>
              <a:rPr lang="en-US" sz="2000" dirty="0" err="1"/>
              <a:t>i</a:t>
            </a:r>
            <a:r>
              <a:rPr lang="en-US" sz="2000" dirty="0"/>
              <a:t> &lt; </a:t>
            </a:r>
            <a:r>
              <a:rPr lang="en-US" sz="2000" dirty="0" err="1"/>
              <a:t>v.size</a:t>
            </a:r>
            <a:r>
              <a:rPr lang="en-US" sz="2000" dirty="0"/>
              <a:t>(); </a:t>
            </a:r>
            <a:r>
              <a:rPr lang="en-US" sz="2000" dirty="0" err="1"/>
              <a:t>i</a:t>
            </a:r>
            <a:r>
              <a:rPr lang="en-US" sz="2000" dirty="0"/>
              <a:t>++) {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cout</a:t>
            </a:r>
            <a:r>
              <a:rPr lang="en-US" sz="2000" dirty="0"/>
              <a:t> &lt;&lt; v[</a:t>
            </a:r>
            <a:r>
              <a:rPr lang="en-US" sz="2000" dirty="0" err="1"/>
              <a:t>i</a:t>
            </a:r>
            <a:r>
              <a:rPr lang="en-US" sz="2000" dirty="0"/>
              <a:t>] &lt;&lt; " ";</a:t>
            </a:r>
          </a:p>
          <a:p>
            <a:r>
              <a:rPr lang="en-US" sz="2000" dirty="0"/>
              <a:t>    }</a:t>
            </a:r>
          </a:p>
          <a:p>
            <a:endParaRPr lang="en-US" sz="2000" dirty="0"/>
          </a:p>
          <a:p>
            <a:r>
              <a:rPr lang="en-US" sz="2000" dirty="0"/>
              <a:t>    return 0;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13862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14800" y="152400"/>
            <a:ext cx="495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GB" altLang="ja-JP" sz="3200" b="1" dirty="0">
                <a:latin typeface="Tahoma" pitchFamily="34" charset="0"/>
                <a:cs typeface="Tahoma" pitchFamily="34" charset="0"/>
              </a:rPr>
              <a:t>Inserting in 2D vector</a:t>
            </a:r>
            <a:endParaRPr kumimoji="1" lang="ja-JP" altLang="en-US" sz="3200" b="1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67600" y="4724400"/>
            <a:ext cx="137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ja-JP" b="1" dirty="0">
                <a:latin typeface="Tahoma" pitchFamily="34" charset="0"/>
                <a:ea typeface="Tahoma" pitchFamily="34" charset="0"/>
                <a:cs typeface="Tahoma" pitchFamily="34" charset="0"/>
              </a:rPr>
              <a:t>Output</a:t>
            </a:r>
          </a:p>
          <a:p>
            <a:r>
              <a:rPr lang="en-US" altLang="ja-JP" dirty="0"/>
              <a:t>1 2 3</a:t>
            </a:r>
          </a:p>
          <a:p>
            <a:r>
              <a:rPr lang="en-US" altLang="ja-JP" dirty="0"/>
              <a:t>4 10 5 6</a:t>
            </a:r>
          </a:p>
          <a:p>
            <a:r>
              <a:rPr lang="en-US" altLang="ja-JP" dirty="0"/>
              <a:t> 7 8 9 </a:t>
            </a:r>
            <a:r>
              <a:rPr lang="pl-PL" altLang="ja-JP" dirty="0"/>
              <a:t> </a:t>
            </a:r>
            <a:endParaRPr kumimoji="1" lang="ja-JP" altLang="en-US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9600" y="610136"/>
            <a:ext cx="60960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#include &lt;bits/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stdc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++.h&gt;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using namespace 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std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;</a:t>
            </a:r>
          </a:p>
          <a:p>
            <a:endParaRPr kumimoji="1" lang="en-GB" altLang="ja-JP" sz="2000" dirty="0">
              <a:latin typeface="Tahoma" pitchFamily="34" charset="0"/>
              <a:cs typeface="Tahoma" pitchFamily="34" charset="0"/>
            </a:endParaRPr>
          </a:p>
          <a:p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int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main() {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vector&lt;vector&lt;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int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&gt;&gt; v = {{1, 2, 3},{4, 5, 6}};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// Insert a new row at the end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v.push_back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({7, 8, 9});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// Insert value in 2nd row at 2nd position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v[1].insert(v[1].begin() + 1, 10);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for (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int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i = 0; i &lt; 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v.size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(); i++) {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    for (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int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j = 0; j &lt; v[i].size(); j++) {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        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cout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&lt;&lt; v[i][j] &lt;&lt; " ";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    }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    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cout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&lt;&lt; </a:t>
            </a:r>
            <a:r>
              <a:rPr kumimoji="1" lang="en-GB" altLang="ja-JP" sz="2000" dirty="0" err="1">
                <a:latin typeface="Tahoma" pitchFamily="34" charset="0"/>
                <a:cs typeface="Tahoma" pitchFamily="34" charset="0"/>
              </a:rPr>
              <a:t>endl</a:t>
            </a:r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}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    return 0;</a:t>
            </a:r>
          </a:p>
          <a:p>
            <a:r>
              <a:rPr kumimoji="1" lang="en-GB" altLang="ja-JP" sz="2000" dirty="0">
                <a:latin typeface="Tahoma" pitchFamily="34" charset="0"/>
                <a:cs typeface="Tahoma" pitchFamily="34" charset="0"/>
              </a:rPr>
              <a:t>}</a:t>
            </a:r>
            <a:endParaRPr kumimoji="1" lang="ja-JP" altLang="en-US" sz="2000" dirty="0"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314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2DF34261CC124397F3D91909AA7EE8" ma:contentTypeVersion="3" ma:contentTypeDescription="Create a new document." ma:contentTypeScope="" ma:versionID="aae8c34e91a1797a299ef4ff2d86b071">
  <xsd:schema xmlns:xsd="http://www.w3.org/2001/XMLSchema" xmlns:xs="http://www.w3.org/2001/XMLSchema" xmlns:p="http://schemas.microsoft.com/office/2006/metadata/properties" xmlns:ns2="5e71315f-5b78-462f-9850-4380c4e47649" targetNamespace="http://schemas.microsoft.com/office/2006/metadata/properties" ma:root="true" ma:fieldsID="4b4576f0867e75ef051d607cd6875836" ns2:_="">
    <xsd:import namespace="5e71315f-5b78-462f-9850-4380c4e476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71315f-5b78-462f-9850-4380c4e476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0FE4F30-2349-4BD7-B93A-7F24EBDE3061}"/>
</file>

<file path=customXml/itemProps2.xml><?xml version="1.0" encoding="utf-8"?>
<ds:datastoreItem xmlns:ds="http://schemas.openxmlformats.org/officeDocument/2006/customXml" ds:itemID="{8029D088-94A8-4F45-B9EE-B3D36831B803}"/>
</file>

<file path=customXml/itemProps3.xml><?xml version="1.0" encoding="utf-8"?>
<ds:datastoreItem xmlns:ds="http://schemas.openxmlformats.org/officeDocument/2006/customXml" ds:itemID="{18F23F8E-9DEA-4082-8B14-7F01F4C35F1D}"/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962</Words>
  <Application>Microsoft Office PowerPoint</Application>
  <PresentationFormat>On-screen Show (4:3)</PresentationFormat>
  <Paragraphs>167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ishida</dc:creator>
  <cp:lastModifiedBy>Sumaiya Tasnim</cp:lastModifiedBy>
  <cp:revision>19</cp:revision>
  <dcterms:created xsi:type="dcterms:W3CDTF">2006-08-16T00:00:00Z</dcterms:created>
  <dcterms:modified xsi:type="dcterms:W3CDTF">2025-09-05T13:18:20Z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0x010100E82DF34261CC124397F3D91909AA7EE8</vt:lpwstr>
  </property>
</Properties>
</file>