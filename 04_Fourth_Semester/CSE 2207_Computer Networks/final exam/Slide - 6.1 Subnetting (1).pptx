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6.xml" ContentType="application/inkml+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2"/>
  </p:notesMasterIdLst>
  <p:sldIdLst>
    <p:sldId id="426" r:id="rId5"/>
    <p:sldId id="427" r:id="rId6"/>
    <p:sldId id="428" r:id="rId7"/>
    <p:sldId id="430" r:id="rId8"/>
    <p:sldId id="429" r:id="rId9"/>
    <p:sldId id="431" r:id="rId10"/>
    <p:sldId id="440" r:id="rId11"/>
    <p:sldId id="432" r:id="rId12"/>
    <p:sldId id="433" r:id="rId13"/>
    <p:sldId id="435" r:id="rId14"/>
    <p:sldId id="436" r:id="rId15"/>
    <p:sldId id="438" r:id="rId16"/>
    <p:sldId id="439" r:id="rId17"/>
    <p:sldId id="441" r:id="rId18"/>
    <p:sldId id="442" r:id="rId19"/>
    <p:sldId id="443" r:id="rId20"/>
    <p:sldId id="444" r:id="rId21"/>
    <p:sldId id="445" r:id="rId22"/>
    <p:sldId id="446" r:id="rId23"/>
    <p:sldId id="447" r:id="rId24"/>
    <p:sldId id="451" r:id="rId25"/>
    <p:sldId id="452" r:id="rId26"/>
    <p:sldId id="466" r:id="rId27"/>
    <p:sldId id="474" r:id="rId28"/>
    <p:sldId id="467" r:id="rId29"/>
    <p:sldId id="468" r:id="rId30"/>
    <p:sldId id="469" r:id="rId31"/>
    <p:sldId id="470" r:id="rId32"/>
    <p:sldId id="471" r:id="rId33"/>
    <p:sldId id="475" r:id="rId34"/>
    <p:sldId id="476" r:id="rId35"/>
    <p:sldId id="477" r:id="rId36"/>
    <p:sldId id="478" r:id="rId37"/>
    <p:sldId id="479" r:id="rId38"/>
    <p:sldId id="472" r:id="rId39"/>
    <p:sldId id="448" r:id="rId40"/>
    <p:sldId id="473" r:id="rId41"/>
    <p:sldId id="453" r:id="rId42"/>
    <p:sldId id="456" r:id="rId43"/>
    <p:sldId id="457" r:id="rId44"/>
    <p:sldId id="458" r:id="rId45"/>
    <p:sldId id="459" r:id="rId46"/>
    <p:sldId id="450" r:id="rId47"/>
    <p:sldId id="449" r:id="rId48"/>
    <p:sldId id="455" r:id="rId49"/>
    <p:sldId id="460" r:id="rId50"/>
    <p:sldId id="465" r:id="rId5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99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870231-3F7E-431F-A890-0DA4006511ED}" v="34" dt="2025-04-29T03:27:25.113"/>
    <p1510:client id="{5DDCF881-B6DE-4FD6-A643-955D1E9EAB83}" v="3" dt="2025-04-28T03:08:30.628"/>
    <p1510:client id="{9A63A96D-65A3-49A9-9ACC-A69401C5F797}" v="8" dt="2025-04-29T03:23:09.3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9" d="100"/>
          <a:sy n="69" d="100"/>
        </p:scale>
        <p:origin x="1194" y="42"/>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Nahid Hasan" userId="S::nahid@vu.edu.bd::85ea5f9e-65d6-4031-b810-9415101f2e21" providerId="AD" clId="Web-{21673DA6-09E9-45F7-9F96-3424CAC7F5ED}"/>
    <pc:docChg chg="modSld">
      <pc:chgData name="Md. Nahid Hasan" userId="S::nahid@vu.edu.bd::85ea5f9e-65d6-4031-b810-9415101f2e21" providerId="AD" clId="Web-{21673DA6-09E9-45F7-9F96-3424CAC7F5ED}" dt="2020-12-21T15:10:01.106" v="116"/>
      <pc:docMkLst>
        <pc:docMk/>
      </pc:docMkLst>
      <pc:sldChg chg="addSp delSp">
        <pc:chgData name="Md. Nahid Hasan" userId="S::nahid@vu.edu.bd::85ea5f9e-65d6-4031-b810-9415101f2e21" providerId="AD" clId="Web-{21673DA6-09E9-45F7-9F96-3424CAC7F5ED}" dt="2020-12-21T15:10:01.106" v="116"/>
        <pc:sldMkLst>
          <pc:docMk/>
          <pc:sldMk cId="0" sldId="450"/>
        </pc:sldMkLst>
        <pc:inkChg chg="add del">
          <ac:chgData name="Md. Nahid Hasan" userId="S::nahid@vu.edu.bd::85ea5f9e-65d6-4031-b810-9415101f2e21" providerId="AD" clId="Web-{21673DA6-09E9-45F7-9F96-3424CAC7F5ED}" dt="2020-12-21T15:08:02.558" v="53"/>
          <ac:inkMkLst>
            <pc:docMk/>
            <pc:sldMk cId="0" sldId="450"/>
            <ac:inkMk id="2" creationId="{72D22793-22A6-4B89-8B64-071A6B4360EA}"/>
          </ac:inkMkLst>
        </pc:inkChg>
        <pc:inkChg chg="add del">
          <ac:chgData name="Md. Nahid Hasan" userId="S::nahid@vu.edu.bd::85ea5f9e-65d6-4031-b810-9415101f2e21" providerId="AD" clId="Web-{21673DA6-09E9-45F7-9F96-3424CAC7F5ED}" dt="2020-12-21T15:08:02.542" v="52"/>
          <ac:inkMkLst>
            <pc:docMk/>
            <pc:sldMk cId="0" sldId="450"/>
            <ac:inkMk id="3" creationId="{BAD732AA-38C2-49ED-A3C7-2B6B936E9FA7}"/>
          </ac:inkMkLst>
        </pc:inkChg>
        <pc:inkChg chg="del">
          <ac:chgData name="Md. Nahid Hasan" userId="S::nahid@vu.edu.bd::85ea5f9e-65d6-4031-b810-9415101f2e21" providerId="AD" clId="Web-{21673DA6-09E9-45F7-9F96-3424CAC7F5ED}" dt="2020-12-21T15:08:02.652" v="88"/>
          <ac:inkMkLst>
            <pc:docMk/>
            <pc:sldMk cId="0" sldId="450"/>
            <ac:inkMk id="4" creationId="{26F30EDB-215A-48C5-BD24-6E8CFF16B2BA}"/>
          </ac:inkMkLst>
        </pc:inkChg>
        <pc:inkChg chg="del">
          <ac:chgData name="Md. Nahid Hasan" userId="S::nahid@vu.edu.bd::85ea5f9e-65d6-4031-b810-9415101f2e21" providerId="AD" clId="Web-{21673DA6-09E9-45F7-9F96-3424CAC7F5ED}" dt="2020-12-21T15:08:02.652" v="87"/>
          <ac:inkMkLst>
            <pc:docMk/>
            <pc:sldMk cId="0" sldId="450"/>
            <ac:inkMk id="5" creationId="{8DE8C1F6-371C-4309-8597-F4525C4FD730}"/>
          </ac:inkMkLst>
        </pc:inkChg>
        <pc:inkChg chg="add del">
          <ac:chgData name="Md. Nahid Hasan" userId="S::nahid@vu.edu.bd::85ea5f9e-65d6-4031-b810-9415101f2e21" providerId="AD" clId="Web-{21673DA6-09E9-45F7-9F96-3424CAC7F5ED}" dt="2020-12-21T15:08:02.542" v="51"/>
          <ac:inkMkLst>
            <pc:docMk/>
            <pc:sldMk cId="0" sldId="450"/>
            <ac:inkMk id="6" creationId="{4856CD53-41A3-4BA5-B564-57915887C87A}"/>
          </ac:inkMkLst>
        </pc:inkChg>
        <pc:inkChg chg="add del">
          <ac:chgData name="Md. Nahid Hasan" userId="S::nahid@vu.edu.bd::85ea5f9e-65d6-4031-b810-9415101f2e21" providerId="AD" clId="Web-{21673DA6-09E9-45F7-9F96-3424CAC7F5ED}" dt="2020-12-21T15:08:02.542" v="50"/>
          <ac:inkMkLst>
            <pc:docMk/>
            <pc:sldMk cId="0" sldId="450"/>
            <ac:inkMk id="7" creationId="{0BAC129A-27AE-43F9-8546-B16EE5C9603B}"/>
          </ac:inkMkLst>
        </pc:inkChg>
        <pc:inkChg chg="add del">
          <ac:chgData name="Md. Nahid Hasan" userId="S::nahid@vu.edu.bd::85ea5f9e-65d6-4031-b810-9415101f2e21" providerId="AD" clId="Web-{21673DA6-09E9-45F7-9F96-3424CAC7F5ED}" dt="2020-12-21T15:08:02.542" v="49"/>
          <ac:inkMkLst>
            <pc:docMk/>
            <pc:sldMk cId="0" sldId="450"/>
            <ac:inkMk id="8" creationId="{44D5EAC0-0B43-4C0F-B15A-535444C2AF26}"/>
          </ac:inkMkLst>
        </pc:inkChg>
        <pc:inkChg chg="del">
          <ac:chgData name="Md. Nahid Hasan" userId="S::nahid@vu.edu.bd::85ea5f9e-65d6-4031-b810-9415101f2e21" providerId="AD" clId="Web-{21673DA6-09E9-45F7-9F96-3424CAC7F5ED}" dt="2020-12-21T15:08:02.636" v="86"/>
          <ac:inkMkLst>
            <pc:docMk/>
            <pc:sldMk cId="0" sldId="450"/>
            <ac:inkMk id="9" creationId="{387C5523-B673-428D-9A99-27B03A2F17CD}"/>
          </ac:inkMkLst>
        </pc:inkChg>
        <pc:inkChg chg="del">
          <ac:chgData name="Md. Nahid Hasan" userId="S::nahid@vu.edu.bd::85ea5f9e-65d6-4031-b810-9415101f2e21" providerId="AD" clId="Web-{21673DA6-09E9-45F7-9F96-3424CAC7F5ED}" dt="2020-12-21T15:08:02.636" v="85"/>
          <ac:inkMkLst>
            <pc:docMk/>
            <pc:sldMk cId="0" sldId="450"/>
            <ac:inkMk id="10" creationId="{85C082E2-FF18-49FD-AD8A-0FF442FB7BF9}"/>
          </ac:inkMkLst>
        </pc:inkChg>
        <pc:inkChg chg="del">
          <ac:chgData name="Md. Nahid Hasan" userId="S::nahid@vu.edu.bd::85ea5f9e-65d6-4031-b810-9415101f2e21" providerId="AD" clId="Web-{21673DA6-09E9-45F7-9F96-3424CAC7F5ED}" dt="2020-12-21T15:08:02.636" v="84"/>
          <ac:inkMkLst>
            <pc:docMk/>
            <pc:sldMk cId="0" sldId="450"/>
            <ac:inkMk id="11" creationId="{9C4CD25E-98E2-4C18-8CEA-30DE9D7F41EC}"/>
          </ac:inkMkLst>
        </pc:inkChg>
        <pc:inkChg chg="del">
          <ac:chgData name="Md. Nahid Hasan" userId="S::nahid@vu.edu.bd::85ea5f9e-65d6-4031-b810-9415101f2e21" providerId="AD" clId="Web-{21673DA6-09E9-45F7-9F96-3424CAC7F5ED}" dt="2020-12-21T15:06:32.714" v="25"/>
          <ac:inkMkLst>
            <pc:docMk/>
            <pc:sldMk cId="0" sldId="450"/>
            <ac:inkMk id="12" creationId="{8BECE5A6-FFB9-4C52-9770-643E7C479ABA}"/>
          </ac:inkMkLst>
        </pc:inkChg>
        <pc:inkChg chg="del">
          <ac:chgData name="Md. Nahid Hasan" userId="S::nahid@vu.edu.bd::85ea5f9e-65d6-4031-b810-9415101f2e21" providerId="AD" clId="Web-{21673DA6-09E9-45F7-9F96-3424CAC7F5ED}" dt="2020-12-21T15:06:32.714" v="24"/>
          <ac:inkMkLst>
            <pc:docMk/>
            <pc:sldMk cId="0" sldId="450"/>
            <ac:inkMk id="13" creationId="{09758CE2-82A0-4412-93EE-AB5824C20CF2}"/>
          </ac:inkMkLst>
        </pc:inkChg>
        <pc:inkChg chg="del">
          <ac:chgData name="Md. Nahid Hasan" userId="S::nahid@vu.edu.bd::85ea5f9e-65d6-4031-b810-9415101f2e21" providerId="AD" clId="Web-{21673DA6-09E9-45F7-9F96-3424CAC7F5ED}" dt="2020-12-21T15:06:32.698" v="23"/>
          <ac:inkMkLst>
            <pc:docMk/>
            <pc:sldMk cId="0" sldId="450"/>
            <ac:inkMk id="14" creationId="{4252D985-F621-412D-A975-7783917D2FAF}"/>
          </ac:inkMkLst>
        </pc:inkChg>
        <pc:inkChg chg="del">
          <ac:chgData name="Md. Nahid Hasan" userId="S::nahid@vu.edu.bd::85ea5f9e-65d6-4031-b810-9415101f2e21" providerId="AD" clId="Web-{21673DA6-09E9-45F7-9F96-3424CAC7F5ED}" dt="2020-12-21T15:06:32.698" v="22"/>
          <ac:inkMkLst>
            <pc:docMk/>
            <pc:sldMk cId="0" sldId="450"/>
            <ac:inkMk id="15" creationId="{E4C10AE9-B231-4D08-9866-C035E1DC1705}"/>
          </ac:inkMkLst>
        </pc:inkChg>
        <pc:inkChg chg="del">
          <ac:chgData name="Md. Nahid Hasan" userId="S::nahid@vu.edu.bd::85ea5f9e-65d6-4031-b810-9415101f2e21" providerId="AD" clId="Web-{21673DA6-09E9-45F7-9F96-3424CAC7F5ED}" dt="2020-12-21T15:06:32.698" v="21"/>
          <ac:inkMkLst>
            <pc:docMk/>
            <pc:sldMk cId="0" sldId="450"/>
            <ac:inkMk id="16" creationId="{80E3F1CE-EF71-4392-8A88-2CECE776BBE3}"/>
          </ac:inkMkLst>
        </pc:inkChg>
        <pc:inkChg chg="del">
          <ac:chgData name="Md. Nahid Hasan" userId="S::nahid@vu.edu.bd::85ea5f9e-65d6-4031-b810-9415101f2e21" providerId="AD" clId="Web-{21673DA6-09E9-45F7-9F96-3424CAC7F5ED}" dt="2020-12-21T15:06:32.698" v="20"/>
          <ac:inkMkLst>
            <pc:docMk/>
            <pc:sldMk cId="0" sldId="450"/>
            <ac:inkMk id="17" creationId="{954A29E5-9589-422F-99F2-57757DCA45F0}"/>
          </ac:inkMkLst>
        </pc:inkChg>
        <pc:inkChg chg="del">
          <ac:chgData name="Md. Nahid Hasan" userId="S::nahid@vu.edu.bd::85ea5f9e-65d6-4031-b810-9415101f2e21" providerId="AD" clId="Web-{21673DA6-09E9-45F7-9F96-3424CAC7F5ED}" dt="2020-12-21T15:06:32.698" v="19"/>
          <ac:inkMkLst>
            <pc:docMk/>
            <pc:sldMk cId="0" sldId="450"/>
            <ac:inkMk id="18" creationId="{478F2A1D-1F51-4E05-A1CF-D5C439DBB599}"/>
          </ac:inkMkLst>
        </pc:inkChg>
        <pc:inkChg chg="del">
          <ac:chgData name="Md. Nahid Hasan" userId="S::nahid@vu.edu.bd::85ea5f9e-65d6-4031-b810-9415101f2e21" providerId="AD" clId="Web-{21673DA6-09E9-45F7-9F96-3424CAC7F5ED}" dt="2020-12-21T15:06:32.698" v="18"/>
          <ac:inkMkLst>
            <pc:docMk/>
            <pc:sldMk cId="0" sldId="450"/>
            <ac:inkMk id="19" creationId="{676FCB37-785F-4C6C-8B7A-0ABDD3AF0FD3}"/>
          </ac:inkMkLst>
        </pc:inkChg>
        <pc:inkChg chg="del">
          <ac:chgData name="Md. Nahid Hasan" userId="S::nahid@vu.edu.bd::85ea5f9e-65d6-4031-b810-9415101f2e21" providerId="AD" clId="Web-{21673DA6-09E9-45F7-9F96-3424CAC7F5ED}" dt="2020-12-21T15:06:32.682" v="17"/>
          <ac:inkMkLst>
            <pc:docMk/>
            <pc:sldMk cId="0" sldId="450"/>
            <ac:inkMk id="20" creationId="{DD52A204-566D-47AE-A6B5-BA0D3B379293}"/>
          </ac:inkMkLst>
        </pc:inkChg>
        <pc:inkChg chg="del">
          <ac:chgData name="Md. Nahid Hasan" userId="S::nahid@vu.edu.bd::85ea5f9e-65d6-4031-b810-9415101f2e21" providerId="AD" clId="Web-{21673DA6-09E9-45F7-9F96-3424CAC7F5ED}" dt="2020-12-21T15:06:32.682" v="16"/>
          <ac:inkMkLst>
            <pc:docMk/>
            <pc:sldMk cId="0" sldId="450"/>
            <ac:inkMk id="21" creationId="{346B5FA7-A21F-4A33-9CEC-91D9F377118B}"/>
          </ac:inkMkLst>
        </pc:inkChg>
        <pc:inkChg chg="del">
          <ac:chgData name="Md. Nahid Hasan" userId="S::nahid@vu.edu.bd::85ea5f9e-65d6-4031-b810-9415101f2e21" providerId="AD" clId="Web-{21673DA6-09E9-45F7-9F96-3424CAC7F5ED}" dt="2020-12-21T15:06:32.682" v="15"/>
          <ac:inkMkLst>
            <pc:docMk/>
            <pc:sldMk cId="0" sldId="450"/>
            <ac:inkMk id="22" creationId="{9D178307-1009-45C2-930E-001F0A53D33F}"/>
          </ac:inkMkLst>
        </pc:inkChg>
        <pc:inkChg chg="del">
          <ac:chgData name="Md. Nahid Hasan" userId="S::nahid@vu.edu.bd::85ea5f9e-65d6-4031-b810-9415101f2e21" providerId="AD" clId="Web-{21673DA6-09E9-45F7-9F96-3424CAC7F5ED}" dt="2020-12-21T15:06:32.682" v="14"/>
          <ac:inkMkLst>
            <pc:docMk/>
            <pc:sldMk cId="0" sldId="450"/>
            <ac:inkMk id="23" creationId="{03F5E694-A55E-4DAD-B9AD-9476FC311CCA}"/>
          </ac:inkMkLst>
        </pc:inkChg>
        <pc:inkChg chg="del">
          <ac:chgData name="Md. Nahid Hasan" userId="S::nahid@vu.edu.bd::85ea5f9e-65d6-4031-b810-9415101f2e21" providerId="AD" clId="Web-{21673DA6-09E9-45F7-9F96-3424CAC7F5ED}" dt="2020-12-21T15:06:32.682" v="13"/>
          <ac:inkMkLst>
            <pc:docMk/>
            <pc:sldMk cId="0" sldId="450"/>
            <ac:inkMk id="24" creationId="{361EB996-691B-4B8A-93E9-B7A953027A77}"/>
          </ac:inkMkLst>
        </pc:inkChg>
        <pc:inkChg chg="del">
          <ac:chgData name="Md. Nahid Hasan" userId="S::nahid@vu.edu.bd::85ea5f9e-65d6-4031-b810-9415101f2e21" providerId="AD" clId="Web-{21673DA6-09E9-45F7-9F96-3424CAC7F5ED}" dt="2020-12-21T15:06:32.682" v="12"/>
          <ac:inkMkLst>
            <pc:docMk/>
            <pc:sldMk cId="0" sldId="450"/>
            <ac:inkMk id="25" creationId="{3084E0B3-5EDF-4239-819B-4A68C9BBCB91}"/>
          </ac:inkMkLst>
        </pc:inkChg>
        <pc:inkChg chg="del">
          <ac:chgData name="Md. Nahid Hasan" userId="S::nahid@vu.edu.bd::85ea5f9e-65d6-4031-b810-9415101f2e21" providerId="AD" clId="Web-{21673DA6-09E9-45F7-9F96-3424CAC7F5ED}" dt="2020-12-21T15:06:32.667" v="11"/>
          <ac:inkMkLst>
            <pc:docMk/>
            <pc:sldMk cId="0" sldId="450"/>
            <ac:inkMk id="26" creationId="{59B35477-F5A3-4F24-9713-B30DEBE8F2DB}"/>
          </ac:inkMkLst>
        </pc:inkChg>
        <pc:inkChg chg="del">
          <ac:chgData name="Md. Nahid Hasan" userId="S::nahid@vu.edu.bd::85ea5f9e-65d6-4031-b810-9415101f2e21" providerId="AD" clId="Web-{21673DA6-09E9-45F7-9F96-3424CAC7F5ED}" dt="2020-12-21T15:06:32.667" v="10"/>
          <ac:inkMkLst>
            <pc:docMk/>
            <pc:sldMk cId="0" sldId="450"/>
            <ac:inkMk id="27" creationId="{BA9CBEFB-A743-4DB6-AA94-8FAF2495A701}"/>
          </ac:inkMkLst>
        </pc:inkChg>
        <pc:inkChg chg="add del">
          <ac:chgData name="Md. Nahid Hasan" userId="S::nahid@vu.edu.bd::85ea5f9e-65d6-4031-b810-9415101f2e21" providerId="AD" clId="Web-{21673DA6-09E9-45F7-9F96-3424CAC7F5ED}" dt="2020-12-21T15:08:02.542" v="48"/>
          <ac:inkMkLst>
            <pc:docMk/>
            <pc:sldMk cId="0" sldId="450"/>
            <ac:inkMk id="28" creationId="{BE1E7682-4782-4C71-84CD-4A6072543B34}"/>
          </ac:inkMkLst>
        </pc:inkChg>
        <pc:inkChg chg="add del">
          <ac:chgData name="Md. Nahid Hasan" userId="S::nahid@vu.edu.bd::85ea5f9e-65d6-4031-b810-9415101f2e21" providerId="AD" clId="Web-{21673DA6-09E9-45F7-9F96-3424CAC7F5ED}" dt="2020-12-21T15:08:02.542" v="47"/>
          <ac:inkMkLst>
            <pc:docMk/>
            <pc:sldMk cId="0" sldId="450"/>
            <ac:inkMk id="29" creationId="{7812C6F3-A13B-4F88-94B9-97D9D74E3227}"/>
          </ac:inkMkLst>
        </pc:inkChg>
        <pc:inkChg chg="del">
          <ac:chgData name="Md. Nahid Hasan" userId="S::nahid@vu.edu.bd::85ea5f9e-65d6-4031-b810-9415101f2e21" providerId="AD" clId="Web-{21673DA6-09E9-45F7-9F96-3424CAC7F5ED}" dt="2020-12-21T15:06:32.667" v="9"/>
          <ac:inkMkLst>
            <pc:docMk/>
            <pc:sldMk cId="0" sldId="450"/>
            <ac:inkMk id="30" creationId="{175B33BE-1815-451D-8129-4A509C2C0498}"/>
          </ac:inkMkLst>
        </pc:inkChg>
        <pc:inkChg chg="del">
          <ac:chgData name="Md. Nahid Hasan" userId="S::nahid@vu.edu.bd::85ea5f9e-65d6-4031-b810-9415101f2e21" providerId="AD" clId="Web-{21673DA6-09E9-45F7-9F96-3424CAC7F5ED}" dt="2020-12-21T15:06:32.667" v="8"/>
          <ac:inkMkLst>
            <pc:docMk/>
            <pc:sldMk cId="0" sldId="450"/>
            <ac:inkMk id="31" creationId="{B089222A-5F97-40F6-82C6-40786740ED8A}"/>
          </ac:inkMkLst>
        </pc:inkChg>
        <pc:inkChg chg="del">
          <ac:chgData name="Md. Nahid Hasan" userId="S::nahid@vu.edu.bd::85ea5f9e-65d6-4031-b810-9415101f2e21" providerId="AD" clId="Web-{21673DA6-09E9-45F7-9F96-3424CAC7F5ED}" dt="2020-12-21T15:06:32.667" v="7"/>
          <ac:inkMkLst>
            <pc:docMk/>
            <pc:sldMk cId="0" sldId="450"/>
            <ac:inkMk id="32" creationId="{F8B2A75B-011E-4136-BFF2-E7813838B0A5}"/>
          </ac:inkMkLst>
        </pc:inkChg>
        <pc:inkChg chg="del">
          <ac:chgData name="Md. Nahid Hasan" userId="S::nahid@vu.edu.bd::85ea5f9e-65d6-4031-b810-9415101f2e21" providerId="AD" clId="Web-{21673DA6-09E9-45F7-9F96-3424CAC7F5ED}" dt="2020-12-21T15:06:32.651" v="6"/>
          <ac:inkMkLst>
            <pc:docMk/>
            <pc:sldMk cId="0" sldId="450"/>
            <ac:inkMk id="33" creationId="{BA53D544-8CFD-40A2-8F68-021F6A8ED41E}"/>
          </ac:inkMkLst>
        </pc:inkChg>
        <pc:inkChg chg="del">
          <ac:chgData name="Md. Nahid Hasan" userId="S::nahid@vu.edu.bd::85ea5f9e-65d6-4031-b810-9415101f2e21" providerId="AD" clId="Web-{21673DA6-09E9-45F7-9F96-3424CAC7F5ED}" dt="2020-12-21T15:06:32.651" v="5"/>
          <ac:inkMkLst>
            <pc:docMk/>
            <pc:sldMk cId="0" sldId="450"/>
            <ac:inkMk id="34" creationId="{32D64BE0-44E8-4DDC-B6FC-DC91C35A185F}"/>
          </ac:inkMkLst>
        </pc:inkChg>
        <pc:inkChg chg="del">
          <ac:chgData name="Md. Nahid Hasan" userId="S::nahid@vu.edu.bd::85ea5f9e-65d6-4031-b810-9415101f2e21" providerId="AD" clId="Web-{21673DA6-09E9-45F7-9F96-3424CAC7F5ED}" dt="2020-12-21T15:06:32.651" v="4"/>
          <ac:inkMkLst>
            <pc:docMk/>
            <pc:sldMk cId="0" sldId="450"/>
            <ac:inkMk id="35" creationId="{7B19E366-EC61-4E8D-B76C-B60AA2F98D87}"/>
          </ac:inkMkLst>
        </pc:inkChg>
        <pc:inkChg chg="del">
          <ac:chgData name="Md. Nahid Hasan" userId="S::nahid@vu.edu.bd::85ea5f9e-65d6-4031-b810-9415101f2e21" providerId="AD" clId="Web-{21673DA6-09E9-45F7-9F96-3424CAC7F5ED}" dt="2020-12-21T15:06:32.651" v="3"/>
          <ac:inkMkLst>
            <pc:docMk/>
            <pc:sldMk cId="0" sldId="450"/>
            <ac:inkMk id="36" creationId="{7DD1C634-AD5B-4C3E-8349-0BA83948E9DB}"/>
          </ac:inkMkLst>
        </pc:inkChg>
        <pc:inkChg chg="del">
          <ac:chgData name="Md. Nahid Hasan" userId="S::nahid@vu.edu.bd::85ea5f9e-65d6-4031-b810-9415101f2e21" providerId="AD" clId="Web-{21673DA6-09E9-45F7-9F96-3424CAC7F5ED}" dt="2020-12-21T15:06:32.651" v="2"/>
          <ac:inkMkLst>
            <pc:docMk/>
            <pc:sldMk cId="0" sldId="450"/>
            <ac:inkMk id="37" creationId="{C24E363A-C3BA-420B-8D71-7F737FBA7932}"/>
          </ac:inkMkLst>
        </pc:inkChg>
        <pc:inkChg chg="del">
          <ac:chgData name="Md. Nahid Hasan" userId="S::nahid@vu.edu.bd::85ea5f9e-65d6-4031-b810-9415101f2e21" providerId="AD" clId="Web-{21673DA6-09E9-45F7-9F96-3424CAC7F5ED}" dt="2020-12-21T15:06:32.651" v="1"/>
          <ac:inkMkLst>
            <pc:docMk/>
            <pc:sldMk cId="0" sldId="450"/>
            <ac:inkMk id="38" creationId="{65F3F9B7-955A-4B04-A110-F684B0F25869}"/>
          </ac:inkMkLst>
        </pc:inkChg>
        <pc:inkChg chg="del">
          <ac:chgData name="Md. Nahid Hasan" userId="S::nahid@vu.edu.bd::85ea5f9e-65d6-4031-b810-9415101f2e21" providerId="AD" clId="Web-{21673DA6-09E9-45F7-9F96-3424CAC7F5ED}" dt="2020-12-21T15:08:02.636" v="83"/>
          <ac:inkMkLst>
            <pc:docMk/>
            <pc:sldMk cId="0" sldId="450"/>
            <ac:inkMk id="39" creationId="{4C383AFF-C901-4FA3-A033-0FBB84ACFB1D}"/>
          </ac:inkMkLst>
        </pc:inkChg>
        <pc:inkChg chg="del">
          <ac:chgData name="Md. Nahid Hasan" userId="S::nahid@vu.edu.bd::85ea5f9e-65d6-4031-b810-9415101f2e21" providerId="AD" clId="Web-{21673DA6-09E9-45F7-9F96-3424CAC7F5ED}" dt="2020-12-21T15:08:02.636" v="82"/>
          <ac:inkMkLst>
            <pc:docMk/>
            <pc:sldMk cId="0" sldId="450"/>
            <ac:inkMk id="40" creationId="{47EC026D-8650-4CA5-8B49-4662FE477A08}"/>
          </ac:inkMkLst>
        </pc:inkChg>
        <pc:inkChg chg="del">
          <ac:chgData name="Md. Nahid Hasan" userId="S::nahid@vu.edu.bd::85ea5f9e-65d6-4031-b810-9415101f2e21" providerId="AD" clId="Web-{21673DA6-09E9-45F7-9F96-3424CAC7F5ED}" dt="2020-12-21T15:08:02.636" v="81"/>
          <ac:inkMkLst>
            <pc:docMk/>
            <pc:sldMk cId="0" sldId="450"/>
            <ac:inkMk id="41" creationId="{AD346287-9691-4B04-8351-3F55CA29342A}"/>
          </ac:inkMkLst>
        </pc:inkChg>
        <pc:inkChg chg="del">
          <ac:chgData name="Md. Nahid Hasan" userId="S::nahid@vu.edu.bd::85ea5f9e-65d6-4031-b810-9415101f2e21" providerId="AD" clId="Web-{21673DA6-09E9-45F7-9F96-3424CAC7F5ED}" dt="2020-12-21T15:08:02.621" v="80"/>
          <ac:inkMkLst>
            <pc:docMk/>
            <pc:sldMk cId="0" sldId="450"/>
            <ac:inkMk id="42" creationId="{C879438D-31A7-4DCB-B593-BE5C9624644F}"/>
          </ac:inkMkLst>
        </pc:inkChg>
        <pc:inkChg chg="del">
          <ac:chgData name="Md. Nahid Hasan" userId="S::nahid@vu.edu.bd::85ea5f9e-65d6-4031-b810-9415101f2e21" providerId="AD" clId="Web-{21673DA6-09E9-45F7-9F96-3424CAC7F5ED}" dt="2020-12-21T15:08:02.621" v="79"/>
          <ac:inkMkLst>
            <pc:docMk/>
            <pc:sldMk cId="0" sldId="450"/>
            <ac:inkMk id="43" creationId="{A9E221FB-2114-428B-9C42-7DD8514185B5}"/>
          </ac:inkMkLst>
        </pc:inkChg>
        <pc:inkChg chg="del">
          <ac:chgData name="Md. Nahid Hasan" userId="S::nahid@vu.edu.bd::85ea5f9e-65d6-4031-b810-9415101f2e21" providerId="AD" clId="Web-{21673DA6-09E9-45F7-9F96-3424CAC7F5ED}" dt="2020-12-21T15:08:02.621" v="78"/>
          <ac:inkMkLst>
            <pc:docMk/>
            <pc:sldMk cId="0" sldId="450"/>
            <ac:inkMk id="44" creationId="{9AE0E18E-CAB9-47EB-97A1-8DF1DAED80C6}"/>
          </ac:inkMkLst>
        </pc:inkChg>
        <pc:inkChg chg="add del">
          <ac:chgData name="Md. Nahid Hasan" userId="S::nahid@vu.edu.bd::85ea5f9e-65d6-4031-b810-9415101f2e21" providerId="AD" clId="Web-{21673DA6-09E9-45F7-9F96-3424CAC7F5ED}" dt="2020-12-21T15:08:02.527" v="46"/>
          <ac:inkMkLst>
            <pc:docMk/>
            <pc:sldMk cId="0" sldId="450"/>
            <ac:inkMk id="45" creationId="{5CD8D604-9C5D-43A8-B72B-1D92F366C3C4}"/>
          </ac:inkMkLst>
        </pc:inkChg>
        <pc:inkChg chg="add del">
          <ac:chgData name="Md. Nahid Hasan" userId="S::nahid@vu.edu.bd::85ea5f9e-65d6-4031-b810-9415101f2e21" providerId="AD" clId="Web-{21673DA6-09E9-45F7-9F96-3424CAC7F5ED}" dt="2020-12-21T15:08:02.527" v="45"/>
          <ac:inkMkLst>
            <pc:docMk/>
            <pc:sldMk cId="0" sldId="450"/>
            <ac:inkMk id="46" creationId="{D72581EB-CE4F-42FB-A9D5-17F6FB83A8DF}"/>
          </ac:inkMkLst>
        </pc:inkChg>
        <pc:inkChg chg="add del">
          <ac:chgData name="Md. Nahid Hasan" userId="S::nahid@vu.edu.bd::85ea5f9e-65d6-4031-b810-9415101f2e21" providerId="AD" clId="Web-{21673DA6-09E9-45F7-9F96-3424CAC7F5ED}" dt="2020-12-21T15:08:02.527" v="44"/>
          <ac:inkMkLst>
            <pc:docMk/>
            <pc:sldMk cId="0" sldId="450"/>
            <ac:inkMk id="47" creationId="{7B3F4455-ACB1-43D9-BD7C-9B926EB4F733}"/>
          </ac:inkMkLst>
        </pc:inkChg>
        <pc:inkChg chg="add del">
          <ac:chgData name="Md. Nahid Hasan" userId="S::nahid@vu.edu.bd::85ea5f9e-65d6-4031-b810-9415101f2e21" providerId="AD" clId="Web-{21673DA6-09E9-45F7-9F96-3424CAC7F5ED}" dt="2020-12-21T15:08:02.527" v="43"/>
          <ac:inkMkLst>
            <pc:docMk/>
            <pc:sldMk cId="0" sldId="450"/>
            <ac:inkMk id="48" creationId="{9003A303-6AE2-4874-81B3-E8CAEF81FB4B}"/>
          </ac:inkMkLst>
        </pc:inkChg>
        <pc:inkChg chg="add del">
          <ac:chgData name="Md. Nahid Hasan" userId="S::nahid@vu.edu.bd::85ea5f9e-65d6-4031-b810-9415101f2e21" providerId="AD" clId="Web-{21673DA6-09E9-45F7-9F96-3424CAC7F5ED}" dt="2020-12-21T15:08:02.527" v="42"/>
          <ac:inkMkLst>
            <pc:docMk/>
            <pc:sldMk cId="0" sldId="450"/>
            <ac:inkMk id="55" creationId="{B4334045-7195-4667-A5DC-D81CA40350E7}"/>
          </ac:inkMkLst>
        </pc:inkChg>
        <pc:inkChg chg="del">
          <ac:chgData name="Md. Nahid Hasan" userId="S::nahid@vu.edu.bd::85ea5f9e-65d6-4031-b810-9415101f2e21" providerId="AD" clId="Web-{21673DA6-09E9-45F7-9F96-3424CAC7F5ED}" dt="2020-12-21T15:08:02.621" v="77"/>
          <ac:inkMkLst>
            <pc:docMk/>
            <pc:sldMk cId="0" sldId="450"/>
            <ac:inkMk id="56" creationId="{6CE25600-FD0A-492B-A72F-235F7F5FFA7F}"/>
          </ac:inkMkLst>
        </pc:inkChg>
        <pc:inkChg chg="del">
          <ac:chgData name="Md. Nahid Hasan" userId="S::nahid@vu.edu.bd::85ea5f9e-65d6-4031-b810-9415101f2e21" providerId="AD" clId="Web-{21673DA6-09E9-45F7-9F96-3424CAC7F5ED}" dt="2020-12-21T15:08:02.621" v="76"/>
          <ac:inkMkLst>
            <pc:docMk/>
            <pc:sldMk cId="0" sldId="450"/>
            <ac:inkMk id="57" creationId="{8CD64477-9D68-43F1-B6BC-49869C9D2673}"/>
          </ac:inkMkLst>
        </pc:inkChg>
        <pc:inkChg chg="del">
          <ac:chgData name="Md. Nahid Hasan" userId="S::nahid@vu.edu.bd::85ea5f9e-65d6-4031-b810-9415101f2e21" providerId="AD" clId="Web-{21673DA6-09E9-45F7-9F96-3424CAC7F5ED}" dt="2020-12-21T15:08:02.605" v="75"/>
          <ac:inkMkLst>
            <pc:docMk/>
            <pc:sldMk cId="0" sldId="450"/>
            <ac:inkMk id="58" creationId="{AA904567-BA38-40DA-B05F-1ED220B8DE3C}"/>
          </ac:inkMkLst>
        </pc:inkChg>
        <pc:inkChg chg="del">
          <ac:chgData name="Md. Nahid Hasan" userId="S::nahid@vu.edu.bd::85ea5f9e-65d6-4031-b810-9415101f2e21" providerId="AD" clId="Web-{21673DA6-09E9-45F7-9F96-3424CAC7F5ED}" dt="2020-12-21T15:08:02.605" v="74"/>
          <ac:inkMkLst>
            <pc:docMk/>
            <pc:sldMk cId="0" sldId="450"/>
            <ac:inkMk id="59" creationId="{D261C5D0-F99F-4577-83F9-74170F5DF62D}"/>
          </ac:inkMkLst>
        </pc:inkChg>
        <pc:inkChg chg="del">
          <ac:chgData name="Md. Nahid Hasan" userId="S::nahid@vu.edu.bd::85ea5f9e-65d6-4031-b810-9415101f2e21" providerId="AD" clId="Web-{21673DA6-09E9-45F7-9F96-3424CAC7F5ED}" dt="2020-12-21T15:08:02.605" v="73"/>
          <ac:inkMkLst>
            <pc:docMk/>
            <pc:sldMk cId="0" sldId="450"/>
            <ac:inkMk id="60" creationId="{FCDA3AC9-BD9E-4318-8F8F-93B9EE976977}"/>
          </ac:inkMkLst>
        </pc:inkChg>
        <pc:inkChg chg="del">
          <ac:chgData name="Md. Nahid Hasan" userId="S::nahid@vu.edu.bd::85ea5f9e-65d6-4031-b810-9415101f2e21" providerId="AD" clId="Web-{21673DA6-09E9-45F7-9F96-3424CAC7F5ED}" dt="2020-12-21T15:08:02.605" v="72"/>
          <ac:inkMkLst>
            <pc:docMk/>
            <pc:sldMk cId="0" sldId="450"/>
            <ac:inkMk id="61" creationId="{9274273D-7640-4B8A-98FF-0CFAEDCCB50E}"/>
          </ac:inkMkLst>
        </pc:inkChg>
        <pc:inkChg chg="del">
          <ac:chgData name="Md. Nahid Hasan" userId="S::nahid@vu.edu.bd::85ea5f9e-65d6-4031-b810-9415101f2e21" providerId="AD" clId="Web-{21673DA6-09E9-45F7-9F96-3424CAC7F5ED}" dt="2020-12-21T15:08:02.605" v="71"/>
          <ac:inkMkLst>
            <pc:docMk/>
            <pc:sldMk cId="0" sldId="450"/>
            <ac:inkMk id="62" creationId="{BF9B5056-1A3A-4BFF-B434-F471C5A12834}"/>
          </ac:inkMkLst>
        </pc:inkChg>
        <pc:inkChg chg="del">
          <ac:chgData name="Md. Nahid Hasan" userId="S::nahid@vu.edu.bd::85ea5f9e-65d6-4031-b810-9415101f2e21" providerId="AD" clId="Web-{21673DA6-09E9-45F7-9F96-3424CAC7F5ED}" dt="2020-12-21T15:08:02.589" v="70"/>
          <ac:inkMkLst>
            <pc:docMk/>
            <pc:sldMk cId="0" sldId="450"/>
            <ac:inkMk id="63" creationId="{419E4989-E76F-4898-BE75-0C0FAA27CFBA}"/>
          </ac:inkMkLst>
        </pc:inkChg>
        <pc:inkChg chg="del">
          <ac:chgData name="Md. Nahid Hasan" userId="S::nahid@vu.edu.bd::85ea5f9e-65d6-4031-b810-9415101f2e21" providerId="AD" clId="Web-{21673DA6-09E9-45F7-9F96-3424CAC7F5ED}" dt="2020-12-21T15:08:02.589" v="69"/>
          <ac:inkMkLst>
            <pc:docMk/>
            <pc:sldMk cId="0" sldId="450"/>
            <ac:inkMk id="68608" creationId="{37C596A0-40C4-472C-9055-1BDA17CD47E9}"/>
          </ac:inkMkLst>
        </pc:inkChg>
        <pc:inkChg chg="del">
          <ac:chgData name="Md. Nahid Hasan" userId="S::nahid@vu.edu.bd::85ea5f9e-65d6-4031-b810-9415101f2e21" providerId="AD" clId="Web-{21673DA6-09E9-45F7-9F96-3424CAC7F5ED}" dt="2020-12-21T15:08:02.589" v="68"/>
          <ac:inkMkLst>
            <pc:docMk/>
            <pc:sldMk cId="0" sldId="450"/>
            <ac:inkMk id="68609" creationId="{8B35BE89-0005-4072-8159-4C7A9DE47A2B}"/>
          </ac:inkMkLst>
        </pc:inkChg>
        <pc:inkChg chg="del">
          <ac:chgData name="Md. Nahid Hasan" userId="S::nahid@vu.edu.bd::85ea5f9e-65d6-4031-b810-9415101f2e21" providerId="AD" clId="Web-{21673DA6-09E9-45F7-9F96-3424CAC7F5ED}" dt="2020-12-21T15:08:02.589" v="67"/>
          <ac:inkMkLst>
            <pc:docMk/>
            <pc:sldMk cId="0" sldId="450"/>
            <ac:inkMk id="68612" creationId="{B2EA8FDE-0879-4243-A819-C70DF9EC0C92}"/>
          </ac:inkMkLst>
        </pc:inkChg>
        <pc:inkChg chg="del">
          <ac:chgData name="Md. Nahid Hasan" userId="S::nahid@vu.edu.bd::85ea5f9e-65d6-4031-b810-9415101f2e21" providerId="AD" clId="Web-{21673DA6-09E9-45F7-9F96-3424CAC7F5ED}" dt="2020-12-21T15:08:02.589" v="66"/>
          <ac:inkMkLst>
            <pc:docMk/>
            <pc:sldMk cId="0" sldId="450"/>
            <ac:inkMk id="68613" creationId="{4A285399-DBD9-4D23-AE9B-C82711598436}"/>
          </ac:inkMkLst>
        </pc:inkChg>
        <pc:inkChg chg="del">
          <ac:chgData name="Md. Nahid Hasan" userId="S::nahid@vu.edu.bd::85ea5f9e-65d6-4031-b810-9415101f2e21" providerId="AD" clId="Web-{21673DA6-09E9-45F7-9F96-3424CAC7F5ED}" dt="2020-12-21T15:08:02.574" v="65"/>
          <ac:inkMkLst>
            <pc:docMk/>
            <pc:sldMk cId="0" sldId="450"/>
            <ac:inkMk id="68614" creationId="{F9CB4ADE-BD2D-43D8-83F3-7A28EF02189B}"/>
          </ac:inkMkLst>
        </pc:inkChg>
        <pc:inkChg chg="del">
          <ac:chgData name="Md. Nahid Hasan" userId="S::nahid@vu.edu.bd::85ea5f9e-65d6-4031-b810-9415101f2e21" providerId="AD" clId="Web-{21673DA6-09E9-45F7-9F96-3424CAC7F5ED}" dt="2020-12-21T15:08:02.652" v="89"/>
          <ac:inkMkLst>
            <pc:docMk/>
            <pc:sldMk cId="0" sldId="450"/>
            <ac:inkMk id="68615" creationId="{1B254425-1DC0-470F-A21F-ACC4D9271005}"/>
          </ac:inkMkLst>
        </pc:inkChg>
        <pc:inkChg chg="del">
          <ac:chgData name="Md. Nahid Hasan" userId="S::nahid@vu.edu.bd::85ea5f9e-65d6-4031-b810-9415101f2e21" providerId="AD" clId="Web-{21673DA6-09E9-45F7-9F96-3424CAC7F5ED}" dt="2020-12-21T15:08:02.574" v="64"/>
          <ac:inkMkLst>
            <pc:docMk/>
            <pc:sldMk cId="0" sldId="450"/>
            <ac:inkMk id="68616" creationId="{9789EDDC-A7B7-420C-9F86-2AA76B845C2D}"/>
          </ac:inkMkLst>
        </pc:inkChg>
        <pc:inkChg chg="del">
          <ac:chgData name="Md. Nahid Hasan" userId="S::nahid@vu.edu.bd::85ea5f9e-65d6-4031-b810-9415101f2e21" providerId="AD" clId="Web-{21673DA6-09E9-45F7-9F96-3424CAC7F5ED}" dt="2020-12-21T15:08:02.574" v="63"/>
          <ac:inkMkLst>
            <pc:docMk/>
            <pc:sldMk cId="0" sldId="450"/>
            <ac:inkMk id="68617" creationId="{028615C1-00A4-489A-A70F-5FC29EDC4D50}"/>
          </ac:inkMkLst>
        </pc:inkChg>
        <pc:inkChg chg="add del">
          <ac:chgData name="Md. Nahid Hasan" userId="S::nahid@vu.edu.bd::85ea5f9e-65d6-4031-b810-9415101f2e21" providerId="AD" clId="Web-{21673DA6-09E9-45F7-9F96-3424CAC7F5ED}" dt="2020-12-21T15:08:02.527" v="41"/>
          <ac:inkMkLst>
            <pc:docMk/>
            <pc:sldMk cId="0" sldId="450"/>
            <ac:inkMk id="68618" creationId="{EEBD3516-6086-4CC8-B002-A9DE807688AF}"/>
          </ac:inkMkLst>
        </pc:inkChg>
        <pc:inkChg chg="del">
          <ac:chgData name="Md. Nahid Hasan" userId="S::nahid@vu.edu.bd::85ea5f9e-65d6-4031-b810-9415101f2e21" providerId="AD" clId="Web-{21673DA6-09E9-45F7-9F96-3424CAC7F5ED}" dt="2020-12-21T15:08:02.574" v="62"/>
          <ac:inkMkLst>
            <pc:docMk/>
            <pc:sldMk cId="0" sldId="450"/>
            <ac:inkMk id="68619" creationId="{67955618-B93B-4928-B9AB-32B79A0D3829}"/>
          </ac:inkMkLst>
        </pc:inkChg>
        <pc:inkChg chg="del">
          <ac:chgData name="Md. Nahid Hasan" userId="S::nahid@vu.edu.bd::85ea5f9e-65d6-4031-b810-9415101f2e21" providerId="AD" clId="Web-{21673DA6-09E9-45F7-9F96-3424CAC7F5ED}" dt="2020-12-21T15:08:02.574" v="61"/>
          <ac:inkMkLst>
            <pc:docMk/>
            <pc:sldMk cId="0" sldId="450"/>
            <ac:inkMk id="68620" creationId="{B020A7C4-A7FD-4F4A-8D53-0A07BF45BEB3}"/>
          </ac:inkMkLst>
        </pc:inkChg>
        <pc:inkChg chg="del">
          <ac:chgData name="Md. Nahid Hasan" userId="S::nahid@vu.edu.bd::85ea5f9e-65d6-4031-b810-9415101f2e21" providerId="AD" clId="Web-{21673DA6-09E9-45F7-9F96-3424CAC7F5ED}" dt="2020-12-21T15:08:02.574" v="60"/>
          <ac:inkMkLst>
            <pc:docMk/>
            <pc:sldMk cId="0" sldId="450"/>
            <ac:inkMk id="68621" creationId="{8B927D96-C0E0-4D43-91A9-0A0B827DF165}"/>
          </ac:inkMkLst>
        </pc:inkChg>
        <pc:inkChg chg="del">
          <ac:chgData name="Md. Nahid Hasan" userId="S::nahid@vu.edu.bd::85ea5f9e-65d6-4031-b810-9415101f2e21" providerId="AD" clId="Web-{21673DA6-09E9-45F7-9F96-3424CAC7F5ED}" dt="2020-12-21T15:08:02.558" v="59"/>
          <ac:inkMkLst>
            <pc:docMk/>
            <pc:sldMk cId="0" sldId="450"/>
            <ac:inkMk id="68622" creationId="{7AA25E91-6593-4EC6-827D-6465A27F29D1}"/>
          </ac:inkMkLst>
        </pc:inkChg>
        <pc:inkChg chg="del">
          <ac:chgData name="Md. Nahid Hasan" userId="S::nahid@vu.edu.bd::85ea5f9e-65d6-4031-b810-9415101f2e21" providerId="AD" clId="Web-{21673DA6-09E9-45F7-9F96-3424CAC7F5ED}" dt="2020-12-21T15:08:02.558" v="58"/>
          <ac:inkMkLst>
            <pc:docMk/>
            <pc:sldMk cId="0" sldId="450"/>
            <ac:inkMk id="68623" creationId="{E74A7F03-D2B4-4704-A218-433AD035FC41}"/>
          </ac:inkMkLst>
        </pc:inkChg>
        <pc:inkChg chg="del">
          <ac:chgData name="Md. Nahid Hasan" userId="S::nahid@vu.edu.bd::85ea5f9e-65d6-4031-b810-9415101f2e21" providerId="AD" clId="Web-{21673DA6-09E9-45F7-9F96-3424CAC7F5ED}" dt="2020-12-21T15:08:02.558" v="57"/>
          <ac:inkMkLst>
            <pc:docMk/>
            <pc:sldMk cId="0" sldId="450"/>
            <ac:inkMk id="68624" creationId="{08CE8EFC-BB7B-4D67-B62E-3395AEAAE677}"/>
          </ac:inkMkLst>
        </pc:inkChg>
        <pc:inkChg chg="del">
          <ac:chgData name="Md. Nahid Hasan" userId="S::nahid@vu.edu.bd::85ea5f9e-65d6-4031-b810-9415101f2e21" providerId="AD" clId="Web-{21673DA6-09E9-45F7-9F96-3424CAC7F5ED}" dt="2020-12-21T15:08:02.558" v="56"/>
          <ac:inkMkLst>
            <pc:docMk/>
            <pc:sldMk cId="0" sldId="450"/>
            <ac:inkMk id="68625" creationId="{BEE7E6EC-631D-4BF4-91E8-369DCF93317E}"/>
          </ac:inkMkLst>
        </pc:inkChg>
        <pc:inkChg chg="del">
          <ac:chgData name="Md. Nahid Hasan" userId="S::nahid@vu.edu.bd::85ea5f9e-65d6-4031-b810-9415101f2e21" providerId="AD" clId="Web-{21673DA6-09E9-45F7-9F96-3424CAC7F5ED}" dt="2020-12-21T15:08:02.558" v="55"/>
          <ac:inkMkLst>
            <pc:docMk/>
            <pc:sldMk cId="0" sldId="450"/>
            <ac:inkMk id="68627" creationId="{B0C2D95A-5481-493F-A7D8-3F03AE2C984C}"/>
          </ac:inkMkLst>
        </pc:inkChg>
        <pc:inkChg chg="del">
          <ac:chgData name="Md. Nahid Hasan" userId="S::nahid@vu.edu.bd::85ea5f9e-65d6-4031-b810-9415101f2e21" providerId="AD" clId="Web-{21673DA6-09E9-45F7-9F96-3424CAC7F5ED}" dt="2020-12-21T15:08:02.558" v="54"/>
          <ac:inkMkLst>
            <pc:docMk/>
            <pc:sldMk cId="0" sldId="450"/>
            <ac:inkMk id="68628" creationId="{FA0E2F23-E91A-4DD4-A8A5-B7D0F5BF7C30}"/>
          </ac:inkMkLst>
        </pc:inkChg>
        <pc:inkChg chg="del">
          <ac:chgData name="Md. Nahid Hasan" userId="S::nahid@vu.edu.bd::85ea5f9e-65d6-4031-b810-9415101f2e21" providerId="AD" clId="Web-{21673DA6-09E9-45F7-9F96-3424CAC7F5ED}" dt="2020-12-21T15:06:32.635" v="0"/>
          <ac:inkMkLst>
            <pc:docMk/>
            <pc:sldMk cId="0" sldId="450"/>
            <ac:inkMk id="68629" creationId="{B2309D64-2BA6-41E7-9A38-03A52525879F}"/>
          </ac:inkMkLst>
        </pc:inkChg>
        <pc:inkChg chg="add del">
          <ac:chgData name="Md. Nahid Hasan" userId="S::nahid@vu.edu.bd::85ea5f9e-65d6-4031-b810-9415101f2e21" providerId="AD" clId="Web-{21673DA6-09E9-45F7-9F96-3424CAC7F5ED}" dt="2020-12-21T15:08:02.511" v="40"/>
          <ac:inkMkLst>
            <pc:docMk/>
            <pc:sldMk cId="0" sldId="450"/>
            <ac:inkMk id="68630" creationId="{1BD6C981-B07C-4963-9C2B-9F5521BFEFA7}"/>
          </ac:inkMkLst>
        </pc:inkChg>
        <pc:inkChg chg="add">
          <ac:chgData name="Md. Nahid Hasan" userId="S::nahid@vu.edu.bd::85ea5f9e-65d6-4031-b810-9415101f2e21" providerId="AD" clId="Web-{21673DA6-09E9-45F7-9F96-3424CAC7F5ED}" dt="2020-12-21T15:08:07.261" v="90"/>
          <ac:inkMkLst>
            <pc:docMk/>
            <pc:sldMk cId="0" sldId="450"/>
            <ac:inkMk id="68631" creationId="{45410439-CC24-4BA7-8854-0F406FA78F47}"/>
          </ac:inkMkLst>
        </pc:inkChg>
        <pc:inkChg chg="add">
          <ac:chgData name="Md. Nahid Hasan" userId="S::nahid@vu.edu.bd::85ea5f9e-65d6-4031-b810-9415101f2e21" providerId="AD" clId="Web-{21673DA6-09E9-45F7-9F96-3424CAC7F5ED}" dt="2020-12-21T15:08:16.199" v="91"/>
          <ac:inkMkLst>
            <pc:docMk/>
            <pc:sldMk cId="0" sldId="450"/>
            <ac:inkMk id="68632" creationId="{58F4FE7A-6B54-41A3-B79E-59F6EF1FED95}"/>
          </ac:inkMkLst>
        </pc:inkChg>
        <pc:inkChg chg="add">
          <ac:chgData name="Md. Nahid Hasan" userId="S::nahid@vu.edu.bd::85ea5f9e-65d6-4031-b810-9415101f2e21" providerId="AD" clId="Web-{21673DA6-09E9-45F7-9F96-3424CAC7F5ED}" dt="2020-12-21T15:08:16.199" v="92"/>
          <ac:inkMkLst>
            <pc:docMk/>
            <pc:sldMk cId="0" sldId="450"/>
            <ac:inkMk id="68633" creationId="{2E70B3EE-1738-46A2-B36C-0544E556445C}"/>
          </ac:inkMkLst>
        </pc:inkChg>
        <pc:inkChg chg="add">
          <ac:chgData name="Md. Nahid Hasan" userId="S::nahid@vu.edu.bd::85ea5f9e-65d6-4031-b810-9415101f2e21" providerId="AD" clId="Web-{21673DA6-09E9-45F7-9F96-3424CAC7F5ED}" dt="2020-12-21T15:08:48.058" v="93"/>
          <ac:inkMkLst>
            <pc:docMk/>
            <pc:sldMk cId="0" sldId="450"/>
            <ac:inkMk id="68634" creationId="{F7590936-E497-4C37-8B4B-A0534517AAAA}"/>
          </ac:inkMkLst>
        </pc:inkChg>
        <pc:inkChg chg="add">
          <ac:chgData name="Md. Nahid Hasan" userId="S::nahid@vu.edu.bd::85ea5f9e-65d6-4031-b810-9415101f2e21" providerId="AD" clId="Web-{21673DA6-09E9-45F7-9F96-3424CAC7F5ED}" dt="2020-12-21T15:08:49.746" v="94"/>
          <ac:inkMkLst>
            <pc:docMk/>
            <pc:sldMk cId="0" sldId="450"/>
            <ac:inkMk id="68635" creationId="{7D7E9129-A4A7-480F-9504-233DDCA73609}"/>
          </ac:inkMkLst>
        </pc:inkChg>
        <pc:inkChg chg="add">
          <ac:chgData name="Md. Nahid Hasan" userId="S::nahid@vu.edu.bd::85ea5f9e-65d6-4031-b810-9415101f2e21" providerId="AD" clId="Web-{21673DA6-09E9-45F7-9F96-3424CAC7F5ED}" dt="2020-12-21T15:08:49.746" v="95"/>
          <ac:inkMkLst>
            <pc:docMk/>
            <pc:sldMk cId="0" sldId="450"/>
            <ac:inkMk id="68636" creationId="{8A00D204-5432-4BFD-8250-26D3EF4C2E26}"/>
          </ac:inkMkLst>
        </pc:inkChg>
        <pc:inkChg chg="add">
          <ac:chgData name="Md. Nahid Hasan" userId="S::nahid@vu.edu.bd::85ea5f9e-65d6-4031-b810-9415101f2e21" providerId="AD" clId="Web-{21673DA6-09E9-45F7-9F96-3424CAC7F5ED}" dt="2020-12-21T15:08:51.168" v="96"/>
          <ac:inkMkLst>
            <pc:docMk/>
            <pc:sldMk cId="0" sldId="450"/>
            <ac:inkMk id="68637" creationId="{7ABD10EF-A25C-4535-B9D0-59F182949126}"/>
          </ac:inkMkLst>
        </pc:inkChg>
        <pc:inkChg chg="add">
          <ac:chgData name="Md. Nahid Hasan" userId="S::nahid@vu.edu.bd::85ea5f9e-65d6-4031-b810-9415101f2e21" providerId="AD" clId="Web-{21673DA6-09E9-45F7-9F96-3424CAC7F5ED}" dt="2020-12-21T15:08:51.168" v="97"/>
          <ac:inkMkLst>
            <pc:docMk/>
            <pc:sldMk cId="0" sldId="450"/>
            <ac:inkMk id="68638" creationId="{2334A763-8D5B-41B0-971F-61E338304AF0}"/>
          </ac:inkMkLst>
        </pc:inkChg>
        <pc:inkChg chg="add">
          <ac:chgData name="Md. Nahid Hasan" userId="S::nahid@vu.edu.bd::85ea5f9e-65d6-4031-b810-9415101f2e21" providerId="AD" clId="Web-{21673DA6-09E9-45F7-9F96-3424CAC7F5ED}" dt="2020-12-21T15:08:52.058" v="98"/>
          <ac:inkMkLst>
            <pc:docMk/>
            <pc:sldMk cId="0" sldId="450"/>
            <ac:inkMk id="68639" creationId="{A14EF3BC-9E8E-43BE-B8D1-A8158375C880}"/>
          </ac:inkMkLst>
        </pc:inkChg>
        <pc:inkChg chg="add">
          <ac:chgData name="Md. Nahid Hasan" userId="S::nahid@vu.edu.bd::85ea5f9e-65d6-4031-b810-9415101f2e21" providerId="AD" clId="Web-{21673DA6-09E9-45F7-9F96-3424CAC7F5ED}" dt="2020-12-21T15:08:57.512" v="99"/>
          <ac:inkMkLst>
            <pc:docMk/>
            <pc:sldMk cId="0" sldId="450"/>
            <ac:inkMk id="68640" creationId="{B3902D40-5AAF-4FB5-8AFC-74E9249F709C}"/>
          </ac:inkMkLst>
        </pc:inkChg>
        <pc:inkChg chg="add">
          <ac:chgData name="Md. Nahid Hasan" userId="S::nahid@vu.edu.bd::85ea5f9e-65d6-4031-b810-9415101f2e21" providerId="AD" clId="Web-{21673DA6-09E9-45F7-9F96-3424CAC7F5ED}" dt="2020-12-21T15:09:05.152" v="100"/>
          <ac:inkMkLst>
            <pc:docMk/>
            <pc:sldMk cId="0" sldId="450"/>
            <ac:inkMk id="68641" creationId="{56FDDAF2-2849-4E58-8A99-7BA1300C80A0}"/>
          </ac:inkMkLst>
        </pc:inkChg>
        <pc:inkChg chg="add">
          <ac:chgData name="Md. Nahid Hasan" userId="S::nahid@vu.edu.bd::85ea5f9e-65d6-4031-b810-9415101f2e21" providerId="AD" clId="Web-{21673DA6-09E9-45F7-9F96-3424CAC7F5ED}" dt="2020-12-21T15:09:06.075" v="101"/>
          <ac:inkMkLst>
            <pc:docMk/>
            <pc:sldMk cId="0" sldId="450"/>
            <ac:inkMk id="68642" creationId="{4AAC9582-E487-4B5A-80CD-AD05B0971CF8}"/>
          </ac:inkMkLst>
        </pc:inkChg>
        <pc:inkChg chg="add">
          <ac:chgData name="Md. Nahid Hasan" userId="S::nahid@vu.edu.bd::85ea5f9e-65d6-4031-b810-9415101f2e21" providerId="AD" clId="Web-{21673DA6-09E9-45F7-9F96-3424CAC7F5ED}" dt="2020-12-21T15:09:06.605" v="102"/>
          <ac:inkMkLst>
            <pc:docMk/>
            <pc:sldMk cId="0" sldId="450"/>
            <ac:inkMk id="68643" creationId="{ED816C61-E0BF-4966-94F6-1E1463325E5B}"/>
          </ac:inkMkLst>
        </pc:inkChg>
        <pc:inkChg chg="add">
          <ac:chgData name="Md. Nahid Hasan" userId="S::nahid@vu.edu.bd::85ea5f9e-65d6-4031-b810-9415101f2e21" providerId="AD" clId="Web-{21673DA6-09E9-45F7-9F96-3424CAC7F5ED}" dt="2020-12-21T15:09:07.074" v="103"/>
          <ac:inkMkLst>
            <pc:docMk/>
            <pc:sldMk cId="0" sldId="450"/>
            <ac:inkMk id="68644" creationId="{73E04E60-E673-4526-9A40-D1C10E7B98CE}"/>
          </ac:inkMkLst>
        </pc:inkChg>
        <pc:inkChg chg="add">
          <ac:chgData name="Md. Nahid Hasan" userId="S::nahid@vu.edu.bd::85ea5f9e-65d6-4031-b810-9415101f2e21" providerId="AD" clId="Web-{21673DA6-09E9-45F7-9F96-3424CAC7F5ED}" dt="2020-12-21T15:09:09.902" v="104"/>
          <ac:inkMkLst>
            <pc:docMk/>
            <pc:sldMk cId="0" sldId="450"/>
            <ac:inkMk id="68645" creationId="{EC6CBBF7-2590-417D-AAA8-E681A62C3759}"/>
          </ac:inkMkLst>
        </pc:inkChg>
        <pc:inkChg chg="add">
          <ac:chgData name="Md. Nahid Hasan" userId="S::nahid@vu.edu.bd::85ea5f9e-65d6-4031-b810-9415101f2e21" providerId="AD" clId="Web-{21673DA6-09E9-45F7-9F96-3424CAC7F5ED}" dt="2020-12-21T15:09:09.918" v="105"/>
          <ac:inkMkLst>
            <pc:docMk/>
            <pc:sldMk cId="0" sldId="450"/>
            <ac:inkMk id="68646" creationId="{0A819431-0FE0-48C4-B887-2A06BF35F578}"/>
          </ac:inkMkLst>
        </pc:inkChg>
        <pc:inkChg chg="add">
          <ac:chgData name="Md. Nahid Hasan" userId="S::nahid@vu.edu.bd::85ea5f9e-65d6-4031-b810-9415101f2e21" providerId="AD" clId="Web-{21673DA6-09E9-45F7-9F96-3424CAC7F5ED}" dt="2020-12-21T15:09:18.684" v="106"/>
          <ac:inkMkLst>
            <pc:docMk/>
            <pc:sldMk cId="0" sldId="450"/>
            <ac:inkMk id="68647" creationId="{AC241B0D-2DB2-48B1-8016-2F341B5C7427}"/>
          </ac:inkMkLst>
        </pc:inkChg>
        <pc:inkChg chg="add">
          <ac:chgData name="Md. Nahid Hasan" userId="S::nahid@vu.edu.bd::85ea5f9e-65d6-4031-b810-9415101f2e21" providerId="AD" clId="Web-{21673DA6-09E9-45F7-9F96-3424CAC7F5ED}" dt="2020-12-21T15:09:20.121" v="107"/>
          <ac:inkMkLst>
            <pc:docMk/>
            <pc:sldMk cId="0" sldId="450"/>
            <ac:inkMk id="68648" creationId="{81DC9F47-5A58-4122-9A49-84C2932104EB}"/>
          </ac:inkMkLst>
        </pc:inkChg>
        <pc:inkChg chg="add">
          <ac:chgData name="Md. Nahid Hasan" userId="S::nahid@vu.edu.bd::85ea5f9e-65d6-4031-b810-9415101f2e21" providerId="AD" clId="Web-{21673DA6-09E9-45F7-9F96-3424CAC7F5ED}" dt="2020-12-21T15:09:24.746" v="108"/>
          <ac:inkMkLst>
            <pc:docMk/>
            <pc:sldMk cId="0" sldId="450"/>
            <ac:inkMk id="68649" creationId="{C2A13F88-1850-450D-8D7A-B461490EDC0F}"/>
          </ac:inkMkLst>
        </pc:inkChg>
        <pc:inkChg chg="add">
          <ac:chgData name="Md. Nahid Hasan" userId="S::nahid@vu.edu.bd::85ea5f9e-65d6-4031-b810-9415101f2e21" providerId="AD" clId="Web-{21673DA6-09E9-45F7-9F96-3424CAC7F5ED}" dt="2020-12-21T15:09:25.840" v="109"/>
          <ac:inkMkLst>
            <pc:docMk/>
            <pc:sldMk cId="0" sldId="450"/>
            <ac:inkMk id="68650" creationId="{4F1F83AA-B001-493B-8025-679661F1B65F}"/>
          </ac:inkMkLst>
        </pc:inkChg>
        <pc:inkChg chg="add">
          <ac:chgData name="Md. Nahid Hasan" userId="S::nahid@vu.edu.bd::85ea5f9e-65d6-4031-b810-9415101f2e21" providerId="AD" clId="Web-{21673DA6-09E9-45F7-9F96-3424CAC7F5ED}" dt="2020-12-21T15:09:36.090" v="110"/>
          <ac:inkMkLst>
            <pc:docMk/>
            <pc:sldMk cId="0" sldId="450"/>
            <ac:inkMk id="68651" creationId="{8FD082B7-C8C5-4827-8DD2-1302FD74F33C}"/>
          </ac:inkMkLst>
        </pc:inkChg>
        <pc:inkChg chg="add">
          <ac:chgData name="Md. Nahid Hasan" userId="S::nahid@vu.edu.bd::85ea5f9e-65d6-4031-b810-9415101f2e21" providerId="AD" clId="Web-{21673DA6-09E9-45F7-9F96-3424CAC7F5ED}" dt="2020-12-21T15:09:36.590" v="111"/>
          <ac:inkMkLst>
            <pc:docMk/>
            <pc:sldMk cId="0" sldId="450"/>
            <ac:inkMk id="68652" creationId="{C3D07B61-8F44-46AE-90A1-08B66D1375CD}"/>
          </ac:inkMkLst>
        </pc:inkChg>
        <pc:inkChg chg="add">
          <ac:chgData name="Md. Nahid Hasan" userId="S::nahid@vu.edu.bd::85ea5f9e-65d6-4031-b810-9415101f2e21" providerId="AD" clId="Web-{21673DA6-09E9-45F7-9F96-3424CAC7F5ED}" dt="2020-12-21T15:09:37.996" v="112"/>
          <ac:inkMkLst>
            <pc:docMk/>
            <pc:sldMk cId="0" sldId="450"/>
            <ac:inkMk id="68653" creationId="{583BFC7D-735A-41AD-9DAA-C217009F5AF9}"/>
          </ac:inkMkLst>
        </pc:inkChg>
        <pc:inkChg chg="add">
          <ac:chgData name="Md. Nahid Hasan" userId="S::nahid@vu.edu.bd::85ea5f9e-65d6-4031-b810-9415101f2e21" providerId="AD" clId="Web-{21673DA6-09E9-45F7-9F96-3424CAC7F5ED}" dt="2020-12-21T15:09:38.528" v="113"/>
          <ac:inkMkLst>
            <pc:docMk/>
            <pc:sldMk cId="0" sldId="450"/>
            <ac:inkMk id="68654" creationId="{FBCFB796-38A1-4DAA-B649-C122D5C2C225}"/>
          </ac:inkMkLst>
        </pc:inkChg>
        <pc:inkChg chg="add">
          <ac:chgData name="Md. Nahid Hasan" userId="S::nahid@vu.edu.bd::85ea5f9e-65d6-4031-b810-9415101f2e21" providerId="AD" clId="Web-{21673DA6-09E9-45F7-9F96-3424CAC7F5ED}" dt="2020-12-21T15:09:54.465" v="114"/>
          <ac:inkMkLst>
            <pc:docMk/>
            <pc:sldMk cId="0" sldId="450"/>
            <ac:inkMk id="68655" creationId="{C2798029-2CF3-4541-B1A4-02871A7F62DC}"/>
          </ac:inkMkLst>
        </pc:inkChg>
        <pc:inkChg chg="add">
          <ac:chgData name="Md. Nahid Hasan" userId="S::nahid@vu.edu.bd::85ea5f9e-65d6-4031-b810-9415101f2e21" providerId="AD" clId="Web-{21673DA6-09E9-45F7-9F96-3424CAC7F5ED}" dt="2020-12-21T15:09:55.778" v="115"/>
          <ac:inkMkLst>
            <pc:docMk/>
            <pc:sldMk cId="0" sldId="450"/>
            <ac:inkMk id="68656" creationId="{A053FAE6-CA49-4BBC-A942-BBB6194E0631}"/>
          </ac:inkMkLst>
        </pc:inkChg>
        <pc:inkChg chg="add">
          <ac:chgData name="Md. Nahid Hasan" userId="S::nahid@vu.edu.bd::85ea5f9e-65d6-4031-b810-9415101f2e21" providerId="AD" clId="Web-{21673DA6-09E9-45F7-9F96-3424CAC7F5ED}" dt="2020-12-21T15:10:01.106" v="116"/>
          <ac:inkMkLst>
            <pc:docMk/>
            <pc:sldMk cId="0" sldId="450"/>
            <ac:inkMk id="68657" creationId="{F2227147-39B6-4452-80F7-2A9DFB167DB7}"/>
          </ac:inkMkLst>
        </pc:inkChg>
      </pc:sldChg>
    </pc:docChg>
  </pc:docChgLst>
  <pc:docChgLst>
    <pc:chgData name="Md. Nahid Hasan" userId="S::nahid@vu.edu.bd::85ea5f9e-65d6-4031-b810-9415101f2e21" providerId="AD" clId="Web-{630F0D8A-AD39-43FF-3D45-D6DE7EB31484}"/>
    <pc:docChg chg="modSld">
      <pc:chgData name="Md. Nahid Hasan" userId="S::nahid@vu.edu.bd::85ea5f9e-65d6-4031-b810-9415101f2e21" providerId="AD" clId="Web-{630F0D8A-AD39-43FF-3D45-D6DE7EB31484}" dt="2020-09-15T05:09:47.851" v="157"/>
      <pc:docMkLst>
        <pc:docMk/>
      </pc:docMkLst>
      <pc:sldChg chg="delSp">
        <pc:chgData name="Md. Nahid Hasan" userId="S::nahid@vu.edu.bd::85ea5f9e-65d6-4031-b810-9415101f2e21" providerId="AD" clId="Web-{630F0D8A-AD39-43FF-3D45-D6DE7EB31484}" dt="2020-09-15T05:04:57.439" v="74"/>
        <pc:sldMkLst>
          <pc:docMk/>
          <pc:sldMk cId="0" sldId="449"/>
        </pc:sldMkLst>
        <pc:inkChg chg="del">
          <ac:chgData name="Md. Nahid Hasan" userId="S::nahid@vu.edu.bd::85ea5f9e-65d6-4031-b810-9415101f2e21" providerId="AD" clId="Web-{630F0D8A-AD39-43FF-3D45-D6DE7EB31484}" dt="2020-09-15T05:04:57.439" v="74"/>
          <ac:inkMkLst>
            <pc:docMk/>
            <pc:sldMk cId="0" sldId="449"/>
            <ac:inkMk id="5" creationId="{3DDEC95F-4DC4-4E8F-B686-74BC5A339EB8}"/>
          </ac:inkMkLst>
        </pc:inkChg>
        <pc:inkChg chg="del">
          <ac:chgData name="Md. Nahid Hasan" userId="S::nahid@vu.edu.bd::85ea5f9e-65d6-4031-b810-9415101f2e21" providerId="AD" clId="Web-{630F0D8A-AD39-43FF-3D45-D6DE7EB31484}" dt="2020-09-15T05:04:57.423" v="73"/>
          <ac:inkMkLst>
            <pc:docMk/>
            <pc:sldMk cId="0" sldId="449"/>
            <ac:inkMk id="9" creationId="{CE33AC86-9F62-4B3D-9C97-B0F0429EDE68}"/>
          </ac:inkMkLst>
        </pc:inkChg>
        <pc:inkChg chg="del">
          <ac:chgData name="Md. Nahid Hasan" userId="S::nahid@vu.edu.bd::85ea5f9e-65d6-4031-b810-9415101f2e21" providerId="AD" clId="Web-{630F0D8A-AD39-43FF-3D45-D6DE7EB31484}" dt="2020-09-15T05:04:57.423" v="72"/>
          <ac:inkMkLst>
            <pc:docMk/>
            <pc:sldMk cId="0" sldId="449"/>
            <ac:inkMk id="10" creationId="{FF7C7439-42F5-4014-971A-7E2759BBECDB}"/>
          </ac:inkMkLst>
        </pc:inkChg>
        <pc:inkChg chg="del">
          <ac:chgData name="Md. Nahid Hasan" userId="S::nahid@vu.edu.bd::85ea5f9e-65d6-4031-b810-9415101f2e21" providerId="AD" clId="Web-{630F0D8A-AD39-43FF-3D45-D6DE7EB31484}" dt="2020-09-15T05:04:57.423" v="71"/>
          <ac:inkMkLst>
            <pc:docMk/>
            <pc:sldMk cId="0" sldId="449"/>
            <ac:inkMk id="11" creationId="{3A7CA529-FF0C-48D7-B192-43D131BDEF58}"/>
          </ac:inkMkLst>
        </pc:inkChg>
        <pc:inkChg chg="del">
          <ac:chgData name="Md. Nahid Hasan" userId="S::nahid@vu.edu.bd::85ea5f9e-65d6-4031-b810-9415101f2e21" providerId="AD" clId="Web-{630F0D8A-AD39-43FF-3D45-D6DE7EB31484}" dt="2020-09-15T05:04:57.423" v="70"/>
          <ac:inkMkLst>
            <pc:docMk/>
            <pc:sldMk cId="0" sldId="449"/>
            <ac:inkMk id="13" creationId="{8D9CF726-7AE9-45AF-B74C-6E1FB64ADD00}"/>
          </ac:inkMkLst>
        </pc:inkChg>
        <pc:inkChg chg="del">
          <ac:chgData name="Md. Nahid Hasan" userId="S::nahid@vu.edu.bd::85ea5f9e-65d6-4031-b810-9415101f2e21" providerId="AD" clId="Web-{630F0D8A-AD39-43FF-3D45-D6DE7EB31484}" dt="2020-09-15T05:04:57.423" v="69"/>
          <ac:inkMkLst>
            <pc:docMk/>
            <pc:sldMk cId="0" sldId="449"/>
            <ac:inkMk id="19" creationId="{3F6A6257-A767-40DA-BB28-6DBEE04429AD}"/>
          </ac:inkMkLst>
        </pc:inkChg>
        <pc:inkChg chg="del">
          <ac:chgData name="Md. Nahid Hasan" userId="S::nahid@vu.edu.bd::85ea5f9e-65d6-4031-b810-9415101f2e21" providerId="AD" clId="Web-{630F0D8A-AD39-43FF-3D45-D6DE7EB31484}" dt="2020-09-15T05:04:57.423" v="68"/>
          <ac:inkMkLst>
            <pc:docMk/>
            <pc:sldMk cId="0" sldId="449"/>
            <ac:inkMk id="20" creationId="{FA51304C-E26C-41FE-9CC0-1C8BAE86F081}"/>
          </ac:inkMkLst>
        </pc:inkChg>
        <pc:inkChg chg="del">
          <ac:chgData name="Md. Nahid Hasan" userId="S::nahid@vu.edu.bd::85ea5f9e-65d6-4031-b810-9415101f2e21" providerId="AD" clId="Web-{630F0D8A-AD39-43FF-3D45-D6DE7EB31484}" dt="2020-09-15T05:04:57.423" v="67"/>
          <ac:inkMkLst>
            <pc:docMk/>
            <pc:sldMk cId="0" sldId="449"/>
            <ac:inkMk id="21" creationId="{FE52D220-1FB2-4E61-A46E-0833DADE7835}"/>
          </ac:inkMkLst>
        </pc:inkChg>
        <pc:inkChg chg="del">
          <ac:chgData name="Md. Nahid Hasan" userId="S::nahid@vu.edu.bd::85ea5f9e-65d6-4031-b810-9415101f2e21" providerId="AD" clId="Web-{630F0D8A-AD39-43FF-3D45-D6DE7EB31484}" dt="2020-09-15T05:04:57.423" v="66"/>
          <ac:inkMkLst>
            <pc:docMk/>
            <pc:sldMk cId="0" sldId="449"/>
            <ac:inkMk id="29" creationId="{D3E4AFB9-2A40-422F-AF11-BB306821EE7B}"/>
          </ac:inkMkLst>
        </pc:inkChg>
        <pc:inkChg chg="del">
          <ac:chgData name="Md. Nahid Hasan" userId="S::nahid@vu.edu.bd::85ea5f9e-65d6-4031-b810-9415101f2e21" providerId="AD" clId="Web-{630F0D8A-AD39-43FF-3D45-D6DE7EB31484}" dt="2020-09-15T05:04:57.423" v="65"/>
          <ac:inkMkLst>
            <pc:docMk/>
            <pc:sldMk cId="0" sldId="449"/>
            <ac:inkMk id="31" creationId="{1CDBD3F9-7131-4CFB-94F9-A2222448A8F1}"/>
          </ac:inkMkLst>
        </pc:inkChg>
        <pc:inkChg chg="del">
          <ac:chgData name="Md. Nahid Hasan" userId="S::nahid@vu.edu.bd::85ea5f9e-65d6-4031-b810-9415101f2e21" providerId="AD" clId="Web-{630F0D8A-AD39-43FF-3D45-D6DE7EB31484}" dt="2020-09-15T05:04:57.423" v="64"/>
          <ac:inkMkLst>
            <pc:docMk/>
            <pc:sldMk cId="0" sldId="449"/>
            <ac:inkMk id="32" creationId="{F77660C1-B52C-46AA-B378-782AF62CAD00}"/>
          </ac:inkMkLst>
        </pc:inkChg>
        <pc:inkChg chg="del">
          <ac:chgData name="Md. Nahid Hasan" userId="S::nahid@vu.edu.bd::85ea5f9e-65d6-4031-b810-9415101f2e21" providerId="AD" clId="Web-{630F0D8A-AD39-43FF-3D45-D6DE7EB31484}" dt="2020-09-15T05:04:57.423" v="63"/>
          <ac:inkMkLst>
            <pc:docMk/>
            <pc:sldMk cId="0" sldId="449"/>
            <ac:inkMk id="33" creationId="{11B56483-6AF0-4E08-ADFD-BB20CB5D081D}"/>
          </ac:inkMkLst>
        </pc:inkChg>
        <pc:inkChg chg="del">
          <ac:chgData name="Md. Nahid Hasan" userId="S::nahid@vu.edu.bd::85ea5f9e-65d6-4031-b810-9415101f2e21" providerId="AD" clId="Web-{630F0D8A-AD39-43FF-3D45-D6DE7EB31484}" dt="2020-09-15T05:04:57.407" v="62"/>
          <ac:inkMkLst>
            <pc:docMk/>
            <pc:sldMk cId="0" sldId="449"/>
            <ac:inkMk id="34" creationId="{EC4B50CD-E005-45E2-AA3B-57AFC64EA666}"/>
          </ac:inkMkLst>
        </pc:inkChg>
        <pc:inkChg chg="del">
          <ac:chgData name="Md. Nahid Hasan" userId="S::nahid@vu.edu.bd::85ea5f9e-65d6-4031-b810-9415101f2e21" providerId="AD" clId="Web-{630F0D8A-AD39-43FF-3D45-D6DE7EB31484}" dt="2020-09-15T05:04:57.407" v="61"/>
          <ac:inkMkLst>
            <pc:docMk/>
            <pc:sldMk cId="0" sldId="449"/>
            <ac:inkMk id="35" creationId="{72869F25-1F6B-489E-992B-0932ED4722A5}"/>
          </ac:inkMkLst>
        </pc:inkChg>
        <pc:inkChg chg="del">
          <ac:chgData name="Md. Nahid Hasan" userId="S::nahid@vu.edu.bd::85ea5f9e-65d6-4031-b810-9415101f2e21" providerId="AD" clId="Web-{630F0D8A-AD39-43FF-3D45-D6DE7EB31484}" dt="2020-09-15T05:04:57.407" v="60"/>
          <ac:inkMkLst>
            <pc:docMk/>
            <pc:sldMk cId="0" sldId="449"/>
            <ac:inkMk id="36" creationId="{946B2AC0-AC6C-4467-859A-0A4FEB6D4724}"/>
          </ac:inkMkLst>
        </pc:inkChg>
        <pc:inkChg chg="del">
          <ac:chgData name="Md. Nahid Hasan" userId="S::nahid@vu.edu.bd::85ea5f9e-65d6-4031-b810-9415101f2e21" providerId="AD" clId="Web-{630F0D8A-AD39-43FF-3D45-D6DE7EB31484}" dt="2020-09-15T05:04:57.407" v="59"/>
          <ac:inkMkLst>
            <pc:docMk/>
            <pc:sldMk cId="0" sldId="449"/>
            <ac:inkMk id="37" creationId="{1C95FBF3-C7F8-4833-A0BA-FD43716285F1}"/>
          </ac:inkMkLst>
        </pc:inkChg>
        <pc:inkChg chg="del">
          <ac:chgData name="Md. Nahid Hasan" userId="S::nahid@vu.edu.bd::85ea5f9e-65d6-4031-b810-9415101f2e21" providerId="AD" clId="Web-{630F0D8A-AD39-43FF-3D45-D6DE7EB31484}" dt="2020-09-15T05:04:57.407" v="58"/>
          <ac:inkMkLst>
            <pc:docMk/>
            <pc:sldMk cId="0" sldId="449"/>
            <ac:inkMk id="38" creationId="{799B189F-6E43-4FA1-94C6-BFB16BDBA73A}"/>
          </ac:inkMkLst>
        </pc:inkChg>
        <pc:inkChg chg="del">
          <ac:chgData name="Md. Nahid Hasan" userId="S::nahid@vu.edu.bd::85ea5f9e-65d6-4031-b810-9415101f2e21" providerId="AD" clId="Web-{630F0D8A-AD39-43FF-3D45-D6DE7EB31484}" dt="2020-09-15T05:04:57.407" v="57"/>
          <ac:inkMkLst>
            <pc:docMk/>
            <pc:sldMk cId="0" sldId="449"/>
            <ac:inkMk id="39" creationId="{375D5BE9-17CA-4E1A-9581-4E0D8C8FC96E}"/>
          </ac:inkMkLst>
        </pc:inkChg>
        <pc:inkChg chg="del">
          <ac:chgData name="Md. Nahid Hasan" userId="S::nahid@vu.edu.bd::85ea5f9e-65d6-4031-b810-9415101f2e21" providerId="AD" clId="Web-{630F0D8A-AD39-43FF-3D45-D6DE7EB31484}" dt="2020-09-15T05:04:57.407" v="56"/>
          <ac:inkMkLst>
            <pc:docMk/>
            <pc:sldMk cId="0" sldId="449"/>
            <ac:inkMk id="40" creationId="{E7E17C15-491D-4B0A-8F2B-A83042EC9729}"/>
          </ac:inkMkLst>
        </pc:inkChg>
        <pc:inkChg chg="del">
          <ac:chgData name="Md. Nahid Hasan" userId="S::nahid@vu.edu.bd::85ea5f9e-65d6-4031-b810-9415101f2e21" providerId="AD" clId="Web-{630F0D8A-AD39-43FF-3D45-D6DE7EB31484}" dt="2020-09-15T05:04:57.407" v="55"/>
          <ac:inkMkLst>
            <pc:docMk/>
            <pc:sldMk cId="0" sldId="449"/>
            <ac:inkMk id="41" creationId="{AE1345C9-5A0D-4218-88D6-B8BCD9537BCF}"/>
          </ac:inkMkLst>
        </pc:inkChg>
        <pc:inkChg chg="del">
          <ac:chgData name="Md. Nahid Hasan" userId="S::nahid@vu.edu.bd::85ea5f9e-65d6-4031-b810-9415101f2e21" providerId="AD" clId="Web-{630F0D8A-AD39-43FF-3D45-D6DE7EB31484}" dt="2020-09-15T05:04:57.407" v="54"/>
          <ac:inkMkLst>
            <pc:docMk/>
            <pc:sldMk cId="0" sldId="449"/>
            <ac:inkMk id="42" creationId="{49A1339E-FD70-479F-992B-054D4BC52916}"/>
          </ac:inkMkLst>
        </pc:inkChg>
        <pc:inkChg chg="del">
          <ac:chgData name="Md. Nahid Hasan" userId="S::nahid@vu.edu.bd::85ea5f9e-65d6-4031-b810-9415101f2e21" providerId="AD" clId="Web-{630F0D8A-AD39-43FF-3D45-D6DE7EB31484}" dt="2020-09-15T05:04:57.407" v="53"/>
          <ac:inkMkLst>
            <pc:docMk/>
            <pc:sldMk cId="0" sldId="449"/>
            <ac:inkMk id="43" creationId="{DA04141F-C779-4A5A-8FFB-4D65BA1D1834}"/>
          </ac:inkMkLst>
        </pc:inkChg>
        <pc:inkChg chg="del">
          <ac:chgData name="Md. Nahid Hasan" userId="S::nahid@vu.edu.bd::85ea5f9e-65d6-4031-b810-9415101f2e21" providerId="AD" clId="Web-{630F0D8A-AD39-43FF-3D45-D6DE7EB31484}" dt="2020-09-15T05:04:57.407" v="52"/>
          <ac:inkMkLst>
            <pc:docMk/>
            <pc:sldMk cId="0" sldId="449"/>
            <ac:inkMk id="52" creationId="{8C5F6EC8-CC72-4AAF-BBB0-152FF7D69AA3}"/>
          </ac:inkMkLst>
        </pc:inkChg>
        <pc:inkChg chg="del">
          <ac:chgData name="Md. Nahid Hasan" userId="S::nahid@vu.edu.bd::85ea5f9e-65d6-4031-b810-9415101f2e21" providerId="AD" clId="Web-{630F0D8A-AD39-43FF-3D45-D6DE7EB31484}" dt="2020-09-15T05:04:57.407" v="51"/>
          <ac:inkMkLst>
            <pc:docMk/>
            <pc:sldMk cId="0" sldId="449"/>
            <ac:inkMk id="54" creationId="{31A7A68E-A219-4828-8512-394977A202CE}"/>
          </ac:inkMkLst>
        </pc:inkChg>
        <pc:inkChg chg="del">
          <ac:chgData name="Md. Nahid Hasan" userId="S::nahid@vu.edu.bd::85ea5f9e-65d6-4031-b810-9415101f2e21" providerId="AD" clId="Web-{630F0D8A-AD39-43FF-3D45-D6DE7EB31484}" dt="2020-09-15T05:04:57.392" v="50"/>
          <ac:inkMkLst>
            <pc:docMk/>
            <pc:sldMk cId="0" sldId="449"/>
            <ac:inkMk id="55" creationId="{C0F7DA23-C73B-4A65-A0C1-BA6B1166E45F}"/>
          </ac:inkMkLst>
        </pc:inkChg>
        <pc:inkChg chg="del">
          <ac:chgData name="Md. Nahid Hasan" userId="S::nahid@vu.edu.bd::85ea5f9e-65d6-4031-b810-9415101f2e21" providerId="AD" clId="Web-{630F0D8A-AD39-43FF-3D45-D6DE7EB31484}" dt="2020-09-15T05:04:57.392" v="49"/>
          <ac:inkMkLst>
            <pc:docMk/>
            <pc:sldMk cId="0" sldId="449"/>
            <ac:inkMk id="69655" creationId="{B16F985F-81D8-4B96-BEFC-047D1F431349}"/>
          </ac:inkMkLst>
        </pc:inkChg>
        <pc:inkChg chg="del">
          <ac:chgData name="Md. Nahid Hasan" userId="S::nahid@vu.edu.bd::85ea5f9e-65d6-4031-b810-9415101f2e21" providerId="AD" clId="Web-{630F0D8A-AD39-43FF-3D45-D6DE7EB31484}" dt="2020-09-15T05:04:57.392" v="48"/>
          <ac:inkMkLst>
            <pc:docMk/>
            <pc:sldMk cId="0" sldId="449"/>
            <ac:inkMk id="69659" creationId="{5436F2D0-9AED-4948-AECC-53A3CC2E6525}"/>
          </ac:inkMkLst>
        </pc:inkChg>
        <pc:inkChg chg="del">
          <ac:chgData name="Md. Nahid Hasan" userId="S::nahid@vu.edu.bd::85ea5f9e-65d6-4031-b810-9415101f2e21" providerId="AD" clId="Web-{630F0D8A-AD39-43FF-3D45-D6DE7EB31484}" dt="2020-09-15T05:04:57.392" v="47"/>
          <ac:inkMkLst>
            <pc:docMk/>
            <pc:sldMk cId="0" sldId="449"/>
            <ac:inkMk id="69660" creationId="{76B8DF19-E754-4647-AE84-BF5ED71AA04D}"/>
          </ac:inkMkLst>
        </pc:inkChg>
        <pc:inkChg chg="del">
          <ac:chgData name="Md. Nahid Hasan" userId="S::nahid@vu.edu.bd::85ea5f9e-65d6-4031-b810-9415101f2e21" providerId="AD" clId="Web-{630F0D8A-AD39-43FF-3D45-D6DE7EB31484}" dt="2020-09-15T05:04:57.392" v="46"/>
          <ac:inkMkLst>
            <pc:docMk/>
            <pc:sldMk cId="0" sldId="449"/>
            <ac:inkMk id="69661" creationId="{DCF28340-1C07-454A-A350-605920B0A69F}"/>
          </ac:inkMkLst>
        </pc:inkChg>
        <pc:inkChg chg="del">
          <ac:chgData name="Md. Nahid Hasan" userId="S::nahid@vu.edu.bd::85ea5f9e-65d6-4031-b810-9415101f2e21" providerId="AD" clId="Web-{630F0D8A-AD39-43FF-3D45-D6DE7EB31484}" dt="2020-09-15T05:04:57.392" v="45"/>
          <ac:inkMkLst>
            <pc:docMk/>
            <pc:sldMk cId="0" sldId="449"/>
            <ac:inkMk id="69662" creationId="{6D668607-F0A6-4513-A094-67EBBD42E1B9}"/>
          </ac:inkMkLst>
        </pc:inkChg>
        <pc:inkChg chg="del">
          <ac:chgData name="Md. Nahid Hasan" userId="S::nahid@vu.edu.bd::85ea5f9e-65d6-4031-b810-9415101f2e21" providerId="AD" clId="Web-{630F0D8A-AD39-43FF-3D45-D6DE7EB31484}" dt="2020-09-15T05:04:57.392" v="44"/>
          <ac:inkMkLst>
            <pc:docMk/>
            <pc:sldMk cId="0" sldId="449"/>
            <ac:inkMk id="69663" creationId="{E555F1A6-E967-4785-888A-D53428B2F4A1}"/>
          </ac:inkMkLst>
        </pc:inkChg>
        <pc:inkChg chg="del">
          <ac:chgData name="Md. Nahid Hasan" userId="S::nahid@vu.edu.bd::85ea5f9e-65d6-4031-b810-9415101f2e21" providerId="AD" clId="Web-{630F0D8A-AD39-43FF-3D45-D6DE7EB31484}" dt="2020-09-15T05:04:57.392" v="43"/>
          <ac:inkMkLst>
            <pc:docMk/>
            <pc:sldMk cId="0" sldId="449"/>
            <ac:inkMk id="69664" creationId="{DD204501-AA74-4500-9E3A-C08DFBE88A50}"/>
          </ac:inkMkLst>
        </pc:inkChg>
        <pc:inkChg chg="del">
          <ac:chgData name="Md. Nahid Hasan" userId="S::nahid@vu.edu.bd::85ea5f9e-65d6-4031-b810-9415101f2e21" providerId="AD" clId="Web-{630F0D8A-AD39-43FF-3D45-D6DE7EB31484}" dt="2020-09-15T05:04:57.392" v="42"/>
          <ac:inkMkLst>
            <pc:docMk/>
            <pc:sldMk cId="0" sldId="449"/>
            <ac:inkMk id="69665" creationId="{07D68869-2E40-45E4-B242-F2656CAB4ED0}"/>
          </ac:inkMkLst>
        </pc:inkChg>
        <pc:inkChg chg="del">
          <ac:chgData name="Md. Nahid Hasan" userId="S::nahid@vu.edu.bd::85ea5f9e-65d6-4031-b810-9415101f2e21" providerId="AD" clId="Web-{630F0D8A-AD39-43FF-3D45-D6DE7EB31484}" dt="2020-09-15T05:04:57.392" v="41"/>
          <ac:inkMkLst>
            <pc:docMk/>
            <pc:sldMk cId="0" sldId="449"/>
            <ac:inkMk id="69666" creationId="{BE2D5BBB-AA83-460D-ABA2-4F3F74F37766}"/>
          </ac:inkMkLst>
        </pc:inkChg>
        <pc:inkChg chg="del">
          <ac:chgData name="Md. Nahid Hasan" userId="S::nahid@vu.edu.bd::85ea5f9e-65d6-4031-b810-9415101f2e21" providerId="AD" clId="Web-{630F0D8A-AD39-43FF-3D45-D6DE7EB31484}" dt="2020-09-15T05:04:57.392" v="40"/>
          <ac:inkMkLst>
            <pc:docMk/>
            <pc:sldMk cId="0" sldId="449"/>
            <ac:inkMk id="69669" creationId="{69F2EE8B-1508-4DC8-B811-88F2F7DF2D91}"/>
          </ac:inkMkLst>
        </pc:inkChg>
        <pc:inkChg chg="del">
          <ac:chgData name="Md. Nahid Hasan" userId="S::nahid@vu.edu.bd::85ea5f9e-65d6-4031-b810-9415101f2e21" providerId="AD" clId="Web-{630F0D8A-AD39-43FF-3D45-D6DE7EB31484}" dt="2020-09-15T05:04:57.376" v="39"/>
          <ac:inkMkLst>
            <pc:docMk/>
            <pc:sldMk cId="0" sldId="449"/>
            <ac:inkMk id="69670" creationId="{58A980B2-C9AB-40EE-8440-6F9CAF2A37A1}"/>
          </ac:inkMkLst>
        </pc:inkChg>
        <pc:inkChg chg="del">
          <ac:chgData name="Md. Nahid Hasan" userId="S::nahid@vu.edu.bd::85ea5f9e-65d6-4031-b810-9415101f2e21" providerId="AD" clId="Web-{630F0D8A-AD39-43FF-3D45-D6DE7EB31484}" dt="2020-09-15T05:04:57.376" v="38"/>
          <ac:inkMkLst>
            <pc:docMk/>
            <pc:sldMk cId="0" sldId="449"/>
            <ac:inkMk id="69671" creationId="{6C05E36E-B061-45B3-BBCA-A31B24E7553A}"/>
          </ac:inkMkLst>
        </pc:inkChg>
        <pc:inkChg chg="del">
          <ac:chgData name="Md. Nahid Hasan" userId="S::nahid@vu.edu.bd::85ea5f9e-65d6-4031-b810-9415101f2e21" providerId="AD" clId="Web-{630F0D8A-AD39-43FF-3D45-D6DE7EB31484}" dt="2020-09-15T05:04:57.376" v="37"/>
          <ac:inkMkLst>
            <pc:docMk/>
            <pc:sldMk cId="0" sldId="449"/>
            <ac:inkMk id="69672" creationId="{6E18EFAD-441A-4829-A919-229B826199EE}"/>
          </ac:inkMkLst>
        </pc:inkChg>
        <pc:inkChg chg="del">
          <ac:chgData name="Md. Nahid Hasan" userId="S::nahid@vu.edu.bd::85ea5f9e-65d6-4031-b810-9415101f2e21" providerId="AD" clId="Web-{630F0D8A-AD39-43FF-3D45-D6DE7EB31484}" dt="2020-09-15T05:04:57.376" v="36"/>
          <ac:inkMkLst>
            <pc:docMk/>
            <pc:sldMk cId="0" sldId="449"/>
            <ac:inkMk id="69673" creationId="{44BF4EF0-555A-4D76-AF6F-FDBCF025DF73}"/>
          </ac:inkMkLst>
        </pc:inkChg>
        <pc:inkChg chg="del">
          <ac:chgData name="Md. Nahid Hasan" userId="S::nahid@vu.edu.bd::85ea5f9e-65d6-4031-b810-9415101f2e21" providerId="AD" clId="Web-{630F0D8A-AD39-43FF-3D45-D6DE7EB31484}" dt="2020-09-15T05:04:57.376" v="35"/>
          <ac:inkMkLst>
            <pc:docMk/>
            <pc:sldMk cId="0" sldId="449"/>
            <ac:inkMk id="69674" creationId="{B5E6EBF9-A635-44FD-9FF0-66767BB8CABF}"/>
          </ac:inkMkLst>
        </pc:inkChg>
        <pc:inkChg chg="del">
          <ac:chgData name="Md. Nahid Hasan" userId="S::nahid@vu.edu.bd::85ea5f9e-65d6-4031-b810-9415101f2e21" providerId="AD" clId="Web-{630F0D8A-AD39-43FF-3D45-D6DE7EB31484}" dt="2020-09-15T05:04:57.376" v="34"/>
          <ac:inkMkLst>
            <pc:docMk/>
            <pc:sldMk cId="0" sldId="449"/>
            <ac:inkMk id="69675" creationId="{973531A3-C1B6-4545-A5AB-B02BE0E83127}"/>
          </ac:inkMkLst>
        </pc:inkChg>
        <pc:inkChg chg="del">
          <ac:chgData name="Md. Nahid Hasan" userId="S::nahid@vu.edu.bd::85ea5f9e-65d6-4031-b810-9415101f2e21" providerId="AD" clId="Web-{630F0D8A-AD39-43FF-3D45-D6DE7EB31484}" dt="2020-09-15T05:04:57.376" v="33"/>
          <ac:inkMkLst>
            <pc:docMk/>
            <pc:sldMk cId="0" sldId="449"/>
            <ac:inkMk id="69677" creationId="{F8B47E3D-873D-4C42-8097-0A6BBC4465EB}"/>
          </ac:inkMkLst>
        </pc:inkChg>
        <pc:inkChg chg="del">
          <ac:chgData name="Md. Nahid Hasan" userId="S::nahid@vu.edu.bd::85ea5f9e-65d6-4031-b810-9415101f2e21" providerId="AD" clId="Web-{630F0D8A-AD39-43FF-3D45-D6DE7EB31484}" dt="2020-09-15T05:04:57.376" v="32"/>
          <ac:inkMkLst>
            <pc:docMk/>
            <pc:sldMk cId="0" sldId="449"/>
            <ac:inkMk id="69678" creationId="{F82FA7EE-435B-4C2A-A097-BD6DA261D54F}"/>
          </ac:inkMkLst>
        </pc:inkChg>
        <pc:inkChg chg="del">
          <ac:chgData name="Md. Nahid Hasan" userId="S::nahid@vu.edu.bd::85ea5f9e-65d6-4031-b810-9415101f2e21" providerId="AD" clId="Web-{630F0D8A-AD39-43FF-3D45-D6DE7EB31484}" dt="2020-09-15T05:04:57.376" v="31"/>
          <ac:inkMkLst>
            <pc:docMk/>
            <pc:sldMk cId="0" sldId="449"/>
            <ac:inkMk id="69679" creationId="{E74CA688-3917-4791-AA67-0A735BCE5CB1}"/>
          </ac:inkMkLst>
        </pc:inkChg>
        <pc:inkChg chg="del">
          <ac:chgData name="Md. Nahid Hasan" userId="S::nahid@vu.edu.bd::85ea5f9e-65d6-4031-b810-9415101f2e21" providerId="AD" clId="Web-{630F0D8A-AD39-43FF-3D45-D6DE7EB31484}" dt="2020-09-15T05:04:57.376" v="30"/>
          <ac:inkMkLst>
            <pc:docMk/>
            <pc:sldMk cId="0" sldId="449"/>
            <ac:inkMk id="69680" creationId="{FD547AD1-8BCB-483F-A1EE-4BCFC6CB5248}"/>
          </ac:inkMkLst>
        </pc:inkChg>
        <pc:inkChg chg="del">
          <ac:chgData name="Md. Nahid Hasan" userId="S::nahid@vu.edu.bd::85ea5f9e-65d6-4031-b810-9415101f2e21" providerId="AD" clId="Web-{630F0D8A-AD39-43FF-3D45-D6DE7EB31484}" dt="2020-09-15T05:04:57.376" v="29"/>
          <ac:inkMkLst>
            <pc:docMk/>
            <pc:sldMk cId="0" sldId="449"/>
            <ac:inkMk id="69681" creationId="{C971B38C-FD95-4D30-8454-FF41BD537149}"/>
          </ac:inkMkLst>
        </pc:inkChg>
        <pc:inkChg chg="del">
          <ac:chgData name="Md. Nahid Hasan" userId="S::nahid@vu.edu.bd::85ea5f9e-65d6-4031-b810-9415101f2e21" providerId="AD" clId="Web-{630F0D8A-AD39-43FF-3D45-D6DE7EB31484}" dt="2020-09-15T05:04:57.361" v="28"/>
          <ac:inkMkLst>
            <pc:docMk/>
            <pc:sldMk cId="0" sldId="449"/>
            <ac:inkMk id="69682" creationId="{22CC3DB2-00AB-4805-8A0C-C04EBE47B214}"/>
          </ac:inkMkLst>
        </pc:inkChg>
        <pc:inkChg chg="del">
          <ac:chgData name="Md. Nahid Hasan" userId="S::nahid@vu.edu.bd::85ea5f9e-65d6-4031-b810-9415101f2e21" providerId="AD" clId="Web-{630F0D8A-AD39-43FF-3D45-D6DE7EB31484}" dt="2020-09-15T05:04:57.361" v="27"/>
          <ac:inkMkLst>
            <pc:docMk/>
            <pc:sldMk cId="0" sldId="449"/>
            <ac:inkMk id="69683" creationId="{F3AAFEE0-3287-4838-B238-EAC64E98B035}"/>
          </ac:inkMkLst>
        </pc:inkChg>
        <pc:inkChg chg="del">
          <ac:chgData name="Md. Nahid Hasan" userId="S::nahid@vu.edu.bd::85ea5f9e-65d6-4031-b810-9415101f2e21" providerId="AD" clId="Web-{630F0D8A-AD39-43FF-3D45-D6DE7EB31484}" dt="2020-09-15T05:04:57.361" v="26"/>
          <ac:inkMkLst>
            <pc:docMk/>
            <pc:sldMk cId="0" sldId="449"/>
            <ac:inkMk id="69684" creationId="{4EFBA70D-86EB-43BE-A74C-48DCA22EC12F}"/>
          </ac:inkMkLst>
        </pc:inkChg>
        <pc:inkChg chg="del">
          <ac:chgData name="Md. Nahid Hasan" userId="S::nahid@vu.edu.bd::85ea5f9e-65d6-4031-b810-9415101f2e21" providerId="AD" clId="Web-{630F0D8A-AD39-43FF-3D45-D6DE7EB31484}" dt="2020-09-15T05:04:57.361" v="25"/>
          <ac:inkMkLst>
            <pc:docMk/>
            <pc:sldMk cId="0" sldId="449"/>
            <ac:inkMk id="69685" creationId="{7562C005-03C4-4504-AB73-A407E45E7DA3}"/>
          </ac:inkMkLst>
        </pc:inkChg>
        <pc:inkChg chg="del">
          <ac:chgData name="Md. Nahid Hasan" userId="S::nahid@vu.edu.bd::85ea5f9e-65d6-4031-b810-9415101f2e21" providerId="AD" clId="Web-{630F0D8A-AD39-43FF-3D45-D6DE7EB31484}" dt="2020-09-15T05:04:57.361" v="24"/>
          <ac:inkMkLst>
            <pc:docMk/>
            <pc:sldMk cId="0" sldId="449"/>
            <ac:inkMk id="69686" creationId="{687EBE42-8447-45B2-A30D-3AD79CB2372D}"/>
          </ac:inkMkLst>
        </pc:inkChg>
        <pc:inkChg chg="del">
          <ac:chgData name="Md. Nahid Hasan" userId="S::nahid@vu.edu.bd::85ea5f9e-65d6-4031-b810-9415101f2e21" providerId="AD" clId="Web-{630F0D8A-AD39-43FF-3D45-D6DE7EB31484}" dt="2020-09-15T05:04:57.361" v="23"/>
          <ac:inkMkLst>
            <pc:docMk/>
            <pc:sldMk cId="0" sldId="449"/>
            <ac:inkMk id="69691" creationId="{12CFA3DC-2248-496A-B00A-7D7E82B4B5FC}"/>
          </ac:inkMkLst>
        </pc:inkChg>
        <pc:inkChg chg="del">
          <ac:chgData name="Md. Nahid Hasan" userId="S::nahid@vu.edu.bd::85ea5f9e-65d6-4031-b810-9415101f2e21" providerId="AD" clId="Web-{630F0D8A-AD39-43FF-3D45-D6DE7EB31484}" dt="2020-09-15T05:04:57.361" v="22"/>
          <ac:inkMkLst>
            <pc:docMk/>
            <pc:sldMk cId="0" sldId="449"/>
            <ac:inkMk id="69694" creationId="{881460F8-49BC-4E27-B8C0-3A0C8F45C4E9}"/>
          </ac:inkMkLst>
        </pc:inkChg>
        <pc:inkChg chg="del">
          <ac:chgData name="Md. Nahid Hasan" userId="S::nahid@vu.edu.bd::85ea5f9e-65d6-4031-b810-9415101f2e21" providerId="AD" clId="Web-{630F0D8A-AD39-43FF-3D45-D6DE7EB31484}" dt="2020-09-15T05:04:57.361" v="21"/>
          <ac:inkMkLst>
            <pc:docMk/>
            <pc:sldMk cId="0" sldId="449"/>
            <ac:inkMk id="69695" creationId="{078C7B75-F1DF-4A75-8AEE-2709E0374846}"/>
          </ac:inkMkLst>
        </pc:inkChg>
        <pc:inkChg chg="del">
          <ac:chgData name="Md. Nahid Hasan" userId="S::nahid@vu.edu.bd::85ea5f9e-65d6-4031-b810-9415101f2e21" providerId="AD" clId="Web-{630F0D8A-AD39-43FF-3D45-D6DE7EB31484}" dt="2020-09-15T05:04:57.361" v="20"/>
          <ac:inkMkLst>
            <pc:docMk/>
            <pc:sldMk cId="0" sldId="449"/>
            <ac:inkMk id="69696" creationId="{2675C416-8D69-43A6-AE56-DCA67E5911DB}"/>
          </ac:inkMkLst>
        </pc:inkChg>
        <pc:inkChg chg="del">
          <ac:chgData name="Md. Nahid Hasan" userId="S::nahid@vu.edu.bd::85ea5f9e-65d6-4031-b810-9415101f2e21" providerId="AD" clId="Web-{630F0D8A-AD39-43FF-3D45-D6DE7EB31484}" dt="2020-09-15T05:04:57.361" v="19"/>
          <ac:inkMkLst>
            <pc:docMk/>
            <pc:sldMk cId="0" sldId="449"/>
            <ac:inkMk id="69698" creationId="{8D630F2D-1AD9-4332-B991-4C9DDDF9FB5A}"/>
          </ac:inkMkLst>
        </pc:inkChg>
        <pc:inkChg chg="del">
          <ac:chgData name="Md. Nahid Hasan" userId="S::nahid@vu.edu.bd::85ea5f9e-65d6-4031-b810-9415101f2e21" providerId="AD" clId="Web-{630F0D8A-AD39-43FF-3D45-D6DE7EB31484}" dt="2020-09-15T05:04:57.361" v="18"/>
          <ac:inkMkLst>
            <pc:docMk/>
            <pc:sldMk cId="0" sldId="449"/>
            <ac:inkMk id="69702" creationId="{449DF364-82BB-44C1-8544-EED2D118DDC0}"/>
          </ac:inkMkLst>
        </pc:inkChg>
        <pc:inkChg chg="del">
          <ac:chgData name="Md. Nahid Hasan" userId="S::nahid@vu.edu.bd::85ea5f9e-65d6-4031-b810-9415101f2e21" providerId="AD" clId="Web-{630F0D8A-AD39-43FF-3D45-D6DE7EB31484}" dt="2020-09-15T05:04:57.345" v="17"/>
          <ac:inkMkLst>
            <pc:docMk/>
            <pc:sldMk cId="0" sldId="449"/>
            <ac:inkMk id="69703" creationId="{8AED9972-E8E2-4CF1-8FC6-857C77D14BB4}"/>
          </ac:inkMkLst>
        </pc:inkChg>
        <pc:inkChg chg="del">
          <ac:chgData name="Md. Nahid Hasan" userId="S::nahid@vu.edu.bd::85ea5f9e-65d6-4031-b810-9415101f2e21" providerId="AD" clId="Web-{630F0D8A-AD39-43FF-3D45-D6DE7EB31484}" dt="2020-09-15T05:04:57.345" v="16"/>
          <ac:inkMkLst>
            <pc:docMk/>
            <pc:sldMk cId="0" sldId="449"/>
            <ac:inkMk id="69704" creationId="{6F63CE3B-C837-4155-B97D-4101113A001F}"/>
          </ac:inkMkLst>
        </pc:inkChg>
        <pc:inkChg chg="del">
          <ac:chgData name="Md. Nahid Hasan" userId="S::nahid@vu.edu.bd::85ea5f9e-65d6-4031-b810-9415101f2e21" providerId="AD" clId="Web-{630F0D8A-AD39-43FF-3D45-D6DE7EB31484}" dt="2020-09-15T05:04:57.345" v="15"/>
          <ac:inkMkLst>
            <pc:docMk/>
            <pc:sldMk cId="0" sldId="449"/>
            <ac:inkMk id="69726" creationId="{2F45E33E-EC7F-431A-9981-87F5137561DE}"/>
          </ac:inkMkLst>
        </pc:inkChg>
        <pc:inkChg chg="del">
          <ac:chgData name="Md. Nahid Hasan" userId="S::nahid@vu.edu.bd::85ea5f9e-65d6-4031-b810-9415101f2e21" providerId="AD" clId="Web-{630F0D8A-AD39-43FF-3D45-D6DE7EB31484}" dt="2020-09-15T05:04:57.345" v="14"/>
          <ac:inkMkLst>
            <pc:docMk/>
            <pc:sldMk cId="0" sldId="449"/>
            <ac:inkMk id="69729" creationId="{2151DAFB-CB73-4D1D-9854-AC66978F610D}"/>
          </ac:inkMkLst>
        </pc:inkChg>
        <pc:inkChg chg="del">
          <ac:chgData name="Md. Nahid Hasan" userId="S::nahid@vu.edu.bd::85ea5f9e-65d6-4031-b810-9415101f2e21" providerId="AD" clId="Web-{630F0D8A-AD39-43FF-3D45-D6DE7EB31484}" dt="2020-09-15T05:04:57.345" v="13"/>
          <ac:inkMkLst>
            <pc:docMk/>
            <pc:sldMk cId="0" sldId="449"/>
            <ac:inkMk id="69730" creationId="{13DEBEA2-1D69-4EDB-8336-BFAB923600D9}"/>
          </ac:inkMkLst>
        </pc:inkChg>
        <pc:inkChg chg="del">
          <ac:chgData name="Md. Nahid Hasan" userId="S::nahid@vu.edu.bd::85ea5f9e-65d6-4031-b810-9415101f2e21" providerId="AD" clId="Web-{630F0D8A-AD39-43FF-3D45-D6DE7EB31484}" dt="2020-09-15T05:04:57.345" v="12"/>
          <ac:inkMkLst>
            <pc:docMk/>
            <pc:sldMk cId="0" sldId="449"/>
            <ac:inkMk id="69731" creationId="{1E82C14B-D691-4931-8E40-819196F72E76}"/>
          </ac:inkMkLst>
        </pc:inkChg>
        <pc:inkChg chg="del">
          <ac:chgData name="Md. Nahid Hasan" userId="S::nahid@vu.edu.bd::85ea5f9e-65d6-4031-b810-9415101f2e21" providerId="AD" clId="Web-{630F0D8A-AD39-43FF-3D45-D6DE7EB31484}" dt="2020-09-15T05:04:57.345" v="11"/>
          <ac:inkMkLst>
            <pc:docMk/>
            <pc:sldMk cId="0" sldId="449"/>
            <ac:inkMk id="69734" creationId="{2AD44AB8-32DA-45E8-A979-3C9EEF2B268F}"/>
          </ac:inkMkLst>
        </pc:inkChg>
        <pc:inkChg chg="del">
          <ac:chgData name="Md. Nahid Hasan" userId="S::nahid@vu.edu.bd::85ea5f9e-65d6-4031-b810-9415101f2e21" providerId="AD" clId="Web-{630F0D8A-AD39-43FF-3D45-D6DE7EB31484}" dt="2020-09-15T05:04:57.345" v="10"/>
          <ac:inkMkLst>
            <pc:docMk/>
            <pc:sldMk cId="0" sldId="449"/>
            <ac:inkMk id="69735" creationId="{187714A3-871A-4AF9-ABEA-7D5F4F21CD0F}"/>
          </ac:inkMkLst>
        </pc:inkChg>
        <pc:inkChg chg="del">
          <ac:chgData name="Md. Nahid Hasan" userId="S::nahid@vu.edu.bd::85ea5f9e-65d6-4031-b810-9415101f2e21" providerId="AD" clId="Web-{630F0D8A-AD39-43FF-3D45-D6DE7EB31484}" dt="2020-09-15T05:04:57.345" v="9"/>
          <ac:inkMkLst>
            <pc:docMk/>
            <pc:sldMk cId="0" sldId="449"/>
            <ac:inkMk id="69760" creationId="{F37DA415-EFD6-40E9-A484-5156DA9FD785}"/>
          </ac:inkMkLst>
        </pc:inkChg>
        <pc:inkChg chg="del">
          <ac:chgData name="Md. Nahid Hasan" userId="S::nahid@vu.edu.bd::85ea5f9e-65d6-4031-b810-9415101f2e21" providerId="AD" clId="Web-{630F0D8A-AD39-43FF-3D45-D6DE7EB31484}" dt="2020-09-15T05:04:57.345" v="8"/>
          <ac:inkMkLst>
            <pc:docMk/>
            <pc:sldMk cId="0" sldId="449"/>
            <ac:inkMk id="69765" creationId="{CF18B1C8-759D-49AB-A66F-861776AB7F3D}"/>
          </ac:inkMkLst>
        </pc:inkChg>
        <pc:inkChg chg="del">
          <ac:chgData name="Md. Nahid Hasan" userId="S::nahid@vu.edu.bd::85ea5f9e-65d6-4031-b810-9415101f2e21" providerId="AD" clId="Web-{630F0D8A-AD39-43FF-3D45-D6DE7EB31484}" dt="2020-09-15T05:04:57.345" v="7"/>
          <ac:inkMkLst>
            <pc:docMk/>
            <pc:sldMk cId="0" sldId="449"/>
            <ac:inkMk id="69768" creationId="{B51C5D58-BCC6-47C2-8C02-1F948A36469F}"/>
          </ac:inkMkLst>
        </pc:inkChg>
        <pc:inkChg chg="del">
          <ac:chgData name="Md. Nahid Hasan" userId="S::nahid@vu.edu.bd::85ea5f9e-65d6-4031-b810-9415101f2e21" providerId="AD" clId="Web-{630F0D8A-AD39-43FF-3D45-D6DE7EB31484}" dt="2020-09-15T05:04:57.329" v="6"/>
          <ac:inkMkLst>
            <pc:docMk/>
            <pc:sldMk cId="0" sldId="449"/>
            <ac:inkMk id="69769" creationId="{E72FCB0D-FFDB-4344-9148-652A6E5B2891}"/>
          </ac:inkMkLst>
        </pc:inkChg>
        <pc:inkChg chg="del">
          <ac:chgData name="Md. Nahid Hasan" userId="S::nahid@vu.edu.bd::85ea5f9e-65d6-4031-b810-9415101f2e21" providerId="AD" clId="Web-{630F0D8A-AD39-43FF-3D45-D6DE7EB31484}" dt="2020-09-15T05:04:57.329" v="5"/>
          <ac:inkMkLst>
            <pc:docMk/>
            <pc:sldMk cId="0" sldId="449"/>
            <ac:inkMk id="69770" creationId="{6E4CA096-30B6-414F-A4ED-73BCE5300D35}"/>
          </ac:inkMkLst>
        </pc:inkChg>
        <pc:inkChg chg="del">
          <ac:chgData name="Md. Nahid Hasan" userId="S::nahid@vu.edu.bd::85ea5f9e-65d6-4031-b810-9415101f2e21" providerId="AD" clId="Web-{630F0D8A-AD39-43FF-3D45-D6DE7EB31484}" dt="2020-09-15T05:04:57.329" v="4"/>
          <ac:inkMkLst>
            <pc:docMk/>
            <pc:sldMk cId="0" sldId="449"/>
            <ac:inkMk id="69771" creationId="{28C1DCDB-FEAF-4D22-9B88-AD3866887D3B}"/>
          </ac:inkMkLst>
        </pc:inkChg>
        <pc:inkChg chg="del">
          <ac:chgData name="Md. Nahid Hasan" userId="S::nahid@vu.edu.bd::85ea5f9e-65d6-4031-b810-9415101f2e21" providerId="AD" clId="Web-{630F0D8A-AD39-43FF-3D45-D6DE7EB31484}" dt="2020-09-15T05:04:57.329" v="3"/>
          <ac:inkMkLst>
            <pc:docMk/>
            <pc:sldMk cId="0" sldId="449"/>
            <ac:inkMk id="69773" creationId="{58940F45-0C21-4AD4-8F87-0AA387D0F747}"/>
          </ac:inkMkLst>
        </pc:inkChg>
        <pc:inkChg chg="del">
          <ac:chgData name="Md. Nahid Hasan" userId="S::nahid@vu.edu.bd::85ea5f9e-65d6-4031-b810-9415101f2e21" providerId="AD" clId="Web-{630F0D8A-AD39-43FF-3D45-D6DE7EB31484}" dt="2020-09-15T05:04:57.329" v="2"/>
          <ac:inkMkLst>
            <pc:docMk/>
            <pc:sldMk cId="0" sldId="449"/>
            <ac:inkMk id="69774" creationId="{63B1C396-9712-4184-A92F-88C366C23A19}"/>
          </ac:inkMkLst>
        </pc:inkChg>
        <pc:inkChg chg="del">
          <ac:chgData name="Md. Nahid Hasan" userId="S::nahid@vu.edu.bd::85ea5f9e-65d6-4031-b810-9415101f2e21" providerId="AD" clId="Web-{630F0D8A-AD39-43FF-3D45-D6DE7EB31484}" dt="2020-09-15T05:04:57.329" v="1"/>
          <ac:inkMkLst>
            <pc:docMk/>
            <pc:sldMk cId="0" sldId="449"/>
            <ac:inkMk id="69775" creationId="{BEC80643-FCB1-49C7-A2F9-AC38A80BB9F4}"/>
          </ac:inkMkLst>
        </pc:inkChg>
        <pc:inkChg chg="del">
          <ac:chgData name="Md. Nahid Hasan" userId="S::nahid@vu.edu.bd::85ea5f9e-65d6-4031-b810-9415101f2e21" providerId="AD" clId="Web-{630F0D8A-AD39-43FF-3D45-D6DE7EB31484}" dt="2020-09-15T05:04:57.329" v="0"/>
          <ac:inkMkLst>
            <pc:docMk/>
            <pc:sldMk cId="0" sldId="449"/>
            <ac:inkMk id="69776" creationId="{FEA73D18-CD67-4647-96B9-F0A5EFF969A7}"/>
          </ac:inkMkLst>
        </pc:inkChg>
      </pc:sldChg>
      <pc:sldChg chg="addSp">
        <pc:chgData name="Md. Nahid Hasan" userId="S::nahid@vu.edu.bd::85ea5f9e-65d6-4031-b810-9415101f2e21" providerId="AD" clId="Web-{630F0D8A-AD39-43FF-3D45-D6DE7EB31484}" dt="2020-09-15T05:09:47.851" v="157"/>
        <pc:sldMkLst>
          <pc:docMk/>
          <pc:sldMk cId="0" sldId="450"/>
        </pc:sldMkLst>
        <pc:inkChg chg="add">
          <ac:chgData name="Md. Nahid Hasan" userId="S::nahid@vu.edu.bd::85ea5f9e-65d6-4031-b810-9415101f2e21" providerId="AD" clId="Web-{630F0D8A-AD39-43FF-3D45-D6DE7EB31484}" dt="2020-09-15T05:05:09.439" v="75"/>
          <ac:inkMkLst>
            <pc:docMk/>
            <pc:sldMk cId="0" sldId="450"/>
            <ac:inkMk id="68637" creationId="{47ECA724-4C46-48B5-8632-775199A564B2}"/>
          </ac:inkMkLst>
        </pc:inkChg>
        <pc:inkChg chg="add">
          <ac:chgData name="Md. Nahid Hasan" userId="S::nahid@vu.edu.bd::85ea5f9e-65d6-4031-b810-9415101f2e21" providerId="AD" clId="Web-{630F0D8A-AD39-43FF-3D45-D6DE7EB31484}" dt="2020-09-15T05:05:10.455" v="76"/>
          <ac:inkMkLst>
            <pc:docMk/>
            <pc:sldMk cId="0" sldId="450"/>
            <ac:inkMk id="68665" creationId="{1909480D-BBBE-4DEE-ACE0-9F35A3205823}"/>
          </ac:inkMkLst>
        </pc:inkChg>
        <pc:inkChg chg="add">
          <ac:chgData name="Md. Nahid Hasan" userId="S::nahid@vu.edu.bd::85ea5f9e-65d6-4031-b810-9415101f2e21" providerId="AD" clId="Web-{630F0D8A-AD39-43FF-3D45-D6DE7EB31484}" dt="2020-09-15T05:05:14.189" v="77"/>
          <ac:inkMkLst>
            <pc:docMk/>
            <pc:sldMk cId="0" sldId="450"/>
            <ac:inkMk id="68666" creationId="{780F6E3E-E44E-4DCB-95E4-30B134B4C470}"/>
          </ac:inkMkLst>
        </pc:inkChg>
        <pc:inkChg chg="add">
          <ac:chgData name="Md. Nahid Hasan" userId="S::nahid@vu.edu.bd::85ea5f9e-65d6-4031-b810-9415101f2e21" providerId="AD" clId="Web-{630F0D8A-AD39-43FF-3D45-D6DE7EB31484}" dt="2020-09-15T05:05:19.767" v="78"/>
          <ac:inkMkLst>
            <pc:docMk/>
            <pc:sldMk cId="0" sldId="450"/>
            <ac:inkMk id="68667" creationId="{2B8FC497-B9A6-4E3C-BCF5-918F580BE4CB}"/>
          </ac:inkMkLst>
        </pc:inkChg>
        <pc:inkChg chg="add">
          <ac:chgData name="Md. Nahid Hasan" userId="S::nahid@vu.edu.bd::85ea5f9e-65d6-4031-b810-9415101f2e21" providerId="AD" clId="Web-{630F0D8A-AD39-43FF-3D45-D6DE7EB31484}" dt="2020-09-15T05:05:24.361" v="79"/>
          <ac:inkMkLst>
            <pc:docMk/>
            <pc:sldMk cId="0" sldId="450"/>
            <ac:inkMk id="68668" creationId="{F8917A8C-FA9B-4E6B-9E00-54001E83EF06}"/>
          </ac:inkMkLst>
        </pc:inkChg>
        <pc:inkChg chg="add">
          <ac:chgData name="Md. Nahid Hasan" userId="S::nahid@vu.edu.bd::85ea5f9e-65d6-4031-b810-9415101f2e21" providerId="AD" clId="Web-{630F0D8A-AD39-43FF-3D45-D6DE7EB31484}" dt="2020-09-15T05:05:24.408" v="80"/>
          <ac:inkMkLst>
            <pc:docMk/>
            <pc:sldMk cId="0" sldId="450"/>
            <ac:inkMk id="68669" creationId="{640F2884-F8AF-4508-B98E-ACBAD78F9F9A}"/>
          </ac:inkMkLst>
        </pc:inkChg>
        <pc:inkChg chg="add">
          <ac:chgData name="Md. Nahid Hasan" userId="S::nahid@vu.edu.bd::85ea5f9e-65d6-4031-b810-9415101f2e21" providerId="AD" clId="Web-{630F0D8A-AD39-43FF-3D45-D6DE7EB31484}" dt="2020-09-15T05:05:24.424" v="81"/>
          <ac:inkMkLst>
            <pc:docMk/>
            <pc:sldMk cId="0" sldId="450"/>
            <ac:inkMk id="68670" creationId="{24AE2549-8C6C-4011-99F2-67EFA3FC4B15}"/>
          </ac:inkMkLst>
        </pc:inkChg>
        <pc:inkChg chg="add">
          <ac:chgData name="Md. Nahid Hasan" userId="S::nahid@vu.edu.bd::85ea5f9e-65d6-4031-b810-9415101f2e21" providerId="AD" clId="Web-{630F0D8A-AD39-43FF-3D45-D6DE7EB31484}" dt="2020-09-15T05:05:24.439" v="82"/>
          <ac:inkMkLst>
            <pc:docMk/>
            <pc:sldMk cId="0" sldId="450"/>
            <ac:inkMk id="68671" creationId="{B35AEDB6-5D0D-4B1D-857B-35D698A44366}"/>
          </ac:inkMkLst>
        </pc:inkChg>
        <pc:inkChg chg="add">
          <ac:chgData name="Md. Nahid Hasan" userId="S::nahid@vu.edu.bd::85ea5f9e-65d6-4031-b810-9415101f2e21" providerId="AD" clId="Web-{630F0D8A-AD39-43FF-3D45-D6DE7EB31484}" dt="2020-09-15T05:05:24.470" v="83"/>
          <ac:inkMkLst>
            <pc:docMk/>
            <pc:sldMk cId="0" sldId="450"/>
            <ac:inkMk id="68672" creationId="{E02814C3-15C6-4C90-91B3-F01D8EB57E02}"/>
          </ac:inkMkLst>
        </pc:inkChg>
        <pc:inkChg chg="add">
          <ac:chgData name="Md. Nahid Hasan" userId="S::nahid@vu.edu.bd::85ea5f9e-65d6-4031-b810-9415101f2e21" providerId="AD" clId="Web-{630F0D8A-AD39-43FF-3D45-D6DE7EB31484}" dt="2020-09-15T05:05:24.486" v="84"/>
          <ac:inkMkLst>
            <pc:docMk/>
            <pc:sldMk cId="0" sldId="450"/>
            <ac:inkMk id="68673" creationId="{66D2151F-B9F8-4E84-8AFE-DE6212786878}"/>
          </ac:inkMkLst>
        </pc:inkChg>
        <pc:inkChg chg="add">
          <ac:chgData name="Md. Nahid Hasan" userId="S::nahid@vu.edu.bd::85ea5f9e-65d6-4031-b810-9415101f2e21" providerId="AD" clId="Web-{630F0D8A-AD39-43FF-3D45-D6DE7EB31484}" dt="2020-09-15T05:05:24.502" v="85"/>
          <ac:inkMkLst>
            <pc:docMk/>
            <pc:sldMk cId="0" sldId="450"/>
            <ac:inkMk id="68674" creationId="{DF9D4B38-E5E0-42F0-BDD6-710EEC8751B8}"/>
          </ac:inkMkLst>
        </pc:inkChg>
        <pc:inkChg chg="add">
          <ac:chgData name="Md. Nahid Hasan" userId="S::nahid@vu.edu.bd::85ea5f9e-65d6-4031-b810-9415101f2e21" providerId="AD" clId="Web-{630F0D8A-AD39-43FF-3D45-D6DE7EB31484}" dt="2020-09-15T05:05:29.221" v="86"/>
          <ac:inkMkLst>
            <pc:docMk/>
            <pc:sldMk cId="0" sldId="450"/>
            <ac:inkMk id="68675" creationId="{7E37A6CA-5C86-4795-AABE-FAE6FE26A121}"/>
          </ac:inkMkLst>
        </pc:inkChg>
        <pc:inkChg chg="add">
          <ac:chgData name="Md. Nahid Hasan" userId="S::nahid@vu.edu.bd::85ea5f9e-65d6-4031-b810-9415101f2e21" providerId="AD" clId="Web-{630F0D8A-AD39-43FF-3D45-D6DE7EB31484}" dt="2020-09-15T05:05:30.799" v="87"/>
          <ac:inkMkLst>
            <pc:docMk/>
            <pc:sldMk cId="0" sldId="450"/>
            <ac:inkMk id="68676" creationId="{DF56B3C2-F66A-4F51-A256-F8E48A1FD223}"/>
          </ac:inkMkLst>
        </pc:inkChg>
        <pc:inkChg chg="add">
          <ac:chgData name="Md. Nahid Hasan" userId="S::nahid@vu.edu.bd::85ea5f9e-65d6-4031-b810-9415101f2e21" providerId="AD" clId="Web-{630F0D8A-AD39-43FF-3D45-D6DE7EB31484}" dt="2020-09-15T05:05:36.940" v="88"/>
          <ac:inkMkLst>
            <pc:docMk/>
            <pc:sldMk cId="0" sldId="450"/>
            <ac:inkMk id="68677" creationId="{13C23E89-4F3F-44BE-BD9C-9D0A7EEE9941}"/>
          </ac:inkMkLst>
        </pc:inkChg>
        <pc:inkChg chg="add">
          <ac:chgData name="Md. Nahid Hasan" userId="S::nahid@vu.edu.bd::85ea5f9e-65d6-4031-b810-9415101f2e21" providerId="AD" clId="Web-{630F0D8A-AD39-43FF-3D45-D6DE7EB31484}" dt="2020-09-15T05:06:06.112" v="89"/>
          <ac:inkMkLst>
            <pc:docMk/>
            <pc:sldMk cId="0" sldId="450"/>
            <ac:inkMk id="68678" creationId="{7C02EC17-9FB4-4C0A-950F-241E5E12C80F}"/>
          </ac:inkMkLst>
        </pc:inkChg>
        <pc:inkChg chg="add">
          <ac:chgData name="Md. Nahid Hasan" userId="S::nahid@vu.edu.bd::85ea5f9e-65d6-4031-b810-9415101f2e21" providerId="AD" clId="Web-{630F0D8A-AD39-43FF-3D45-D6DE7EB31484}" dt="2020-09-15T05:06:08.503" v="90"/>
          <ac:inkMkLst>
            <pc:docMk/>
            <pc:sldMk cId="0" sldId="450"/>
            <ac:inkMk id="68679" creationId="{BBEA0941-ED69-44D5-A430-089D7500A9CE}"/>
          </ac:inkMkLst>
        </pc:inkChg>
        <pc:inkChg chg="add">
          <ac:chgData name="Md. Nahid Hasan" userId="S::nahid@vu.edu.bd::85ea5f9e-65d6-4031-b810-9415101f2e21" providerId="AD" clId="Web-{630F0D8A-AD39-43FF-3D45-D6DE7EB31484}" dt="2020-09-15T05:06:09.768" v="91"/>
          <ac:inkMkLst>
            <pc:docMk/>
            <pc:sldMk cId="0" sldId="450"/>
            <ac:inkMk id="68680" creationId="{D464FE14-5796-4196-B68F-8125BC6CB4BF}"/>
          </ac:inkMkLst>
        </pc:inkChg>
        <pc:inkChg chg="add">
          <ac:chgData name="Md. Nahid Hasan" userId="S::nahid@vu.edu.bd::85ea5f9e-65d6-4031-b810-9415101f2e21" providerId="AD" clId="Web-{630F0D8A-AD39-43FF-3D45-D6DE7EB31484}" dt="2020-09-15T05:06:10.925" v="92"/>
          <ac:inkMkLst>
            <pc:docMk/>
            <pc:sldMk cId="0" sldId="450"/>
            <ac:inkMk id="68681" creationId="{CED6E0AB-D4A3-4971-91E5-AC073C0F77B4}"/>
          </ac:inkMkLst>
        </pc:inkChg>
        <pc:inkChg chg="add">
          <ac:chgData name="Md. Nahid Hasan" userId="S::nahid@vu.edu.bd::85ea5f9e-65d6-4031-b810-9415101f2e21" providerId="AD" clId="Web-{630F0D8A-AD39-43FF-3D45-D6DE7EB31484}" dt="2020-09-15T05:06:30.378" v="93"/>
          <ac:inkMkLst>
            <pc:docMk/>
            <pc:sldMk cId="0" sldId="450"/>
            <ac:inkMk id="68682" creationId="{6907F527-2C16-424A-A2D5-72D0A15D4028}"/>
          </ac:inkMkLst>
        </pc:inkChg>
        <pc:inkChg chg="add">
          <ac:chgData name="Md. Nahid Hasan" userId="S::nahid@vu.edu.bd::85ea5f9e-65d6-4031-b810-9415101f2e21" providerId="AD" clId="Web-{630F0D8A-AD39-43FF-3D45-D6DE7EB31484}" dt="2020-09-15T05:06:41.535" v="94"/>
          <ac:inkMkLst>
            <pc:docMk/>
            <pc:sldMk cId="0" sldId="450"/>
            <ac:inkMk id="68683" creationId="{2DB461E4-1190-447E-B006-56AC66276D60}"/>
          </ac:inkMkLst>
        </pc:inkChg>
        <pc:inkChg chg="add">
          <ac:chgData name="Md. Nahid Hasan" userId="S::nahid@vu.edu.bd::85ea5f9e-65d6-4031-b810-9415101f2e21" providerId="AD" clId="Web-{630F0D8A-AD39-43FF-3D45-D6DE7EB31484}" dt="2020-09-15T05:06:42.644" v="95"/>
          <ac:inkMkLst>
            <pc:docMk/>
            <pc:sldMk cId="0" sldId="450"/>
            <ac:inkMk id="68684" creationId="{E8BF882C-FC23-49FD-B7B1-5924F5A379B7}"/>
          </ac:inkMkLst>
        </pc:inkChg>
        <pc:inkChg chg="add">
          <ac:chgData name="Md. Nahid Hasan" userId="S::nahid@vu.edu.bd::85ea5f9e-65d6-4031-b810-9415101f2e21" providerId="AD" clId="Web-{630F0D8A-AD39-43FF-3D45-D6DE7EB31484}" dt="2020-09-15T05:06:50.988" v="96"/>
          <ac:inkMkLst>
            <pc:docMk/>
            <pc:sldMk cId="0" sldId="450"/>
            <ac:inkMk id="68685" creationId="{146522F4-742C-4257-9540-C45A46AE8D3A}"/>
          </ac:inkMkLst>
        </pc:inkChg>
        <pc:inkChg chg="add">
          <ac:chgData name="Md. Nahid Hasan" userId="S::nahid@vu.edu.bd::85ea5f9e-65d6-4031-b810-9415101f2e21" providerId="AD" clId="Web-{630F0D8A-AD39-43FF-3D45-D6DE7EB31484}" dt="2020-09-15T05:06:52.379" v="97"/>
          <ac:inkMkLst>
            <pc:docMk/>
            <pc:sldMk cId="0" sldId="450"/>
            <ac:inkMk id="68686" creationId="{47F5E8F4-3952-46C0-A4D8-2B99B363EF56}"/>
          </ac:inkMkLst>
        </pc:inkChg>
        <pc:inkChg chg="add">
          <ac:chgData name="Md. Nahid Hasan" userId="S::nahid@vu.edu.bd::85ea5f9e-65d6-4031-b810-9415101f2e21" providerId="AD" clId="Web-{630F0D8A-AD39-43FF-3D45-D6DE7EB31484}" dt="2020-09-15T05:06:54.801" v="98"/>
          <ac:inkMkLst>
            <pc:docMk/>
            <pc:sldMk cId="0" sldId="450"/>
            <ac:inkMk id="68687" creationId="{2550308A-B49D-4F71-858B-07636FADBCEA}"/>
          </ac:inkMkLst>
        </pc:inkChg>
        <pc:inkChg chg="add">
          <ac:chgData name="Md. Nahid Hasan" userId="S::nahid@vu.edu.bd::85ea5f9e-65d6-4031-b810-9415101f2e21" providerId="AD" clId="Web-{630F0D8A-AD39-43FF-3D45-D6DE7EB31484}" dt="2020-09-15T05:06:55.394" v="99"/>
          <ac:inkMkLst>
            <pc:docMk/>
            <pc:sldMk cId="0" sldId="450"/>
            <ac:inkMk id="68688" creationId="{29A63E9A-6A0E-45C2-96A8-68DBC489B5BE}"/>
          </ac:inkMkLst>
        </pc:inkChg>
        <pc:inkChg chg="add">
          <ac:chgData name="Md. Nahid Hasan" userId="S::nahid@vu.edu.bd::85ea5f9e-65d6-4031-b810-9415101f2e21" providerId="AD" clId="Web-{630F0D8A-AD39-43FF-3D45-D6DE7EB31484}" dt="2020-09-15T05:06:56.816" v="100"/>
          <ac:inkMkLst>
            <pc:docMk/>
            <pc:sldMk cId="0" sldId="450"/>
            <ac:inkMk id="68689" creationId="{40DDC493-7828-4C10-AEDC-A239257001D2}"/>
          </ac:inkMkLst>
        </pc:inkChg>
        <pc:inkChg chg="add">
          <ac:chgData name="Md. Nahid Hasan" userId="S::nahid@vu.edu.bd::85ea5f9e-65d6-4031-b810-9415101f2e21" providerId="AD" clId="Web-{630F0D8A-AD39-43FF-3D45-D6DE7EB31484}" dt="2020-09-15T05:06:58.191" v="101"/>
          <ac:inkMkLst>
            <pc:docMk/>
            <pc:sldMk cId="0" sldId="450"/>
            <ac:inkMk id="68690" creationId="{6B2E4F74-3C21-4AA0-9491-1B63EF1AB3D5}"/>
          </ac:inkMkLst>
        </pc:inkChg>
        <pc:inkChg chg="add">
          <ac:chgData name="Md. Nahid Hasan" userId="S::nahid@vu.edu.bd::85ea5f9e-65d6-4031-b810-9415101f2e21" providerId="AD" clId="Web-{630F0D8A-AD39-43FF-3D45-D6DE7EB31484}" dt="2020-09-15T05:07:01.879" v="102"/>
          <ac:inkMkLst>
            <pc:docMk/>
            <pc:sldMk cId="0" sldId="450"/>
            <ac:inkMk id="68691" creationId="{2D97DFDA-BB70-4458-AC42-B0B8FC40CD87}"/>
          </ac:inkMkLst>
        </pc:inkChg>
        <pc:inkChg chg="add">
          <ac:chgData name="Md. Nahid Hasan" userId="S::nahid@vu.edu.bd::85ea5f9e-65d6-4031-b810-9415101f2e21" providerId="AD" clId="Web-{630F0D8A-AD39-43FF-3D45-D6DE7EB31484}" dt="2020-09-15T05:07:01.894" v="103"/>
          <ac:inkMkLst>
            <pc:docMk/>
            <pc:sldMk cId="0" sldId="450"/>
            <ac:inkMk id="68692" creationId="{09F248B7-54BF-4D32-A04A-E1594AAD20E2}"/>
          </ac:inkMkLst>
        </pc:inkChg>
        <pc:inkChg chg="add">
          <ac:chgData name="Md. Nahid Hasan" userId="S::nahid@vu.edu.bd::85ea5f9e-65d6-4031-b810-9415101f2e21" providerId="AD" clId="Web-{630F0D8A-AD39-43FF-3D45-D6DE7EB31484}" dt="2020-09-15T05:07:01.894" v="104"/>
          <ac:inkMkLst>
            <pc:docMk/>
            <pc:sldMk cId="0" sldId="450"/>
            <ac:inkMk id="68693" creationId="{FA28DCFD-DC32-4A45-876B-5CAFC61CFA6F}"/>
          </ac:inkMkLst>
        </pc:inkChg>
        <pc:inkChg chg="add">
          <ac:chgData name="Md. Nahid Hasan" userId="S::nahid@vu.edu.bd::85ea5f9e-65d6-4031-b810-9415101f2e21" providerId="AD" clId="Web-{630F0D8A-AD39-43FF-3D45-D6DE7EB31484}" dt="2020-09-15T05:07:06.770" v="105"/>
          <ac:inkMkLst>
            <pc:docMk/>
            <pc:sldMk cId="0" sldId="450"/>
            <ac:inkMk id="68694" creationId="{59F66907-4877-4AB9-8C28-74749F8210A7}"/>
          </ac:inkMkLst>
        </pc:inkChg>
        <pc:inkChg chg="add">
          <ac:chgData name="Md. Nahid Hasan" userId="S::nahid@vu.edu.bd::85ea5f9e-65d6-4031-b810-9415101f2e21" providerId="AD" clId="Web-{630F0D8A-AD39-43FF-3D45-D6DE7EB31484}" dt="2020-09-15T05:07:06.770" v="106"/>
          <ac:inkMkLst>
            <pc:docMk/>
            <pc:sldMk cId="0" sldId="450"/>
            <ac:inkMk id="68695" creationId="{1F1E75FD-4CAC-48CE-A9DA-6C7C80B609FF}"/>
          </ac:inkMkLst>
        </pc:inkChg>
        <pc:inkChg chg="add">
          <ac:chgData name="Md. Nahid Hasan" userId="S::nahid@vu.edu.bd::85ea5f9e-65d6-4031-b810-9415101f2e21" providerId="AD" clId="Web-{630F0D8A-AD39-43FF-3D45-D6DE7EB31484}" dt="2020-09-15T05:07:06.785" v="107"/>
          <ac:inkMkLst>
            <pc:docMk/>
            <pc:sldMk cId="0" sldId="450"/>
            <ac:inkMk id="68696" creationId="{7527B66D-1A6E-466E-A3D2-3DB59F6F84E2}"/>
          </ac:inkMkLst>
        </pc:inkChg>
        <pc:inkChg chg="add">
          <ac:chgData name="Md. Nahid Hasan" userId="S::nahid@vu.edu.bd::85ea5f9e-65d6-4031-b810-9415101f2e21" providerId="AD" clId="Web-{630F0D8A-AD39-43FF-3D45-D6DE7EB31484}" dt="2020-09-15T05:07:08.879" v="108"/>
          <ac:inkMkLst>
            <pc:docMk/>
            <pc:sldMk cId="0" sldId="450"/>
            <ac:inkMk id="68697" creationId="{AF4F880F-5B0E-4D09-80C3-5131584E8AD5}"/>
          </ac:inkMkLst>
        </pc:inkChg>
        <pc:inkChg chg="add">
          <ac:chgData name="Md. Nahid Hasan" userId="S::nahid@vu.edu.bd::85ea5f9e-65d6-4031-b810-9415101f2e21" providerId="AD" clId="Web-{630F0D8A-AD39-43FF-3D45-D6DE7EB31484}" dt="2020-09-15T05:07:08.895" v="109"/>
          <ac:inkMkLst>
            <pc:docMk/>
            <pc:sldMk cId="0" sldId="450"/>
            <ac:inkMk id="68698" creationId="{744A4A89-9029-404C-B737-8FFB70C02744}"/>
          </ac:inkMkLst>
        </pc:inkChg>
        <pc:inkChg chg="add">
          <ac:chgData name="Md. Nahid Hasan" userId="S::nahid@vu.edu.bd::85ea5f9e-65d6-4031-b810-9415101f2e21" providerId="AD" clId="Web-{630F0D8A-AD39-43FF-3D45-D6DE7EB31484}" dt="2020-09-15T05:07:10.707" v="110"/>
          <ac:inkMkLst>
            <pc:docMk/>
            <pc:sldMk cId="0" sldId="450"/>
            <ac:inkMk id="68699" creationId="{FAF0A759-2312-4267-BCB7-B57DA3649B75}"/>
          </ac:inkMkLst>
        </pc:inkChg>
        <pc:inkChg chg="add">
          <ac:chgData name="Md. Nahid Hasan" userId="S::nahid@vu.edu.bd::85ea5f9e-65d6-4031-b810-9415101f2e21" providerId="AD" clId="Web-{630F0D8A-AD39-43FF-3D45-D6DE7EB31484}" dt="2020-09-15T05:07:15.879" v="111"/>
          <ac:inkMkLst>
            <pc:docMk/>
            <pc:sldMk cId="0" sldId="450"/>
            <ac:inkMk id="68700" creationId="{D3E68651-DA1A-432D-AAB0-7EDE029F97C6}"/>
          </ac:inkMkLst>
        </pc:inkChg>
        <pc:inkChg chg="add">
          <ac:chgData name="Md. Nahid Hasan" userId="S::nahid@vu.edu.bd::85ea5f9e-65d6-4031-b810-9415101f2e21" providerId="AD" clId="Web-{630F0D8A-AD39-43FF-3D45-D6DE7EB31484}" dt="2020-09-15T05:07:17.176" v="112"/>
          <ac:inkMkLst>
            <pc:docMk/>
            <pc:sldMk cId="0" sldId="450"/>
            <ac:inkMk id="68701" creationId="{2619A1AF-F626-46AB-808A-DAB38CEB753E}"/>
          </ac:inkMkLst>
        </pc:inkChg>
        <pc:inkChg chg="add">
          <ac:chgData name="Md. Nahid Hasan" userId="S::nahid@vu.edu.bd::85ea5f9e-65d6-4031-b810-9415101f2e21" providerId="AD" clId="Web-{630F0D8A-AD39-43FF-3D45-D6DE7EB31484}" dt="2020-09-15T05:07:18.942" v="113"/>
          <ac:inkMkLst>
            <pc:docMk/>
            <pc:sldMk cId="0" sldId="450"/>
            <ac:inkMk id="68702" creationId="{5046AB67-5EA6-4770-941E-525CC0545EC1}"/>
          </ac:inkMkLst>
        </pc:inkChg>
        <pc:inkChg chg="add">
          <ac:chgData name="Md. Nahid Hasan" userId="S::nahid@vu.edu.bd::85ea5f9e-65d6-4031-b810-9415101f2e21" providerId="AD" clId="Web-{630F0D8A-AD39-43FF-3D45-D6DE7EB31484}" dt="2020-09-15T05:07:20.348" v="114"/>
          <ac:inkMkLst>
            <pc:docMk/>
            <pc:sldMk cId="0" sldId="450"/>
            <ac:inkMk id="68703" creationId="{05A5C1DE-1BE1-4539-8BF5-A82C2D9620C3}"/>
          </ac:inkMkLst>
        </pc:inkChg>
        <pc:inkChg chg="add">
          <ac:chgData name="Md. Nahid Hasan" userId="S::nahid@vu.edu.bd::85ea5f9e-65d6-4031-b810-9415101f2e21" providerId="AD" clId="Web-{630F0D8A-AD39-43FF-3D45-D6DE7EB31484}" dt="2020-09-15T05:07:21.879" v="115"/>
          <ac:inkMkLst>
            <pc:docMk/>
            <pc:sldMk cId="0" sldId="450"/>
            <ac:inkMk id="68704" creationId="{84613097-39E4-4221-A39E-2E349CBAB132}"/>
          </ac:inkMkLst>
        </pc:inkChg>
        <pc:inkChg chg="add">
          <ac:chgData name="Md. Nahid Hasan" userId="S::nahid@vu.edu.bd::85ea5f9e-65d6-4031-b810-9415101f2e21" providerId="AD" clId="Web-{630F0D8A-AD39-43FF-3D45-D6DE7EB31484}" dt="2020-09-15T05:07:21.895" v="116"/>
          <ac:inkMkLst>
            <pc:docMk/>
            <pc:sldMk cId="0" sldId="450"/>
            <ac:inkMk id="68705" creationId="{C6790A19-B76F-4EEE-80E9-D590ED921545}"/>
          </ac:inkMkLst>
        </pc:inkChg>
        <pc:inkChg chg="add">
          <ac:chgData name="Md. Nahid Hasan" userId="S::nahid@vu.edu.bd::85ea5f9e-65d6-4031-b810-9415101f2e21" providerId="AD" clId="Web-{630F0D8A-AD39-43FF-3D45-D6DE7EB31484}" dt="2020-09-15T05:07:23.332" v="117"/>
          <ac:inkMkLst>
            <pc:docMk/>
            <pc:sldMk cId="0" sldId="450"/>
            <ac:inkMk id="68706" creationId="{14BB7CB1-DC5F-47C5-99F5-F27449340CC6}"/>
          </ac:inkMkLst>
        </pc:inkChg>
        <pc:inkChg chg="add">
          <ac:chgData name="Md. Nahid Hasan" userId="S::nahid@vu.edu.bd::85ea5f9e-65d6-4031-b810-9415101f2e21" providerId="AD" clId="Web-{630F0D8A-AD39-43FF-3D45-D6DE7EB31484}" dt="2020-09-15T05:07:23.332" v="118"/>
          <ac:inkMkLst>
            <pc:docMk/>
            <pc:sldMk cId="0" sldId="450"/>
            <ac:inkMk id="68707" creationId="{1845125A-C789-4D78-B052-DB635BF390C1}"/>
          </ac:inkMkLst>
        </pc:inkChg>
        <pc:inkChg chg="add">
          <ac:chgData name="Md. Nahid Hasan" userId="S::nahid@vu.edu.bd::85ea5f9e-65d6-4031-b810-9415101f2e21" providerId="AD" clId="Web-{630F0D8A-AD39-43FF-3D45-D6DE7EB31484}" dt="2020-09-15T05:07:24.036" v="119"/>
          <ac:inkMkLst>
            <pc:docMk/>
            <pc:sldMk cId="0" sldId="450"/>
            <ac:inkMk id="68708" creationId="{033151E2-9978-4CBF-8946-C65737E2AF32}"/>
          </ac:inkMkLst>
        </pc:inkChg>
        <pc:inkChg chg="add">
          <ac:chgData name="Md. Nahid Hasan" userId="S::nahid@vu.edu.bd::85ea5f9e-65d6-4031-b810-9415101f2e21" providerId="AD" clId="Web-{630F0D8A-AD39-43FF-3D45-D6DE7EB31484}" dt="2020-09-15T05:07:45.224" v="120"/>
          <ac:inkMkLst>
            <pc:docMk/>
            <pc:sldMk cId="0" sldId="450"/>
            <ac:inkMk id="68709" creationId="{4BA8DAF7-F995-4B47-A9F7-0B2201329C68}"/>
          </ac:inkMkLst>
        </pc:inkChg>
        <pc:inkChg chg="add">
          <ac:chgData name="Md. Nahid Hasan" userId="S::nahid@vu.edu.bd::85ea5f9e-65d6-4031-b810-9415101f2e21" providerId="AD" clId="Web-{630F0D8A-AD39-43FF-3D45-D6DE7EB31484}" dt="2020-09-15T05:07:51.833" v="121"/>
          <ac:inkMkLst>
            <pc:docMk/>
            <pc:sldMk cId="0" sldId="450"/>
            <ac:inkMk id="68710" creationId="{4CA0B7AB-3C70-4AC2-A0F8-9FAC0A2A9D70}"/>
          </ac:inkMkLst>
        </pc:inkChg>
        <pc:inkChg chg="add">
          <ac:chgData name="Md. Nahid Hasan" userId="S::nahid@vu.edu.bd::85ea5f9e-65d6-4031-b810-9415101f2e21" providerId="AD" clId="Web-{630F0D8A-AD39-43FF-3D45-D6DE7EB31484}" dt="2020-09-15T05:07:52.942" v="122"/>
          <ac:inkMkLst>
            <pc:docMk/>
            <pc:sldMk cId="0" sldId="450"/>
            <ac:inkMk id="68711" creationId="{C605423A-C204-451D-BA28-FB5D0A8D5770}"/>
          </ac:inkMkLst>
        </pc:inkChg>
        <pc:inkChg chg="add">
          <ac:chgData name="Md. Nahid Hasan" userId="S::nahid@vu.edu.bd::85ea5f9e-65d6-4031-b810-9415101f2e21" providerId="AD" clId="Web-{630F0D8A-AD39-43FF-3D45-D6DE7EB31484}" dt="2020-09-15T05:07:55.396" v="123"/>
          <ac:inkMkLst>
            <pc:docMk/>
            <pc:sldMk cId="0" sldId="450"/>
            <ac:inkMk id="68712" creationId="{83F568DE-3BD7-45D8-9B9B-FBC05E1677E3}"/>
          </ac:inkMkLst>
        </pc:inkChg>
        <pc:inkChg chg="add">
          <ac:chgData name="Md. Nahid Hasan" userId="S::nahid@vu.edu.bd::85ea5f9e-65d6-4031-b810-9415101f2e21" providerId="AD" clId="Web-{630F0D8A-AD39-43FF-3D45-D6DE7EB31484}" dt="2020-09-15T05:07:55.396" v="124"/>
          <ac:inkMkLst>
            <pc:docMk/>
            <pc:sldMk cId="0" sldId="450"/>
            <ac:inkMk id="68713" creationId="{89F2F370-EDC6-4F4D-94B1-730884065372}"/>
          </ac:inkMkLst>
        </pc:inkChg>
        <pc:inkChg chg="add">
          <ac:chgData name="Md. Nahid Hasan" userId="S::nahid@vu.edu.bd::85ea5f9e-65d6-4031-b810-9415101f2e21" providerId="AD" clId="Web-{630F0D8A-AD39-43FF-3D45-D6DE7EB31484}" dt="2020-09-15T05:07:55.411" v="125"/>
          <ac:inkMkLst>
            <pc:docMk/>
            <pc:sldMk cId="0" sldId="450"/>
            <ac:inkMk id="68714" creationId="{C38F427B-8419-443B-BB30-0511B5E82C72}"/>
          </ac:inkMkLst>
        </pc:inkChg>
        <pc:inkChg chg="add">
          <ac:chgData name="Md. Nahid Hasan" userId="S::nahid@vu.edu.bd::85ea5f9e-65d6-4031-b810-9415101f2e21" providerId="AD" clId="Web-{630F0D8A-AD39-43FF-3D45-D6DE7EB31484}" dt="2020-09-15T05:07:55.411" v="126"/>
          <ac:inkMkLst>
            <pc:docMk/>
            <pc:sldMk cId="0" sldId="450"/>
            <ac:inkMk id="68715" creationId="{72F24AB0-349C-4763-8113-0D77B8216D79}"/>
          </ac:inkMkLst>
        </pc:inkChg>
        <pc:inkChg chg="add">
          <ac:chgData name="Md. Nahid Hasan" userId="S::nahid@vu.edu.bd::85ea5f9e-65d6-4031-b810-9415101f2e21" providerId="AD" clId="Web-{630F0D8A-AD39-43FF-3D45-D6DE7EB31484}" dt="2020-09-15T05:07:55.974" v="127"/>
          <ac:inkMkLst>
            <pc:docMk/>
            <pc:sldMk cId="0" sldId="450"/>
            <ac:inkMk id="68716" creationId="{D906BAC4-ECFC-4EC3-9BF9-5A6EE57F2663}"/>
          </ac:inkMkLst>
        </pc:inkChg>
        <pc:inkChg chg="add">
          <ac:chgData name="Md. Nahid Hasan" userId="S::nahid@vu.edu.bd::85ea5f9e-65d6-4031-b810-9415101f2e21" providerId="AD" clId="Web-{630F0D8A-AD39-43FF-3D45-D6DE7EB31484}" dt="2020-09-15T05:07:56.271" v="128"/>
          <ac:inkMkLst>
            <pc:docMk/>
            <pc:sldMk cId="0" sldId="450"/>
            <ac:inkMk id="68717" creationId="{DFD47173-8389-4FCA-B11E-C4EAD5A42500}"/>
          </ac:inkMkLst>
        </pc:inkChg>
        <pc:inkChg chg="add">
          <ac:chgData name="Md. Nahid Hasan" userId="S::nahid@vu.edu.bd::85ea5f9e-65d6-4031-b810-9415101f2e21" providerId="AD" clId="Web-{630F0D8A-AD39-43FF-3D45-D6DE7EB31484}" dt="2020-09-15T05:07:57.911" v="129"/>
          <ac:inkMkLst>
            <pc:docMk/>
            <pc:sldMk cId="0" sldId="450"/>
            <ac:inkMk id="68718" creationId="{1BC28595-F633-4368-A682-AE1A2AFB0F54}"/>
          </ac:inkMkLst>
        </pc:inkChg>
        <pc:inkChg chg="add">
          <ac:chgData name="Md. Nahid Hasan" userId="S::nahid@vu.edu.bd::85ea5f9e-65d6-4031-b810-9415101f2e21" providerId="AD" clId="Web-{630F0D8A-AD39-43FF-3D45-D6DE7EB31484}" dt="2020-09-15T05:07:57.927" v="130"/>
          <ac:inkMkLst>
            <pc:docMk/>
            <pc:sldMk cId="0" sldId="450"/>
            <ac:inkMk id="68719" creationId="{F8C87AB2-9A03-4119-8021-F4DD330B179A}"/>
          </ac:inkMkLst>
        </pc:inkChg>
        <pc:inkChg chg="add">
          <ac:chgData name="Md. Nahid Hasan" userId="S::nahid@vu.edu.bd::85ea5f9e-65d6-4031-b810-9415101f2e21" providerId="AD" clId="Web-{630F0D8A-AD39-43FF-3D45-D6DE7EB31484}" dt="2020-09-15T05:07:58.677" v="131"/>
          <ac:inkMkLst>
            <pc:docMk/>
            <pc:sldMk cId="0" sldId="450"/>
            <ac:inkMk id="68720" creationId="{F5DF863F-A1EC-47C3-A559-992AEFF44AED}"/>
          </ac:inkMkLst>
        </pc:inkChg>
        <pc:inkChg chg="add">
          <ac:chgData name="Md. Nahid Hasan" userId="S::nahid@vu.edu.bd::85ea5f9e-65d6-4031-b810-9415101f2e21" providerId="AD" clId="Web-{630F0D8A-AD39-43FF-3D45-D6DE7EB31484}" dt="2020-09-15T05:07:59.552" v="132"/>
          <ac:inkMkLst>
            <pc:docMk/>
            <pc:sldMk cId="0" sldId="450"/>
            <ac:inkMk id="68721" creationId="{F34C7C26-9083-4552-B8F3-FFB4853F93F5}"/>
          </ac:inkMkLst>
        </pc:inkChg>
        <pc:inkChg chg="add">
          <ac:chgData name="Md. Nahid Hasan" userId="S::nahid@vu.edu.bd::85ea5f9e-65d6-4031-b810-9415101f2e21" providerId="AD" clId="Web-{630F0D8A-AD39-43FF-3D45-D6DE7EB31484}" dt="2020-09-15T05:08:03.818" v="133"/>
          <ac:inkMkLst>
            <pc:docMk/>
            <pc:sldMk cId="0" sldId="450"/>
            <ac:inkMk id="68722" creationId="{4D359C92-06DD-4D0E-BFCF-32C369C082B4}"/>
          </ac:inkMkLst>
        </pc:inkChg>
        <pc:inkChg chg="add">
          <ac:chgData name="Md. Nahid Hasan" userId="S::nahid@vu.edu.bd::85ea5f9e-65d6-4031-b810-9415101f2e21" providerId="AD" clId="Web-{630F0D8A-AD39-43FF-3D45-D6DE7EB31484}" dt="2020-09-15T05:08:05.599" v="134"/>
          <ac:inkMkLst>
            <pc:docMk/>
            <pc:sldMk cId="0" sldId="450"/>
            <ac:inkMk id="68723" creationId="{CB5DC3FA-BF47-48AF-9AB8-0136D392A44F}"/>
          </ac:inkMkLst>
        </pc:inkChg>
        <pc:inkChg chg="add">
          <ac:chgData name="Md. Nahid Hasan" userId="S::nahid@vu.edu.bd::85ea5f9e-65d6-4031-b810-9415101f2e21" providerId="AD" clId="Web-{630F0D8A-AD39-43FF-3D45-D6DE7EB31484}" dt="2020-09-15T05:08:06.974" v="135"/>
          <ac:inkMkLst>
            <pc:docMk/>
            <pc:sldMk cId="0" sldId="450"/>
            <ac:inkMk id="68724" creationId="{089DF284-4E2E-41C4-9D6F-4C569DA94A54}"/>
          </ac:inkMkLst>
        </pc:inkChg>
        <pc:inkChg chg="add">
          <ac:chgData name="Md. Nahid Hasan" userId="S::nahid@vu.edu.bd::85ea5f9e-65d6-4031-b810-9415101f2e21" providerId="AD" clId="Web-{630F0D8A-AD39-43FF-3D45-D6DE7EB31484}" dt="2020-09-15T05:08:08.193" v="136"/>
          <ac:inkMkLst>
            <pc:docMk/>
            <pc:sldMk cId="0" sldId="450"/>
            <ac:inkMk id="68725" creationId="{995EA6A9-54E6-4797-859A-8008C7844330}"/>
          </ac:inkMkLst>
        </pc:inkChg>
        <pc:inkChg chg="add">
          <ac:chgData name="Md. Nahid Hasan" userId="S::nahid@vu.edu.bd::85ea5f9e-65d6-4031-b810-9415101f2e21" providerId="AD" clId="Web-{630F0D8A-AD39-43FF-3D45-D6DE7EB31484}" dt="2020-09-15T05:08:36.147" v="137"/>
          <ac:inkMkLst>
            <pc:docMk/>
            <pc:sldMk cId="0" sldId="450"/>
            <ac:inkMk id="68726" creationId="{02611C3E-20AB-4469-A794-A3FAB9689537}"/>
          </ac:inkMkLst>
        </pc:inkChg>
        <pc:inkChg chg="add">
          <ac:chgData name="Md. Nahid Hasan" userId="S::nahid@vu.edu.bd::85ea5f9e-65d6-4031-b810-9415101f2e21" providerId="AD" clId="Web-{630F0D8A-AD39-43FF-3D45-D6DE7EB31484}" dt="2020-09-15T05:08:37.756" v="138"/>
          <ac:inkMkLst>
            <pc:docMk/>
            <pc:sldMk cId="0" sldId="450"/>
            <ac:inkMk id="68727" creationId="{4AFFE4BC-7258-4BA8-98D3-D7F02BA14C4C}"/>
          </ac:inkMkLst>
        </pc:inkChg>
        <pc:inkChg chg="add">
          <ac:chgData name="Md. Nahid Hasan" userId="S::nahid@vu.edu.bd::85ea5f9e-65d6-4031-b810-9415101f2e21" providerId="AD" clId="Web-{630F0D8A-AD39-43FF-3D45-D6DE7EB31484}" dt="2020-09-15T05:08:38.662" v="139"/>
          <ac:inkMkLst>
            <pc:docMk/>
            <pc:sldMk cId="0" sldId="450"/>
            <ac:inkMk id="68728" creationId="{66E3036F-3853-4DCD-8C86-18A5D255EF72}"/>
          </ac:inkMkLst>
        </pc:inkChg>
        <pc:inkChg chg="add">
          <ac:chgData name="Md. Nahid Hasan" userId="S::nahid@vu.edu.bd::85ea5f9e-65d6-4031-b810-9415101f2e21" providerId="AD" clId="Web-{630F0D8A-AD39-43FF-3D45-D6DE7EB31484}" dt="2020-09-15T05:08:45.209" v="140"/>
          <ac:inkMkLst>
            <pc:docMk/>
            <pc:sldMk cId="0" sldId="450"/>
            <ac:inkMk id="68729" creationId="{B079B33F-BB61-4639-81E3-7218C1901196}"/>
          </ac:inkMkLst>
        </pc:inkChg>
        <pc:inkChg chg="add">
          <ac:chgData name="Md. Nahid Hasan" userId="S::nahid@vu.edu.bd::85ea5f9e-65d6-4031-b810-9415101f2e21" providerId="AD" clId="Web-{630F0D8A-AD39-43FF-3D45-D6DE7EB31484}" dt="2020-09-15T05:08:45.225" v="141"/>
          <ac:inkMkLst>
            <pc:docMk/>
            <pc:sldMk cId="0" sldId="450"/>
            <ac:inkMk id="68730" creationId="{D250AD04-9F75-4C99-B36F-60F9B5D642E3}"/>
          </ac:inkMkLst>
        </pc:inkChg>
        <pc:inkChg chg="add">
          <ac:chgData name="Md. Nahid Hasan" userId="S::nahid@vu.edu.bd::85ea5f9e-65d6-4031-b810-9415101f2e21" providerId="AD" clId="Web-{630F0D8A-AD39-43FF-3D45-D6DE7EB31484}" dt="2020-09-15T05:08:45.225" v="142"/>
          <ac:inkMkLst>
            <pc:docMk/>
            <pc:sldMk cId="0" sldId="450"/>
            <ac:inkMk id="68731" creationId="{F218C3B9-196A-43E4-80D1-36751A2771EF}"/>
          </ac:inkMkLst>
        </pc:inkChg>
        <pc:inkChg chg="add">
          <ac:chgData name="Md. Nahid Hasan" userId="S::nahid@vu.edu.bd::85ea5f9e-65d6-4031-b810-9415101f2e21" providerId="AD" clId="Web-{630F0D8A-AD39-43FF-3D45-D6DE7EB31484}" dt="2020-09-15T05:08:45.241" v="143"/>
          <ac:inkMkLst>
            <pc:docMk/>
            <pc:sldMk cId="0" sldId="450"/>
            <ac:inkMk id="68732" creationId="{18322B1F-0F64-4079-B3E8-1FF5D08D055F}"/>
          </ac:inkMkLst>
        </pc:inkChg>
        <pc:inkChg chg="add">
          <ac:chgData name="Md. Nahid Hasan" userId="S::nahid@vu.edu.bd::85ea5f9e-65d6-4031-b810-9415101f2e21" providerId="AD" clId="Web-{630F0D8A-AD39-43FF-3D45-D6DE7EB31484}" dt="2020-09-15T05:08:45.256" v="144"/>
          <ac:inkMkLst>
            <pc:docMk/>
            <pc:sldMk cId="0" sldId="450"/>
            <ac:inkMk id="68733" creationId="{155FB8AC-E0B1-45A1-8E67-B3BC2D95DFE9}"/>
          </ac:inkMkLst>
        </pc:inkChg>
        <pc:inkChg chg="add">
          <ac:chgData name="Md. Nahid Hasan" userId="S::nahid@vu.edu.bd::85ea5f9e-65d6-4031-b810-9415101f2e21" providerId="AD" clId="Web-{630F0D8A-AD39-43FF-3D45-D6DE7EB31484}" dt="2020-09-15T05:08:45.256" v="145"/>
          <ac:inkMkLst>
            <pc:docMk/>
            <pc:sldMk cId="0" sldId="450"/>
            <ac:inkMk id="68734" creationId="{412A3463-5633-4F02-A41E-51B0A2A2DFD0}"/>
          </ac:inkMkLst>
        </pc:inkChg>
        <pc:inkChg chg="add">
          <ac:chgData name="Md. Nahid Hasan" userId="S::nahid@vu.edu.bd::85ea5f9e-65d6-4031-b810-9415101f2e21" providerId="AD" clId="Web-{630F0D8A-AD39-43FF-3D45-D6DE7EB31484}" dt="2020-09-15T05:08:45.272" v="146"/>
          <ac:inkMkLst>
            <pc:docMk/>
            <pc:sldMk cId="0" sldId="450"/>
            <ac:inkMk id="68735" creationId="{C4A1FE7B-C3BE-4885-B2A1-1E660CDF13CD}"/>
          </ac:inkMkLst>
        </pc:inkChg>
        <pc:inkChg chg="add">
          <ac:chgData name="Md. Nahid Hasan" userId="S::nahid@vu.edu.bd::85ea5f9e-65d6-4031-b810-9415101f2e21" providerId="AD" clId="Web-{630F0D8A-AD39-43FF-3D45-D6DE7EB31484}" dt="2020-09-15T05:08:45.725" v="147"/>
          <ac:inkMkLst>
            <pc:docMk/>
            <pc:sldMk cId="0" sldId="450"/>
            <ac:inkMk id="68736" creationId="{0931FD91-1D91-467D-929D-558F1C9E045E}"/>
          </ac:inkMkLst>
        </pc:inkChg>
        <pc:inkChg chg="add">
          <ac:chgData name="Md. Nahid Hasan" userId="S::nahid@vu.edu.bd::85ea5f9e-65d6-4031-b810-9415101f2e21" providerId="AD" clId="Web-{630F0D8A-AD39-43FF-3D45-D6DE7EB31484}" dt="2020-09-15T05:08:47.256" v="148"/>
          <ac:inkMkLst>
            <pc:docMk/>
            <pc:sldMk cId="0" sldId="450"/>
            <ac:inkMk id="68737" creationId="{272A61A2-1853-46AC-BF99-B0F784A2AE4F}"/>
          </ac:inkMkLst>
        </pc:inkChg>
        <pc:inkChg chg="add">
          <ac:chgData name="Md. Nahid Hasan" userId="S::nahid@vu.edu.bd::85ea5f9e-65d6-4031-b810-9415101f2e21" providerId="AD" clId="Web-{630F0D8A-AD39-43FF-3D45-D6DE7EB31484}" dt="2020-09-15T05:08:47.272" v="149"/>
          <ac:inkMkLst>
            <pc:docMk/>
            <pc:sldMk cId="0" sldId="450"/>
            <ac:inkMk id="68738" creationId="{6CEEFC16-A2D6-40E8-B074-BB552B2A068B}"/>
          </ac:inkMkLst>
        </pc:inkChg>
        <pc:inkChg chg="add">
          <ac:chgData name="Md. Nahid Hasan" userId="S::nahid@vu.edu.bd::85ea5f9e-65d6-4031-b810-9415101f2e21" providerId="AD" clId="Web-{630F0D8A-AD39-43FF-3D45-D6DE7EB31484}" dt="2020-09-15T05:08:47.866" v="150"/>
          <ac:inkMkLst>
            <pc:docMk/>
            <pc:sldMk cId="0" sldId="450"/>
            <ac:inkMk id="68739" creationId="{7ECFF33A-DEEC-4631-B91F-A170CF613087}"/>
          </ac:inkMkLst>
        </pc:inkChg>
        <pc:inkChg chg="add">
          <ac:chgData name="Md. Nahid Hasan" userId="S::nahid@vu.edu.bd::85ea5f9e-65d6-4031-b810-9415101f2e21" providerId="AD" clId="Web-{630F0D8A-AD39-43FF-3D45-D6DE7EB31484}" dt="2020-09-15T05:08:49.209" v="151"/>
          <ac:inkMkLst>
            <pc:docMk/>
            <pc:sldMk cId="0" sldId="450"/>
            <ac:inkMk id="68740" creationId="{D764F90F-80C2-4214-8AC5-BF3FD3C35810}"/>
          </ac:inkMkLst>
        </pc:inkChg>
        <pc:inkChg chg="add">
          <ac:chgData name="Md. Nahid Hasan" userId="S::nahid@vu.edu.bd::85ea5f9e-65d6-4031-b810-9415101f2e21" providerId="AD" clId="Web-{630F0D8A-AD39-43FF-3D45-D6DE7EB31484}" dt="2020-09-15T05:08:49.225" v="152"/>
          <ac:inkMkLst>
            <pc:docMk/>
            <pc:sldMk cId="0" sldId="450"/>
            <ac:inkMk id="68741" creationId="{771F3269-6B2A-4A54-A9CB-A376312D84CA}"/>
          </ac:inkMkLst>
        </pc:inkChg>
        <pc:inkChg chg="add">
          <ac:chgData name="Md. Nahid Hasan" userId="S::nahid@vu.edu.bd::85ea5f9e-65d6-4031-b810-9415101f2e21" providerId="AD" clId="Web-{630F0D8A-AD39-43FF-3D45-D6DE7EB31484}" dt="2020-09-15T05:08:59.350" v="153"/>
          <ac:inkMkLst>
            <pc:docMk/>
            <pc:sldMk cId="0" sldId="450"/>
            <ac:inkMk id="68742" creationId="{A4C949C2-2271-4C1F-BEAE-BC4CA17C1B0C}"/>
          </ac:inkMkLst>
        </pc:inkChg>
        <pc:inkChg chg="add">
          <ac:chgData name="Md. Nahid Hasan" userId="S::nahid@vu.edu.bd::85ea5f9e-65d6-4031-b810-9415101f2e21" providerId="AD" clId="Web-{630F0D8A-AD39-43FF-3D45-D6DE7EB31484}" dt="2020-09-15T05:09:06.553" v="154"/>
          <ac:inkMkLst>
            <pc:docMk/>
            <pc:sldMk cId="0" sldId="450"/>
            <ac:inkMk id="68743" creationId="{61F9CBE8-7288-4439-931D-565A0AA558AD}"/>
          </ac:inkMkLst>
        </pc:inkChg>
        <pc:inkChg chg="add">
          <ac:chgData name="Md. Nahid Hasan" userId="S::nahid@vu.edu.bd::85ea5f9e-65d6-4031-b810-9415101f2e21" providerId="AD" clId="Web-{630F0D8A-AD39-43FF-3D45-D6DE7EB31484}" dt="2020-09-15T05:09:07.647" v="155"/>
          <ac:inkMkLst>
            <pc:docMk/>
            <pc:sldMk cId="0" sldId="450"/>
            <ac:inkMk id="68744" creationId="{E8D8698D-8C3C-4CF6-8F85-00A6BB2FB621}"/>
          </ac:inkMkLst>
        </pc:inkChg>
        <pc:inkChg chg="add">
          <ac:chgData name="Md. Nahid Hasan" userId="S::nahid@vu.edu.bd::85ea5f9e-65d6-4031-b810-9415101f2e21" providerId="AD" clId="Web-{630F0D8A-AD39-43FF-3D45-D6DE7EB31484}" dt="2020-09-15T05:09:46.742" v="156"/>
          <ac:inkMkLst>
            <pc:docMk/>
            <pc:sldMk cId="0" sldId="450"/>
            <ac:inkMk id="68745" creationId="{2F949E34-7729-46A7-BD4F-0E8026477F9A}"/>
          </ac:inkMkLst>
        </pc:inkChg>
        <pc:inkChg chg="add">
          <ac:chgData name="Md. Nahid Hasan" userId="S::nahid@vu.edu.bd::85ea5f9e-65d6-4031-b810-9415101f2e21" providerId="AD" clId="Web-{630F0D8A-AD39-43FF-3D45-D6DE7EB31484}" dt="2020-09-15T05:09:47.851" v="157"/>
          <ac:inkMkLst>
            <pc:docMk/>
            <pc:sldMk cId="0" sldId="450"/>
            <ac:inkMk id="68746" creationId="{69D8BDEE-5BC1-4B9C-8978-2F75BAC6F6E3}"/>
          </ac:inkMkLst>
        </pc:inkChg>
      </pc:sldChg>
    </pc:docChg>
  </pc:docChgLst>
  <pc:docChgLst>
    <pc:chgData name="Md. Nahid Hasan" userId="S::nahid@vu.edu.bd::85ea5f9e-65d6-4031-b810-9415101f2e21" providerId="AD" clId="Web-{5C208D51-B65B-4CAB-D679-0218B5524231}"/>
    <pc:docChg chg="modSld">
      <pc:chgData name="Md. Nahid Hasan" userId="S::nahid@vu.edu.bd::85ea5f9e-65d6-4031-b810-9415101f2e21" providerId="AD" clId="Web-{5C208D51-B65B-4CAB-D679-0218B5524231}" dt="2020-09-08T05:57:11.113" v="204"/>
      <pc:docMkLst>
        <pc:docMk/>
      </pc:docMkLst>
      <pc:sldChg chg="addSp delSp">
        <pc:chgData name="Md. Nahid Hasan" userId="S::nahid@vu.edu.bd::85ea5f9e-65d6-4031-b810-9415101f2e21" providerId="AD" clId="Web-{5C208D51-B65B-4CAB-D679-0218B5524231}" dt="2020-09-08T05:57:11.113" v="204"/>
        <pc:sldMkLst>
          <pc:docMk/>
          <pc:sldMk cId="0" sldId="449"/>
        </pc:sldMkLst>
        <pc:inkChg chg="add">
          <ac:chgData name="Md. Nahid Hasan" userId="S::nahid@vu.edu.bd::85ea5f9e-65d6-4031-b810-9415101f2e21" providerId="AD" clId="Web-{5C208D51-B65B-4CAB-D679-0218B5524231}" dt="2020-09-08T05:49:43.284" v="0"/>
          <ac:inkMkLst>
            <pc:docMk/>
            <pc:sldMk cId="0" sldId="449"/>
            <ac:inkMk id="10" creationId="{FF7C7439-42F5-4014-971A-7E2759BBECDB}"/>
          </ac:inkMkLst>
        </pc:inkChg>
        <pc:inkChg chg="add">
          <ac:chgData name="Md. Nahid Hasan" userId="S::nahid@vu.edu.bd::85ea5f9e-65d6-4031-b810-9415101f2e21" providerId="AD" clId="Web-{5C208D51-B65B-4CAB-D679-0218B5524231}" dt="2020-09-08T05:49:44.440" v="1"/>
          <ac:inkMkLst>
            <pc:docMk/>
            <pc:sldMk cId="0" sldId="449"/>
            <ac:inkMk id="11" creationId="{3A7CA529-FF0C-48D7-B192-43D131BDEF58}"/>
          </ac:inkMkLst>
        </pc:inkChg>
        <pc:inkChg chg="add">
          <ac:chgData name="Md. Nahid Hasan" userId="S::nahid@vu.edu.bd::85ea5f9e-65d6-4031-b810-9415101f2e21" providerId="AD" clId="Web-{5C208D51-B65B-4CAB-D679-0218B5524231}" dt="2020-09-08T05:49:44.753" v="2"/>
          <ac:inkMkLst>
            <pc:docMk/>
            <pc:sldMk cId="0" sldId="449"/>
            <ac:inkMk id="12" creationId="{547E957A-0A17-4B8F-AD7C-C9D148C58B30}"/>
          </ac:inkMkLst>
        </pc:inkChg>
        <pc:inkChg chg="add">
          <ac:chgData name="Md. Nahid Hasan" userId="S::nahid@vu.edu.bd::85ea5f9e-65d6-4031-b810-9415101f2e21" providerId="AD" clId="Web-{5C208D51-B65B-4CAB-D679-0218B5524231}" dt="2020-09-08T05:49:45.721" v="3"/>
          <ac:inkMkLst>
            <pc:docMk/>
            <pc:sldMk cId="0" sldId="449"/>
            <ac:inkMk id="13" creationId="{8D9CF726-7AE9-45AF-B74C-6E1FB64ADD00}"/>
          </ac:inkMkLst>
        </pc:inkChg>
        <pc:inkChg chg="add">
          <ac:chgData name="Md. Nahid Hasan" userId="S::nahid@vu.edu.bd::85ea5f9e-65d6-4031-b810-9415101f2e21" providerId="AD" clId="Web-{5C208D51-B65B-4CAB-D679-0218B5524231}" dt="2020-09-08T05:49:50.362" v="4"/>
          <ac:inkMkLst>
            <pc:docMk/>
            <pc:sldMk cId="0" sldId="449"/>
            <ac:inkMk id="14" creationId="{FFECD1ED-DE8D-4DEB-8E56-4BA5A2E28273}"/>
          </ac:inkMkLst>
        </pc:inkChg>
        <pc:inkChg chg="add">
          <ac:chgData name="Md. Nahid Hasan" userId="S::nahid@vu.edu.bd::85ea5f9e-65d6-4031-b810-9415101f2e21" providerId="AD" clId="Web-{5C208D51-B65B-4CAB-D679-0218B5524231}" dt="2020-09-08T05:49:50.378" v="5"/>
          <ac:inkMkLst>
            <pc:docMk/>
            <pc:sldMk cId="0" sldId="449"/>
            <ac:inkMk id="15" creationId="{195C9AE9-5C6E-48E8-8F93-949408E83DBF}"/>
          </ac:inkMkLst>
        </pc:inkChg>
        <pc:inkChg chg="add">
          <ac:chgData name="Md. Nahid Hasan" userId="S::nahid@vu.edu.bd::85ea5f9e-65d6-4031-b810-9415101f2e21" providerId="AD" clId="Web-{5C208D51-B65B-4CAB-D679-0218B5524231}" dt="2020-09-08T05:49:51.222" v="6"/>
          <ac:inkMkLst>
            <pc:docMk/>
            <pc:sldMk cId="0" sldId="449"/>
            <ac:inkMk id="16" creationId="{EE005C12-E831-470C-9A90-87D3D753228E}"/>
          </ac:inkMkLst>
        </pc:inkChg>
        <pc:inkChg chg="add">
          <ac:chgData name="Md. Nahid Hasan" userId="S::nahid@vu.edu.bd::85ea5f9e-65d6-4031-b810-9415101f2e21" providerId="AD" clId="Web-{5C208D51-B65B-4CAB-D679-0218B5524231}" dt="2020-09-08T05:49:52.207" v="7"/>
          <ac:inkMkLst>
            <pc:docMk/>
            <pc:sldMk cId="0" sldId="449"/>
            <ac:inkMk id="17" creationId="{CFA48212-A5FC-44D3-94DF-EBDE1F650793}"/>
          </ac:inkMkLst>
        </pc:inkChg>
        <pc:inkChg chg="add">
          <ac:chgData name="Md. Nahid Hasan" userId="S::nahid@vu.edu.bd::85ea5f9e-65d6-4031-b810-9415101f2e21" providerId="AD" clId="Web-{5C208D51-B65B-4CAB-D679-0218B5524231}" dt="2020-09-08T05:49:57.409" v="8"/>
          <ac:inkMkLst>
            <pc:docMk/>
            <pc:sldMk cId="0" sldId="449"/>
            <ac:inkMk id="18" creationId="{A7BF881C-0CA1-4E0A-B866-3C1EB542FBEE}"/>
          </ac:inkMkLst>
        </pc:inkChg>
        <pc:inkChg chg="add">
          <ac:chgData name="Md. Nahid Hasan" userId="S::nahid@vu.edu.bd::85ea5f9e-65d6-4031-b810-9415101f2e21" providerId="AD" clId="Web-{5C208D51-B65B-4CAB-D679-0218B5524231}" dt="2020-09-08T05:49:58.737" v="9"/>
          <ac:inkMkLst>
            <pc:docMk/>
            <pc:sldMk cId="0" sldId="449"/>
            <ac:inkMk id="19" creationId="{3F6A6257-A767-40DA-BB28-6DBEE04429AD}"/>
          </ac:inkMkLst>
        </pc:inkChg>
        <pc:inkChg chg="add">
          <ac:chgData name="Md. Nahid Hasan" userId="S::nahid@vu.edu.bd::85ea5f9e-65d6-4031-b810-9415101f2e21" providerId="AD" clId="Web-{5C208D51-B65B-4CAB-D679-0218B5524231}" dt="2020-09-08T05:50:00.784" v="10"/>
          <ac:inkMkLst>
            <pc:docMk/>
            <pc:sldMk cId="0" sldId="449"/>
            <ac:inkMk id="20" creationId="{FA51304C-E26C-41FE-9CC0-1C8BAE86F081}"/>
          </ac:inkMkLst>
        </pc:inkChg>
        <pc:inkChg chg="add">
          <ac:chgData name="Md. Nahid Hasan" userId="S::nahid@vu.edu.bd::85ea5f9e-65d6-4031-b810-9415101f2e21" providerId="AD" clId="Web-{5C208D51-B65B-4CAB-D679-0218B5524231}" dt="2020-09-08T05:50:13.768" v="11"/>
          <ac:inkMkLst>
            <pc:docMk/>
            <pc:sldMk cId="0" sldId="449"/>
            <ac:inkMk id="21" creationId="{FE52D220-1FB2-4E61-A46E-0833DADE7835}"/>
          </ac:inkMkLst>
        </pc:inkChg>
        <pc:inkChg chg="add">
          <ac:chgData name="Md. Nahid Hasan" userId="S::nahid@vu.edu.bd::85ea5f9e-65d6-4031-b810-9415101f2e21" providerId="AD" clId="Web-{5C208D51-B65B-4CAB-D679-0218B5524231}" dt="2020-09-08T05:50:22.315" v="12"/>
          <ac:inkMkLst>
            <pc:docMk/>
            <pc:sldMk cId="0" sldId="449"/>
            <ac:inkMk id="22" creationId="{98A26779-784D-403B-BF25-202EF6DEC8C3}"/>
          </ac:inkMkLst>
        </pc:inkChg>
        <pc:inkChg chg="add">
          <ac:chgData name="Md. Nahid Hasan" userId="S::nahid@vu.edu.bd::85ea5f9e-65d6-4031-b810-9415101f2e21" providerId="AD" clId="Web-{5C208D51-B65B-4CAB-D679-0218B5524231}" dt="2020-09-08T05:50:27.175" v="13"/>
          <ac:inkMkLst>
            <pc:docMk/>
            <pc:sldMk cId="0" sldId="449"/>
            <ac:inkMk id="23" creationId="{39D20E98-6001-4592-A1CC-035E594DF09F}"/>
          </ac:inkMkLst>
        </pc:inkChg>
        <pc:inkChg chg="add del">
          <ac:chgData name="Md. Nahid Hasan" userId="S::nahid@vu.edu.bd::85ea5f9e-65d6-4031-b810-9415101f2e21" providerId="AD" clId="Web-{5C208D51-B65B-4CAB-D679-0218B5524231}" dt="2020-09-08T05:50:48.315" v="23"/>
          <ac:inkMkLst>
            <pc:docMk/>
            <pc:sldMk cId="0" sldId="449"/>
            <ac:inkMk id="24" creationId="{0B9C385C-680F-4C0D-8F91-FA4F9CB76D81}"/>
          </ac:inkMkLst>
        </pc:inkChg>
        <pc:inkChg chg="add del">
          <ac:chgData name="Md. Nahid Hasan" userId="S::nahid@vu.edu.bd::85ea5f9e-65d6-4031-b810-9415101f2e21" providerId="AD" clId="Web-{5C208D51-B65B-4CAB-D679-0218B5524231}" dt="2020-09-08T05:50:48.315" v="22"/>
          <ac:inkMkLst>
            <pc:docMk/>
            <pc:sldMk cId="0" sldId="449"/>
            <ac:inkMk id="25" creationId="{727F78A2-1BB6-4903-A2B6-FEBB8BA45AB2}"/>
          </ac:inkMkLst>
        </pc:inkChg>
        <pc:inkChg chg="add del">
          <ac:chgData name="Md. Nahid Hasan" userId="S::nahid@vu.edu.bd::85ea5f9e-65d6-4031-b810-9415101f2e21" providerId="AD" clId="Web-{5C208D51-B65B-4CAB-D679-0218B5524231}" dt="2020-09-08T05:50:48.315" v="21"/>
          <ac:inkMkLst>
            <pc:docMk/>
            <pc:sldMk cId="0" sldId="449"/>
            <ac:inkMk id="26" creationId="{50F6B5A9-6748-4910-901A-CBB7E426D4EE}"/>
          </ac:inkMkLst>
        </pc:inkChg>
        <pc:inkChg chg="add del">
          <ac:chgData name="Md. Nahid Hasan" userId="S::nahid@vu.edu.bd::85ea5f9e-65d6-4031-b810-9415101f2e21" providerId="AD" clId="Web-{5C208D51-B65B-4CAB-D679-0218B5524231}" dt="2020-09-08T05:50:48.315" v="20"/>
          <ac:inkMkLst>
            <pc:docMk/>
            <pc:sldMk cId="0" sldId="449"/>
            <ac:inkMk id="27" creationId="{D7A56109-5FBC-43A7-88F8-33207B9D2970}"/>
          </ac:inkMkLst>
        </pc:inkChg>
        <pc:inkChg chg="add del">
          <ac:chgData name="Md. Nahid Hasan" userId="S::nahid@vu.edu.bd::85ea5f9e-65d6-4031-b810-9415101f2e21" providerId="AD" clId="Web-{5C208D51-B65B-4CAB-D679-0218B5524231}" dt="2020-09-08T05:50:48.315" v="19"/>
          <ac:inkMkLst>
            <pc:docMk/>
            <pc:sldMk cId="0" sldId="449"/>
            <ac:inkMk id="28" creationId="{8B46DE02-7022-4209-A530-BA2BDB8EA58D}"/>
          </ac:inkMkLst>
        </pc:inkChg>
        <pc:inkChg chg="add">
          <ac:chgData name="Md. Nahid Hasan" userId="S::nahid@vu.edu.bd::85ea5f9e-65d6-4031-b810-9415101f2e21" providerId="AD" clId="Web-{5C208D51-B65B-4CAB-D679-0218B5524231}" dt="2020-09-08T05:50:52.472" v="24"/>
          <ac:inkMkLst>
            <pc:docMk/>
            <pc:sldMk cId="0" sldId="449"/>
            <ac:inkMk id="29" creationId="{D3E4AFB9-2A40-422F-AF11-BB306821EE7B}"/>
          </ac:inkMkLst>
        </pc:inkChg>
        <pc:inkChg chg="add">
          <ac:chgData name="Md. Nahid Hasan" userId="S::nahid@vu.edu.bd::85ea5f9e-65d6-4031-b810-9415101f2e21" providerId="AD" clId="Web-{5C208D51-B65B-4CAB-D679-0218B5524231}" dt="2020-09-08T05:50:53.315" v="25"/>
          <ac:inkMkLst>
            <pc:docMk/>
            <pc:sldMk cId="0" sldId="449"/>
            <ac:inkMk id="30" creationId="{9F093CE1-7351-489A-B617-660637F9E584}"/>
          </ac:inkMkLst>
        </pc:inkChg>
        <pc:inkChg chg="add">
          <ac:chgData name="Md. Nahid Hasan" userId="S::nahid@vu.edu.bd::85ea5f9e-65d6-4031-b810-9415101f2e21" providerId="AD" clId="Web-{5C208D51-B65B-4CAB-D679-0218B5524231}" dt="2020-09-08T05:50:54.331" v="26"/>
          <ac:inkMkLst>
            <pc:docMk/>
            <pc:sldMk cId="0" sldId="449"/>
            <ac:inkMk id="31" creationId="{1CDBD3F9-7131-4CFB-94F9-A2222448A8F1}"/>
          </ac:inkMkLst>
        </pc:inkChg>
        <pc:inkChg chg="add">
          <ac:chgData name="Md. Nahid Hasan" userId="S::nahid@vu.edu.bd::85ea5f9e-65d6-4031-b810-9415101f2e21" providerId="AD" clId="Web-{5C208D51-B65B-4CAB-D679-0218B5524231}" dt="2020-09-08T05:50:56.315" v="27"/>
          <ac:inkMkLst>
            <pc:docMk/>
            <pc:sldMk cId="0" sldId="449"/>
            <ac:inkMk id="32" creationId="{F77660C1-B52C-46AA-B378-782AF62CAD00}"/>
          </ac:inkMkLst>
        </pc:inkChg>
        <pc:inkChg chg="add">
          <ac:chgData name="Md. Nahid Hasan" userId="S::nahid@vu.edu.bd::85ea5f9e-65d6-4031-b810-9415101f2e21" providerId="AD" clId="Web-{5C208D51-B65B-4CAB-D679-0218B5524231}" dt="2020-09-08T05:50:56.331" v="28"/>
          <ac:inkMkLst>
            <pc:docMk/>
            <pc:sldMk cId="0" sldId="449"/>
            <ac:inkMk id="33" creationId="{11B56483-6AF0-4E08-ADFD-BB20CB5D081D}"/>
          </ac:inkMkLst>
        </pc:inkChg>
        <pc:inkChg chg="add">
          <ac:chgData name="Md. Nahid Hasan" userId="S::nahid@vu.edu.bd::85ea5f9e-65d6-4031-b810-9415101f2e21" providerId="AD" clId="Web-{5C208D51-B65B-4CAB-D679-0218B5524231}" dt="2020-09-08T05:50:56.347" v="29"/>
          <ac:inkMkLst>
            <pc:docMk/>
            <pc:sldMk cId="0" sldId="449"/>
            <ac:inkMk id="34" creationId="{EC4B50CD-E005-45E2-AA3B-57AFC64EA666}"/>
          </ac:inkMkLst>
        </pc:inkChg>
        <pc:inkChg chg="add">
          <ac:chgData name="Md. Nahid Hasan" userId="S::nahid@vu.edu.bd::85ea5f9e-65d6-4031-b810-9415101f2e21" providerId="AD" clId="Web-{5C208D51-B65B-4CAB-D679-0218B5524231}" dt="2020-09-08T05:50:57.440" v="30"/>
          <ac:inkMkLst>
            <pc:docMk/>
            <pc:sldMk cId="0" sldId="449"/>
            <ac:inkMk id="35" creationId="{72869F25-1F6B-489E-992B-0932ED4722A5}"/>
          </ac:inkMkLst>
        </pc:inkChg>
        <pc:inkChg chg="add">
          <ac:chgData name="Md. Nahid Hasan" userId="S::nahid@vu.edu.bd::85ea5f9e-65d6-4031-b810-9415101f2e21" providerId="AD" clId="Web-{5C208D51-B65B-4CAB-D679-0218B5524231}" dt="2020-09-08T05:50:57.800" v="31"/>
          <ac:inkMkLst>
            <pc:docMk/>
            <pc:sldMk cId="0" sldId="449"/>
            <ac:inkMk id="36" creationId="{946B2AC0-AC6C-4467-859A-0A4FEB6D4724}"/>
          </ac:inkMkLst>
        </pc:inkChg>
        <pc:inkChg chg="add">
          <ac:chgData name="Md. Nahid Hasan" userId="S::nahid@vu.edu.bd::85ea5f9e-65d6-4031-b810-9415101f2e21" providerId="AD" clId="Web-{5C208D51-B65B-4CAB-D679-0218B5524231}" dt="2020-09-08T05:50:58.987" v="32"/>
          <ac:inkMkLst>
            <pc:docMk/>
            <pc:sldMk cId="0" sldId="449"/>
            <ac:inkMk id="37" creationId="{1C95FBF3-C7F8-4833-A0BA-FD43716285F1}"/>
          </ac:inkMkLst>
        </pc:inkChg>
        <pc:inkChg chg="add">
          <ac:chgData name="Md. Nahid Hasan" userId="S::nahid@vu.edu.bd::85ea5f9e-65d6-4031-b810-9415101f2e21" providerId="AD" clId="Web-{5C208D51-B65B-4CAB-D679-0218B5524231}" dt="2020-09-08T05:51:00.362" v="33"/>
          <ac:inkMkLst>
            <pc:docMk/>
            <pc:sldMk cId="0" sldId="449"/>
            <ac:inkMk id="38" creationId="{799B189F-6E43-4FA1-94C6-BFB16BDBA73A}"/>
          </ac:inkMkLst>
        </pc:inkChg>
        <pc:inkChg chg="add">
          <ac:chgData name="Md. Nahid Hasan" userId="S::nahid@vu.edu.bd::85ea5f9e-65d6-4031-b810-9415101f2e21" providerId="AD" clId="Web-{5C208D51-B65B-4CAB-D679-0218B5524231}" dt="2020-09-08T05:51:00.956" v="34"/>
          <ac:inkMkLst>
            <pc:docMk/>
            <pc:sldMk cId="0" sldId="449"/>
            <ac:inkMk id="39" creationId="{375D5BE9-17CA-4E1A-9581-4E0D8C8FC96E}"/>
          </ac:inkMkLst>
        </pc:inkChg>
        <pc:inkChg chg="add">
          <ac:chgData name="Md. Nahid Hasan" userId="S::nahid@vu.edu.bd::85ea5f9e-65d6-4031-b810-9415101f2e21" providerId="AD" clId="Web-{5C208D51-B65B-4CAB-D679-0218B5524231}" dt="2020-09-08T05:51:01.659" v="35"/>
          <ac:inkMkLst>
            <pc:docMk/>
            <pc:sldMk cId="0" sldId="449"/>
            <ac:inkMk id="40" creationId="{E7E17C15-491D-4B0A-8F2B-A83042EC9729}"/>
          </ac:inkMkLst>
        </pc:inkChg>
        <pc:inkChg chg="add">
          <ac:chgData name="Md. Nahid Hasan" userId="S::nahid@vu.edu.bd::85ea5f9e-65d6-4031-b810-9415101f2e21" providerId="AD" clId="Web-{5C208D51-B65B-4CAB-D679-0218B5524231}" dt="2020-09-08T05:51:02.690" v="36"/>
          <ac:inkMkLst>
            <pc:docMk/>
            <pc:sldMk cId="0" sldId="449"/>
            <ac:inkMk id="41" creationId="{AE1345C9-5A0D-4218-88D6-B8BCD9537BCF}"/>
          </ac:inkMkLst>
        </pc:inkChg>
        <pc:inkChg chg="add">
          <ac:chgData name="Md. Nahid Hasan" userId="S::nahid@vu.edu.bd::85ea5f9e-65d6-4031-b810-9415101f2e21" providerId="AD" clId="Web-{5C208D51-B65B-4CAB-D679-0218B5524231}" dt="2020-09-08T05:51:03.769" v="37"/>
          <ac:inkMkLst>
            <pc:docMk/>
            <pc:sldMk cId="0" sldId="449"/>
            <ac:inkMk id="42" creationId="{49A1339E-FD70-479F-992B-054D4BC52916}"/>
          </ac:inkMkLst>
        </pc:inkChg>
        <pc:inkChg chg="add">
          <ac:chgData name="Md. Nahid Hasan" userId="S::nahid@vu.edu.bd::85ea5f9e-65d6-4031-b810-9415101f2e21" providerId="AD" clId="Web-{5C208D51-B65B-4CAB-D679-0218B5524231}" dt="2020-09-08T05:51:04.784" v="38"/>
          <ac:inkMkLst>
            <pc:docMk/>
            <pc:sldMk cId="0" sldId="449"/>
            <ac:inkMk id="43" creationId="{DA04141F-C779-4A5A-8FFB-4D65BA1D1834}"/>
          </ac:inkMkLst>
        </pc:inkChg>
        <pc:inkChg chg="add">
          <ac:chgData name="Md. Nahid Hasan" userId="S::nahid@vu.edu.bd::85ea5f9e-65d6-4031-b810-9415101f2e21" providerId="AD" clId="Web-{5C208D51-B65B-4CAB-D679-0218B5524231}" dt="2020-09-08T05:51:05.847" v="39"/>
          <ac:inkMkLst>
            <pc:docMk/>
            <pc:sldMk cId="0" sldId="449"/>
            <ac:inkMk id="44" creationId="{13BBCE26-BFB4-4F67-8C69-5FA33E5CB577}"/>
          </ac:inkMkLst>
        </pc:inkChg>
        <pc:inkChg chg="add">
          <ac:chgData name="Md. Nahid Hasan" userId="S::nahid@vu.edu.bd::85ea5f9e-65d6-4031-b810-9415101f2e21" providerId="AD" clId="Web-{5C208D51-B65B-4CAB-D679-0218B5524231}" dt="2020-09-08T05:51:06.284" v="40"/>
          <ac:inkMkLst>
            <pc:docMk/>
            <pc:sldMk cId="0" sldId="449"/>
            <ac:inkMk id="45" creationId="{A83EFB0E-4E4E-4E09-BDCF-2EAA7430D16D}"/>
          </ac:inkMkLst>
        </pc:inkChg>
        <pc:inkChg chg="add">
          <ac:chgData name="Md. Nahid Hasan" userId="S::nahid@vu.edu.bd::85ea5f9e-65d6-4031-b810-9415101f2e21" providerId="AD" clId="Web-{5C208D51-B65B-4CAB-D679-0218B5524231}" dt="2020-09-08T05:51:07.159" v="41"/>
          <ac:inkMkLst>
            <pc:docMk/>
            <pc:sldMk cId="0" sldId="449"/>
            <ac:inkMk id="46" creationId="{82A32CD8-833E-4869-9515-EDCC38EE1D6F}"/>
          </ac:inkMkLst>
        </pc:inkChg>
        <pc:inkChg chg="add">
          <ac:chgData name="Md. Nahid Hasan" userId="S::nahid@vu.edu.bd::85ea5f9e-65d6-4031-b810-9415101f2e21" providerId="AD" clId="Web-{5C208D51-B65B-4CAB-D679-0218B5524231}" dt="2020-09-08T05:51:08.097" v="42"/>
          <ac:inkMkLst>
            <pc:docMk/>
            <pc:sldMk cId="0" sldId="449"/>
            <ac:inkMk id="47" creationId="{490806A8-DEAB-40C1-AF7E-3A91AB5F004B}"/>
          </ac:inkMkLst>
        </pc:inkChg>
        <pc:inkChg chg="add">
          <ac:chgData name="Md. Nahid Hasan" userId="S::nahid@vu.edu.bd::85ea5f9e-65d6-4031-b810-9415101f2e21" providerId="AD" clId="Web-{5C208D51-B65B-4CAB-D679-0218B5524231}" dt="2020-09-08T05:51:09.019" v="43"/>
          <ac:inkMkLst>
            <pc:docMk/>
            <pc:sldMk cId="0" sldId="449"/>
            <ac:inkMk id="48" creationId="{90DBC074-B82F-4E72-94A3-5255FBD5A76B}"/>
          </ac:inkMkLst>
        </pc:inkChg>
        <pc:inkChg chg="add">
          <ac:chgData name="Md. Nahid Hasan" userId="S::nahid@vu.edu.bd::85ea5f9e-65d6-4031-b810-9415101f2e21" providerId="AD" clId="Web-{5C208D51-B65B-4CAB-D679-0218B5524231}" dt="2020-09-08T05:51:10.581" v="44"/>
          <ac:inkMkLst>
            <pc:docMk/>
            <pc:sldMk cId="0" sldId="449"/>
            <ac:inkMk id="49" creationId="{7D014AE8-B238-4C4B-83EB-C78F6DD7BECF}"/>
          </ac:inkMkLst>
        </pc:inkChg>
        <pc:inkChg chg="add">
          <ac:chgData name="Md. Nahid Hasan" userId="S::nahid@vu.edu.bd::85ea5f9e-65d6-4031-b810-9415101f2e21" providerId="AD" clId="Web-{5C208D51-B65B-4CAB-D679-0218B5524231}" dt="2020-09-08T05:51:11.112" v="45"/>
          <ac:inkMkLst>
            <pc:docMk/>
            <pc:sldMk cId="0" sldId="449"/>
            <ac:inkMk id="50" creationId="{2DE8D7B5-4F6E-4FB3-8BC4-4D71CE99389C}"/>
          </ac:inkMkLst>
        </pc:inkChg>
        <pc:inkChg chg="add">
          <ac:chgData name="Md. Nahid Hasan" userId="S::nahid@vu.edu.bd::85ea5f9e-65d6-4031-b810-9415101f2e21" providerId="AD" clId="Web-{5C208D51-B65B-4CAB-D679-0218B5524231}" dt="2020-09-08T05:51:12.253" v="46"/>
          <ac:inkMkLst>
            <pc:docMk/>
            <pc:sldMk cId="0" sldId="449"/>
            <ac:inkMk id="51" creationId="{F8D6EDB2-C363-4BC0-BB3F-AF4F66DFC30C}"/>
          </ac:inkMkLst>
        </pc:inkChg>
        <pc:inkChg chg="add">
          <ac:chgData name="Md. Nahid Hasan" userId="S::nahid@vu.edu.bd::85ea5f9e-65d6-4031-b810-9415101f2e21" providerId="AD" clId="Web-{5C208D51-B65B-4CAB-D679-0218B5524231}" dt="2020-09-08T05:51:13.159" v="47"/>
          <ac:inkMkLst>
            <pc:docMk/>
            <pc:sldMk cId="0" sldId="449"/>
            <ac:inkMk id="52" creationId="{8C5F6EC8-CC72-4AAF-BBB0-152FF7D69AA3}"/>
          </ac:inkMkLst>
        </pc:inkChg>
        <pc:inkChg chg="add">
          <ac:chgData name="Md. Nahid Hasan" userId="S::nahid@vu.edu.bd::85ea5f9e-65d6-4031-b810-9415101f2e21" providerId="AD" clId="Web-{5C208D51-B65B-4CAB-D679-0218B5524231}" dt="2020-09-08T05:51:14.128" v="48"/>
          <ac:inkMkLst>
            <pc:docMk/>
            <pc:sldMk cId="0" sldId="449"/>
            <ac:inkMk id="53" creationId="{E33324A5-4A68-4FB1-A594-179AB9F37B6A}"/>
          </ac:inkMkLst>
        </pc:inkChg>
        <pc:inkChg chg="add">
          <ac:chgData name="Md. Nahid Hasan" userId="S::nahid@vu.edu.bd::85ea5f9e-65d6-4031-b810-9415101f2e21" providerId="AD" clId="Web-{5C208D51-B65B-4CAB-D679-0218B5524231}" dt="2020-09-08T05:51:15.753" v="49"/>
          <ac:inkMkLst>
            <pc:docMk/>
            <pc:sldMk cId="0" sldId="449"/>
            <ac:inkMk id="54" creationId="{31A7A68E-A219-4828-8512-394977A202CE}"/>
          </ac:inkMkLst>
        </pc:inkChg>
        <pc:inkChg chg="add">
          <ac:chgData name="Md. Nahid Hasan" userId="S::nahid@vu.edu.bd::85ea5f9e-65d6-4031-b810-9415101f2e21" providerId="AD" clId="Web-{5C208D51-B65B-4CAB-D679-0218B5524231}" dt="2020-09-08T05:51:20.831" v="50"/>
          <ac:inkMkLst>
            <pc:docMk/>
            <pc:sldMk cId="0" sldId="449"/>
            <ac:inkMk id="55" creationId="{C0F7DA23-C73B-4A65-A0C1-BA6B1166E45F}"/>
          </ac:inkMkLst>
        </pc:inkChg>
        <pc:inkChg chg="add">
          <ac:chgData name="Md. Nahid Hasan" userId="S::nahid@vu.edu.bd::85ea5f9e-65d6-4031-b810-9415101f2e21" providerId="AD" clId="Web-{5C208D51-B65B-4CAB-D679-0218B5524231}" dt="2020-09-08T05:51:27.800" v="51"/>
          <ac:inkMkLst>
            <pc:docMk/>
            <pc:sldMk cId="0" sldId="449"/>
            <ac:inkMk id="56" creationId="{3D51CC6B-9D1B-4B39-A427-91CBC926608A}"/>
          </ac:inkMkLst>
        </pc:inkChg>
        <pc:inkChg chg="add">
          <ac:chgData name="Md. Nahid Hasan" userId="S::nahid@vu.edu.bd::85ea5f9e-65d6-4031-b810-9415101f2e21" providerId="AD" clId="Web-{5C208D51-B65B-4CAB-D679-0218B5524231}" dt="2020-09-08T05:51:29.847" v="52"/>
          <ac:inkMkLst>
            <pc:docMk/>
            <pc:sldMk cId="0" sldId="449"/>
            <ac:inkMk id="57" creationId="{9520D7C8-FC3D-44F1-967C-76967E2C8248}"/>
          </ac:inkMkLst>
        </pc:inkChg>
        <pc:inkChg chg="add">
          <ac:chgData name="Md. Nahid Hasan" userId="S::nahid@vu.edu.bd::85ea5f9e-65d6-4031-b810-9415101f2e21" providerId="AD" clId="Web-{5C208D51-B65B-4CAB-D679-0218B5524231}" dt="2020-09-08T05:51:29.862" v="53"/>
          <ac:inkMkLst>
            <pc:docMk/>
            <pc:sldMk cId="0" sldId="449"/>
            <ac:inkMk id="58" creationId="{22C06B97-9D68-4023-9F43-F85C1115704C}"/>
          </ac:inkMkLst>
        </pc:inkChg>
        <pc:inkChg chg="add">
          <ac:chgData name="Md. Nahid Hasan" userId="S::nahid@vu.edu.bd::85ea5f9e-65d6-4031-b810-9415101f2e21" providerId="AD" clId="Web-{5C208D51-B65B-4CAB-D679-0218B5524231}" dt="2020-09-08T05:51:29.878" v="54"/>
          <ac:inkMkLst>
            <pc:docMk/>
            <pc:sldMk cId="0" sldId="449"/>
            <ac:inkMk id="59" creationId="{8C920EF1-7A48-4A12-901B-BD40B42B2EAF}"/>
          </ac:inkMkLst>
        </pc:inkChg>
        <pc:inkChg chg="add">
          <ac:chgData name="Md. Nahid Hasan" userId="S::nahid@vu.edu.bd::85ea5f9e-65d6-4031-b810-9415101f2e21" providerId="AD" clId="Web-{5C208D51-B65B-4CAB-D679-0218B5524231}" dt="2020-09-08T05:51:29.894" v="55"/>
          <ac:inkMkLst>
            <pc:docMk/>
            <pc:sldMk cId="0" sldId="449"/>
            <ac:inkMk id="60" creationId="{9D27C1F9-3B35-48F5-A6F0-1C42D57F34F8}"/>
          </ac:inkMkLst>
        </pc:inkChg>
        <pc:inkChg chg="add">
          <ac:chgData name="Md. Nahid Hasan" userId="S::nahid@vu.edu.bd::85ea5f9e-65d6-4031-b810-9415101f2e21" providerId="AD" clId="Web-{5C208D51-B65B-4CAB-D679-0218B5524231}" dt="2020-09-08T05:51:30.581" v="56"/>
          <ac:inkMkLst>
            <pc:docMk/>
            <pc:sldMk cId="0" sldId="449"/>
            <ac:inkMk id="61" creationId="{6004E969-A37A-46BD-93C2-5D5CAE84266F}"/>
          </ac:inkMkLst>
        </pc:inkChg>
        <pc:inkChg chg="add">
          <ac:chgData name="Md. Nahid Hasan" userId="S::nahid@vu.edu.bd::85ea5f9e-65d6-4031-b810-9415101f2e21" providerId="AD" clId="Web-{5C208D51-B65B-4CAB-D679-0218B5524231}" dt="2020-09-08T05:51:31.550" v="57"/>
          <ac:inkMkLst>
            <pc:docMk/>
            <pc:sldMk cId="0" sldId="449"/>
            <ac:inkMk id="62" creationId="{8D173EAF-C14F-493D-9CA5-64D26DA595FC}"/>
          </ac:inkMkLst>
        </pc:inkChg>
        <pc:inkChg chg="add">
          <ac:chgData name="Md. Nahid Hasan" userId="S::nahid@vu.edu.bd::85ea5f9e-65d6-4031-b810-9415101f2e21" providerId="AD" clId="Web-{5C208D51-B65B-4CAB-D679-0218B5524231}" dt="2020-09-08T05:51:31.566" v="58"/>
          <ac:inkMkLst>
            <pc:docMk/>
            <pc:sldMk cId="0" sldId="449"/>
            <ac:inkMk id="63" creationId="{724C8B7E-7BC8-4027-B1B5-84AC14737618}"/>
          </ac:inkMkLst>
        </pc:inkChg>
        <pc:inkChg chg="add">
          <ac:chgData name="Md. Nahid Hasan" userId="S::nahid@vu.edu.bd::85ea5f9e-65d6-4031-b810-9415101f2e21" providerId="AD" clId="Web-{5C208D51-B65B-4CAB-D679-0218B5524231}" dt="2020-09-08T05:51:32.800" v="59"/>
          <ac:inkMkLst>
            <pc:docMk/>
            <pc:sldMk cId="0" sldId="449"/>
            <ac:inkMk id="69632" creationId="{1DECF1A1-432F-4650-B45D-DEFBB4FABF36}"/>
          </ac:inkMkLst>
        </pc:inkChg>
        <pc:inkChg chg="add">
          <ac:chgData name="Md. Nahid Hasan" userId="S::nahid@vu.edu.bd::85ea5f9e-65d6-4031-b810-9415101f2e21" providerId="AD" clId="Web-{5C208D51-B65B-4CAB-D679-0218B5524231}" dt="2020-09-08T05:51:32.816" v="60"/>
          <ac:inkMkLst>
            <pc:docMk/>
            <pc:sldMk cId="0" sldId="449"/>
            <ac:inkMk id="69633" creationId="{FAD628EC-CEC1-4D1F-9AA5-14FBF3E877EA}"/>
          </ac:inkMkLst>
        </pc:inkChg>
        <pc:inkChg chg="add">
          <ac:chgData name="Md. Nahid Hasan" userId="S::nahid@vu.edu.bd::85ea5f9e-65d6-4031-b810-9415101f2e21" providerId="AD" clId="Web-{5C208D51-B65B-4CAB-D679-0218B5524231}" dt="2020-09-08T05:51:34.081" v="61"/>
          <ac:inkMkLst>
            <pc:docMk/>
            <pc:sldMk cId="0" sldId="449"/>
            <ac:inkMk id="69636" creationId="{841DF9BB-4CB8-4147-857A-8EF1DA3F7FA4}"/>
          </ac:inkMkLst>
        </pc:inkChg>
        <pc:inkChg chg="add">
          <ac:chgData name="Md. Nahid Hasan" userId="S::nahid@vu.edu.bd::85ea5f9e-65d6-4031-b810-9415101f2e21" providerId="AD" clId="Web-{5C208D51-B65B-4CAB-D679-0218B5524231}" dt="2020-09-08T05:51:35.534" v="62"/>
          <ac:inkMkLst>
            <pc:docMk/>
            <pc:sldMk cId="0" sldId="449"/>
            <ac:inkMk id="69637" creationId="{FB2DEEF2-DD5F-41B2-A1D2-11315FFCA5B5}"/>
          </ac:inkMkLst>
        </pc:inkChg>
        <pc:inkChg chg="add">
          <ac:chgData name="Md. Nahid Hasan" userId="S::nahid@vu.edu.bd::85ea5f9e-65d6-4031-b810-9415101f2e21" providerId="AD" clId="Web-{5C208D51-B65B-4CAB-D679-0218B5524231}" dt="2020-09-08T05:51:35.566" v="63"/>
          <ac:inkMkLst>
            <pc:docMk/>
            <pc:sldMk cId="0" sldId="449"/>
            <ac:inkMk id="69638" creationId="{733A9DA0-610B-418C-BDF7-F42FCC90858D}"/>
          </ac:inkMkLst>
        </pc:inkChg>
        <pc:inkChg chg="add">
          <ac:chgData name="Md. Nahid Hasan" userId="S::nahid@vu.edu.bd::85ea5f9e-65d6-4031-b810-9415101f2e21" providerId="AD" clId="Web-{5C208D51-B65B-4CAB-D679-0218B5524231}" dt="2020-09-08T05:51:35.581" v="64"/>
          <ac:inkMkLst>
            <pc:docMk/>
            <pc:sldMk cId="0" sldId="449"/>
            <ac:inkMk id="69639" creationId="{2C8112C7-6498-4A52-9F5F-BCCA43F83436}"/>
          </ac:inkMkLst>
        </pc:inkChg>
        <pc:inkChg chg="add">
          <ac:chgData name="Md. Nahid Hasan" userId="S::nahid@vu.edu.bd::85ea5f9e-65d6-4031-b810-9415101f2e21" providerId="AD" clId="Web-{5C208D51-B65B-4CAB-D679-0218B5524231}" dt="2020-09-08T05:51:37.753" v="65"/>
          <ac:inkMkLst>
            <pc:docMk/>
            <pc:sldMk cId="0" sldId="449"/>
            <ac:inkMk id="69640" creationId="{879F0AB7-3D42-4043-A0DA-3BB01D4E526E}"/>
          </ac:inkMkLst>
        </pc:inkChg>
        <pc:inkChg chg="add">
          <ac:chgData name="Md. Nahid Hasan" userId="S::nahid@vu.edu.bd::85ea5f9e-65d6-4031-b810-9415101f2e21" providerId="AD" clId="Web-{5C208D51-B65B-4CAB-D679-0218B5524231}" dt="2020-09-08T05:51:39.925" v="66"/>
          <ac:inkMkLst>
            <pc:docMk/>
            <pc:sldMk cId="0" sldId="449"/>
            <ac:inkMk id="69641" creationId="{32A93A03-F8CB-4941-BC8C-791C1AA29880}"/>
          </ac:inkMkLst>
        </pc:inkChg>
        <pc:inkChg chg="add">
          <ac:chgData name="Md. Nahid Hasan" userId="S::nahid@vu.edu.bd::85ea5f9e-65d6-4031-b810-9415101f2e21" providerId="AD" clId="Web-{5C208D51-B65B-4CAB-D679-0218B5524231}" dt="2020-09-08T05:51:39.941" v="67"/>
          <ac:inkMkLst>
            <pc:docMk/>
            <pc:sldMk cId="0" sldId="449"/>
            <ac:inkMk id="69642" creationId="{2A1C6CA5-71E2-45FB-82CB-2372B089F579}"/>
          </ac:inkMkLst>
        </pc:inkChg>
        <pc:inkChg chg="add">
          <ac:chgData name="Md. Nahid Hasan" userId="S::nahid@vu.edu.bd::85ea5f9e-65d6-4031-b810-9415101f2e21" providerId="AD" clId="Web-{5C208D51-B65B-4CAB-D679-0218B5524231}" dt="2020-09-08T05:51:39.956" v="68"/>
          <ac:inkMkLst>
            <pc:docMk/>
            <pc:sldMk cId="0" sldId="449"/>
            <ac:inkMk id="69643" creationId="{167189C7-E6DF-485C-8ECD-09A96A3D8D11}"/>
          </ac:inkMkLst>
        </pc:inkChg>
        <pc:inkChg chg="add">
          <ac:chgData name="Md. Nahid Hasan" userId="S::nahid@vu.edu.bd::85ea5f9e-65d6-4031-b810-9415101f2e21" providerId="AD" clId="Web-{5C208D51-B65B-4CAB-D679-0218B5524231}" dt="2020-09-08T05:51:40.675" v="69"/>
          <ac:inkMkLst>
            <pc:docMk/>
            <pc:sldMk cId="0" sldId="449"/>
            <ac:inkMk id="69644" creationId="{29C7122E-DFCD-4B32-A925-7A59DEBF9DF5}"/>
          </ac:inkMkLst>
        </pc:inkChg>
        <pc:inkChg chg="add">
          <ac:chgData name="Md. Nahid Hasan" userId="S::nahid@vu.edu.bd::85ea5f9e-65d6-4031-b810-9415101f2e21" providerId="AD" clId="Web-{5C208D51-B65B-4CAB-D679-0218B5524231}" dt="2020-09-08T05:51:41.066" v="70"/>
          <ac:inkMkLst>
            <pc:docMk/>
            <pc:sldMk cId="0" sldId="449"/>
            <ac:inkMk id="69645" creationId="{89D97C44-BEDE-4A3C-BDA3-C12AEAE2113A}"/>
          </ac:inkMkLst>
        </pc:inkChg>
        <pc:inkChg chg="add">
          <ac:chgData name="Md. Nahid Hasan" userId="S::nahid@vu.edu.bd::85ea5f9e-65d6-4031-b810-9415101f2e21" providerId="AD" clId="Web-{5C208D51-B65B-4CAB-D679-0218B5524231}" dt="2020-09-08T05:51:41.941" v="71"/>
          <ac:inkMkLst>
            <pc:docMk/>
            <pc:sldMk cId="0" sldId="449"/>
            <ac:inkMk id="69646" creationId="{F5D88AFA-1E59-4A67-8AE1-2275EDF3AA18}"/>
          </ac:inkMkLst>
        </pc:inkChg>
        <pc:inkChg chg="add">
          <ac:chgData name="Md. Nahid Hasan" userId="S::nahid@vu.edu.bd::85ea5f9e-65d6-4031-b810-9415101f2e21" providerId="AD" clId="Web-{5C208D51-B65B-4CAB-D679-0218B5524231}" dt="2020-09-08T05:51:43.347" v="72"/>
          <ac:inkMkLst>
            <pc:docMk/>
            <pc:sldMk cId="0" sldId="449"/>
            <ac:inkMk id="69647" creationId="{D69FA9D0-48ED-431F-A6ED-2BF420399731}"/>
          </ac:inkMkLst>
        </pc:inkChg>
        <pc:inkChg chg="add">
          <ac:chgData name="Md. Nahid Hasan" userId="S::nahid@vu.edu.bd::85ea5f9e-65d6-4031-b810-9415101f2e21" providerId="AD" clId="Web-{5C208D51-B65B-4CAB-D679-0218B5524231}" dt="2020-09-08T05:51:44.628" v="73"/>
          <ac:inkMkLst>
            <pc:docMk/>
            <pc:sldMk cId="0" sldId="449"/>
            <ac:inkMk id="69648" creationId="{1224B2DD-907D-4D14-9B38-77B5EF568A65}"/>
          </ac:inkMkLst>
        </pc:inkChg>
        <pc:inkChg chg="add">
          <ac:chgData name="Md. Nahid Hasan" userId="S::nahid@vu.edu.bd::85ea5f9e-65d6-4031-b810-9415101f2e21" providerId="AD" clId="Web-{5C208D51-B65B-4CAB-D679-0218B5524231}" dt="2020-09-08T05:51:44.644" v="74"/>
          <ac:inkMkLst>
            <pc:docMk/>
            <pc:sldMk cId="0" sldId="449"/>
            <ac:inkMk id="69649" creationId="{6BF677C1-070B-4953-A577-EA6C645A73A9}"/>
          </ac:inkMkLst>
        </pc:inkChg>
        <pc:inkChg chg="add">
          <ac:chgData name="Md. Nahid Hasan" userId="S::nahid@vu.edu.bd::85ea5f9e-65d6-4031-b810-9415101f2e21" providerId="AD" clId="Web-{5C208D51-B65B-4CAB-D679-0218B5524231}" dt="2020-09-08T05:51:45.628" v="75"/>
          <ac:inkMkLst>
            <pc:docMk/>
            <pc:sldMk cId="0" sldId="449"/>
            <ac:inkMk id="69650" creationId="{B9F9E547-1D75-48DB-997B-FF0D4172A2D8}"/>
          </ac:inkMkLst>
        </pc:inkChg>
        <pc:inkChg chg="add">
          <ac:chgData name="Md. Nahid Hasan" userId="S::nahid@vu.edu.bd::85ea5f9e-65d6-4031-b810-9415101f2e21" providerId="AD" clId="Web-{5C208D51-B65B-4CAB-D679-0218B5524231}" dt="2020-09-08T05:51:46.862" v="76"/>
          <ac:inkMkLst>
            <pc:docMk/>
            <pc:sldMk cId="0" sldId="449"/>
            <ac:inkMk id="69651" creationId="{2CFD06F4-C079-4ADE-8F15-18CEEB96DAFE}"/>
          </ac:inkMkLst>
        </pc:inkChg>
        <pc:inkChg chg="add">
          <ac:chgData name="Md. Nahid Hasan" userId="S::nahid@vu.edu.bd::85ea5f9e-65d6-4031-b810-9415101f2e21" providerId="AD" clId="Web-{5C208D51-B65B-4CAB-D679-0218B5524231}" dt="2020-09-08T05:51:48.425" v="77"/>
          <ac:inkMkLst>
            <pc:docMk/>
            <pc:sldMk cId="0" sldId="449"/>
            <ac:inkMk id="69652" creationId="{19405845-E1F7-4538-9CD7-449ECC39F1EB}"/>
          </ac:inkMkLst>
        </pc:inkChg>
        <pc:inkChg chg="add">
          <ac:chgData name="Md. Nahid Hasan" userId="S::nahid@vu.edu.bd::85ea5f9e-65d6-4031-b810-9415101f2e21" providerId="AD" clId="Web-{5C208D51-B65B-4CAB-D679-0218B5524231}" dt="2020-09-08T05:51:57.675" v="78"/>
          <ac:inkMkLst>
            <pc:docMk/>
            <pc:sldMk cId="0" sldId="449"/>
            <ac:inkMk id="69653" creationId="{D3A60B16-307D-45BA-92FB-0A1706AC0CD1}"/>
          </ac:inkMkLst>
        </pc:inkChg>
        <pc:inkChg chg="add">
          <ac:chgData name="Md. Nahid Hasan" userId="S::nahid@vu.edu.bd::85ea5f9e-65d6-4031-b810-9415101f2e21" providerId="AD" clId="Web-{5C208D51-B65B-4CAB-D679-0218B5524231}" dt="2020-09-08T05:51:58.816" v="79"/>
          <ac:inkMkLst>
            <pc:docMk/>
            <pc:sldMk cId="0" sldId="449"/>
            <ac:inkMk id="69654" creationId="{760233E1-8B87-412A-80E5-194E4B18E3A4}"/>
          </ac:inkMkLst>
        </pc:inkChg>
        <pc:inkChg chg="add">
          <ac:chgData name="Md. Nahid Hasan" userId="S::nahid@vu.edu.bd::85ea5f9e-65d6-4031-b810-9415101f2e21" providerId="AD" clId="Web-{5C208D51-B65B-4CAB-D679-0218B5524231}" dt="2020-09-08T05:52:04.269" v="80"/>
          <ac:inkMkLst>
            <pc:docMk/>
            <pc:sldMk cId="0" sldId="449"/>
            <ac:inkMk id="69655" creationId="{B16F985F-81D8-4B96-BEFC-047D1F431349}"/>
          </ac:inkMkLst>
        </pc:inkChg>
        <pc:inkChg chg="add">
          <ac:chgData name="Md. Nahid Hasan" userId="S::nahid@vu.edu.bd::85ea5f9e-65d6-4031-b810-9415101f2e21" providerId="AD" clId="Web-{5C208D51-B65B-4CAB-D679-0218B5524231}" dt="2020-09-08T05:52:05.769" v="81"/>
          <ac:inkMkLst>
            <pc:docMk/>
            <pc:sldMk cId="0" sldId="449"/>
            <ac:inkMk id="69656" creationId="{C2F54E17-3C8C-4F07-8AA1-F3BA9719CB75}"/>
          </ac:inkMkLst>
        </pc:inkChg>
        <pc:inkChg chg="add">
          <ac:chgData name="Md. Nahid Hasan" userId="S::nahid@vu.edu.bd::85ea5f9e-65d6-4031-b810-9415101f2e21" providerId="AD" clId="Web-{5C208D51-B65B-4CAB-D679-0218B5524231}" dt="2020-09-08T05:52:36.144" v="82"/>
          <ac:inkMkLst>
            <pc:docMk/>
            <pc:sldMk cId="0" sldId="449"/>
            <ac:inkMk id="69657" creationId="{9B7415DE-49EC-421A-9961-6EF1A2011054}"/>
          </ac:inkMkLst>
        </pc:inkChg>
        <pc:inkChg chg="add">
          <ac:chgData name="Md. Nahid Hasan" userId="S::nahid@vu.edu.bd::85ea5f9e-65d6-4031-b810-9415101f2e21" providerId="AD" clId="Web-{5C208D51-B65B-4CAB-D679-0218B5524231}" dt="2020-09-08T05:52:37.316" v="83"/>
          <ac:inkMkLst>
            <pc:docMk/>
            <pc:sldMk cId="0" sldId="449"/>
            <ac:inkMk id="69658" creationId="{3684563B-E5CC-4562-8ED4-B22EEF0340CA}"/>
          </ac:inkMkLst>
        </pc:inkChg>
        <pc:inkChg chg="add">
          <ac:chgData name="Md. Nahid Hasan" userId="S::nahid@vu.edu.bd::85ea5f9e-65d6-4031-b810-9415101f2e21" providerId="AD" clId="Web-{5C208D51-B65B-4CAB-D679-0218B5524231}" dt="2020-09-08T05:52:40.628" v="84"/>
          <ac:inkMkLst>
            <pc:docMk/>
            <pc:sldMk cId="0" sldId="449"/>
            <ac:inkMk id="69659" creationId="{5436F2D0-9AED-4948-AECC-53A3CC2E6525}"/>
          </ac:inkMkLst>
        </pc:inkChg>
        <pc:inkChg chg="add">
          <ac:chgData name="Md. Nahid Hasan" userId="S::nahid@vu.edu.bd::85ea5f9e-65d6-4031-b810-9415101f2e21" providerId="AD" clId="Web-{5C208D51-B65B-4CAB-D679-0218B5524231}" dt="2020-09-08T05:52:42.456" v="85"/>
          <ac:inkMkLst>
            <pc:docMk/>
            <pc:sldMk cId="0" sldId="449"/>
            <ac:inkMk id="69660" creationId="{76B8DF19-E754-4647-AE84-BF5ED71AA04D}"/>
          </ac:inkMkLst>
        </pc:inkChg>
        <pc:inkChg chg="add">
          <ac:chgData name="Md. Nahid Hasan" userId="S::nahid@vu.edu.bd::85ea5f9e-65d6-4031-b810-9415101f2e21" providerId="AD" clId="Web-{5C208D51-B65B-4CAB-D679-0218B5524231}" dt="2020-09-08T05:52:43.519" v="86"/>
          <ac:inkMkLst>
            <pc:docMk/>
            <pc:sldMk cId="0" sldId="449"/>
            <ac:inkMk id="69661" creationId="{DCF28340-1C07-454A-A350-605920B0A69F}"/>
          </ac:inkMkLst>
        </pc:inkChg>
        <pc:inkChg chg="add">
          <ac:chgData name="Md. Nahid Hasan" userId="S::nahid@vu.edu.bd::85ea5f9e-65d6-4031-b810-9415101f2e21" providerId="AD" clId="Web-{5C208D51-B65B-4CAB-D679-0218B5524231}" dt="2020-09-08T05:52:44.331" v="87"/>
          <ac:inkMkLst>
            <pc:docMk/>
            <pc:sldMk cId="0" sldId="449"/>
            <ac:inkMk id="69662" creationId="{6D668607-F0A6-4513-A094-67EBBD42E1B9}"/>
          </ac:inkMkLst>
        </pc:inkChg>
        <pc:inkChg chg="add">
          <ac:chgData name="Md. Nahid Hasan" userId="S::nahid@vu.edu.bd::85ea5f9e-65d6-4031-b810-9415101f2e21" providerId="AD" clId="Web-{5C208D51-B65B-4CAB-D679-0218B5524231}" dt="2020-09-08T05:52:46.785" v="88"/>
          <ac:inkMkLst>
            <pc:docMk/>
            <pc:sldMk cId="0" sldId="449"/>
            <ac:inkMk id="69663" creationId="{E555F1A6-E967-4785-888A-D53428B2F4A1}"/>
          </ac:inkMkLst>
        </pc:inkChg>
        <pc:inkChg chg="add">
          <ac:chgData name="Md. Nahid Hasan" userId="S::nahid@vu.edu.bd::85ea5f9e-65d6-4031-b810-9415101f2e21" providerId="AD" clId="Web-{5C208D51-B65B-4CAB-D679-0218B5524231}" dt="2020-09-08T05:52:53.550" v="89"/>
          <ac:inkMkLst>
            <pc:docMk/>
            <pc:sldMk cId="0" sldId="449"/>
            <ac:inkMk id="69664" creationId="{DD204501-AA74-4500-9E3A-C08DFBE88A50}"/>
          </ac:inkMkLst>
        </pc:inkChg>
        <pc:inkChg chg="add">
          <ac:chgData name="Md. Nahid Hasan" userId="S::nahid@vu.edu.bd::85ea5f9e-65d6-4031-b810-9415101f2e21" providerId="AD" clId="Web-{5C208D51-B65B-4CAB-D679-0218B5524231}" dt="2020-09-08T05:52:53.597" v="90"/>
          <ac:inkMkLst>
            <pc:docMk/>
            <pc:sldMk cId="0" sldId="449"/>
            <ac:inkMk id="69665" creationId="{07D68869-2E40-45E4-B242-F2656CAB4ED0}"/>
          </ac:inkMkLst>
        </pc:inkChg>
        <pc:inkChg chg="add">
          <ac:chgData name="Md. Nahid Hasan" userId="S::nahid@vu.edu.bd::85ea5f9e-65d6-4031-b810-9415101f2e21" providerId="AD" clId="Web-{5C208D51-B65B-4CAB-D679-0218B5524231}" dt="2020-09-08T05:52:53.659" v="91"/>
          <ac:inkMkLst>
            <pc:docMk/>
            <pc:sldMk cId="0" sldId="449"/>
            <ac:inkMk id="69666" creationId="{BE2D5BBB-AA83-460D-ABA2-4F3F74F37766}"/>
          </ac:inkMkLst>
        </pc:inkChg>
        <pc:inkChg chg="add del">
          <ac:chgData name="Md. Nahid Hasan" userId="S::nahid@vu.edu.bd::85ea5f9e-65d6-4031-b810-9415101f2e21" providerId="AD" clId="Web-{5C208D51-B65B-4CAB-D679-0218B5524231}" dt="2020-09-08T05:52:54.722" v="95"/>
          <ac:inkMkLst>
            <pc:docMk/>
            <pc:sldMk cId="0" sldId="449"/>
            <ac:inkMk id="69667" creationId="{B1D67296-A095-4325-9D38-3015F145D06B}"/>
          </ac:inkMkLst>
        </pc:inkChg>
        <pc:inkChg chg="add del">
          <ac:chgData name="Md. Nahid Hasan" userId="S::nahid@vu.edu.bd::85ea5f9e-65d6-4031-b810-9415101f2e21" providerId="AD" clId="Web-{5C208D51-B65B-4CAB-D679-0218B5524231}" dt="2020-09-08T05:52:54.722" v="94"/>
          <ac:inkMkLst>
            <pc:docMk/>
            <pc:sldMk cId="0" sldId="449"/>
            <ac:inkMk id="69668" creationId="{B2E123C5-2652-43E1-BA96-992A80AD5D5A}"/>
          </ac:inkMkLst>
        </pc:inkChg>
        <pc:inkChg chg="add">
          <ac:chgData name="Md. Nahid Hasan" userId="S::nahid@vu.edu.bd::85ea5f9e-65d6-4031-b810-9415101f2e21" providerId="AD" clId="Web-{5C208D51-B65B-4CAB-D679-0218B5524231}" dt="2020-09-08T05:53:19.582" v="96"/>
          <ac:inkMkLst>
            <pc:docMk/>
            <pc:sldMk cId="0" sldId="449"/>
            <ac:inkMk id="69669" creationId="{69F2EE8B-1508-4DC8-B811-88F2F7DF2D91}"/>
          </ac:inkMkLst>
        </pc:inkChg>
        <pc:inkChg chg="add">
          <ac:chgData name="Md. Nahid Hasan" userId="S::nahid@vu.edu.bd::85ea5f9e-65d6-4031-b810-9415101f2e21" providerId="AD" clId="Web-{5C208D51-B65B-4CAB-D679-0218B5524231}" dt="2020-09-08T05:53:20.800" v="97"/>
          <ac:inkMkLst>
            <pc:docMk/>
            <pc:sldMk cId="0" sldId="449"/>
            <ac:inkMk id="69670" creationId="{58A980B2-C9AB-40EE-8440-6F9CAF2A37A1}"/>
          </ac:inkMkLst>
        </pc:inkChg>
        <pc:inkChg chg="add">
          <ac:chgData name="Md. Nahid Hasan" userId="S::nahid@vu.edu.bd::85ea5f9e-65d6-4031-b810-9415101f2e21" providerId="AD" clId="Web-{5C208D51-B65B-4CAB-D679-0218B5524231}" dt="2020-09-08T05:53:22.222" v="98"/>
          <ac:inkMkLst>
            <pc:docMk/>
            <pc:sldMk cId="0" sldId="449"/>
            <ac:inkMk id="69671" creationId="{6C05E36E-B061-45B3-BBCA-A31B24E7553A}"/>
          </ac:inkMkLst>
        </pc:inkChg>
        <pc:inkChg chg="add">
          <ac:chgData name="Md. Nahid Hasan" userId="S::nahid@vu.edu.bd::85ea5f9e-65d6-4031-b810-9415101f2e21" providerId="AD" clId="Web-{5C208D51-B65B-4CAB-D679-0218B5524231}" dt="2020-09-08T05:53:22.831" v="99"/>
          <ac:inkMkLst>
            <pc:docMk/>
            <pc:sldMk cId="0" sldId="449"/>
            <ac:inkMk id="69672" creationId="{6E18EFAD-441A-4829-A919-229B826199EE}"/>
          </ac:inkMkLst>
        </pc:inkChg>
        <pc:inkChg chg="add">
          <ac:chgData name="Md. Nahid Hasan" userId="S::nahid@vu.edu.bd::85ea5f9e-65d6-4031-b810-9415101f2e21" providerId="AD" clId="Web-{5C208D51-B65B-4CAB-D679-0218B5524231}" dt="2020-09-08T05:53:27.082" v="100"/>
          <ac:inkMkLst>
            <pc:docMk/>
            <pc:sldMk cId="0" sldId="449"/>
            <ac:inkMk id="69673" creationId="{44BF4EF0-555A-4D76-AF6F-FDBCF025DF73}"/>
          </ac:inkMkLst>
        </pc:inkChg>
        <pc:inkChg chg="add">
          <ac:chgData name="Md. Nahid Hasan" userId="S::nahid@vu.edu.bd::85ea5f9e-65d6-4031-b810-9415101f2e21" providerId="AD" clId="Web-{5C208D51-B65B-4CAB-D679-0218B5524231}" dt="2020-09-08T05:53:34.613" v="101"/>
          <ac:inkMkLst>
            <pc:docMk/>
            <pc:sldMk cId="0" sldId="449"/>
            <ac:inkMk id="69674" creationId="{B5E6EBF9-A635-44FD-9FF0-66767BB8CABF}"/>
          </ac:inkMkLst>
        </pc:inkChg>
        <pc:inkChg chg="add">
          <ac:chgData name="Md. Nahid Hasan" userId="S::nahid@vu.edu.bd::85ea5f9e-65d6-4031-b810-9415101f2e21" providerId="AD" clId="Web-{5C208D51-B65B-4CAB-D679-0218B5524231}" dt="2020-09-08T05:53:36.081" v="102"/>
          <ac:inkMkLst>
            <pc:docMk/>
            <pc:sldMk cId="0" sldId="449"/>
            <ac:inkMk id="69675" creationId="{973531A3-C1B6-4545-A5AB-B02BE0E83127}"/>
          </ac:inkMkLst>
        </pc:inkChg>
        <pc:inkChg chg="add">
          <ac:chgData name="Md. Nahid Hasan" userId="S::nahid@vu.edu.bd::85ea5f9e-65d6-4031-b810-9415101f2e21" providerId="AD" clId="Web-{5C208D51-B65B-4CAB-D679-0218B5524231}" dt="2020-09-08T05:53:41.097" v="103"/>
          <ac:inkMkLst>
            <pc:docMk/>
            <pc:sldMk cId="0" sldId="449"/>
            <ac:inkMk id="69676" creationId="{A1AC1826-E681-4743-981F-B8C98872F245}"/>
          </ac:inkMkLst>
        </pc:inkChg>
        <pc:inkChg chg="add">
          <ac:chgData name="Md. Nahid Hasan" userId="S::nahid@vu.edu.bd::85ea5f9e-65d6-4031-b810-9415101f2e21" providerId="AD" clId="Web-{5C208D51-B65B-4CAB-D679-0218B5524231}" dt="2020-09-08T05:53:42.816" v="104"/>
          <ac:inkMkLst>
            <pc:docMk/>
            <pc:sldMk cId="0" sldId="449"/>
            <ac:inkMk id="69677" creationId="{F8B47E3D-873D-4C42-8097-0A6BBC4465EB}"/>
          </ac:inkMkLst>
        </pc:inkChg>
        <pc:inkChg chg="add">
          <ac:chgData name="Md. Nahid Hasan" userId="S::nahid@vu.edu.bd::85ea5f9e-65d6-4031-b810-9415101f2e21" providerId="AD" clId="Web-{5C208D51-B65B-4CAB-D679-0218B5524231}" dt="2020-09-08T05:53:42.832" v="105"/>
          <ac:inkMkLst>
            <pc:docMk/>
            <pc:sldMk cId="0" sldId="449"/>
            <ac:inkMk id="69678" creationId="{F82FA7EE-435B-4C2A-A097-BD6DA261D54F}"/>
          </ac:inkMkLst>
        </pc:inkChg>
        <pc:inkChg chg="add">
          <ac:chgData name="Md. Nahid Hasan" userId="S::nahid@vu.edu.bd::85ea5f9e-65d6-4031-b810-9415101f2e21" providerId="AD" clId="Web-{5C208D51-B65B-4CAB-D679-0218B5524231}" dt="2020-09-08T05:53:43.660" v="106"/>
          <ac:inkMkLst>
            <pc:docMk/>
            <pc:sldMk cId="0" sldId="449"/>
            <ac:inkMk id="69679" creationId="{E74CA688-3917-4791-AA67-0A735BCE5CB1}"/>
          </ac:inkMkLst>
        </pc:inkChg>
        <pc:inkChg chg="add">
          <ac:chgData name="Md. Nahid Hasan" userId="S::nahid@vu.edu.bd::85ea5f9e-65d6-4031-b810-9415101f2e21" providerId="AD" clId="Web-{5C208D51-B65B-4CAB-D679-0218B5524231}" dt="2020-09-08T05:53:44.488" v="107"/>
          <ac:inkMkLst>
            <pc:docMk/>
            <pc:sldMk cId="0" sldId="449"/>
            <ac:inkMk id="69680" creationId="{FD547AD1-8BCB-483F-A1EE-4BCFC6CB5248}"/>
          </ac:inkMkLst>
        </pc:inkChg>
        <pc:inkChg chg="add">
          <ac:chgData name="Md. Nahid Hasan" userId="S::nahid@vu.edu.bd::85ea5f9e-65d6-4031-b810-9415101f2e21" providerId="AD" clId="Web-{5C208D51-B65B-4CAB-D679-0218B5524231}" dt="2020-09-08T05:53:45.003" v="108"/>
          <ac:inkMkLst>
            <pc:docMk/>
            <pc:sldMk cId="0" sldId="449"/>
            <ac:inkMk id="69681" creationId="{C971B38C-FD95-4D30-8454-FF41BD537149}"/>
          </ac:inkMkLst>
        </pc:inkChg>
        <pc:inkChg chg="add">
          <ac:chgData name="Md. Nahid Hasan" userId="S::nahid@vu.edu.bd::85ea5f9e-65d6-4031-b810-9415101f2e21" providerId="AD" clId="Web-{5C208D51-B65B-4CAB-D679-0218B5524231}" dt="2020-09-08T05:53:46.019" v="109"/>
          <ac:inkMkLst>
            <pc:docMk/>
            <pc:sldMk cId="0" sldId="449"/>
            <ac:inkMk id="69682" creationId="{22CC3DB2-00AB-4805-8A0C-C04EBE47B214}"/>
          </ac:inkMkLst>
        </pc:inkChg>
        <pc:inkChg chg="add">
          <ac:chgData name="Md. Nahid Hasan" userId="S::nahid@vu.edu.bd::85ea5f9e-65d6-4031-b810-9415101f2e21" providerId="AD" clId="Web-{5C208D51-B65B-4CAB-D679-0218B5524231}" dt="2020-09-08T05:53:52.222" v="110"/>
          <ac:inkMkLst>
            <pc:docMk/>
            <pc:sldMk cId="0" sldId="449"/>
            <ac:inkMk id="69683" creationId="{F3AAFEE0-3287-4838-B238-EAC64E98B035}"/>
          </ac:inkMkLst>
        </pc:inkChg>
        <pc:inkChg chg="add">
          <ac:chgData name="Md. Nahid Hasan" userId="S::nahid@vu.edu.bd::85ea5f9e-65d6-4031-b810-9415101f2e21" providerId="AD" clId="Web-{5C208D51-B65B-4CAB-D679-0218B5524231}" dt="2020-09-08T05:53:59.473" v="111"/>
          <ac:inkMkLst>
            <pc:docMk/>
            <pc:sldMk cId="0" sldId="449"/>
            <ac:inkMk id="69684" creationId="{4EFBA70D-86EB-43BE-A74C-48DCA22EC12F}"/>
          </ac:inkMkLst>
        </pc:inkChg>
        <pc:inkChg chg="add">
          <ac:chgData name="Md. Nahid Hasan" userId="S::nahid@vu.edu.bd::85ea5f9e-65d6-4031-b810-9415101f2e21" providerId="AD" clId="Web-{5C208D51-B65B-4CAB-D679-0218B5524231}" dt="2020-09-08T05:54:01.222" v="112"/>
          <ac:inkMkLst>
            <pc:docMk/>
            <pc:sldMk cId="0" sldId="449"/>
            <ac:inkMk id="69685" creationId="{7562C005-03C4-4504-AB73-A407E45E7DA3}"/>
          </ac:inkMkLst>
        </pc:inkChg>
        <pc:inkChg chg="add">
          <ac:chgData name="Md. Nahid Hasan" userId="S::nahid@vu.edu.bd::85ea5f9e-65d6-4031-b810-9415101f2e21" providerId="AD" clId="Web-{5C208D51-B65B-4CAB-D679-0218B5524231}" dt="2020-09-08T05:54:34.566" v="113"/>
          <ac:inkMkLst>
            <pc:docMk/>
            <pc:sldMk cId="0" sldId="449"/>
            <ac:inkMk id="69686" creationId="{687EBE42-8447-45B2-A30D-3AD79CB2372D}"/>
          </ac:inkMkLst>
        </pc:inkChg>
        <pc:inkChg chg="add">
          <ac:chgData name="Md. Nahid Hasan" userId="S::nahid@vu.edu.bd::85ea5f9e-65d6-4031-b810-9415101f2e21" providerId="AD" clId="Web-{5C208D51-B65B-4CAB-D679-0218B5524231}" dt="2020-09-08T05:54:36.316" v="114"/>
          <ac:inkMkLst>
            <pc:docMk/>
            <pc:sldMk cId="0" sldId="449"/>
            <ac:inkMk id="69687" creationId="{6F703AD4-1D64-414C-8F64-E8284EB33347}"/>
          </ac:inkMkLst>
        </pc:inkChg>
        <pc:inkChg chg="add">
          <ac:chgData name="Md. Nahid Hasan" userId="S::nahid@vu.edu.bd::85ea5f9e-65d6-4031-b810-9415101f2e21" providerId="AD" clId="Web-{5C208D51-B65B-4CAB-D679-0218B5524231}" dt="2020-09-08T05:54:40.879" v="115"/>
          <ac:inkMkLst>
            <pc:docMk/>
            <pc:sldMk cId="0" sldId="449"/>
            <ac:inkMk id="69688" creationId="{DF658D7D-6032-4BDC-ACC0-FAE50E26B9D2}"/>
          </ac:inkMkLst>
        </pc:inkChg>
        <pc:inkChg chg="add">
          <ac:chgData name="Md. Nahid Hasan" userId="S::nahid@vu.edu.bd::85ea5f9e-65d6-4031-b810-9415101f2e21" providerId="AD" clId="Web-{5C208D51-B65B-4CAB-D679-0218B5524231}" dt="2020-09-08T05:54:40.910" v="116"/>
          <ac:inkMkLst>
            <pc:docMk/>
            <pc:sldMk cId="0" sldId="449"/>
            <ac:inkMk id="69689" creationId="{9DAC2E08-BF73-42A3-A66C-D3CBD4EB596A}"/>
          </ac:inkMkLst>
        </pc:inkChg>
        <pc:inkChg chg="add">
          <ac:chgData name="Md. Nahid Hasan" userId="S::nahid@vu.edu.bd::85ea5f9e-65d6-4031-b810-9415101f2e21" providerId="AD" clId="Web-{5C208D51-B65B-4CAB-D679-0218B5524231}" dt="2020-09-08T05:54:40.925" v="117"/>
          <ac:inkMkLst>
            <pc:docMk/>
            <pc:sldMk cId="0" sldId="449"/>
            <ac:inkMk id="69690" creationId="{8BC6D7AE-1507-4AEC-B957-B1AF704DB902}"/>
          </ac:inkMkLst>
        </pc:inkChg>
        <pc:inkChg chg="add">
          <ac:chgData name="Md. Nahid Hasan" userId="S::nahid@vu.edu.bd::85ea5f9e-65d6-4031-b810-9415101f2e21" providerId="AD" clId="Web-{5C208D51-B65B-4CAB-D679-0218B5524231}" dt="2020-09-08T05:54:42.191" v="118"/>
          <ac:inkMkLst>
            <pc:docMk/>
            <pc:sldMk cId="0" sldId="449"/>
            <ac:inkMk id="69691" creationId="{12CFA3DC-2248-496A-B00A-7D7E82B4B5FC}"/>
          </ac:inkMkLst>
        </pc:inkChg>
        <pc:inkChg chg="add">
          <ac:chgData name="Md. Nahid Hasan" userId="S::nahid@vu.edu.bd::85ea5f9e-65d6-4031-b810-9415101f2e21" providerId="AD" clId="Web-{5C208D51-B65B-4CAB-D679-0218B5524231}" dt="2020-09-08T05:54:42.207" v="119"/>
          <ac:inkMkLst>
            <pc:docMk/>
            <pc:sldMk cId="0" sldId="449"/>
            <ac:inkMk id="69692" creationId="{C6BE4D3A-847A-43BE-BACF-699EA3E70826}"/>
          </ac:inkMkLst>
        </pc:inkChg>
        <pc:inkChg chg="add">
          <ac:chgData name="Md. Nahid Hasan" userId="S::nahid@vu.edu.bd::85ea5f9e-65d6-4031-b810-9415101f2e21" providerId="AD" clId="Web-{5C208D51-B65B-4CAB-D679-0218B5524231}" dt="2020-09-08T05:54:43.972" v="120"/>
          <ac:inkMkLst>
            <pc:docMk/>
            <pc:sldMk cId="0" sldId="449"/>
            <ac:inkMk id="69693" creationId="{D625216A-18FC-4B1F-A08F-648C5B2C1AE9}"/>
          </ac:inkMkLst>
        </pc:inkChg>
        <pc:inkChg chg="add">
          <ac:chgData name="Md. Nahid Hasan" userId="S::nahid@vu.edu.bd::85ea5f9e-65d6-4031-b810-9415101f2e21" providerId="AD" clId="Web-{5C208D51-B65B-4CAB-D679-0218B5524231}" dt="2020-09-08T05:54:44.004" v="121"/>
          <ac:inkMkLst>
            <pc:docMk/>
            <pc:sldMk cId="0" sldId="449"/>
            <ac:inkMk id="69694" creationId="{881460F8-49BC-4E27-B8C0-3A0C8F45C4E9}"/>
          </ac:inkMkLst>
        </pc:inkChg>
        <pc:inkChg chg="add">
          <ac:chgData name="Md. Nahid Hasan" userId="S::nahid@vu.edu.bd::85ea5f9e-65d6-4031-b810-9415101f2e21" providerId="AD" clId="Web-{5C208D51-B65B-4CAB-D679-0218B5524231}" dt="2020-09-08T05:54:44.019" v="122"/>
          <ac:inkMkLst>
            <pc:docMk/>
            <pc:sldMk cId="0" sldId="449"/>
            <ac:inkMk id="69695" creationId="{078C7B75-F1DF-4A75-8AEE-2709E0374846}"/>
          </ac:inkMkLst>
        </pc:inkChg>
        <pc:inkChg chg="add">
          <ac:chgData name="Md. Nahid Hasan" userId="S::nahid@vu.edu.bd::85ea5f9e-65d6-4031-b810-9415101f2e21" providerId="AD" clId="Web-{5C208D51-B65B-4CAB-D679-0218B5524231}" dt="2020-09-08T05:54:45.582" v="123"/>
          <ac:inkMkLst>
            <pc:docMk/>
            <pc:sldMk cId="0" sldId="449"/>
            <ac:inkMk id="69696" creationId="{2675C416-8D69-43A6-AE56-DCA67E5911DB}"/>
          </ac:inkMkLst>
        </pc:inkChg>
        <pc:inkChg chg="add">
          <ac:chgData name="Md. Nahid Hasan" userId="S::nahid@vu.edu.bd::85ea5f9e-65d6-4031-b810-9415101f2e21" providerId="AD" clId="Web-{5C208D51-B65B-4CAB-D679-0218B5524231}" dt="2020-09-08T05:54:45.707" v="124"/>
          <ac:inkMkLst>
            <pc:docMk/>
            <pc:sldMk cId="0" sldId="449"/>
            <ac:inkMk id="69697" creationId="{819C7A14-920C-4388-8627-CD69B30BD407}"/>
          </ac:inkMkLst>
        </pc:inkChg>
        <pc:inkChg chg="add">
          <ac:chgData name="Md. Nahid Hasan" userId="S::nahid@vu.edu.bd::85ea5f9e-65d6-4031-b810-9415101f2e21" providerId="AD" clId="Web-{5C208D51-B65B-4CAB-D679-0218B5524231}" dt="2020-09-08T05:54:46.800" v="125"/>
          <ac:inkMkLst>
            <pc:docMk/>
            <pc:sldMk cId="0" sldId="449"/>
            <ac:inkMk id="69698" creationId="{8D630F2D-1AD9-4332-B991-4C9DDDF9FB5A}"/>
          </ac:inkMkLst>
        </pc:inkChg>
        <pc:inkChg chg="add">
          <ac:chgData name="Md. Nahid Hasan" userId="S::nahid@vu.edu.bd::85ea5f9e-65d6-4031-b810-9415101f2e21" providerId="AD" clId="Web-{5C208D51-B65B-4CAB-D679-0218B5524231}" dt="2020-09-08T05:54:49.488" v="126"/>
          <ac:inkMkLst>
            <pc:docMk/>
            <pc:sldMk cId="0" sldId="449"/>
            <ac:inkMk id="69699" creationId="{EB905BF4-3E1D-43E9-8220-3B05E942D8AE}"/>
          </ac:inkMkLst>
        </pc:inkChg>
        <pc:inkChg chg="add">
          <ac:chgData name="Md. Nahid Hasan" userId="S::nahid@vu.edu.bd::85ea5f9e-65d6-4031-b810-9415101f2e21" providerId="AD" clId="Web-{5C208D51-B65B-4CAB-D679-0218B5524231}" dt="2020-09-08T05:54:59.225" v="127"/>
          <ac:inkMkLst>
            <pc:docMk/>
            <pc:sldMk cId="0" sldId="449"/>
            <ac:inkMk id="69700" creationId="{6435873D-1C3B-48BD-B0AC-E555F4DA7231}"/>
          </ac:inkMkLst>
        </pc:inkChg>
        <pc:inkChg chg="add">
          <ac:chgData name="Md. Nahid Hasan" userId="S::nahid@vu.edu.bd::85ea5f9e-65d6-4031-b810-9415101f2e21" providerId="AD" clId="Web-{5C208D51-B65B-4CAB-D679-0218B5524231}" dt="2020-09-08T05:55:00.691" v="128"/>
          <ac:inkMkLst>
            <pc:docMk/>
            <pc:sldMk cId="0" sldId="449"/>
            <ac:inkMk id="69701" creationId="{06453AFD-CC70-4B99-8BD9-0B5E4B2E3EA7}"/>
          </ac:inkMkLst>
        </pc:inkChg>
        <pc:inkChg chg="add">
          <ac:chgData name="Md. Nahid Hasan" userId="S::nahid@vu.edu.bd::85ea5f9e-65d6-4031-b810-9415101f2e21" providerId="AD" clId="Web-{5C208D51-B65B-4CAB-D679-0218B5524231}" dt="2020-09-08T05:55:06.285" v="129"/>
          <ac:inkMkLst>
            <pc:docMk/>
            <pc:sldMk cId="0" sldId="449"/>
            <ac:inkMk id="69702" creationId="{449DF364-82BB-44C1-8544-EED2D118DDC0}"/>
          </ac:inkMkLst>
        </pc:inkChg>
        <pc:inkChg chg="add">
          <ac:chgData name="Md. Nahid Hasan" userId="S::nahid@vu.edu.bd::85ea5f9e-65d6-4031-b810-9415101f2e21" providerId="AD" clId="Web-{5C208D51-B65B-4CAB-D679-0218B5524231}" dt="2020-09-08T05:55:14.176" v="130"/>
          <ac:inkMkLst>
            <pc:docMk/>
            <pc:sldMk cId="0" sldId="449"/>
            <ac:inkMk id="69703" creationId="{8AED9972-E8E2-4CF1-8FC6-857C77D14BB4}"/>
          </ac:inkMkLst>
        </pc:inkChg>
        <pc:inkChg chg="add">
          <ac:chgData name="Md. Nahid Hasan" userId="S::nahid@vu.edu.bd::85ea5f9e-65d6-4031-b810-9415101f2e21" providerId="AD" clId="Web-{5C208D51-B65B-4CAB-D679-0218B5524231}" dt="2020-09-08T05:55:15.238" v="131"/>
          <ac:inkMkLst>
            <pc:docMk/>
            <pc:sldMk cId="0" sldId="449"/>
            <ac:inkMk id="69704" creationId="{6F63CE3B-C837-4155-B97D-4101113A001F}"/>
          </ac:inkMkLst>
        </pc:inkChg>
        <pc:inkChg chg="add">
          <ac:chgData name="Md. Nahid Hasan" userId="S::nahid@vu.edu.bd::85ea5f9e-65d6-4031-b810-9415101f2e21" providerId="AD" clId="Web-{5C208D51-B65B-4CAB-D679-0218B5524231}" dt="2020-09-08T05:55:16.004" v="132"/>
          <ac:inkMkLst>
            <pc:docMk/>
            <pc:sldMk cId="0" sldId="449"/>
            <ac:inkMk id="69705" creationId="{B7581DCD-C210-4F83-8A1B-4AD36D8DE5F9}"/>
          </ac:inkMkLst>
        </pc:inkChg>
        <pc:inkChg chg="add">
          <ac:chgData name="Md. Nahid Hasan" userId="S::nahid@vu.edu.bd::85ea5f9e-65d6-4031-b810-9415101f2e21" providerId="AD" clId="Web-{5C208D51-B65B-4CAB-D679-0218B5524231}" dt="2020-09-08T05:55:16.972" v="133"/>
          <ac:inkMkLst>
            <pc:docMk/>
            <pc:sldMk cId="0" sldId="449"/>
            <ac:inkMk id="69706" creationId="{9AAD67DF-5AC7-418A-8928-228C2E48905A}"/>
          </ac:inkMkLst>
        </pc:inkChg>
        <pc:inkChg chg="add">
          <ac:chgData name="Md. Nahid Hasan" userId="S::nahid@vu.edu.bd::85ea5f9e-65d6-4031-b810-9415101f2e21" providerId="AD" clId="Web-{5C208D51-B65B-4CAB-D679-0218B5524231}" dt="2020-09-08T05:55:16.988" v="134"/>
          <ac:inkMkLst>
            <pc:docMk/>
            <pc:sldMk cId="0" sldId="449"/>
            <ac:inkMk id="69707" creationId="{C2EA92E8-1049-40A3-A4F4-F74DE2929B7A}"/>
          </ac:inkMkLst>
        </pc:inkChg>
        <pc:inkChg chg="add">
          <ac:chgData name="Md. Nahid Hasan" userId="S::nahid@vu.edu.bd::85ea5f9e-65d6-4031-b810-9415101f2e21" providerId="AD" clId="Web-{5C208D51-B65B-4CAB-D679-0218B5524231}" dt="2020-09-08T05:55:18.097" v="135"/>
          <ac:inkMkLst>
            <pc:docMk/>
            <pc:sldMk cId="0" sldId="449"/>
            <ac:inkMk id="69708" creationId="{A3E7576F-F410-4703-8B5D-2ABFE9BCB456}"/>
          </ac:inkMkLst>
        </pc:inkChg>
        <pc:inkChg chg="add">
          <ac:chgData name="Md. Nahid Hasan" userId="S::nahid@vu.edu.bd::85ea5f9e-65d6-4031-b810-9415101f2e21" providerId="AD" clId="Web-{5C208D51-B65B-4CAB-D679-0218B5524231}" dt="2020-09-08T05:55:18.597" v="136"/>
          <ac:inkMkLst>
            <pc:docMk/>
            <pc:sldMk cId="0" sldId="449"/>
            <ac:inkMk id="69709" creationId="{65F44EF7-001F-4909-A1A9-08D55C7507D5}"/>
          </ac:inkMkLst>
        </pc:inkChg>
        <pc:inkChg chg="add">
          <ac:chgData name="Md. Nahid Hasan" userId="S::nahid@vu.edu.bd::85ea5f9e-65d6-4031-b810-9415101f2e21" providerId="AD" clId="Web-{5C208D51-B65B-4CAB-D679-0218B5524231}" dt="2020-09-08T05:55:20.472" v="137"/>
          <ac:inkMkLst>
            <pc:docMk/>
            <pc:sldMk cId="0" sldId="449"/>
            <ac:inkMk id="69710" creationId="{84E88E5D-B204-4EE8-91FF-BEEF4289A559}"/>
          </ac:inkMkLst>
        </pc:inkChg>
        <pc:inkChg chg="add">
          <ac:chgData name="Md. Nahid Hasan" userId="S::nahid@vu.edu.bd::85ea5f9e-65d6-4031-b810-9415101f2e21" providerId="AD" clId="Web-{5C208D51-B65B-4CAB-D679-0218B5524231}" dt="2020-09-08T05:55:22.254" v="138"/>
          <ac:inkMkLst>
            <pc:docMk/>
            <pc:sldMk cId="0" sldId="449"/>
            <ac:inkMk id="69711" creationId="{29127762-0341-4640-BC85-A1A0CBBB9EA2}"/>
          </ac:inkMkLst>
        </pc:inkChg>
        <pc:inkChg chg="add">
          <ac:chgData name="Md. Nahid Hasan" userId="S::nahid@vu.edu.bd::85ea5f9e-65d6-4031-b810-9415101f2e21" providerId="AD" clId="Web-{5C208D51-B65B-4CAB-D679-0218B5524231}" dt="2020-09-08T05:55:22.269" v="139"/>
          <ac:inkMkLst>
            <pc:docMk/>
            <pc:sldMk cId="0" sldId="449"/>
            <ac:inkMk id="69712" creationId="{4C54120A-12A0-432A-A092-1D83DF1E5695}"/>
          </ac:inkMkLst>
        </pc:inkChg>
        <pc:inkChg chg="add">
          <ac:chgData name="Md. Nahid Hasan" userId="S::nahid@vu.edu.bd::85ea5f9e-65d6-4031-b810-9415101f2e21" providerId="AD" clId="Web-{5C208D51-B65B-4CAB-D679-0218B5524231}" dt="2020-09-08T05:55:22.816" v="140"/>
          <ac:inkMkLst>
            <pc:docMk/>
            <pc:sldMk cId="0" sldId="449"/>
            <ac:inkMk id="69713" creationId="{222E66C4-F038-4E9C-BA8F-4110F76CFB23}"/>
          </ac:inkMkLst>
        </pc:inkChg>
        <pc:inkChg chg="add">
          <ac:chgData name="Md. Nahid Hasan" userId="S::nahid@vu.edu.bd::85ea5f9e-65d6-4031-b810-9415101f2e21" providerId="AD" clId="Web-{5C208D51-B65B-4CAB-D679-0218B5524231}" dt="2020-09-08T05:55:25.472" v="141"/>
          <ac:inkMkLst>
            <pc:docMk/>
            <pc:sldMk cId="0" sldId="449"/>
            <ac:inkMk id="69714" creationId="{0FD97FE0-1A4D-469C-90D3-386F320D5781}"/>
          </ac:inkMkLst>
        </pc:inkChg>
        <pc:inkChg chg="add">
          <ac:chgData name="Md. Nahid Hasan" userId="S::nahid@vu.edu.bd::85ea5f9e-65d6-4031-b810-9415101f2e21" providerId="AD" clId="Web-{5C208D51-B65B-4CAB-D679-0218B5524231}" dt="2020-09-08T05:55:25.488" v="142"/>
          <ac:inkMkLst>
            <pc:docMk/>
            <pc:sldMk cId="0" sldId="449"/>
            <ac:inkMk id="69715" creationId="{3E8E03D3-39C2-4DA1-A498-5DF01DAE0570}"/>
          </ac:inkMkLst>
        </pc:inkChg>
        <pc:inkChg chg="add">
          <ac:chgData name="Md. Nahid Hasan" userId="S::nahid@vu.edu.bd::85ea5f9e-65d6-4031-b810-9415101f2e21" providerId="AD" clId="Web-{5C208D51-B65B-4CAB-D679-0218B5524231}" dt="2020-09-08T05:55:25.504" v="143"/>
          <ac:inkMkLst>
            <pc:docMk/>
            <pc:sldMk cId="0" sldId="449"/>
            <ac:inkMk id="69716" creationId="{A9534DA6-6852-4773-9D80-392C74BE82B0}"/>
          </ac:inkMkLst>
        </pc:inkChg>
        <pc:inkChg chg="add">
          <ac:chgData name="Md. Nahid Hasan" userId="S::nahid@vu.edu.bd::85ea5f9e-65d6-4031-b810-9415101f2e21" providerId="AD" clId="Web-{5C208D51-B65B-4CAB-D679-0218B5524231}" dt="2020-09-08T05:55:25.644" v="144"/>
          <ac:inkMkLst>
            <pc:docMk/>
            <pc:sldMk cId="0" sldId="449"/>
            <ac:inkMk id="69717" creationId="{958F0962-0CBC-49C4-BA58-8184469ABC8E}"/>
          </ac:inkMkLst>
        </pc:inkChg>
        <pc:inkChg chg="add">
          <ac:chgData name="Md. Nahid Hasan" userId="S::nahid@vu.edu.bd::85ea5f9e-65d6-4031-b810-9415101f2e21" providerId="AD" clId="Web-{5C208D51-B65B-4CAB-D679-0218B5524231}" dt="2020-09-08T05:55:26.926" v="145"/>
          <ac:inkMkLst>
            <pc:docMk/>
            <pc:sldMk cId="0" sldId="449"/>
            <ac:inkMk id="69718" creationId="{685D63BA-80EE-480C-AA89-E3AEBFF3CBA4}"/>
          </ac:inkMkLst>
        </pc:inkChg>
        <pc:inkChg chg="add">
          <ac:chgData name="Md. Nahid Hasan" userId="S::nahid@vu.edu.bd::85ea5f9e-65d6-4031-b810-9415101f2e21" providerId="AD" clId="Web-{5C208D51-B65B-4CAB-D679-0218B5524231}" dt="2020-09-08T05:55:27.863" v="146"/>
          <ac:inkMkLst>
            <pc:docMk/>
            <pc:sldMk cId="0" sldId="449"/>
            <ac:inkMk id="69719" creationId="{4C5E0D95-5603-44E7-87AA-4AB1E3A936B7}"/>
          </ac:inkMkLst>
        </pc:inkChg>
        <pc:inkChg chg="add">
          <ac:chgData name="Md. Nahid Hasan" userId="S::nahid@vu.edu.bd::85ea5f9e-65d6-4031-b810-9415101f2e21" providerId="AD" clId="Web-{5C208D51-B65B-4CAB-D679-0218B5524231}" dt="2020-09-08T05:55:29.472" v="147"/>
          <ac:inkMkLst>
            <pc:docMk/>
            <pc:sldMk cId="0" sldId="449"/>
            <ac:inkMk id="69720" creationId="{88B69389-2D3E-44DD-9A3A-0B86CAB79610}"/>
          </ac:inkMkLst>
        </pc:inkChg>
        <pc:inkChg chg="add">
          <ac:chgData name="Md. Nahid Hasan" userId="S::nahid@vu.edu.bd::85ea5f9e-65d6-4031-b810-9415101f2e21" providerId="AD" clId="Web-{5C208D51-B65B-4CAB-D679-0218B5524231}" dt="2020-09-08T05:55:30.566" v="148"/>
          <ac:inkMkLst>
            <pc:docMk/>
            <pc:sldMk cId="0" sldId="449"/>
            <ac:inkMk id="69721" creationId="{38B9E3F8-F323-4288-98CB-67D78A822CD0}"/>
          </ac:inkMkLst>
        </pc:inkChg>
        <pc:inkChg chg="add">
          <ac:chgData name="Md. Nahid Hasan" userId="S::nahid@vu.edu.bd::85ea5f9e-65d6-4031-b810-9415101f2e21" providerId="AD" clId="Web-{5C208D51-B65B-4CAB-D679-0218B5524231}" dt="2020-09-08T05:55:30.597" v="149"/>
          <ac:inkMkLst>
            <pc:docMk/>
            <pc:sldMk cId="0" sldId="449"/>
            <ac:inkMk id="69722" creationId="{C80A5E05-CDA4-4848-B27A-AC8418268CAA}"/>
          </ac:inkMkLst>
        </pc:inkChg>
        <pc:inkChg chg="add">
          <ac:chgData name="Md. Nahid Hasan" userId="S::nahid@vu.edu.bd::85ea5f9e-65d6-4031-b810-9415101f2e21" providerId="AD" clId="Web-{5C208D51-B65B-4CAB-D679-0218B5524231}" dt="2020-09-08T05:55:30.613" v="150"/>
          <ac:inkMkLst>
            <pc:docMk/>
            <pc:sldMk cId="0" sldId="449"/>
            <ac:inkMk id="69723" creationId="{6CA68E57-4B77-4023-A0AE-1397F0E89949}"/>
          </ac:inkMkLst>
        </pc:inkChg>
        <pc:inkChg chg="add">
          <ac:chgData name="Md. Nahid Hasan" userId="S::nahid@vu.edu.bd::85ea5f9e-65d6-4031-b810-9415101f2e21" providerId="AD" clId="Web-{5C208D51-B65B-4CAB-D679-0218B5524231}" dt="2020-09-08T05:55:33.144" v="151"/>
          <ac:inkMkLst>
            <pc:docMk/>
            <pc:sldMk cId="0" sldId="449"/>
            <ac:inkMk id="69724" creationId="{C27F9D17-C3AE-42E5-8DA7-D608147C6E8F}"/>
          </ac:inkMkLst>
        </pc:inkChg>
        <pc:inkChg chg="add">
          <ac:chgData name="Md. Nahid Hasan" userId="S::nahid@vu.edu.bd::85ea5f9e-65d6-4031-b810-9415101f2e21" providerId="AD" clId="Web-{5C208D51-B65B-4CAB-D679-0218B5524231}" dt="2020-09-08T05:55:34.535" v="152"/>
          <ac:inkMkLst>
            <pc:docMk/>
            <pc:sldMk cId="0" sldId="449"/>
            <ac:inkMk id="69725" creationId="{9649B8AC-EB2A-4D0C-8298-D04596B82938}"/>
          </ac:inkMkLst>
        </pc:inkChg>
        <pc:inkChg chg="add">
          <ac:chgData name="Md. Nahid Hasan" userId="S::nahid@vu.edu.bd::85ea5f9e-65d6-4031-b810-9415101f2e21" providerId="AD" clId="Web-{5C208D51-B65B-4CAB-D679-0218B5524231}" dt="2020-09-08T05:55:36.613" v="153"/>
          <ac:inkMkLst>
            <pc:docMk/>
            <pc:sldMk cId="0" sldId="449"/>
            <ac:inkMk id="69726" creationId="{2F45E33E-EC7F-431A-9981-87F5137561DE}"/>
          </ac:inkMkLst>
        </pc:inkChg>
        <pc:inkChg chg="add">
          <ac:chgData name="Md. Nahid Hasan" userId="S::nahid@vu.edu.bd::85ea5f9e-65d6-4031-b810-9415101f2e21" providerId="AD" clId="Web-{5C208D51-B65B-4CAB-D679-0218B5524231}" dt="2020-09-08T05:55:36.676" v="154"/>
          <ac:inkMkLst>
            <pc:docMk/>
            <pc:sldMk cId="0" sldId="449"/>
            <ac:inkMk id="69727" creationId="{959DB7C0-9C28-46E3-BE2B-89C0C2121EB2}"/>
          </ac:inkMkLst>
        </pc:inkChg>
        <pc:inkChg chg="add">
          <ac:chgData name="Md. Nahid Hasan" userId="S::nahid@vu.edu.bd::85ea5f9e-65d6-4031-b810-9415101f2e21" providerId="AD" clId="Web-{5C208D51-B65B-4CAB-D679-0218B5524231}" dt="2020-09-08T05:55:37.332" v="155"/>
          <ac:inkMkLst>
            <pc:docMk/>
            <pc:sldMk cId="0" sldId="449"/>
            <ac:inkMk id="69728" creationId="{A41FE9E1-0564-414A-9208-2154CF8E8591}"/>
          </ac:inkMkLst>
        </pc:inkChg>
        <pc:inkChg chg="add">
          <ac:chgData name="Md. Nahid Hasan" userId="S::nahid@vu.edu.bd::85ea5f9e-65d6-4031-b810-9415101f2e21" providerId="AD" clId="Web-{5C208D51-B65B-4CAB-D679-0218B5524231}" dt="2020-09-08T05:55:46.222" v="156"/>
          <ac:inkMkLst>
            <pc:docMk/>
            <pc:sldMk cId="0" sldId="449"/>
            <ac:inkMk id="69729" creationId="{2151DAFB-CB73-4D1D-9854-AC66978F610D}"/>
          </ac:inkMkLst>
        </pc:inkChg>
        <pc:inkChg chg="add">
          <ac:chgData name="Md. Nahid Hasan" userId="S::nahid@vu.edu.bd::85ea5f9e-65d6-4031-b810-9415101f2e21" providerId="AD" clId="Web-{5C208D51-B65B-4CAB-D679-0218B5524231}" dt="2020-09-08T05:55:54.428" v="157"/>
          <ac:inkMkLst>
            <pc:docMk/>
            <pc:sldMk cId="0" sldId="449"/>
            <ac:inkMk id="69730" creationId="{13DEBEA2-1D69-4EDB-8336-BFAB923600D9}"/>
          </ac:inkMkLst>
        </pc:inkChg>
        <pc:inkChg chg="add">
          <ac:chgData name="Md. Nahid Hasan" userId="S::nahid@vu.edu.bd::85ea5f9e-65d6-4031-b810-9415101f2e21" providerId="AD" clId="Web-{5C208D51-B65B-4CAB-D679-0218B5524231}" dt="2020-09-08T05:55:57.832" v="158"/>
          <ac:inkMkLst>
            <pc:docMk/>
            <pc:sldMk cId="0" sldId="449"/>
            <ac:inkMk id="69731" creationId="{1E82C14B-D691-4931-8E40-819196F72E76}"/>
          </ac:inkMkLst>
        </pc:inkChg>
        <pc:inkChg chg="add">
          <ac:chgData name="Md. Nahid Hasan" userId="S::nahid@vu.edu.bd::85ea5f9e-65d6-4031-b810-9415101f2e21" providerId="AD" clId="Web-{5C208D51-B65B-4CAB-D679-0218B5524231}" dt="2020-09-08T05:56:01.910" v="159"/>
          <ac:inkMkLst>
            <pc:docMk/>
            <pc:sldMk cId="0" sldId="449"/>
            <ac:inkMk id="69732" creationId="{5A60DBD1-FA52-4F1B-B07B-3CBEA2BA3545}"/>
          </ac:inkMkLst>
        </pc:inkChg>
        <pc:inkChg chg="add">
          <ac:chgData name="Md. Nahid Hasan" userId="S::nahid@vu.edu.bd::85ea5f9e-65d6-4031-b810-9415101f2e21" providerId="AD" clId="Web-{5C208D51-B65B-4CAB-D679-0218B5524231}" dt="2020-09-08T05:56:03.394" v="160"/>
          <ac:inkMkLst>
            <pc:docMk/>
            <pc:sldMk cId="0" sldId="449"/>
            <ac:inkMk id="69733" creationId="{E910D8EC-25E6-4CCE-85D7-D4E57398FF70}"/>
          </ac:inkMkLst>
        </pc:inkChg>
        <pc:inkChg chg="add">
          <ac:chgData name="Md. Nahid Hasan" userId="S::nahid@vu.edu.bd::85ea5f9e-65d6-4031-b810-9415101f2e21" providerId="AD" clId="Web-{5C208D51-B65B-4CAB-D679-0218B5524231}" dt="2020-09-08T05:56:11.379" v="161"/>
          <ac:inkMkLst>
            <pc:docMk/>
            <pc:sldMk cId="0" sldId="449"/>
            <ac:inkMk id="69734" creationId="{2AD44AB8-32DA-45E8-A979-3C9EEF2B268F}"/>
          </ac:inkMkLst>
        </pc:inkChg>
        <pc:inkChg chg="add">
          <ac:chgData name="Md. Nahid Hasan" userId="S::nahid@vu.edu.bd::85ea5f9e-65d6-4031-b810-9415101f2e21" providerId="AD" clId="Web-{5C208D51-B65B-4CAB-D679-0218B5524231}" dt="2020-09-08T05:56:11.394" v="162"/>
          <ac:inkMkLst>
            <pc:docMk/>
            <pc:sldMk cId="0" sldId="449"/>
            <ac:inkMk id="69735" creationId="{187714A3-871A-4AF9-ABEA-7D5F4F21CD0F}"/>
          </ac:inkMkLst>
        </pc:inkChg>
        <pc:inkChg chg="add">
          <ac:chgData name="Md. Nahid Hasan" userId="S::nahid@vu.edu.bd::85ea5f9e-65d6-4031-b810-9415101f2e21" providerId="AD" clId="Web-{5C208D51-B65B-4CAB-D679-0218B5524231}" dt="2020-09-08T05:56:11.426" v="163"/>
          <ac:inkMkLst>
            <pc:docMk/>
            <pc:sldMk cId="0" sldId="449"/>
            <ac:inkMk id="69736" creationId="{220B36C2-A545-4E82-B180-B24DFEC01099}"/>
          </ac:inkMkLst>
        </pc:inkChg>
        <pc:inkChg chg="add">
          <ac:chgData name="Md. Nahid Hasan" userId="S::nahid@vu.edu.bd::85ea5f9e-65d6-4031-b810-9415101f2e21" providerId="AD" clId="Web-{5C208D51-B65B-4CAB-D679-0218B5524231}" dt="2020-09-08T05:56:11.441" v="164"/>
          <ac:inkMkLst>
            <pc:docMk/>
            <pc:sldMk cId="0" sldId="449"/>
            <ac:inkMk id="69737" creationId="{A863C1A7-3460-4FEB-B87A-8602E90D798F}"/>
          </ac:inkMkLst>
        </pc:inkChg>
        <pc:inkChg chg="add">
          <ac:chgData name="Md. Nahid Hasan" userId="S::nahid@vu.edu.bd::85ea5f9e-65d6-4031-b810-9415101f2e21" providerId="AD" clId="Web-{5C208D51-B65B-4CAB-D679-0218B5524231}" dt="2020-09-08T05:56:11.457" v="165"/>
          <ac:inkMkLst>
            <pc:docMk/>
            <pc:sldMk cId="0" sldId="449"/>
            <ac:inkMk id="69738" creationId="{BE580803-7E7D-4F3B-8DCE-05F2DCB5ADFB}"/>
          </ac:inkMkLst>
        </pc:inkChg>
        <pc:inkChg chg="add">
          <ac:chgData name="Md. Nahid Hasan" userId="S::nahid@vu.edu.bd::85ea5f9e-65d6-4031-b810-9415101f2e21" providerId="AD" clId="Web-{5C208D51-B65B-4CAB-D679-0218B5524231}" dt="2020-09-08T05:56:11.473" v="166"/>
          <ac:inkMkLst>
            <pc:docMk/>
            <pc:sldMk cId="0" sldId="449"/>
            <ac:inkMk id="69739" creationId="{B0761C1B-8B27-4D2C-A362-B502F4BE6468}"/>
          </ac:inkMkLst>
        </pc:inkChg>
        <pc:inkChg chg="add">
          <ac:chgData name="Md. Nahid Hasan" userId="S::nahid@vu.edu.bd::85ea5f9e-65d6-4031-b810-9415101f2e21" providerId="AD" clId="Web-{5C208D51-B65B-4CAB-D679-0218B5524231}" dt="2020-09-08T05:56:11.488" v="167"/>
          <ac:inkMkLst>
            <pc:docMk/>
            <pc:sldMk cId="0" sldId="449"/>
            <ac:inkMk id="69740" creationId="{BE1BDFEB-AEF9-44E3-919B-5F5E6CAD4E62}"/>
          </ac:inkMkLst>
        </pc:inkChg>
        <pc:inkChg chg="add">
          <ac:chgData name="Md. Nahid Hasan" userId="S::nahid@vu.edu.bd::85ea5f9e-65d6-4031-b810-9415101f2e21" providerId="AD" clId="Web-{5C208D51-B65B-4CAB-D679-0218B5524231}" dt="2020-09-08T05:56:11.519" v="168"/>
          <ac:inkMkLst>
            <pc:docMk/>
            <pc:sldMk cId="0" sldId="449"/>
            <ac:inkMk id="69741" creationId="{41C757CC-3DDF-457D-8C6C-5887C7890333}"/>
          </ac:inkMkLst>
        </pc:inkChg>
        <pc:inkChg chg="add">
          <ac:chgData name="Md. Nahid Hasan" userId="S::nahid@vu.edu.bd::85ea5f9e-65d6-4031-b810-9415101f2e21" providerId="AD" clId="Web-{5C208D51-B65B-4CAB-D679-0218B5524231}" dt="2020-09-08T05:56:12.379" v="169"/>
          <ac:inkMkLst>
            <pc:docMk/>
            <pc:sldMk cId="0" sldId="449"/>
            <ac:inkMk id="69742" creationId="{9782713F-093C-43EA-AAB2-5DBB4210718B}"/>
          </ac:inkMkLst>
        </pc:inkChg>
        <pc:inkChg chg="add">
          <ac:chgData name="Md. Nahid Hasan" userId="S::nahid@vu.edu.bd::85ea5f9e-65d6-4031-b810-9415101f2e21" providerId="AD" clId="Web-{5C208D51-B65B-4CAB-D679-0218B5524231}" dt="2020-09-08T05:56:13.488" v="170"/>
          <ac:inkMkLst>
            <pc:docMk/>
            <pc:sldMk cId="0" sldId="449"/>
            <ac:inkMk id="69743" creationId="{B17C3922-CD45-43D9-B1E9-04947B00402E}"/>
          </ac:inkMkLst>
        </pc:inkChg>
        <pc:inkChg chg="add">
          <ac:chgData name="Md. Nahid Hasan" userId="S::nahid@vu.edu.bd::85ea5f9e-65d6-4031-b810-9415101f2e21" providerId="AD" clId="Web-{5C208D51-B65B-4CAB-D679-0218B5524231}" dt="2020-09-08T05:56:14.176" v="171"/>
          <ac:inkMkLst>
            <pc:docMk/>
            <pc:sldMk cId="0" sldId="449"/>
            <ac:inkMk id="69744" creationId="{759DBF13-6B35-4265-968B-FA92989AD55B}"/>
          </ac:inkMkLst>
        </pc:inkChg>
        <pc:inkChg chg="add">
          <ac:chgData name="Md. Nahid Hasan" userId="S::nahid@vu.edu.bd::85ea5f9e-65d6-4031-b810-9415101f2e21" providerId="AD" clId="Web-{5C208D51-B65B-4CAB-D679-0218B5524231}" dt="2020-09-08T05:56:16.207" v="172"/>
          <ac:inkMkLst>
            <pc:docMk/>
            <pc:sldMk cId="0" sldId="449"/>
            <ac:inkMk id="69745" creationId="{C5AC057C-9982-44FE-9469-7493973A1D03}"/>
          </ac:inkMkLst>
        </pc:inkChg>
        <pc:inkChg chg="add">
          <ac:chgData name="Md. Nahid Hasan" userId="S::nahid@vu.edu.bd::85ea5f9e-65d6-4031-b810-9415101f2e21" providerId="AD" clId="Web-{5C208D51-B65B-4CAB-D679-0218B5524231}" dt="2020-09-08T05:56:28.801" v="173"/>
          <ac:inkMkLst>
            <pc:docMk/>
            <pc:sldMk cId="0" sldId="449"/>
            <ac:inkMk id="69746" creationId="{D70D1627-6C87-43AC-BB0A-2F3D531CF0D9}"/>
          </ac:inkMkLst>
        </pc:inkChg>
        <pc:inkChg chg="add">
          <ac:chgData name="Md. Nahid Hasan" userId="S::nahid@vu.edu.bd::85ea5f9e-65d6-4031-b810-9415101f2e21" providerId="AD" clId="Web-{5C208D51-B65B-4CAB-D679-0218B5524231}" dt="2020-09-08T05:56:30.754" v="174"/>
          <ac:inkMkLst>
            <pc:docMk/>
            <pc:sldMk cId="0" sldId="449"/>
            <ac:inkMk id="69747" creationId="{F236AC59-A2E3-4FD5-8AC4-EB889087C8F6}"/>
          </ac:inkMkLst>
        </pc:inkChg>
        <pc:inkChg chg="add">
          <ac:chgData name="Md. Nahid Hasan" userId="S::nahid@vu.edu.bd::85ea5f9e-65d6-4031-b810-9415101f2e21" providerId="AD" clId="Web-{5C208D51-B65B-4CAB-D679-0218B5524231}" dt="2020-09-08T05:56:30.769" v="175"/>
          <ac:inkMkLst>
            <pc:docMk/>
            <pc:sldMk cId="0" sldId="449"/>
            <ac:inkMk id="69748" creationId="{F84D860A-A55B-4F11-BA27-6A82DD96CEA2}"/>
          </ac:inkMkLst>
        </pc:inkChg>
        <pc:inkChg chg="add">
          <ac:chgData name="Md. Nahid Hasan" userId="S::nahid@vu.edu.bd::85ea5f9e-65d6-4031-b810-9415101f2e21" providerId="AD" clId="Web-{5C208D51-B65B-4CAB-D679-0218B5524231}" dt="2020-09-08T05:56:36.082" v="176"/>
          <ac:inkMkLst>
            <pc:docMk/>
            <pc:sldMk cId="0" sldId="449"/>
            <ac:inkMk id="69749" creationId="{FCE1A042-1416-4084-812C-27C58167C214}"/>
          </ac:inkMkLst>
        </pc:inkChg>
        <pc:inkChg chg="add">
          <ac:chgData name="Md. Nahid Hasan" userId="S::nahid@vu.edu.bd::85ea5f9e-65d6-4031-b810-9415101f2e21" providerId="AD" clId="Web-{5C208D51-B65B-4CAB-D679-0218B5524231}" dt="2020-09-08T05:56:36.113" v="177"/>
          <ac:inkMkLst>
            <pc:docMk/>
            <pc:sldMk cId="0" sldId="449"/>
            <ac:inkMk id="69750" creationId="{19CB365A-39A7-43A5-80A7-FC40FA7CB289}"/>
          </ac:inkMkLst>
        </pc:inkChg>
        <pc:inkChg chg="add">
          <ac:chgData name="Md. Nahid Hasan" userId="S::nahid@vu.edu.bd::85ea5f9e-65d6-4031-b810-9415101f2e21" providerId="AD" clId="Web-{5C208D51-B65B-4CAB-D679-0218B5524231}" dt="2020-09-08T05:56:36.129" v="178"/>
          <ac:inkMkLst>
            <pc:docMk/>
            <pc:sldMk cId="0" sldId="449"/>
            <ac:inkMk id="69751" creationId="{E04CC366-15E6-4082-BD64-D417C695CD12}"/>
          </ac:inkMkLst>
        </pc:inkChg>
        <pc:inkChg chg="add">
          <ac:chgData name="Md. Nahid Hasan" userId="S::nahid@vu.edu.bd::85ea5f9e-65d6-4031-b810-9415101f2e21" providerId="AD" clId="Web-{5C208D51-B65B-4CAB-D679-0218B5524231}" dt="2020-09-08T05:56:36.145" v="179"/>
          <ac:inkMkLst>
            <pc:docMk/>
            <pc:sldMk cId="0" sldId="449"/>
            <ac:inkMk id="69752" creationId="{89D5DBAF-B3C4-4008-A2EC-FA0A0BBD8A80}"/>
          </ac:inkMkLst>
        </pc:inkChg>
        <pc:inkChg chg="add">
          <ac:chgData name="Md. Nahid Hasan" userId="S::nahid@vu.edu.bd::85ea5f9e-65d6-4031-b810-9415101f2e21" providerId="AD" clId="Web-{5C208D51-B65B-4CAB-D679-0218B5524231}" dt="2020-09-08T05:56:36.160" v="180"/>
          <ac:inkMkLst>
            <pc:docMk/>
            <pc:sldMk cId="0" sldId="449"/>
            <ac:inkMk id="69753" creationId="{7B500452-00CF-434F-8C2A-F9611B9BC4CD}"/>
          </ac:inkMkLst>
        </pc:inkChg>
        <pc:inkChg chg="add">
          <ac:chgData name="Md. Nahid Hasan" userId="S::nahid@vu.edu.bd::85ea5f9e-65d6-4031-b810-9415101f2e21" providerId="AD" clId="Web-{5C208D51-B65B-4CAB-D679-0218B5524231}" dt="2020-09-08T05:56:36.176" v="181"/>
          <ac:inkMkLst>
            <pc:docMk/>
            <pc:sldMk cId="0" sldId="449"/>
            <ac:inkMk id="69754" creationId="{FA7FD429-0585-40A4-A0E3-24201409FD91}"/>
          </ac:inkMkLst>
        </pc:inkChg>
        <pc:inkChg chg="add">
          <ac:chgData name="Md. Nahid Hasan" userId="S::nahid@vu.edu.bd::85ea5f9e-65d6-4031-b810-9415101f2e21" providerId="AD" clId="Web-{5C208D51-B65B-4CAB-D679-0218B5524231}" dt="2020-09-08T05:56:36.207" v="182"/>
          <ac:inkMkLst>
            <pc:docMk/>
            <pc:sldMk cId="0" sldId="449"/>
            <ac:inkMk id="69755" creationId="{C57697AD-64F2-4BAE-94B6-0300A61FF23A}"/>
          </ac:inkMkLst>
        </pc:inkChg>
        <pc:inkChg chg="add">
          <ac:chgData name="Md. Nahid Hasan" userId="S::nahid@vu.edu.bd::85ea5f9e-65d6-4031-b810-9415101f2e21" providerId="AD" clId="Web-{5C208D51-B65B-4CAB-D679-0218B5524231}" dt="2020-09-08T05:56:36.223" v="183"/>
          <ac:inkMkLst>
            <pc:docMk/>
            <pc:sldMk cId="0" sldId="449"/>
            <ac:inkMk id="69756" creationId="{DE56065F-3B1E-403F-A1F8-4826F9F00EB4}"/>
          </ac:inkMkLst>
        </pc:inkChg>
        <pc:inkChg chg="add">
          <ac:chgData name="Md. Nahid Hasan" userId="S::nahid@vu.edu.bd::85ea5f9e-65d6-4031-b810-9415101f2e21" providerId="AD" clId="Web-{5C208D51-B65B-4CAB-D679-0218B5524231}" dt="2020-09-08T05:56:36.238" v="184"/>
          <ac:inkMkLst>
            <pc:docMk/>
            <pc:sldMk cId="0" sldId="449"/>
            <ac:inkMk id="69757" creationId="{D71622DA-0A94-44ED-9798-5421DD815B9B}"/>
          </ac:inkMkLst>
        </pc:inkChg>
        <pc:inkChg chg="add">
          <ac:chgData name="Md. Nahid Hasan" userId="S::nahid@vu.edu.bd::85ea5f9e-65d6-4031-b810-9415101f2e21" providerId="AD" clId="Web-{5C208D51-B65B-4CAB-D679-0218B5524231}" dt="2020-09-08T05:56:36.254" v="185"/>
          <ac:inkMkLst>
            <pc:docMk/>
            <pc:sldMk cId="0" sldId="449"/>
            <ac:inkMk id="69758" creationId="{84BD0FC7-29B3-4204-8DEB-50A7D63F3C0C}"/>
          </ac:inkMkLst>
        </pc:inkChg>
        <pc:inkChg chg="add">
          <ac:chgData name="Md. Nahid Hasan" userId="S::nahid@vu.edu.bd::85ea5f9e-65d6-4031-b810-9415101f2e21" providerId="AD" clId="Web-{5C208D51-B65B-4CAB-D679-0218B5524231}" dt="2020-09-08T05:56:37.020" v="186"/>
          <ac:inkMkLst>
            <pc:docMk/>
            <pc:sldMk cId="0" sldId="449"/>
            <ac:inkMk id="69759" creationId="{BCB6A977-4DEB-48A2-BE78-FF9302A40F69}"/>
          </ac:inkMkLst>
        </pc:inkChg>
        <pc:inkChg chg="add">
          <ac:chgData name="Md. Nahid Hasan" userId="S::nahid@vu.edu.bd::85ea5f9e-65d6-4031-b810-9415101f2e21" providerId="AD" clId="Web-{5C208D51-B65B-4CAB-D679-0218B5524231}" dt="2020-09-08T05:56:39.926" v="187"/>
          <ac:inkMkLst>
            <pc:docMk/>
            <pc:sldMk cId="0" sldId="449"/>
            <ac:inkMk id="69760" creationId="{F37DA415-EFD6-40E9-A484-5156DA9FD785}"/>
          </ac:inkMkLst>
        </pc:inkChg>
        <pc:inkChg chg="add">
          <ac:chgData name="Md. Nahid Hasan" userId="S::nahid@vu.edu.bd::85ea5f9e-65d6-4031-b810-9415101f2e21" providerId="AD" clId="Web-{5C208D51-B65B-4CAB-D679-0218B5524231}" dt="2020-09-08T05:56:41.270" v="188"/>
          <ac:inkMkLst>
            <pc:docMk/>
            <pc:sldMk cId="0" sldId="449"/>
            <ac:inkMk id="69761" creationId="{F8E276EC-2382-43F0-AE0C-46D351DEC6E8}"/>
          </ac:inkMkLst>
        </pc:inkChg>
        <pc:inkChg chg="add">
          <ac:chgData name="Md. Nahid Hasan" userId="S::nahid@vu.edu.bd::85ea5f9e-65d6-4031-b810-9415101f2e21" providerId="AD" clId="Web-{5C208D51-B65B-4CAB-D679-0218B5524231}" dt="2020-09-08T05:56:41.285" v="189"/>
          <ac:inkMkLst>
            <pc:docMk/>
            <pc:sldMk cId="0" sldId="449"/>
            <ac:inkMk id="69762" creationId="{9F7B1791-D16D-4822-AAC5-6CA20EBDB4EE}"/>
          </ac:inkMkLst>
        </pc:inkChg>
        <pc:inkChg chg="add">
          <ac:chgData name="Md. Nahid Hasan" userId="S::nahid@vu.edu.bd::85ea5f9e-65d6-4031-b810-9415101f2e21" providerId="AD" clId="Web-{5C208D51-B65B-4CAB-D679-0218B5524231}" dt="2020-09-08T05:56:42.441" v="190"/>
          <ac:inkMkLst>
            <pc:docMk/>
            <pc:sldMk cId="0" sldId="449"/>
            <ac:inkMk id="69763" creationId="{9F79FD47-7468-4F67-A3AA-F14267495852}"/>
          </ac:inkMkLst>
        </pc:inkChg>
        <pc:inkChg chg="add">
          <ac:chgData name="Md. Nahid Hasan" userId="S::nahid@vu.edu.bd::85ea5f9e-65d6-4031-b810-9415101f2e21" providerId="AD" clId="Web-{5C208D51-B65B-4CAB-D679-0218B5524231}" dt="2020-09-08T05:56:42.457" v="191"/>
          <ac:inkMkLst>
            <pc:docMk/>
            <pc:sldMk cId="0" sldId="449"/>
            <ac:inkMk id="69764" creationId="{7E48811B-8182-46A6-BD87-6DCDFACF2935}"/>
          </ac:inkMkLst>
        </pc:inkChg>
        <pc:inkChg chg="add">
          <ac:chgData name="Md. Nahid Hasan" userId="S::nahid@vu.edu.bd::85ea5f9e-65d6-4031-b810-9415101f2e21" providerId="AD" clId="Web-{5C208D51-B65B-4CAB-D679-0218B5524231}" dt="2020-09-08T05:56:45.254" v="192"/>
          <ac:inkMkLst>
            <pc:docMk/>
            <pc:sldMk cId="0" sldId="449"/>
            <ac:inkMk id="69765" creationId="{CF18B1C8-759D-49AB-A66F-861776AB7F3D}"/>
          </ac:inkMkLst>
        </pc:inkChg>
        <pc:inkChg chg="add">
          <ac:chgData name="Md. Nahid Hasan" userId="S::nahid@vu.edu.bd::85ea5f9e-65d6-4031-b810-9415101f2e21" providerId="AD" clId="Web-{5C208D51-B65B-4CAB-D679-0218B5524231}" dt="2020-09-08T05:56:46.301" v="193"/>
          <ac:inkMkLst>
            <pc:docMk/>
            <pc:sldMk cId="0" sldId="449"/>
            <ac:inkMk id="69766" creationId="{A66228BE-88E4-4132-9757-1FFEBACDD18E}"/>
          </ac:inkMkLst>
        </pc:inkChg>
        <pc:inkChg chg="add">
          <ac:chgData name="Md. Nahid Hasan" userId="S::nahid@vu.edu.bd::85ea5f9e-65d6-4031-b810-9415101f2e21" providerId="AD" clId="Web-{5C208D51-B65B-4CAB-D679-0218B5524231}" dt="2020-09-08T05:56:50.551" v="194"/>
          <ac:inkMkLst>
            <pc:docMk/>
            <pc:sldMk cId="0" sldId="449"/>
            <ac:inkMk id="69767" creationId="{F61C36DB-00A3-4BE9-A0FF-24E44AED8E4D}"/>
          </ac:inkMkLst>
        </pc:inkChg>
        <pc:inkChg chg="add">
          <ac:chgData name="Md. Nahid Hasan" userId="S::nahid@vu.edu.bd::85ea5f9e-65d6-4031-b810-9415101f2e21" providerId="AD" clId="Web-{5C208D51-B65B-4CAB-D679-0218B5524231}" dt="2020-09-08T05:56:51.926" v="195"/>
          <ac:inkMkLst>
            <pc:docMk/>
            <pc:sldMk cId="0" sldId="449"/>
            <ac:inkMk id="69768" creationId="{B51C5D58-BCC6-47C2-8C02-1F948A36469F}"/>
          </ac:inkMkLst>
        </pc:inkChg>
        <pc:inkChg chg="add">
          <ac:chgData name="Md. Nahid Hasan" userId="S::nahid@vu.edu.bd::85ea5f9e-65d6-4031-b810-9415101f2e21" providerId="AD" clId="Web-{5C208D51-B65B-4CAB-D679-0218B5524231}" dt="2020-09-08T05:56:54.379" v="196"/>
          <ac:inkMkLst>
            <pc:docMk/>
            <pc:sldMk cId="0" sldId="449"/>
            <ac:inkMk id="69769" creationId="{E72FCB0D-FFDB-4344-9148-652A6E5B2891}"/>
          </ac:inkMkLst>
        </pc:inkChg>
        <pc:inkChg chg="add">
          <ac:chgData name="Md. Nahid Hasan" userId="S::nahid@vu.edu.bd::85ea5f9e-65d6-4031-b810-9415101f2e21" providerId="AD" clId="Web-{5C208D51-B65B-4CAB-D679-0218B5524231}" dt="2020-09-08T05:56:55.332" v="197"/>
          <ac:inkMkLst>
            <pc:docMk/>
            <pc:sldMk cId="0" sldId="449"/>
            <ac:inkMk id="69770" creationId="{6E4CA096-30B6-414F-A4ED-73BCE5300D35}"/>
          </ac:inkMkLst>
        </pc:inkChg>
        <pc:inkChg chg="add">
          <ac:chgData name="Md. Nahid Hasan" userId="S::nahid@vu.edu.bd::85ea5f9e-65d6-4031-b810-9415101f2e21" providerId="AD" clId="Web-{5C208D51-B65B-4CAB-D679-0218B5524231}" dt="2020-09-08T05:56:55.598" v="198"/>
          <ac:inkMkLst>
            <pc:docMk/>
            <pc:sldMk cId="0" sldId="449"/>
            <ac:inkMk id="69771" creationId="{28C1DCDB-FEAF-4D22-9B88-AD3866887D3B}"/>
          </ac:inkMkLst>
        </pc:inkChg>
        <pc:inkChg chg="add">
          <ac:chgData name="Md. Nahid Hasan" userId="S::nahid@vu.edu.bd::85ea5f9e-65d6-4031-b810-9415101f2e21" providerId="AD" clId="Web-{5C208D51-B65B-4CAB-D679-0218B5524231}" dt="2020-09-08T05:57:02.754" v="199"/>
          <ac:inkMkLst>
            <pc:docMk/>
            <pc:sldMk cId="0" sldId="449"/>
            <ac:inkMk id="69772" creationId="{91619D70-24A0-42B3-8218-CB19E20DF0CB}"/>
          </ac:inkMkLst>
        </pc:inkChg>
        <pc:inkChg chg="add">
          <ac:chgData name="Md. Nahid Hasan" userId="S::nahid@vu.edu.bd::85ea5f9e-65d6-4031-b810-9415101f2e21" providerId="AD" clId="Web-{5C208D51-B65B-4CAB-D679-0218B5524231}" dt="2020-09-08T05:57:06.723" v="200"/>
          <ac:inkMkLst>
            <pc:docMk/>
            <pc:sldMk cId="0" sldId="449"/>
            <ac:inkMk id="69773" creationId="{58940F45-0C21-4AD4-8F87-0AA387D0F747}"/>
          </ac:inkMkLst>
        </pc:inkChg>
        <pc:inkChg chg="add">
          <ac:chgData name="Md. Nahid Hasan" userId="S::nahid@vu.edu.bd::85ea5f9e-65d6-4031-b810-9415101f2e21" providerId="AD" clId="Web-{5C208D51-B65B-4CAB-D679-0218B5524231}" dt="2020-09-08T05:57:08.004" v="201"/>
          <ac:inkMkLst>
            <pc:docMk/>
            <pc:sldMk cId="0" sldId="449"/>
            <ac:inkMk id="69774" creationId="{63B1C396-9712-4184-A92F-88C366C23A19}"/>
          </ac:inkMkLst>
        </pc:inkChg>
        <pc:inkChg chg="add">
          <ac:chgData name="Md. Nahid Hasan" userId="S::nahid@vu.edu.bd::85ea5f9e-65d6-4031-b810-9415101f2e21" providerId="AD" clId="Web-{5C208D51-B65B-4CAB-D679-0218B5524231}" dt="2020-09-08T05:57:08.020" v="202"/>
          <ac:inkMkLst>
            <pc:docMk/>
            <pc:sldMk cId="0" sldId="449"/>
            <ac:inkMk id="69775" creationId="{BEC80643-FCB1-49C7-A2F9-AC38A80BB9F4}"/>
          </ac:inkMkLst>
        </pc:inkChg>
        <pc:inkChg chg="add">
          <ac:chgData name="Md. Nahid Hasan" userId="S::nahid@vu.edu.bd::85ea5f9e-65d6-4031-b810-9415101f2e21" providerId="AD" clId="Web-{5C208D51-B65B-4CAB-D679-0218B5524231}" dt="2020-09-08T05:57:09.160" v="203"/>
          <ac:inkMkLst>
            <pc:docMk/>
            <pc:sldMk cId="0" sldId="449"/>
            <ac:inkMk id="69776" creationId="{FEA73D18-CD67-4647-96B9-F0A5EFF969A7}"/>
          </ac:inkMkLst>
        </pc:inkChg>
        <pc:inkChg chg="add">
          <ac:chgData name="Md. Nahid Hasan" userId="S::nahid@vu.edu.bd::85ea5f9e-65d6-4031-b810-9415101f2e21" providerId="AD" clId="Web-{5C208D51-B65B-4CAB-D679-0218B5524231}" dt="2020-09-08T05:57:11.113" v="204"/>
          <ac:inkMkLst>
            <pc:docMk/>
            <pc:sldMk cId="0" sldId="449"/>
            <ac:inkMk id="69777" creationId="{3E6A4947-3C9A-4255-AB06-60F4CD5CD610}"/>
          </ac:inkMkLst>
        </pc:inkChg>
      </pc:sldChg>
    </pc:docChg>
  </pc:docChgLst>
  <pc:docChgLst>
    <pc:chgData name="Md. Nahid Hasan" userId="85ea5f9e-65d6-4031-b810-9415101f2e21" providerId="ADAL" clId="{25D85872-5EAE-4915-8B44-7F01E0758971}"/>
    <pc:docChg chg="custSel modSld">
      <pc:chgData name="Md. Nahid Hasan" userId="85ea5f9e-65d6-4031-b810-9415101f2e21" providerId="ADAL" clId="{25D85872-5EAE-4915-8B44-7F01E0758971}" dt="2021-03-10T17:18:27.274" v="34" actId="478"/>
      <pc:docMkLst>
        <pc:docMk/>
      </pc:docMkLst>
      <pc:sldChg chg="delSp mod">
        <pc:chgData name="Md. Nahid Hasan" userId="85ea5f9e-65d6-4031-b810-9415101f2e21" providerId="ADAL" clId="{25D85872-5EAE-4915-8B44-7F01E0758971}" dt="2021-03-10T17:15:34.578" v="2" actId="478"/>
        <pc:sldMkLst>
          <pc:docMk/>
          <pc:sldMk cId="0" sldId="428"/>
        </pc:sldMkLst>
        <pc:inkChg chg="del">
          <ac:chgData name="Md. Nahid Hasan" userId="85ea5f9e-65d6-4031-b810-9415101f2e21" providerId="ADAL" clId="{25D85872-5EAE-4915-8B44-7F01E0758971}" dt="2021-03-10T17:15:32.724" v="1" actId="478"/>
          <ac:inkMkLst>
            <pc:docMk/>
            <pc:sldMk cId="0" sldId="428"/>
            <ac:inkMk id="2" creationId="{D2534836-656E-4F2B-AB6B-AD6F6D933D6E}"/>
          </ac:inkMkLst>
        </pc:inkChg>
        <pc:inkChg chg="del">
          <ac:chgData name="Md. Nahid Hasan" userId="85ea5f9e-65d6-4031-b810-9415101f2e21" providerId="ADAL" clId="{25D85872-5EAE-4915-8B44-7F01E0758971}" dt="2021-03-10T17:15:34.578" v="2" actId="478"/>
          <ac:inkMkLst>
            <pc:docMk/>
            <pc:sldMk cId="0" sldId="428"/>
            <ac:inkMk id="3" creationId="{EB9D9568-D263-42CA-80D6-ABE057BF8881}"/>
          </ac:inkMkLst>
        </pc:inkChg>
        <pc:inkChg chg="del">
          <ac:chgData name="Md. Nahid Hasan" userId="85ea5f9e-65d6-4031-b810-9415101f2e21" providerId="ADAL" clId="{25D85872-5EAE-4915-8B44-7F01E0758971}" dt="2021-03-10T17:15:30.403" v="0" actId="478"/>
          <ac:inkMkLst>
            <pc:docMk/>
            <pc:sldMk cId="0" sldId="428"/>
            <ac:inkMk id="4" creationId="{15BB9CF9-23A6-4BF9-ADD1-CDC92BC34DD2}"/>
          </ac:inkMkLst>
        </pc:inkChg>
        <pc:inkChg chg="del">
          <ac:chgData name="Md. Nahid Hasan" userId="85ea5f9e-65d6-4031-b810-9415101f2e21" providerId="ADAL" clId="{25D85872-5EAE-4915-8B44-7F01E0758971}" dt="2021-03-10T17:15:30.403" v="0" actId="478"/>
          <ac:inkMkLst>
            <pc:docMk/>
            <pc:sldMk cId="0" sldId="428"/>
            <ac:inkMk id="5" creationId="{E80AFB71-2423-455A-9184-15B2A6A9C55A}"/>
          </ac:inkMkLst>
        </pc:inkChg>
        <pc:inkChg chg="del">
          <ac:chgData name="Md. Nahid Hasan" userId="85ea5f9e-65d6-4031-b810-9415101f2e21" providerId="ADAL" clId="{25D85872-5EAE-4915-8B44-7F01E0758971}" dt="2021-03-10T17:15:30.403" v="0" actId="478"/>
          <ac:inkMkLst>
            <pc:docMk/>
            <pc:sldMk cId="0" sldId="428"/>
            <ac:inkMk id="6" creationId="{DEA925EB-4065-433C-95DD-888422179DBA}"/>
          </ac:inkMkLst>
        </pc:inkChg>
        <pc:inkChg chg="del">
          <ac:chgData name="Md. Nahid Hasan" userId="85ea5f9e-65d6-4031-b810-9415101f2e21" providerId="ADAL" clId="{25D85872-5EAE-4915-8B44-7F01E0758971}" dt="2021-03-10T17:15:30.403" v="0" actId="478"/>
          <ac:inkMkLst>
            <pc:docMk/>
            <pc:sldMk cId="0" sldId="428"/>
            <ac:inkMk id="7" creationId="{EFF93E4F-10A2-4EAB-BD3B-B3C37E568FE0}"/>
          </ac:inkMkLst>
        </pc:inkChg>
        <pc:inkChg chg="del">
          <ac:chgData name="Md. Nahid Hasan" userId="85ea5f9e-65d6-4031-b810-9415101f2e21" providerId="ADAL" clId="{25D85872-5EAE-4915-8B44-7F01E0758971}" dt="2021-03-10T17:15:30.403" v="0" actId="478"/>
          <ac:inkMkLst>
            <pc:docMk/>
            <pc:sldMk cId="0" sldId="428"/>
            <ac:inkMk id="8" creationId="{B62F7472-7A0D-4552-BAE1-0951CABA520A}"/>
          </ac:inkMkLst>
        </pc:inkChg>
        <pc:inkChg chg="del">
          <ac:chgData name="Md. Nahid Hasan" userId="85ea5f9e-65d6-4031-b810-9415101f2e21" providerId="ADAL" clId="{25D85872-5EAE-4915-8B44-7F01E0758971}" dt="2021-03-10T17:15:30.403" v="0" actId="478"/>
          <ac:inkMkLst>
            <pc:docMk/>
            <pc:sldMk cId="0" sldId="428"/>
            <ac:inkMk id="9" creationId="{DFB9115E-FBDF-4555-AFF1-FA372D39B120}"/>
          </ac:inkMkLst>
        </pc:inkChg>
        <pc:inkChg chg="del">
          <ac:chgData name="Md. Nahid Hasan" userId="85ea5f9e-65d6-4031-b810-9415101f2e21" providerId="ADAL" clId="{25D85872-5EAE-4915-8B44-7F01E0758971}" dt="2021-03-10T17:15:30.403" v="0" actId="478"/>
          <ac:inkMkLst>
            <pc:docMk/>
            <pc:sldMk cId="0" sldId="428"/>
            <ac:inkMk id="10" creationId="{75C27E5D-E9FA-45A9-9FA0-EBBEAFF88AEA}"/>
          </ac:inkMkLst>
        </pc:inkChg>
        <pc:inkChg chg="del">
          <ac:chgData name="Md. Nahid Hasan" userId="85ea5f9e-65d6-4031-b810-9415101f2e21" providerId="ADAL" clId="{25D85872-5EAE-4915-8B44-7F01E0758971}" dt="2021-03-10T17:15:32.724" v="1" actId="478"/>
          <ac:inkMkLst>
            <pc:docMk/>
            <pc:sldMk cId="0" sldId="428"/>
            <ac:inkMk id="11" creationId="{2470C2C0-4083-4C6B-B963-80A0CD6FA785}"/>
          </ac:inkMkLst>
        </pc:inkChg>
        <pc:inkChg chg="del">
          <ac:chgData name="Md. Nahid Hasan" userId="85ea5f9e-65d6-4031-b810-9415101f2e21" providerId="ADAL" clId="{25D85872-5EAE-4915-8B44-7F01E0758971}" dt="2021-03-10T17:15:30.403" v="0" actId="478"/>
          <ac:inkMkLst>
            <pc:docMk/>
            <pc:sldMk cId="0" sldId="428"/>
            <ac:inkMk id="12" creationId="{1F352683-7CCA-45FC-B0C9-58B7F6C334C9}"/>
          </ac:inkMkLst>
        </pc:inkChg>
        <pc:inkChg chg="del">
          <ac:chgData name="Md. Nahid Hasan" userId="85ea5f9e-65d6-4031-b810-9415101f2e21" providerId="ADAL" clId="{25D85872-5EAE-4915-8B44-7F01E0758971}" dt="2021-03-10T17:15:32.724" v="1" actId="478"/>
          <ac:inkMkLst>
            <pc:docMk/>
            <pc:sldMk cId="0" sldId="428"/>
            <ac:inkMk id="13" creationId="{AAA137AC-C75C-4923-B8B9-B0A894B9465F}"/>
          </ac:inkMkLst>
        </pc:inkChg>
        <pc:inkChg chg="del">
          <ac:chgData name="Md. Nahid Hasan" userId="85ea5f9e-65d6-4031-b810-9415101f2e21" providerId="ADAL" clId="{25D85872-5EAE-4915-8B44-7F01E0758971}" dt="2021-03-10T17:15:32.724" v="1" actId="478"/>
          <ac:inkMkLst>
            <pc:docMk/>
            <pc:sldMk cId="0" sldId="428"/>
            <ac:inkMk id="14" creationId="{4115047E-C56B-4439-AF11-EF24FA9FF3B9}"/>
          </ac:inkMkLst>
        </pc:inkChg>
        <pc:inkChg chg="del">
          <ac:chgData name="Md. Nahid Hasan" userId="85ea5f9e-65d6-4031-b810-9415101f2e21" providerId="ADAL" clId="{25D85872-5EAE-4915-8B44-7F01E0758971}" dt="2021-03-10T17:15:32.724" v="1" actId="478"/>
          <ac:inkMkLst>
            <pc:docMk/>
            <pc:sldMk cId="0" sldId="428"/>
            <ac:inkMk id="15" creationId="{34759BCC-20F0-4DCB-9EAB-E932382EF4C2}"/>
          </ac:inkMkLst>
        </pc:inkChg>
        <pc:inkChg chg="del">
          <ac:chgData name="Md. Nahid Hasan" userId="85ea5f9e-65d6-4031-b810-9415101f2e21" providerId="ADAL" clId="{25D85872-5EAE-4915-8B44-7F01E0758971}" dt="2021-03-10T17:15:30.403" v="0" actId="478"/>
          <ac:inkMkLst>
            <pc:docMk/>
            <pc:sldMk cId="0" sldId="428"/>
            <ac:inkMk id="16" creationId="{2E0B19AB-04DE-419A-A782-314F8D303E9A}"/>
          </ac:inkMkLst>
        </pc:inkChg>
        <pc:inkChg chg="del">
          <ac:chgData name="Md. Nahid Hasan" userId="85ea5f9e-65d6-4031-b810-9415101f2e21" providerId="ADAL" clId="{25D85872-5EAE-4915-8B44-7F01E0758971}" dt="2021-03-10T17:15:30.403" v="0" actId="478"/>
          <ac:inkMkLst>
            <pc:docMk/>
            <pc:sldMk cId="0" sldId="428"/>
            <ac:inkMk id="17" creationId="{98020FF2-826E-4849-AF81-AB6BB44DEA02}"/>
          </ac:inkMkLst>
        </pc:inkChg>
        <pc:inkChg chg="del">
          <ac:chgData name="Md. Nahid Hasan" userId="85ea5f9e-65d6-4031-b810-9415101f2e21" providerId="ADAL" clId="{25D85872-5EAE-4915-8B44-7F01E0758971}" dt="2021-03-10T17:15:30.403" v="0" actId="478"/>
          <ac:inkMkLst>
            <pc:docMk/>
            <pc:sldMk cId="0" sldId="428"/>
            <ac:inkMk id="18" creationId="{57F22A9A-71A1-4D3A-8B42-7FE802EA31AD}"/>
          </ac:inkMkLst>
        </pc:inkChg>
        <pc:inkChg chg="del">
          <ac:chgData name="Md. Nahid Hasan" userId="85ea5f9e-65d6-4031-b810-9415101f2e21" providerId="ADAL" clId="{25D85872-5EAE-4915-8B44-7F01E0758971}" dt="2021-03-10T17:15:30.403" v="0" actId="478"/>
          <ac:inkMkLst>
            <pc:docMk/>
            <pc:sldMk cId="0" sldId="428"/>
            <ac:inkMk id="19" creationId="{BCF7751B-502F-4B3D-AA51-3BECBC8C9FEF}"/>
          </ac:inkMkLst>
        </pc:inkChg>
        <pc:inkChg chg="del">
          <ac:chgData name="Md. Nahid Hasan" userId="85ea5f9e-65d6-4031-b810-9415101f2e21" providerId="ADAL" clId="{25D85872-5EAE-4915-8B44-7F01E0758971}" dt="2021-03-10T17:15:30.403" v="0" actId="478"/>
          <ac:inkMkLst>
            <pc:docMk/>
            <pc:sldMk cId="0" sldId="428"/>
            <ac:inkMk id="20" creationId="{0ABF8528-FE15-497A-B7EF-B6DB7B3EC8AA}"/>
          </ac:inkMkLst>
        </pc:inkChg>
        <pc:inkChg chg="del">
          <ac:chgData name="Md. Nahid Hasan" userId="85ea5f9e-65d6-4031-b810-9415101f2e21" providerId="ADAL" clId="{25D85872-5EAE-4915-8B44-7F01E0758971}" dt="2021-03-10T17:15:30.403" v="0" actId="478"/>
          <ac:inkMkLst>
            <pc:docMk/>
            <pc:sldMk cId="0" sldId="428"/>
            <ac:inkMk id="21" creationId="{5EDD5366-9B14-45BD-B652-BB1E7E218728}"/>
          </ac:inkMkLst>
        </pc:inkChg>
        <pc:inkChg chg="del">
          <ac:chgData name="Md. Nahid Hasan" userId="85ea5f9e-65d6-4031-b810-9415101f2e21" providerId="ADAL" clId="{25D85872-5EAE-4915-8B44-7F01E0758971}" dt="2021-03-10T17:15:30.403" v="0" actId="478"/>
          <ac:inkMkLst>
            <pc:docMk/>
            <pc:sldMk cId="0" sldId="428"/>
            <ac:inkMk id="22" creationId="{F0D77067-A08C-472C-8DC3-F8FD5583ABBA}"/>
          </ac:inkMkLst>
        </pc:inkChg>
        <pc:inkChg chg="del">
          <ac:chgData name="Md. Nahid Hasan" userId="85ea5f9e-65d6-4031-b810-9415101f2e21" providerId="ADAL" clId="{25D85872-5EAE-4915-8B44-7F01E0758971}" dt="2021-03-10T17:15:30.403" v="0" actId="478"/>
          <ac:inkMkLst>
            <pc:docMk/>
            <pc:sldMk cId="0" sldId="428"/>
            <ac:inkMk id="23" creationId="{026F0464-B47D-42E4-BD0A-CF88E00E69B9}"/>
          </ac:inkMkLst>
        </pc:inkChg>
        <pc:inkChg chg="del">
          <ac:chgData name="Md. Nahid Hasan" userId="85ea5f9e-65d6-4031-b810-9415101f2e21" providerId="ADAL" clId="{25D85872-5EAE-4915-8B44-7F01E0758971}" dt="2021-03-10T17:15:30.403" v="0" actId="478"/>
          <ac:inkMkLst>
            <pc:docMk/>
            <pc:sldMk cId="0" sldId="428"/>
            <ac:inkMk id="24" creationId="{D04FCBF9-7078-4321-8746-115D1C4B38A0}"/>
          </ac:inkMkLst>
        </pc:inkChg>
        <pc:inkChg chg="del">
          <ac:chgData name="Md. Nahid Hasan" userId="85ea5f9e-65d6-4031-b810-9415101f2e21" providerId="ADAL" clId="{25D85872-5EAE-4915-8B44-7F01E0758971}" dt="2021-03-10T17:15:30.403" v="0" actId="478"/>
          <ac:inkMkLst>
            <pc:docMk/>
            <pc:sldMk cId="0" sldId="428"/>
            <ac:inkMk id="25" creationId="{B9DBDD53-8693-4A68-9D3F-95C8A0E526FE}"/>
          </ac:inkMkLst>
        </pc:inkChg>
        <pc:inkChg chg="del">
          <ac:chgData name="Md. Nahid Hasan" userId="85ea5f9e-65d6-4031-b810-9415101f2e21" providerId="ADAL" clId="{25D85872-5EAE-4915-8B44-7F01E0758971}" dt="2021-03-10T17:15:30.403" v="0" actId="478"/>
          <ac:inkMkLst>
            <pc:docMk/>
            <pc:sldMk cId="0" sldId="428"/>
            <ac:inkMk id="26" creationId="{B51300B3-31DC-4690-BB65-B17ABA32F8F7}"/>
          </ac:inkMkLst>
        </pc:inkChg>
      </pc:sldChg>
      <pc:sldChg chg="delSp mod">
        <pc:chgData name="Md. Nahid Hasan" userId="85ea5f9e-65d6-4031-b810-9415101f2e21" providerId="ADAL" clId="{25D85872-5EAE-4915-8B44-7F01E0758971}" dt="2021-03-10T17:15:59.689" v="7" actId="478"/>
        <pc:sldMkLst>
          <pc:docMk/>
          <pc:sldMk cId="0" sldId="429"/>
        </pc:sldMkLst>
        <pc:inkChg chg="del">
          <ac:chgData name="Md. Nahid Hasan" userId="85ea5f9e-65d6-4031-b810-9415101f2e21" providerId="ADAL" clId="{25D85872-5EAE-4915-8B44-7F01E0758971}" dt="2021-03-10T17:15:57.957" v="6" actId="478"/>
          <ac:inkMkLst>
            <pc:docMk/>
            <pc:sldMk cId="0" sldId="429"/>
            <ac:inkMk id="2" creationId="{ED832080-A2E9-40FB-976E-E7FC05D02F2D}"/>
          </ac:inkMkLst>
        </pc:inkChg>
        <pc:inkChg chg="del">
          <ac:chgData name="Md. Nahid Hasan" userId="85ea5f9e-65d6-4031-b810-9415101f2e21" providerId="ADAL" clId="{25D85872-5EAE-4915-8B44-7F01E0758971}" dt="2021-03-10T17:15:57.957" v="6" actId="478"/>
          <ac:inkMkLst>
            <pc:docMk/>
            <pc:sldMk cId="0" sldId="429"/>
            <ac:inkMk id="3" creationId="{C020B7D4-2EB4-4D9A-A6BC-E7ABBDEA34E6}"/>
          </ac:inkMkLst>
        </pc:inkChg>
        <pc:inkChg chg="del">
          <ac:chgData name="Md. Nahid Hasan" userId="85ea5f9e-65d6-4031-b810-9415101f2e21" providerId="ADAL" clId="{25D85872-5EAE-4915-8B44-7F01E0758971}" dt="2021-03-10T17:15:57.957" v="6" actId="478"/>
          <ac:inkMkLst>
            <pc:docMk/>
            <pc:sldMk cId="0" sldId="429"/>
            <ac:inkMk id="4" creationId="{EB2B71BE-4E16-4C92-8C11-2A078F35A6FE}"/>
          </ac:inkMkLst>
        </pc:inkChg>
        <pc:inkChg chg="del">
          <ac:chgData name="Md. Nahid Hasan" userId="85ea5f9e-65d6-4031-b810-9415101f2e21" providerId="ADAL" clId="{25D85872-5EAE-4915-8B44-7F01E0758971}" dt="2021-03-10T17:15:57.957" v="6" actId="478"/>
          <ac:inkMkLst>
            <pc:docMk/>
            <pc:sldMk cId="0" sldId="429"/>
            <ac:inkMk id="6" creationId="{DFAF534D-4C8E-4F46-A4EC-96D8B547EDB1}"/>
          </ac:inkMkLst>
        </pc:inkChg>
        <pc:inkChg chg="del">
          <ac:chgData name="Md. Nahid Hasan" userId="85ea5f9e-65d6-4031-b810-9415101f2e21" providerId="ADAL" clId="{25D85872-5EAE-4915-8B44-7F01E0758971}" dt="2021-03-10T17:15:57.957" v="6" actId="478"/>
          <ac:inkMkLst>
            <pc:docMk/>
            <pc:sldMk cId="0" sldId="429"/>
            <ac:inkMk id="7" creationId="{7CBE75AA-FFD9-45DD-9880-96E34751860C}"/>
          </ac:inkMkLst>
        </pc:inkChg>
        <pc:inkChg chg="del">
          <ac:chgData name="Md. Nahid Hasan" userId="85ea5f9e-65d6-4031-b810-9415101f2e21" providerId="ADAL" clId="{25D85872-5EAE-4915-8B44-7F01E0758971}" dt="2021-03-10T17:15:57.957" v="6" actId="478"/>
          <ac:inkMkLst>
            <pc:docMk/>
            <pc:sldMk cId="0" sldId="429"/>
            <ac:inkMk id="8" creationId="{88D8904D-754F-4A42-ACD6-C3127220E055}"/>
          </ac:inkMkLst>
        </pc:inkChg>
        <pc:inkChg chg="del">
          <ac:chgData name="Md. Nahid Hasan" userId="85ea5f9e-65d6-4031-b810-9415101f2e21" providerId="ADAL" clId="{25D85872-5EAE-4915-8B44-7F01E0758971}" dt="2021-03-10T17:15:57.957" v="6" actId="478"/>
          <ac:inkMkLst>
            <pc:docMk/>
            <pc:sldMk cId="0" sldId="429"/>
            <ac:inkMk id="9" creationId="{55A894FF-8F19-4374-8C01-4C9DB5C144DF}"/>
          </ac:inkMkLst>
        </pc:inkChg>
        <pc:inkChg chg="del">
          <ac:chgData name="Md. Nahid Hasan" userId="85ea5f9e-65d6-4031-b810-9415101f2e21" providerId="ADAL" clId="{25D85872-5EAE-4915-8B44-7F01E0758971}" dt="2021-03-10T17:15:57.957" v="6" actId="478"/>
          <ac:inkMkLst>
            <pc:docMk/>
            <pc:sldMk cId="0" sldId="429"/>
            <ac:inkMk id="11298" creationId="{F93FC4E0-0D87-4D95-B9F1-96076D6E59F0}"/>
          </ac:inkMkLst>
        </pc:inkChg>
        <pc:inkChg chg="del">
          <ac:chgData name="Md. Nahid Hasan" userId="85ea5f9e-65d6-4031-b810-9415101f2e21" providerId="ADAL" clId="{25D85872-5EAE-4915-8B44-7F01E0758971}" dt="2021-03-10T17:15:57.957" v="6" actId="478"/>
          <ac:inkMkLst>
            <pc:docMk/>
            <pc:sldMk cId="0" sldId="429"/>
            <ac:inkMk id="11366" creationId="{A6F413B7-C9D0-4BFE-9444-7F838340B898}"/>
          </ac:inkMkLst>
        </pc:inkChg>
        <pc:inkChg chg="del">
          <ac:chgData name="Md. Nahid Hasan" userId="85ea5f9e-65d6-4031-b810-9415101f2e21" providerId="ADAL" clId="{25D85872-5EAE-4915-8B44-7F01E0758971}" dt="2021-03-10T17:15:57.957" v="6" actId="478"/>
          <ac:inkMkLst>
            <pc:docMk/>
            <pc:sldMk cId="0" sldId="429"/>
            <ac:inkMk id="11373" creationId="{21646046-1A10-4036-8493-3741D3036433}"/>
          </ac:inkMkLst>
        </pc:inkChg>
        <pc:inkChg chg="del">
          <ac:chgData name="Md. Nahid Hasan" userId="85ea5f9e-65d6-4031-b810-9415101f2e21" providerId="ADAL" clId="{25D85872-5EAE-4915-8B44-7F01E0758971}" dt="2021-03-10T17:15:57.957" v="6" actId="478"/>
          <ac:inkMkLst>
            <pc:docMk/>
            <pc:sldMk cId="0" sldId="429"/>
            <ac:inkMk id="11374" creationId="{DFB6459C-2C59-4608-A607-226A1D996417}"/>
          </ac:inkMkLst>
        </pc:inkChg>
        <pc:inkChg chg="del">
          <ac:chgData name="Md. Nahid Hasan" userId="85ea5f9e-65d6-4031-b810-9415101f2e21" providerId="ADAL" clId="{25D85872-5EAE-4915-8B44-7F01E0758971}" dt="2021-03-10T17:15:57.957" v="6" actId="478"/>
          <ac:inkMkLst>
            <pc:docMk/>
            <pc:sldMk cId="0" sldId="429"/>
            <ac:inkMk id="11375" creationId="{58148AD7-9833-4B75-8DAF-309DAC3B71FA}"/>
          </ac:inkMkLst>
        </pc:inkChg>
        <pc:inkChg chg="del">
          <ac:chgData name="Md. Nahid Hasan" userId="85ea5f9e-65d6-4031-b810-9415101f2e21" providerId="ADAL" clId="{25D85872-5EAE-4915-8B44-7F01E0758971}" dt="2021-03-10T17:15:57.957" v="6" actId="478"/>
          <ac:inkMkLst>
            <pc:docMk/>
            <pc:sldMk cId="0" sldId="429"/>
            <ac:inkMk id="11376" creationId="{C8FC4544-3810-4700-BA1A-2F028F87298A}"/>
          </ac:inkMkLst>
        </pc:inkChg>
        <pc:inkChg chg="del">
          <ac:chgData name="Md. Nahid Hasan" userId="85ea5f9e-65d6-4031-b810-9415101f2e21" providerId="ADAL" clId="{25D85872-5EAE-4915-8B44-7F01E0758971}" dt="2021-03-10T17:15:57.957" v="6" actId="478"/>
          <ac:inkMkLst>
            <pc:docMk/>
            <pc:sldMk cId="0" sldId="429"/>
            <ac:inkMk id="11377" creationId="{10EC2B72-5ABD-40EC-9816-A1E822B06956}"/>
          </ac:inkMkLst>
        </pc:inkChg>
        <pc:inkChg chg="del">
          <ac:chgData name="Md. Nahid Hasan" userId="85ea5f9e-65d6-4031-b810-9415101f2e21" providerId="ADAL" clId="{25D85872-5EAE-4915-8B44-7F01E0758971}" dt="2021-03-10T17:15:57.957" v="6" actId="478"/>
          <ac:inkMkLst>
            <pc:docMk/>
            <pc:sldMk cId="0" sldId="429"/>
            <ac:inkMk id="11378" creationId="{48639C57-8AC6-48BA-ADC9-DFEBDB3A8238}"/>
          </ac:inkMkLst>
        </pc:inkChg>
        <pc:inkChg chg="del">
          <ac:chgData name="Md. Nahid Hasan" userId="85ea5f9e-65d6-4031-b810-9415101f2e21" providerId="ADAL" clId="{25D85872-5EAE-4915-8B44-7F01E0758971}" dt="2021-03-10T17:15:57.957" v="6" actId="478"/>
          <ac:inkMkLst>
            <pc:docMk/>
            <pc:sldMk cId="0" sldId="429"/>
            <ac:inkMk id="11379" creationId="{D00C7F43-7C4C-4DA5-BFD4-D789A36B1762}"/>
          </ac:inkMkLst>
        </pc:inkChg>
        <pc:inkChg chg="del">
          <ac:chgData name="Md. Nahid Hasan" userId="85ea5f9e-65d6-4031-b810-9415101f2e21" providerId="ADAL" clId="{25D85872-5EAE-4915-8B44-7F01E0758971}" dt="2021-03-10T17:15:57.957" v="6" actId="478"/>
          <ac:inkMkLst>
            <pc:docMk/>
            <pc:sldMk cId="0" sldId="429"/>
            <ac:inkMk id="11380" creationId="{FDF26063-1DF3-4C30-9284-A4BBDCCF24FA}"/>
          </ac:inkMkLst>
        </pc:inkChg>
        <pc:inkChg chg="del">
          <ac:chgData name="Md. Nahid Hasan" userId="85ea5f9e-65d6-4031-b810-9415101f2e21" providerId="ADAL" clId="{25D85872-5EAE-4915-8B44-7F01E0758971}" dt="2021-03-10T17:15:57.957" v="6" actId="478"/>
          <ac:inkMkLst>
            <pc:docMk/>
            <pc:sldMk cId="0" sldId="429"/>
            <ac:inkMk id="11381" creationId="{A102198A-26AC-41FE-8D82-8BF630741CDA}"/>
          </ac:inkMkLst>
        </pc:inkChg>
        <pc:inkChg chg="del">
          <ac:chgData name="Md. Nahid Hasan" userId="85ea5f9e-65d6-4031-b810-9415101f2e21" providerId="ADAL" clId="{25D85872-5EAE-4915-8B44-7F01E0758971}" dt="2021-03-10T17:15:57.957" v="6" actId="478"/>
          <ac:inkMkLst>
            <pc:docMk/>
            <pc:sldMk cId="0" sldId="429"/>
            <ac:inkMk id="11382" creationId="{55180EC4-0DCC-48EF-BCDA-12B94C39891A}"/>
          </ac:inkMkLst>
        </pc:inkChg>
        <pc:inkChg chg="del">
          <ac:chgData name="Md. Nahid Hasan" userId="85ea5f9e-65d6-4031-b810-9415101f2e21" providerId="ADAL" clId="{25D85872-5EAE-4915-8B44-7F01E0758971}" dt="2021-03-10T17:15:57.957" v="6" actId="478"/>
          <ac:inkMkLst>
            <pc:docMk/>
            <pc:sldMk cId="0" sldId="429"/>
            <ac:inkMk id="11383" creationId="{0FCA3B61-6051-4EA6-9A45-1EF695350237}"/>
          </ac:inkMkLst>
        </pc:inkChg>
        <pc:inkChg chg="del">
          <ac:chgData name="Md. Nahid Hasan" userId="85ea5f9e-65d6-4031-b810-9415101f2e21" providerId="ADAL" clId="{25D85872-5EAE-4915-8B44-7F01E0758971}" dt="2021-03-10T17:15:57.957" v="6" actId="478"/>
          <ac:inkMkLst>
            <pc:docMk/>
            <pc:sldMk cId="0" sldId="429"/>
            <ac:inkMk id="11384" creationId="{F2AD8839-D837-43B6-A38C-D5B9CEF4B582}"/>
          </ac:inkMkLst>
        </pc:inkChg>
        <pc:inkChg chg="del">
          <ac:chgData name="Md. Nahid Hasan" userId="85ea5f9e-65d6-4031-b810-9415101f2e21" providerId="ADAL" clId="{25D85872-5EAE-4915-8B44-7F01E0758971}" dt="2021-03-10T17:15:57.957" v="6" actId="478"/>
          <ac:inkMkLst>
            <pc:docMk/>
            <pc:sldMk cId="0" sldId="429"/>
            <ac:inkMk id="11385" creationId="{10CC8289-B237-4B47-891C-6B3BA598151D}"/>
          </ac:inkMkLst>
        </pc:inkChg>
        <pc:inkChg chg="del">
          <ac:chgData name="Md. Nahid Hasan" userId="85ea5f9e-65d6-4031-b810-9415101f2e21" providerId="ADAL" clId="{25D85872-5EAE-4915-8B44-7F01E0758971}" dt="2021-03-10T17:15:57.957" v="6" actId="478"/>
          <ac:inkMkLst>
            <pc:docMk/>
            <pc:sldMk cId="0" sldId="429"/>
            <ac:inkMk id="11386" creationId="{189FBFF5-D3DB-4B56-A637-E97687A59C14}"/>
          </ac:inkMkLst>
        </pc:inkChg>
        <pc:inkChg chg="del">
          <ac:chgData name="Md. Nahid Hasan" userId="85ea5f9e-65d6-4031-b810-9415101f2e21" providerId="ADAL" clId="{25D85872-5EAE-4915-8B44-7F01E0758971}" dt="2021-03-10T17:15:57.957" v="6" actId="478"/>
          <ac:inkMkLst>
            <pc:docMk/>
            <pc:sldMk cId="0" sldId="429"/>
            <ac:inkMk id="11387" creationId="{08483819-D82F-432A-AEB4-D3185A984C23}"/>
          </ac:inkMkLst>
        </pc:inkChg>
        <pc:inkChg chg="del">
          <ac:chgData name="Md. Nahid Hasan" userId="85ea5f9e-65d6-4031-b810-9415101f2e21" providerId="ADAL" clId="{25D85872-5EAE-4915-8B44-7F01E0758971}" dt="2021-03-10T17:15:57.957" v="6" actId="478"/>
          <ac:inkMkLst>
            <pc:docMk/>
            <pc:sldMk cId="0" sldId="429"/>
            <ac:inkMk id="11388" creationId="{A3FAE9BE-F4F9-4D85-B977-8969CF51A183}"/>
          </ac:inkMkLst>
        </pc:inkChg>
        <pc:inkChg chg="del">
          <ac:chgData name="Md. Nahid Hasan" userId="85ea5f9e-65d6-4031-b810-9415101f2e21" providerId="ADAL" clId="{25D85872-5EAE-4915-8B44-7F01E0758971}" dt="2021-03-10T17:15:57.957" v="6" actId="478"/>
          <ac:inkMkLst>
            <pc:docMk/>
            <pc:sldMk cId="0" sldId="429"/>
            <ac:inkMk id="11389" creationId="{885C52BD-AA8F-49A1-8780-E97EB5255F47}"/>
          </ac:inkMkLst>
        </pc:inkChg>
        <pc:inkChg chg="del">
          <ac:chgData name="Md. Nahid Hasan" userId="85ea5f9e-65d6-4031-b810-9415101f2e21" providerId="ADAL" clId="{25D85872-5EAE-4915-8B44-7F01E0758971}" dt="2021-03-10T17:15:57.957" v="6" actId="478"/>
          <ac:inkMkLst>
            <pc:docMk/>
            <pc:sldMk cId="0" sldId="429"/>
            <ac:inkMk id="11390" creationId="{FBC14D4E-E862-4105-8E10-AA0B652B6279}"/>
          </ac:inkMkLst>
        </pc:inkChg>
        <pc:inkChg chg="del">
          <ac:chgData name="Md. Nahid Hasan" userId="85ea5f9e-65d6-4031-b810-9415101f2e21" providerId="ADAL" clId="{25D85872-5EAE-4915-8B44-7F01E0758971}" dt="2021-03-10T17:15:57.957" v="6" actId="478"/>
          <ac:inkMkLst>
            <pc:docMk/>
            <pc:sldMk cId="0" sldId="429"/>
            <ac:inkMk id="11391" creationId="{AA171006-337E-4374-8281-1387E89BCD4E}"/>
          </ac:inkMkLst>
        </pc:inkChg>
        <pc:inkChg chg="del">
          <ac:chgData name="Md. Nahid Hasan" userId="85ea5f9e-65d6-4031-b810-9415101f2e21" providerId="ADAL" clId="{25D85872-5EAE-4915-8B44-7F01E0758971}" dt="2021-03-10T17:15:57.957" v="6" actId="478"/>
          <ac:inkMkLst>
            <pc:docMk/>
            <pc:sldMk cId="0" sldId="429"/>
            <ac:inkMk id="11392" creationId="{62C1B163-8D90-4822-BC79-BC731B72D16D}"/>
          </ac:inkMkLst>
        </pc:inkChg>
        <pc:inkChg chg="del">
          <ac:chgData name="Md. Nahid Hasan" userId="85ea5f9e-65d6-4031-b810-9415101f2e21" providerId="ADAL" clId="{25D85872-5EAE-4915-8B44-7F01E0758971}" dt="2021-03-10T17:15:57.957" v="6" actId="478"/>
          <ac:inkMkLst>
            <pc:docMk/>
            <pc:sldMk cId="0" sldId="429"/>
            <ac:inkMk id="11403" creationId="{DFCFB918-4C49-487C-83BE-87710653CA67}"/>
          </ac:inkMkLst>
        </pc:inkChg>
        <pc:inkChg chg="del">
          <ac:chgData name="Md. Nahid Hasan" userId="85ea5f9e-65d6-4031-b810-9415101f2e21" providerId="ADAL" clId="{25D85872-5EAE-4915-8B44-7F01E0758971}" dt="2021-03-10T17:15:57.957" v="6" actId="478"/>
          <ac:inkMkLst>
            <pc:docMk/>
            <pc:sldMk cId="0" sldId="429"/>
            <ac:inkMk id="11404" creationId="{8442364E-E903-47DD-A3C7-5692759F765A}"/>
          </ac:inkMkLst>
        </pc:inkChg>
        <pc:inkChg chg="del">
          <ac:chgData name="Md. Nahid Hasan" userId="85ea5f9e-65d6-4031-b810-9415101f2e21" providerId="ADAL" clId="{25D85872-5EAE-4915-8B44-7F01E0758971}" dt="2021-03-10T17:15:57.957" v="6" actId="478"/>
          <ac:inkMkLst>
            <pc:docMk/>
            <pc:sldMk cId="0" sldId="429"/>
            <ac:inkMk id="11406" creationId="{47B4AC4C-407A-43A9-ABC5-27F2C7456317}"/>
          </ac:inkMkLst>
        </pc:inkChg>
        <pc:inkChg chg="del">
          <ac:chgData name="Md. Nahid Hasan" userId="85ea5f9e-65d6-4031-b810-9415101f2e21" providerId="ADAL" clId="{25D85872-5EAE-4915-8B44-7F01E0758971}" dt="2021-03-10T17:15:57.957" v="6" actId="478"/>
          <ac:inkMkLst>
            <pc:docMk/>
            <pc:sldMk cId="0" sldId="429"/>
            <ac:inkMk id="11408" creationId="{EEC4283B-74A5-4B57-877B-1A4A6BD34736}"/>
          </ac:inkMkLst>
        </pc:inkChg>
        <pc:inkChg chg="del">
          <ac:chgData name="Md. Nahid Hasan" userId="85ea5f9e-65d6-4031-b810-9415101f2e21" providerId="ADAL" clId="{25D85872-5EAE-4915-8B44-7F01E0758971}" dt="2021-03-10T17:15:57.957" v="6" actId="478"/>
          <ac:inkMkLst>
            <pc:docMk/>
            <pc:sldMk cId="0" sldId="429"/>
            <ac:inkMk id="11409" creationId="{7A9E59A0-1901-42F9-895B-FC628FD1A93A}"/>
          </ac:inkMkLst>
        </pc:inkChg>
        <pc:inkChg chg="del">
          <ac:chgData name="Md. Nahid Hasan" userId="85ea5f9e-65d6-4031-b810-9415101f2e21" providerId="ADAL" clId="{25D85872-5EAE-4915-8B44-7F01E0758971}" dt="2021-03-10T17:15:57.957" v="6" actId="478"/>
          <ac:inkMkLst>
            <pc:docMk/>
            <pc:sldMk cId="0" sldId="429"/>
            <ac:inkMk id="11410" creationId="{071DCD19-2FBE-40DB-BD08-3338C18B4D40}"/>
          </ac:inkMkLst>
        </pc:inkChg>
        <pc:inkChg chg="del">
          <ac:chgData name="Md. Nahid Hasan" userId="85ea5f9e-65d6-4031-b810-9415101f2e21" providerId="ADAL" clId="{25D85872-5EAE-4915-8B44-7F01E0758971}" dt="2021-03-10T17:15:57.957" v="6" actId="478"/>
          <ac:inkMkLst>
            <pc:docMk/>
            <pc:sldMk cId="0" sldId="429"/>
            <ac:inkMk id="11411" creationId="{6631C726-6CA7-444C-8609-E2271CCD4E96}"/>
          </ac:inkMkLst>
        </pc:inkChg>
        <pc:inkChg chg="del">
          <ac:chgData name="Md. Nahid Hasan" userId="85ea5f9e-65d6-4031-b810-9415101f2e21" providerId="ADAL" clId="{25D85872-5EAE-4915-8B44-7F01E0758971}" dt="2021-03-10T17:15:57.957" v="6" actId="478"/>
          <ac:inkMkLst>
            <pc:docMk/>
            <pc:sldMk cId="0" sldId="429"/>
            <ac:inkMk id="11412" creationId="{B752AF38-8C6C-4294-A0A1-62E1BA8A4277}"/>
          </ac:inkMkLst>
        </pc:inkChg>
        <pc:inkChg chg="del">
          <ac:chgData name="Md. Nahid Hasan" userId="85ea5f9e-65d6-4031-b810-9415101f2e21" providerId="ADAL" clId="{25D85872-5EAE-4915-8B44-7F01E0758971}" dt="2021-03-10T17:15:57.957" v="6" actId="478"/>
          <ac:inkMkLst>
            <pc:docMk/>
            <pc:sldMk cId="0" sldId="429"/>
            <ac:inkMk id="11413" creationId="{6CC56B5F-364E-4776-A660-A6E7961AABE4}"/>
          </ac:inkMkLst>
        </pc:inkChg>
        <pc:inkChg chg="del">
          <ac:chgData name="Md. Nahid Hasan" userId="85ea5f9e-65d6-4031-b810-9415101f2e21" providerId="ADAL" clId="{25D85872-5EAE-4915-8B44-7F01E0758971}" dt="2021-03-10T17:15:57.957" v="6" actId="478"/>
          <ac:inkMkLst>
            <pc:docMk/>
            <pc:sldMk cId="0" sldId="429"/>
            <ac:inkMk id="11415" creationId="{DBEB39FD-385A-4E88-B26B-10D055E7C8FB}"/>
          </ac:inkMkLst>
        </pc:inkChg>
        <pc:inkChg chg="del">
          <ac:chgData name="Md. Nahid Hasan" userId="85ea5f9e-65d6-4031-b810-9415101f2e21" providerId="ADAL" clId="{25D85872-5EAE-4915-8B44-7F01E0758971}" dt="2021-03-10T17:15:57.957" v="6" actId="478"/>
          <ac:inkMkLst>
            <pc:docMk/>
            <pc:sldMk cId="0" sldId="429"/>
            <ac:inkMk id="11416" creationId="{469561AA-86EE-40B4-ACC0-94F888FE44D9}"/>
          </ac:inkMkLst>
        </pc:inkChg>
        <pc:inkChg chg="del">
          <ac:chgData name="Md. Nahid Hasan" userId="85ea5f9e-65d6-4031-b810-9415101f2e21" providerId="ADAL" clId="{25D85872-5EAE-4915-8B44-7F01E0758971}" dt="2021-03-10T17:15:57.957" v="6" actId="478"/>
          <ac:inkMkLst>
            <pc:docMk/>
            <pc:sldMk cId="0" sldId="429"/>
            <ac:inkMk id="11417" creationId="{8677C0A7-B647-4639-8FA8-729BFB78E01F}"/>
          </ac:inkMkLst>
        </pc:inkChg>
        <pc:inkChg chg="del">
          <ac:chgData name="Md. Nahid Hasan" userId="85ea5f9e-65d6-4031-b810-9415101f2e21" providerId="ADAL" clId="{25D85872-5EAE-4915-8B44-7F01E0758971}" dt="2021-03-10T17:15:57.957" v="6" actId="478"/>
          <ac:inkMkLst>
            <pc:docMk/>
            <pc:sldMk cId="0" sldId="429"/>
            <ac:inkMk id="11418" creationId="{114D70A2-F979-4542-BE56-7C0151666ACB}"/>
          </ac:inkMkLst>
        </pc:inkChg>
        <pc:inkChg chg="del">
          <ac:chgData name="Md. Nahid Hasan" userId="85ea5f9e-65d6-4031-b810-9415101f2e21" providerId="ADAL" clId="{25D85872-5EAE-4915-8B44-7F01E0758971}" dt="2021-03-10T17:15:57.957" v="6" actId="478"/>
          <ac:inkMkLst>
            <pc:docMk/>
            <pc:sldMk cId="0" sldId="429"/>
            <ac:inkMk id="11419" creationId="{DEF01D2B-17F5-4652-A5FF-42490674B0BA}"/>
          </ac:inkMkLst>
        </pc:inkChg>
        <pc:inkChg chg="del">
          <ac:chgData name="Md. Nahid Hasan" userId="85ea5f9e-65d6-4031-b810-9415101f2e21" providerId="ADAL" clId="{25D85872-5EAE-4915-8B44-7F01E0758971}" dt="2021-03-10T17:15:57.957" v="6" actId="478"/>
          <ac:inkMkLst>
            <pc:docMk/>
            <pc:sldMk cId="0" sldId="429"/>
            <ac:inkMk id="11420" creationId="{7A5E5EB9-FA8C-4F96-9029-A401267702D3}"/>
          </ac:inkMkLst>
        </pc:inkChg>
        <pc:inkChg chg="del">
          <ac:chgData name="Md. Nahid Hasan" userId="85ea5f9e-65d6-4031-b810-9415101f2e21" providerId="ADAL" clId="{25D85872-5EAE-4915-8B44-7F01E0758971}" dt="2021-03-10T17:15:57.957" v="6" actId="478"/>
          <ac:inkMkLst>
            <pc:docMk/>
            <pc:sldMk cId="0" sldId="429"/>
            <ac:inkMk id="11421" creationId="{55ACEEFF-658A-41DB-8078-99249F472735}"/>
          </ac:inkMkLst>
        </pc:inkChg>
        <pc:inkChg chg="del">
          <ac:chgData name="Md. Nahid Hasan" userId="85ea5f9e-65d6-4031-b810-9415101f2e21" providerId="ADAL" clId="{25D85872-5EAE-4915-8B44-7F01E0758971}" dt="2021-03-10T17:15:57.957" v="6" actId="478"/>
          <ac:inkMkLst>
            <pc:docMk/>
            <pc:sldMk cId="0" sldId="429"/>
            <ac:inkMk id="11422" creationId="{77114697-EFF9-4181-B296-938355B2AC7F}"/>
          </ac:inkMkLst>
        </pc:inkChg>
        <pc:inkChg chg="del">
          <ac:chgData name="Md. Nahid Hasan" userId="85ea5f9e-65d6-4031-b810-9415101f2e21" providerId="ADAL" clId="{25D85872-5EAE-4915-8B44-7F01E0758971}" dt="2021-03-10T17:15:57.957" v="6" actId="478"/>
          <ac:inkMkLst>
            <pc:docMk/>
            <pc:sldMk cId="0" sldId="429"/>
            <ac:inkMk id="11423" creationId="{08C1ABA6-1ECA-4DD9-88EE-EE80DFE986FB}"/>
          </ac:inkMkLst>
        </pc:inkChg>
        <pc:inkChg chg="del">
          <ac:chgData name="Md. Nahid Hasan" userId="85ea5f9e-65d6-4031-b810-9415101f2e21" providerId="ADAL" clId="{25D85872-5EAE-4915-8B44-7F01E0758971}" dt="2021-03-10T17:15:57.957" v="6" actId="478"/>
          <ac:inkMkLst>
            <pc:docMk/>
            <pc:sldMk cId="0" sldId="429"/>
            <ac:inkMk id="11424" creationId="{921A3D79-9F49-4D7E-9D6E-A4ABDA3683CB}"/>
          </ac:inkMkLst>
        </pc:inkChg>
        <pc:inkChg chg="del">
          <ac:chgData name="Md. Nahid Hasan" userId="85ea5f9e-65d6-4031-b810-9415101f2e21" providerId="ADAL" clId="{25D85872-5EAE-4915-8B44-7F01E0758971}" dt="2021-03-10T17:15:57.957" v="6" actId="478"/>
          <ac:inkMkLst>
            <pc:docMk/>
            <pc:sldMk cId="0" sldId="429"/>
            <ac:inkMk id="11425" creationId="{81A9B44E-9668-472E-BA95-78E83EB92140}"/>
          </ac:inkMkLst>
        </pc:inkChg>
        <pc:inkChg chg="del">
          <ac:chgData name="Md. Nahid Hasan" userId="85ea5f9e-65d6-4031-b810-9415101f2e21" providerId="ADAL" clId="{25D85872-5EAE-4915-8B44-7F01E0758971}" dt="2021-03-10T17:15:57.957" v="6" actId="478"/>
          <ac:inkMkLst>
            <pc:docMk/>
            <pc:sldMk cId="0" sldId="429"/>
            <ac:inkMk id="11426" creationId="{DD681E04-7F8C-471F-83E4-64F23E8076B4}"/>
          </ac:inkMkLst>
        </pc:inkChg>
        <pc:inkChg chg="del">
          <ac:chgData name="Md. Nahid Hasan" userId="85ea5f9e-65d6-4031-b810-9415101f2e21" providerId="ADAL" clId="{25D85872-5EAE-4915-8B44-7F01E0758971}" dt="2021-03-10T17:15:57.957" v="6" actId="478"/>
          <ac:inkMkLst>
            <pc:docMk/>
            <pc:sldMk cId="0" sldId="429"/>
            <ac:inkMk id="11427" creationId="{28C7CFF3-D4DB-47DA-87AD-DB8224B7001D}"/>
          </ac:inkMkLst>
        </pc:inkChg>
        <pc:inkChg chg="del">
          <ac:chgData name="Md. Nahid Hasan" userId="85ea5f9e-65d6-4031-b810-9415101f2e21" providerId="ADAL" clId="{25D85872-5EAE-4915-8B44-7F01E0758971}" dt="2021-03-10T17:15:57.957" v="6" actId="478"/>
          <ac:inkMkLst>
            <pc:docMk/>
            <pc:sldMk cId="0" sldId="429"/>
            <ac:inkMk id="11428" creationId="{9D9E8565-A532-4953-8FB4-4639B7519B48}"/>
          </ac:inkMkLst>
        </pc:inkChg>
        <pc:inkChg chg="del">
          <ac:chgData name="Md. Nahid Hasan" userId="85ea5f9e-65d6-4031-b810-9415101f2e21" providerId="ADAL" clId="{25D85872-5EAE-4915-8B44-7F01E0758971}" dt="2021-03-10T17:15:57.957" v="6" actId="478"/>
          <ac:inkMkLst>
            <pc:docMk/>
            <pc:sldMk cId="0" sldId="429"/>
            <ac:inkMk id="11429" creationId="{8C1351BF-6089-440D-B4A1-D4645430124F}"/>
          </ac:inkMkLst>
        </pc:inkChg>
        <pc:inkChg chg="del">
          <ac:chgData name="Md. Nahid Hasan" userId="85ea5f9e-65d6-4031-b810-9415101f2e21" providerId="ADAL" clId="{25D85872-5EAE-4915-8B44-7F01E0758971}" dt="2021-03-10T17:15:57.957" v="6" actId="478"/>
          <ac:inkMkLst>
            <pc:docMk/>
            <pc:sldMk cId="0" sldId="429"/>
            <ac:inkMk id="11430" creationId="{87058B1B-873B-4C46-A41D-3A52415C08C1}"/>
          </ac:inkMkLst>
        </pc:inkChg>
        <pc:inkChg chg="del">
          <ac:chgData name="Md. Nahid Hasan" userId="85ea5f9e-65d6-4031-b810-9415101f2e21" providerId="ADAL" clId="{25D85872-5EAE-4915-8B44-7F01E0758971}" dt="2021-03-10T17:15:57.957" v="6" actId="478"/>
          <ac:inkMkLst>
            <pc:docMk/>
            <pc:sldMk cId="0" sldId="429"/>
            <ac:inkMk id="11431" creationId="{F6D518D8-9C50-4132-B577-F5C58160667B}"/>
          </ac:inkMkLst>
        </pc:inkChg>
        <pc:inkChg chg="del">
          <ac:chgData name="Md. Nahid Hasan" userId="85ea5f9e-65d6-4031-b810-9415101f2e21" providerId="ADAL" clId="{25D85872-5EAE-4915-8B44-7F01E0758971}" dt="2021-03-10T17:15:57.957" v="6" actId="478"/>
          <ac:inkMkLst>
            <pc:docMk/>
            <pc:sldMk cId="0" sldId="429"/>
            <ac:inkMk id="11432" creationId="{6E007A95-7037-44DE-8C5E-19054383F396}"/>
          </ac:inkMkLst>
        </pc:inkChg>
        <pc:inkChg chg="del">
          <ac:chgData name="Md. Nahid Hasan" userId="85ea5f9e-65d6-4031-b810-9415101f2e21" providerId="ADAL" clId="{25D85872-5EAE-4915-8B44-7F01E0758971}" dt="2021-03-10T17:15:59.689" v="7" actId="478"/>
          <ac:inkMkLst>
            <pc:docMk/>
            <pc:sldMk cId="0" sldId="429"/>
            <ac:inkMk id="11433" creationId="{981C0A0E-0D1F-4040-837C-1AADC3377479}"/>
          </ac:inkMkLst>
        </pc:inkChg>
        <pc:inkChg chg="del">
          <ac:chgData name="Md. Nahid Hasan" userId="85ea5f9e-65d6-4031-b810-9415101f2e21" providerId="ADAL" clId="{25D85872-5EAE-4915-8B44-7F01E0758971}" dt="2021-03-10T17:15:57.957" v="6" actId="478"/>
          <ac:inkMkLst>
            <pc:docMk/>
            <pc:sldMk cId="0" sldId="429"/>
            <ac:inkMk id="11434" creationId="{953BAE17-1911-4D1C-B1F7-23E64C140915}"/>
          </ac:inkMkLst>
        </pc:inkChg>
        <pc:inkChg chg="del">
          <ac:chgData name="Md. Nahid Hasan" userId="85ea5f9e-65d6-4031-b810-9415101f2e21" providerId="ADAL" clId="{25D85872-5EAE-4915-8B44-7F01E0758971}" dt="2021-03-10T17:15:57.957" v="6" actId="478"/>
          <ac:inkMkLst>
            <pc:docMk/>
            <pc:sldMk cId="0" sldId="429"/>
            <ac:inkMk id="11435" creationId="{26AF2291-1701-4169-8FBB-E2275F8E99CC}"/>
          </ac:inkMkLst>
        </pc:inkChg>
        <pc:inkChg chg="del">
          <ac:chgData name="Md. Nahid Hasan" userId="85ea5f9e-65d6-4031-b810-9415101f2e21" providerId="ADAL" clId="{25D85872-5EAE-4915-8B44-7F01E0758971}" dt="2021-03-10T17:15:57.957" v="6" actId="478"/>
          <ac:inkMkLst>
            <pc:docMk/>
            <pc:sldMk cId="0" sldId="429"/>
            <ac:inkMk id="11436" creationId="{1319BD26-FA75-4F3B-B2E2-774014C6D438}"/>
          </ac:inkMkLst>
        </pc:inkChg>
        <pc:inkChg chg="del">
          <ac:chgData name="Md. Nahid Hasan" userId="85ea5f9e-65d6-4031-b810-9415101f2e21" providerId="ADAL" clId="{25D85872-5EAE-4915-8B44-7F01E0758971}" dt="2021-03-10T17:15:59.689" v="7" actId="478"/>
          <ac:inkMkLst>
            <pc:docMk/>
            <pc:sldMk cId="0" sldId="429"/>
            <ac:inkMk id="11437" creationId="{4725D338-3665-4C45-A50A-7D5D5B07A7A1}"/>
          </ac:inkMkLst>
        </pc:inkChg>
        <pc:inkChg chg="del">
          <ac:chgData name="Md. Nahid Hasan" userId="85ea5f9e-65d6-4031-b810-9415101f2e21" providerId="ADAL" clId="{25D85872-5EAE-4915-8B44-7F01E0758971}" dt="2021-03-10T17:15:59.689" v="7" actId="478"/>
          <ac:inkMkLst>
            <pc:docMk/>
            <pc:sldMk cId="0" sldId="429"/>
            <ac:inkMk id="11438" creationId="{B5F29BF5-6FC8-4C6E-87C1-B7BB1511FD89}"/>
          </ac:inkMkLst>
        </pc:inkChg>
        <pc:inkChg chg="del">
          <ac:chgData name="Md. Nahid Hasan" userId="85ea5f9e-65d6-4031-b810-9415101f2e21" providerId="ADAL" clId="{25D85872-5EAE-4915-8B44-7F01E0758971}" dt="2021-03-10T17:15:57.957" v="6" actId="478"/>
          <ac:inkMkLst>
            <pc:docMk/>
            <pc:sldMk cId="0" sldId="429"/>
            <ac:inkMk id="11439" creationId="{298C5F79-78CC-471C-9651-C8728AB34DC0}"/>
          </ac:inkMkLst>
        </pc:inkChg>
        <pc:inkChg chg="del">
          <ac:chgData name="Md. Nahid Hasan" userId="85ea5f9e-65d6-4031-b810-9415101f2e21" providerId="ADAL" clId="{25D85872-5EAE-4915-8B44-7F01E0758971}" dt="2021-03-10T17:15:59.689" v="7" actId="478"/>
          <ac:inkMkLst>
            <pc:docMk/>
            <pc:sldMk cId="0" sldId="429"/>
            <ac:inkMk id="11440" creationId="{DE33A8D8-3529-4798-9FE9-C3CB48945040}"/>
          </ac:inkMkLst>
        </pc:inkChg>
        <pc:inkChg chg="del">
          <ac:chgData name="Md. Nahid Hasan" userId="85ea5f9e-65d6-4031-b810-9415101f2e21" providerId="ADAL" clId="{25D85872-5EAE-4915-8B44-7F01E0758971}" dt="2021-03-10T17:15:57.957" v="6" actId="478"/>
          <ac:inkMkLst>
            <pc:docMk/>
            <pc:sldMk cId="0" sldId="429"/>
            <ac:inkMk id="11441" creationId="{3601D241-1063-4085-8AD5-547C2C821078}"/>
          </ac:inkMkLst>
        </pc:inkChg>
        <pc:inkChg chg="del">
          <ac:chgData name="Md. Nahid Hasan" userId="85ea5f9e-65d6-4031-b810-9415101f2e21" providerId="ADAL" clId="{25D85872-5EAE-4915-8B44-7F01E0758971}" dt="2021-03-10T17:15:57.957" v="6" actId="478"/>
          <ac:inkMkLst>
            <pc:docMk/>
            <pc:sldMk cId="0" sldId="429"/>
            <ac:inkMk id="11442" creationId="{999A6CB8-725E-41BE-B6A0-B6C3C41063C7}"/>
          </ac:inkMkLst>
        </pc:inkChg>
        <pc:inkChg chg="del">
          <ac:chgData name="Md. Nahid Hasan" userId="85ea5f9e-65d6-4031-b810-9415101f2e21" providerId="ADAL" clId="{25D85872-5EAE-4915-8B44-7F01E0758971}" dt="2021-03-10T17:15:57.957" v="6" actId="478"/>
          <ac:inkMkLst>
            <pc:docMk/>
            <pc:sldMk cId="0" sldId="429"/>
            <ac:inkMk id="11443" creationId="{463C9E2C-C0D4-4F8A-B0C0-A0792E08C51C}"/>
          </ac:inkMkLst>
        </pc:inkChg>
        <pc:inkChg chg="del">
          <ac:chgData name="Md. Nahid Hasan" userId="85ea5f9e-65d6-4031-b810-9415101f2e21" providerId="ADAL" clId="{25D85872-5EAE-4915-8B44-7F01E0758971}" dt="2021-03-10T17:15:57.957" v="6" actId="478"/>
          <ac:inkMkLst>
            <pc:docMk/>
            <pc:sldMk cId="0" sldId="429"/>
            <ac:inkMk id="11444" creationId="{05F05CE0-30B3-4DF5-8608-3A5AF7D7C86B}"/>
          </ac:inkMkLst>
        </pc:inkChg>
        <pc:inkChg chg="del">
          <ac:chgData name="Md. Nahid Hasan" userId="85ea5f9e-65d6-4031-b810-9415101f2e21" providerId="ADAL" clId="{25D85872-5EAE-4915-8B44-7F01E0758971}" dt="2021-03-10T17:15:57.957" v="6" actId="478"/>
          <ac:inkMkLst>
            <pc:docMk/>
            <pc:sldMk cId="0" sldId="429"/>
            <ac:inkMk id="11445" creationId="{BA0516C7-2A79-4DE6-B0BB-AC083EFEFCFE}"/>
          </ac:inkMkLst>
        </pc:inkChg>
        <pc:inkChg chg="del">
          <ac:chgData name="Md. Nahid Hasan" userId="85ea5f9e-65d6-4031-b810-9415101f2e21" providerId="ADAL" clId="{25D85872-5EAE-4915-8B44-7F01E0758971}" dt="2021-03-10T17:15:57.957" v="6" actId="478"/>
          <ac:inkMkLst>
            <pc:docMk/>
            <pc:sldMk cId="0" sldId="429"/>
            <ac:inkMk id="11446" creationId="{E6FCC703-9581-4C18-A2DB-FF92D5264FAC}"/>
          </ac:inkMkLst>
        </pc:inkChg>
        <pc:inkChg chg="del">
          <ac:chgData name="Md. Nahid Hasan" userId="85ea5f9e-65d6-4031-b810-9415101f2e21" providerId="ADAL" clId="{25D85872-5EAE-4915-8B44-7F01E0758971}" dt="2021-03-10T17:15:57.957" v="6" actId="478"/>
          <ac:inkMkLst>
            <pc:docMk/>
            <pc:sldMk cId="0" sldId="429"/>
            <ac:inkMk id="11447" creationId="{DC82DE3B-28BD-4EC4-9F9D-DE280BFD7F7B}"/>
          </ac:inkMkLst>
        </pc:inkChg>
        <pc:inkChg chg="del">
          <ac:chgData name="Md. Nahid Hasan" userId="85ea5f9e-65d6-4031-b810-9415101f2e21" providerId="ADAL" clId="{25D85872-5EAE-4915-8B44-7F01E0758971}" dt="2021-03-10T17:15:57.957" v="6" actId="478"/>
          <ac:inkMkLst>
            <pc:docMk/>
            <pc:sldMk cId="0" sldId="429"/>
            <ac:inkMk id="11448" creationId="{A5EA10AF-2A31-497C-A984-F796B9D35B67}"/>
          </ac:inkMkLst>
        </pc:inkChg>
        <pc:inkChg chg="del">
          <ac:chgData name="Md. Nahid Hasan" userId="85ea5f9e-65d6-4031-b810-9415101f2e21" providerId="ADAL" clId="{25D85872-5EAE-4915-8B44-7F01E0758971}" dt="2021-03-10T17:15:57.957" v="6" actId="478"/>
          <ac:inkMkLst>
            <pc:docMk/>
            <pc:sldMk cId="0" sldId="429"/>
            <ac:inkMk id="11449" creationId="{6DA93DFB-EE83-42C7-AD02-87958AF98F58}"/>
          </ac:inkMkLst>
        </pc:inkChg>
        <pc:inkChg chg="del">
          <ac:chgData name="Md. Nahid Hasan" userId="85ea5f9e-65d6-4031-b810-9415101f2e21" providerId="ADAL" clId="{25D85872-5EAE-4915-8B44-7F01E0758971}" dt="2021-03-10T17:15:57.957" v="6" actId="478"/>
          <ac:inkMkLst>
            <pc:docMk/>
            <pc:sldMk cId="0" sldId="429"/>
            <ac:inkMk id="11450" creationId="{09CA5D16-CCF1-4BB8-A808-245121AF6AD1}"/>
          </ac:inkMkLst>
        </pc:inkChg>
        <pc:inkChg chg="del">
          <ac:chgData name="Md. Nahid Hasan" userId="85ea5f9e-65d6-4031-b810-9415101f2e21" providerId="ADAL" clId="{25D85872-5EAE-4915-8B44-7F01E0758971}" dt="2021-03-10T17:15:57.957" v="6" actId="478"/>
          <ac:inkMkLst>
            <pc:docMk/>
            <pc:sldMk cId="0" sldId="429"/>
            <ac:inkMk id="11451" creationId="{4711CAB4-AAA4-49D1-9D8B-1CFA270C27E2}"/>
          </ac:inkMkLst>
        </pc:inkChg>
        <pc:inkChg chg="del">
          <ac:chgData name="Md. Nahid Hasan" userId="85ea5f9e-65d6-4031-b810-9415101f2e21" providerId="ADAL" clId="{25D85872-5EAE-4915-8B44-7F01E0758971}" dt="2021-03-10T17:15:57.957" v="6" actId="478"/>
          <ac:inkMkLst>
            <pc:docMk/>
            <pc:sldMk cId="0" sldId="429"/>
            <ac:inkMk id="11452" creationId="{145C78F2-595D-4EA9-B2CD-71593EFEB7F2}"/>
          </ac:inkMkLst>
        </pc:inkChg>
        <pc:inkChg chg="del">
          <ac:chgData name="Md. Nahid Hasan" userId="85ea5f9e-65d6-4031-b810-9415101f2e21" providerId="ADAL" clId="{25D85872-5EAE-4915-8B44-7F01E0758971}" dt="2021-03-10T17:15:57.957" v="6" actId="478"/>
          <ac:inkMkLst>
            <pc:docMk/>
            <pc:sldMk cId="0" sldId="429"/>
            <ac:inkMk id="11453" creationId="{C0B433AC-9652-4B79-8FB5-E18D1EF7F65D}"/>
          </ac:inkMkLst>
        </pc:inkChg>
        <pc:inkChg chg="del">
          <ac:chgData name="Md. Nahid Hasan" userId="85ea5f9e-65d6-4031-b810-9415101f2e21" providerId="ADAL" clId="{25D85872-5EAE-4915-8B44-7F01E0758971}" dt="2021-03-10T17:15:57.957" v="6" actId="478"/>
          <ac:inkMkLst>
            <pc:docMk/>
            <pc:sldMk cId="0" sldId="429"/>
            <ac:inkMk id="11454" creationId="{A6264647-E97E-40B6-8D39-B8569E379B54}"/>
          </ac:inkMkLst>
        </pc:inkChg>
        <pc:inkChg chg="del">
          <ac:chgData name="Md. Nahid Hasan" userId="85ea5f9e-65d6-4031-b810-9415101f2e21" providerId="ADAL" clId="{25D85872-5EAE-4915-8B44-7F01E0758971}" dt="2021-03-10T17:15:57.957" v="6" actId="478"/>
          <ac:inkMkLst>
            <pc:docMk/>
            <pc:sldMk cId="0" sldId="429"/>
            <ac:inkMk id="11455" creationId="{46BB81BD-A0AE-47FB-A36D-F92BB27D6BA8}"/>
          </ac:inkMkLst>
        </pc:inkChg>
        <pc:inkChg chg="del">
          <ac:chgData name="Md. Nahid Hasan" userId="85ea5f9e-65d6-4031-b810-9415101f2e21" providerId="ADAL" clId="{25D85872-5EAE-4915-8B44-7F01E0758971}" dt="2021-03-10T17:15:57.957" v="6" actId="478"/>
          <ac:inkMkLst>
            <pc:docMk/>
            <pc:sldMk cId="0" sldId="429"/>
            <ac:inkMk id="11456" creationId="{30F3296D-D539-4519-93F5-08E97D688A37}"/>
          </ac:inkMkLst>
        </pc:inkChg>
        <pc:inkChg chg="del">
          <ac:chgData name="Md. Nahid Hasan" userId="85ea5f9e-65d6-4031-b810-9415101f2e21" providerId="ADAL" clId="{25D85872-5EAE-4915-8B44-7F01E0758971}" dt="2021-03-10T17:15:57.957" v="6" actId="478"/>
          <ac:inkMkLst>
            <pc:docMk/>
            <pc:sldMk cId="0" sldId="429"/>
            <ac:inkMk id="11457" creationId="{DE2B5163-B81C-4775-A44C-C1794C73667E}"/>
          </ac:inkMkLst>
        </pc:inkChg>
        <pc:inkChg chg="del">
          <ac:chgData name="Md. Nahid Hasan" userId="85ea5f9e-65d6-4031-b810-9415101f2e21" providerId="ADAL" clId="{25D85872-5EAE-4915-8B44-7F01E0758971}" dt="2021-03-10T17:15:57.957" v="6" actId="478"/>
          <ac:inkMkLst>
            <pc:docMk/>
            <pc:sldMk cId="0" sldId="429"/>
            <ac:inkMk id="11458" creationId="{F8473F11-BC1A-44CD-96B6-F9F140D555C8}"/>
          </ac:inkMkLst>
        </pc:inkChg>
        <pc:inkChg chg="del">
          <ac:chgData name="Md. Nahid Hasan" userId="85ea5f9e-65d6-4031-b810-9415101f2e21" providerId="ADAL" clId="{25D85872-5EAE-4915-8B44-7F01E0758971}" dt="2021-03-10T17:15:57.957" v="6" actId="478"/>
          <ac:inkMkLst>
            <pc:docMk/>
            <pc:sldMk cId="0" sldId="429"/>
            <ac:inkMk id="11459" creationId="{1A911265-3E5F-43FB-9226-38CFBB7DF866}"/>
          </ac:inkMkLst>
        </pc:inkChg>
        <pc:inkChg chg="del">
          <ac:chgData name="Md. Nahid Hasan" userId="85ea5f9e-65d6-4031-b810-9415101f2e21" providerId="ADAL" clId="{25D85872-5EAE-4915-8B44-7F01E0758971}" dt="2021-03-10T17:15:57.957" v="6" actId="478"/>
          <ac:inkMkLst>
            <pc:docMk/>
            <pc:sldMk cId="0" sldId="429"/>
            <ac:inkMk id="11460" creationId="{DB3CD15D-F8C5-40EC-9AD1-621527568F15}"/>
          </ac:inkMkLst>
        </pc:inkChg>
        <pc:inkChg chg="del">
          <ac:chgData name="Md. Nahid Hasan" userId="85ea5f9e-65d6-4031-b810-9415101f2e21" providerId="ADAL" clId="{25D85872-5EAE-4915-8B44-7F01E0758971}" dt="2021-03-10T17:15:57.957" v="6" actId="478"/>
          <ac:inkMkLst>
            <pc:docMk/>
            <pc:sldMk cId="0" sldId="429"/>
            <ac:inkMk id="11461" creationId="{C29E0B96-3A41-4E2A-A1A4-C0422DF4DCC6}"/>
          </ac:inkMkLst>
        </pc:inkChg>
        <pc:inkChg chg="del">
          <ac:chgData name="Md. Nahid Hasan" userId="85ea5f9e-65d6-4031-b810-9415101f2e21" providerId="ADAL" clId="{25D85872-5EAE-4915-8B44-7F01E0758971}" dt="2021-03-10T17:15:57.957" v="6" actId="478"/>
          <ac:inkMkLst>
            <pc:docMk/>
            <pc:sldMk cId="0" sldId="429"/>
            <ac:inkMk id="11462" creationId="{7F3E2B22-9F1B-4AB7-835B-B53C939F8C19}"/>
          </ac:inkMkLst>
        </pc:inkChg>
        <pc:inkChg chg="del">
          <ac:chgData name="Md. Nahid Hasan" userId="85ea5f9e-65d6-4031-b810-9415101f2e21" providerId="ADAL" clId="{25D85872-5EAE-4915-8B44-7F01E0758971}" dt="2021-03-10T17:15:57.957" v="6" actId="478"/>
          <ac:inkMkLst>
            <pc:docMk/>
            <pc:sldMk cId="0" sldId="429"/>
            <ac:inkMk id="11463" creationId="{C5ECCE81-0196-4E93-B7EC-463A81B31739}"/>
          </ac:inkMkLst>
        </pc:inkChg>
        <pc:inkChg chg="del">
          <ac:chgData name="Md. Nahid Hasan" userId="85ea5f9e-65d6-4031-b810-9415101f2e21" providerId="ADAL" clId="{25D85872-5EAE-4915-8B44-7F01E0758971}" dt="2021-03-10T17:15:57.957" v="6" actId="478"/>
          <ac:inkMkLst>
            <pc:docMk/>
            <pc:sldMk cId="0" sldId="429"/>
            <ac:inkMk id="11464" creationId="{BBE8AD26-B5DF-4669-B093-8D90E02581FA}"/>
          </ac:inkMkLst>
        </pc:inkChg>
        <pc:inkChg chg="del">
          <ac:chgData name="Md. Nahid Hasan" userId="85ea5f9e-65d6-4031-b810-9415101f2e21" providerId="ADAL" clId="{25D85872-5EAE-4915-8B44-7F01E0758971}" dt="2021-03-10T17:15:57.957" v="6" actId="478"/>
          <ac:inkMkLst>
            <pc:docMk/>
            <pc:sldMk cId="0" sldId="429"/>
            <ac:inkMk id="11465" creationId="{75AF4D49-F1E5-42DE-A67B-D90A2EC4029F}"/>
          </ac:inkMkLst>
        </pc:inkChg>
        <pc:inkChg chg="del">
          <ac:chgData name="Md. Nahid Hasan" userId="85ea5f9e-65d6-4031-b810-9415101f2e21" providerId="ADAL" clId="{25D85872-5EAE-4915-8B44-7F01E0758971}" dt="2021-03-10T17:15:57.957" v="6" actId="478"/>
          <ac:inkMkLst>
            <pc:docMk/>
            <pc:sldMk cId="0" sldId="429"/>
            <ac:inkMk id="11466" creationId="{52AD3D67-A23B-447C-A103-E7D31D69CEAB}"/>
          </ac:inkMkLst>
        </pc:inkChg>
        <pc:inkChg chg="del">
          <ac:chgData name="Md. Nahid Hasan" userId="85ea5f9e-65d6-4031-b810-9415101f2e21" providerId="ADAL" clId="{25D85872-5EAE-4915-8B44-7F01E0758971}" dt="2021-03-10T17:15:57.957" v="6" actId="478"/>
          <ac:inkMkLst>
            <pc:docMk/>
            <pc:sldMk cId="0" sldId="429"/>
            <ac:inkMk id="11467" creationId="{1377F6B5-A1D3-4402-BB68-371B92FF0F67}"/>
          </ac:inkMkLst>
        </pc:inkChg>
        <pc:inkChg chg="del">
          <ac:chgData name="Md. Nahid Hasan" userId="85ea5f9e-65d6-4031-b810-9415101f2e21" providerId="ADAL" clId="{25D85872-5EAE-4915-8B44-7F01E0758971}" dt="2021-03-10T17:15:57.957" v="6" actId="478"/>
          <ac:inkMkLst>
            <pc:docMk/>
            <pc:sldMk cId="0" sldId="429"/>
            <ac:inkMk id="11468" creationId="{9B111C3A-E53D-42FD-AFB8-3646A01D8732}"/>
          </ac:inkMkLst>
        </pc:inkChg>
        <pc:inkChg chg="del">
          <ac:chgData name="Md. Nahid Hasan" userId="85ea5f9e-65d6-4031-b810-9415101f2e21" providerId="ADAL" clId="{25D85872-5EAE-4915-8B44-7F01E0758971}" dt="2021-03-10T17:15:57.957" v="6" actId="478"/>
          <ac:inkMkLst>
            <pc:docMk/>
            <pc:sldMk cId="0" sldId="429"/>
            <ac:inkMk id="11469" creationId="{BA95A678-B825-4F03-9CC6-1F5178B8D08D}"/>
          </ac:inkMkLst>
        </pc:inkChg>
        <pc:inkChg chg="del">
          <ac:chgData name="Md. Nahid Hasan" userId="85ea5f9e-65d6-4031-b810-9415101f2e21" providerId="ADAL" clId="{25D85872-5EAE-4915-8B44-7F01E0758971}" dt="2021-03-10T17:15:57.957" v="6" actId="478"/>
          <ac:inkMkLst>
            <pc:docMk/>
            <pc:sldMk cId="0" sldId="429"/>
            <ac:inkMk id="11470" creationId="{D92D3FE0-5894-4B99-AE35-50FD7C997912}"/>
          </ac:inkMkLst>
        </pc:inkChg>
        <pc:inkChg chg="del">
          <ac:chgData name="Md. Nahid Hasan" userId="85ea5f9e-65d6-4031-b810-9415101f2e21" providerId="ADAL" clId="{25D85872-5EAE-4915-8B44-7F01E0758971}" dt="2021-03-10T17:15:57.957" v="6" actId="478"/>
          <ac:inkMkLst>
            <pc:docMk/>
            <pc:sldMk cId="0" sldId="429"/>
            <ac:inkMk id="11471" creationId="{FA0D6BE4-4B12-4840-9986-8CDA4C8ECCBF}"/>
          </ac:inkMkLst>
        </pc:inkChg>
        <pc:inkChg chg="del">
          <ac:chgData name="Md. Nahid Hasan" userId="85ea5f9e-65d6-4031-b810-9415101f2e21" providerId="ADAL" clId="{25D85872-5EAE-4915-8B44-7F01E0758971}" dt="2021-03-10T17:15:57.957" v="6" actId="478"/>
          <ac:inkMkLst>
            <pc:docMk/>
            <pc:sldMk cId="0" sldId="429"/>
            <ac:inkMk id="11472" creationId="{8A79073A-3ED8-4D78-AA2D-CD8A8A0A0576}"/>
          </ac:inkMkLst>
        </pc:inkChg>
        <pc:inkChg chg="del">
          <ac:chgData name="Md. Nahid Hasan" userId="85ea5f9e-65d6-4031-b810-9415101f2e21" providerId="ADAL" clId="{25D85872-5EAE-4915-8B44-7F01E0758971}" dt="2021-03-10T17:15:57.957" v="6" actId="478"/>
          <ac:inkMkLst>
            <pc:docMk/>
            <pc:sldMk cId="0" sldId="429"/>
            <ac:inkMk id="11473" creationId="{9D538E10-30F1-4A7A-8DE3-F1864E01915C}"/>
          </ac:inkMkLst>
        </pc:inkChg>
        <pc:inkChg chg="del">
          <ac:chgData name="Md. Nahid Hasan" userId="85ea5f9e-65d6-4031-b810-9415101f2e21" providerId="ADAL" clId="{25D85872-5EAE-4915-8B44-7F01E0758971}" dt="2021-03-10T17:15:57.957" v="6" actId="478"/>
          <ac:inkMkLst>
            <pc:docMk/>
            <pc:sldMk cId="0" sldId="429"/>
            <ac:inkMk id="11474" creationId="{5C2F7143-987B-416F-9EE9-CE227A7C9D97}"/>
          </ac:inkMkLst>
        </pc:inkChg>
        <pc:inkChg chg="del">
          <ac:chgData name="Md. Nahid Hasan" userId="85ea5f9e-65d6-4031-b810-9415101f2e21" providerId="ADAL" clId="{25D85872-5EAE-4915-8B44-7F01E0758971}" dt="2021-03-10T17:15:57.957" v="6" actId="478"/>
          <ac:inkMkLst>
            <pc:docMk/>
            <pc:sldMk cId="0" sldId="429"/>
            <ac:inkMk id="11475" creationId="{83F10ADB-47D4-46DE-9FFC-50C010BD133B}"/>
          </ac:inkMkLst>
        </pc:inkChg>
        <pc:inkChg chg="del">
          <ac:chgData name="Md. Nahid Hasan" userId="85ea5f9e-65d6-4031-b810-9415101f2e21" providerId="ADAL" clId="{25D85872-5EAE-4915-8B44-7F01E0758971}" dt="2021-03-10T17:15:57.957" v="6" actId="478"/>
          <ac:inkMkLst>
            <pc:docMk/>
            <pc:sldMk cId="0" sldId="429"/>
            <ac:inkMk id="11476" creationId="{71130DA3-BDEA-4023-BA6A-69CC56452DE9}"/>
          </ac:inkMkLst>
        </pc:inkChg>
        <pc:inkChg chg="del">
          <ac:chgData name="Md. Nahid Hasan" userId="85ea5f9e-65d6-4031-b810-9415101f2e21" providerId="ADAL" clId="{25D85872-5EAE-4915-8B44-7F01E0758971}" dt="2021-03-10T17:15:57.957" v="6" actId="478"/>
          <ac:inkMkLst>
            <pc:docMk/>
            <pc:sldMk cId="0" sldId="429"/>
            <ac:inkMk id="11477" creationId="{45F84436-1A56-4E40-8F3E-CD44B3E92683}"/>
          </ac:inkMkLst>
        </pc:inkChg>
        <pc:inkChg chg="del">
          <ac:chgData name="Md. Nahid Hasan" userId="85ea5f9e-65d6-4031-b810-9415101f2e21" providerId="ADAL" clId="{25D85872-5EAE-4915-8B44-7F01E0758971}" dt="2021-03-10T17:15:57.957" v="6" actId="478"/>
          <ac:inkMkLst>
            <pc:docMk/>
            <pc:sldMk cId="0" sldId="429"/>
            <ac:inkMk id="11478" creationId="{85801C0D-5C28-4045-8A2D-12432D3594D6}"/>
          </ac:inkMkLst>
        </pc:inkChg>
        <pc:inkChg chg="del">
          <ac:chgData name="Md. Nahid Hasan" userId="85ea5f9e-65d6-4031-b810-9415101f2e21" providerId="ADAL" clId="{25D85872-5EAE-4915-8B44-7F01E0758971}" dt="2021-03-10T17:15:57.957" v="6" actId="478"/>
          <ac:inkMkLst>
            <pc:docMk/>
            <pc:sldMk cId="0" sldId="429"/>
            <ac:inkMk id="11479" creationId="{EA29E240-3821-4140-9903-7170F91BDF97}"/>
          </ac:inkMkLst>
        </pc:inkChg>
        <pc:inkChg chg="del">
          <ac:chgData name="Md. Nahid Hasan" userId="85ea5f9e-65d6-4031-b810-9415101f2e21" providerId="ADAL" clId="{25D85872-5EAE-4915-8B44-7F01E0758971}" dt="2021-03-10T17:15:57.957" v="6" actId="478"/>
          <ac:inkMkLst>
            <pc:docMk/>
            <pc:sldMk cId="0" sldId="429"/>
            <ac:inkMk id="11480" creationId="{598CF3E6-9859-4699-A33B-52DF9DA06269}"/>
          </ac:inkMkLst>
        </pc:inkChg>
        <pc:inkChg chg="del">
          <ac:chgData name="Md. Nahid Hasan" userId="85ea5f9e-65d6-4031-b810-9415101f2e21" providerId="ADAL" clId="{25D85872-5EAE-4915-8B44-7F01E0758971}" dt="2021-03-10T17:15:57.957" v="6" actId="478"/>
          <ac:inkMkLst>
            <pc:docMk/>
            <pc:sldMk cId="0" sldId="429"/>
            <ac:inkMk id="11481" creationId="{E2292270-3701-428A-B43A-0C11837B16F4}"/>
          </ac:inkMkLst>
        </pc:inkChg>
        <pc:inkChg chg="del">
          <ac:chgData name="Md. Nahid Hasan" userId="85ea5f9e-65d6-4031-b810-9415101f2e21" providerId="ADAL" clId="{25D85872-5EAE-4915-8B44-7F01E0758971}" dt="2021-03-10T17:15:57.957" v="6" actId="478"/>
          <ac:inkMkLst>
            <pc:docMk/>
            <pc:sldMk cId="0" sldId="429"/>
            <ac:inkMk id="11482" creationId="{A82755E7-F074-4F58-B956-90BAD720FB65}"/>
          </ac:inkMkLst>
        </pc:inkChg>
        <pc:inkChg chg="del">
          <ac:chgData name="Md. Nahid Hasan" userId="85ea5f9e-65d6-4031-b810-9415101f2e21" providerId="ADAL" clId="{25D85872-5EAE-4915-8B44-7F01E0758971}" dt="2021-03-10T17:15:57.957" v="6" actId="478"/>
          <ac:inkMkLst>
            <pc:docMk/>
            <pc:sldMk cId="0" sldId="429"/>
            <ac:inkMk id="11483" creationId="{D033B379-9046-40BE-8F3B-1B9307F878B1}"/>
          </ac:inkMkLst>
        </pc:inkChg>
        <pc:inkChg chg="del">
          <ac:chgData name="Md. Nahid Hasan" userId="85ea5f9e-65d6-4031-b810-9415101f2e21" providerId="ADAL" clId="{25D85872-5EAE-4915-8B44-7F01E0758971}" dt="2021-03-10T17:15:57.957" v="6" actId="478"/>
          <ac:inkMkLst>
            <pc:docMk/>
            <pc:sldMk cId="0" sldId="429"/>
            <ac:inkMk id="11484" creationId="{6E55C2F5-65FF-4C8C-BFC0-C9A4C968401B}"/>
          </ac:inkMkLst>
        </pc:inkChg>
        <pc:inkChg chg="del">
          <ac:chgData name="Md. Nahid Hasan" userId="85ea5f9e-65d6-4031-b810-9415101f2e21" providerId="ADAL" clId="{25D85872-5EAE-4915-8B44-7F01E0758971}" dt="2021-03-10T17:15:57.957" v="6" actId="478"/>
          <ac:inkMkLst>
            <pc:docMk/>
            <pc:sldMk cId="0" sldId="429"/>
            <ac:inkMk id="11485" creationId="{99C59D09-C670-4B0E-8379-7F6044994859}"/>
          </ac:inkMkLst>
        </pc:inkChg>
        <pc:inkChg chg="del">
          <ac:chgData name="Md. Nahid Hasan" userId="85ea5f9e-65d6-4031-b810-9415101f2e21" providerId="ADAL" clId="{25D85872-5EAE-4915-8B44-7F01E0758971}" dt="2021-03-10T17:15:57.957" v="6" actId="478"/>
          <ac:inkMkLst>
            <pc:docMk/>
            <pc:sldMk cId="0" sldId="429"/>
            <ac:inkMk id="11486" creationId="{5F8EA638-BC71-4658-8532-18FAF8FA8759}"/>
          </ac:inkMkLst>
        </pc:inkChg>
        <pc:inkChg chg="del">
          <ac:chgData name="Md. Nahid Hasan" userId="85ea5f9e-65d6-4031-b810-9415101f2e21" providerId="ADAL" clId="{25D85872-5EAE-4915-8B44-7F01E0758971}" dt="2021-03-10T17:15:57.957" v="6" actId="478"/>
          <ac:inkMkLst>
            <pc:docMk/>
            <pc:sldMk cId="0" sldId="429"/>
            <ac:inkMk id="11487" creationId="{EDFE925A-4D70-4E1C-8E3E-975B9595439C}"/>
          </ac:inkMkLst>
        </pc:inkChg>
        <pc:inkChg chg="del">
          <ac:chgData name="Md. Nahid Hasan" userId="85ea5f9e-65d6-4031-b810-9415101f2e21" providerId="ADAL" clId="{25D85872-5EAE-4915-8B44-7F01E0758971}" dt="2021-03-10T17:15:57.957" v="6" actId="478"/>
          <ac:inkMkLst>
            <pc:docMk/>
            <pc:sldMk cId="0" sldId="429"/>
            <ac:inkMk id="11488" creationId="{B7CCA467-F973-4D69-8340-A91BCC9DAAFD}"/>
          </ac:inkMkLst>
        </pc:inkChg>
        <pc:inkChg chg="del">
          <ac:chgData name="Md. Nahid Hasan" userId="85ea5f9e-65d6-4031-b810-9415101f2e21" providerId="ADAL" clId="{25D85872-5EAE-4915-8B44-7F01E0758971}" dt="2021-03-10T17:15:57.957" v="6" actId="478"/>
          <ac:inkMkLst>
            <pc:docMk/>
            <pc:sldMk cId="0" sldId="429"/>
            <ac:inkMk id="11489" creationId="{D2CEBD37-45CA-4EC8-A101-E7011A4368C2}"/>
          </ac:inkMkLst>
        </pc:inkChg>
        <pc:inkChg chg="del">
          <ac:chgData name="Md. Nahid Hasan" userId="85ea5f9e-65d6-4031-b810-9415101f2e21" providerId="ADAL" clId="{25D85872-5EAE-4915-8B44-7F01E0758971}" dt="2021-03-10T17:15:57.957" v="6" actId="478"/>
          <ac:inkMkLst>
            <pc:docMk/>
            <pc:sldMk cId="0" sldId="429"/>
            <ac:inkMk id="11490" creationId="{13177492-146B-4169-8E34-155E99D57F57}"/>
          </ac:inkMkLst>
        </pc:inkChg>
        <pc:inkChg chg="del">
          <ac:chgData name="Md. Nahid Hasan" userId="85ea5f9e-65d6-4031-b810-9415101f2e21" providerId="ADAL" clId="{25D85872-5EAE-4915-8B44-7F01E0758971}" dt="2021-03-10T17:15:57.957" v="6" actId="478"/>
          <ac:inkMkLst>
            <pc:docMk/>
            <pc:sldMk cId="0" sldId="429"/>
            <ac:inkMk id="11491" creationId="{375EEDF3-650B-4F18-A8E1-0FFD26A42B61}"/>
          </ac:inkMkLst>
        </pc:inkChg>
        <pc:inkChg chg="del">
          <ac:chgData name="Md. Nahid Hasan" userId="85ea5f9e-65d6-4031-b810-9415101f2e21" providerId="ADAL" clId="{25D85872-5EAE-4915-8B44-7F01E0758971}" dt="2021-03-10T17:15:57.957" v="6" actId="478"/>
          <ac:inkMkLst>
            <pc:docMk/>
            <pc:sldMk cId="0" sldId="429"/>
            <ac:inkMk id="11492" creationId="{FFE704C4-5D5B-4011-BB99-AEDCFFB031F1}"/>
          </ac:inkMkLst>
        </pc:inkChg>
        <pc:inkChg chg="del">
          <ac:chgData name="Md. Nahid Hasan" userId="85ea5f9e-65d6-4031-b810-9415101f2e21" providerId="ADAL" clId="{25D85872-5EAE-4915-8B44-7F01E0758971}" dt="2021-03-10T17:15:57.957" v="6" actId="478"/>
          <ac:inkMkLst>
            <pc:docMk/>
            <pc:sldMk cId="0" sldId="429"/>
            <ac:inkMk id="11493" creationId="{D2D6C164-C7C9-4399-9642-08FB1EA5F845}"/>
          </ac:inkMkLst>
        </pc:inkChg>
      </pc:sldChg>
      <pc:sldChg chg="delSp mod">
        <pc:chgData name="Md. Nahid Hasan" userId="85ea5f9e-65d6-4031-b810-9415101f2e21" providerId="ADAL" clId="{25D85872-5EAE-4915-8B44-7F01E0758971}" dt="2021-03-10T17:15:50.242" v="5" actId="478"/>
        <pc:sldMkLst>
          <pc:docMk/>
          <pc:sldMk cId="0" sldId="430"/>
        </pc:sldMkLst>
        <pc:inkChg chg="del">
          <ac:chgData name="Md. Nahid Hasan" userId="85ea5f9e-65d6-4031-b810-9415101f2e21" providerId="ADAL" clId="{25D85872-5EAE-4915-8B44-7F01E0758971}" dt="2021-03-10T17:15:45.898" v="3" actId="478"/>
          <ac:inkMkLst>
            <pc:docMk/>
            <pc:sldMk cId="0" sldId="430"/>
            <ac:inkMk id="2" creationId="{B33D4FDB-D27D-4036-9DCB-77136A68CAFD}"/>
          </ac:inkMkLst>
        </pc:inkChg>
        <pc:inkChg chg="del">
          <ac:chgData name="Md. Nahid Hasan" userId="85ea5f9e-65d6-4031-b810-9415101f2e21" providerId="ADAL" clId="{25D85872-5EAE-4915-8B44-7F01E0758971}" dt="2021-03-10T17:15:45.898" v="3" actId="478"/>
          <ac:inkMkLst>
            <pc:docMk/>
            <pc:sldMk cId="0" sldId="430"/>
            <ac:inkMk id="3" creationId="{FD459E7C-C014-4781-9A01-0296C3020DA1}"/>
          </ac:inkMkLst>
        </pc:inkChg>
        <pc:inkChg chg="del">
          <ac:chgData name="Md. Nahid Hasan" userId="85ea5f9e-65d6-4031-b810-9415101f2e21" providerId="ADAL" clId="{25D85872-5EAE-4915-8B44-7F01E0758971}" dt="2021-03-10T17:15:45.898" v="3" actId="478"/>
          <ac:inkMkLst>
            <pc:docMk/>
            <pc:sldMk cId="0" sldId="430"/>
            <ac:inkMk id="4" creationId="{2A2C523F-DC18-40B4-8548-F42F5CADDF88}"/>
          </ac:inkMkLst>
        </pc:inkChg>
        <pc:inkChg chg="del">
          <ac:chgData name="Md. Nahid Hasan" userId="85ea5f9e-65d6-4031-b810-9415101f2e21" providerId="ADAL" clId="{25D85872-5EAE-4915-8B44-7F01E0758971}" dt="2021-03-10T17:15:45.898" v="3" actId="478"/>
          <ac:inkMkLst>
            <pc:docMk/>
            <pc:sldMk cId="0" sldId="430"/>
            <ac:inkMk id="5" creationId="{9492D6EA-B510-473E-ACC6-4514719251BB}"/>
          </ac:inkMkLst>
        </pc:inkChg>
        <pc:inkChg chg="del">
          <ac:chgData name="Md. Nahid Hasan" userId="85ea5f9e-65d6-4031-b810-9415101f2e21" providerId="ADAL" clId="{25D85872-5EAE-4915-8B44-7F01E0758971}" dt="2021-03-10T17:15:45.898" v="3" actId="478"/>
          <ac:inkMkLst>
            <pc:docMk/>
            <pc:sldMk cId="0" sldId="430"/>
            <ac:inkMk id="6" creationId="{87503D77-BF64-47AD-99E4-CD29AB3B257C}"/>
          </ac:inkMkLst>
        </pc:inkChg>
        <pc:inkChg chg="del">
          <ac:chgData name="Md. Nahid Hasan" userId="85ea5f9e-65d6-4031-b810-9415101f2e21" providerId="ADAL" clId="{25D85872-5EAE-4915-8B44-7F01E0758971}" dt="2021-03-10T17:15:45.898" v="3" actId="478"/>
          <ac:inkMkLst>
            <pc:docMk/>
            <pc:sldMk cId="0" sldId="430"/>
            <ac:inkMk id="7" creationId="{7B6E1E4E-6A5F-4253-942E-1D80A40E98D3}"/>
          </ac:inkMkLst>
        </pc:inkChg>
        <pc:inkChg chg="del">
          <ac:chgData name="Md. Nahid Hasan" userId="85ea5f9e-65d6-4031-b810-9415101f2e21" providerId="ADAL" clId="{25D85872-5EAE-4915-8B44-7F01E0758971}" dt="2021-03-10T17:15:45.898" v="3" actId="478"/>
          <ac:inkMkLst>
            <pc:docMk/>
            <pc:sldMk cId="0" sldId="430"/>
            <ac:inkMk id="8" creationId="{61671B8E-2EF1-41D2-B006-9618F8800056}"/>
          </ac:inkMkLst>
        </pc:inkChg>
        <pc:inkChg chg="del">
          <ac:chgData name="Md. Nahid Hasan" userId="85ea5f9e-65d6-4031-b810-9415101f2e21" providerId="ADAL" clId="{25D85872-5EAE-4915-8B44-7F01E0758971}" dt="2021-03-10T17:15:45.898" v="3" actId="478"/>
          <ac:inkMkLst>
            <pc:docMk/>
            <pc:sldMk cId="0" sldId="430"/>
            <ac:inkMk id="9" creationId="{C0391758-7E85-4ADB-BBDD-A02B1DF3763E}"/>
          </ac:inkMkLst>
        </pc:inkChg>
        <pc:inkChg chg="del">
          <ac:chgData name="Md. Nahid Hasan" userId="85ea5f9e-65d6-4031-b810-9415101f2e21" providerId="ADAL" clId="{25D85872-5EAE-4915-8B44-7F01E0758971}" dt="2021-03-10T17:15:48.278" v="4" actId="478"/>
          <ac:inkMkLst>
            <pc:docMk/>
            <pc:sldMk cId="0" sldId="430"/>
            <ac:inkMk id="10" creationId="{7DFEEA04-F92B-4ABA-88E4-C3C24CBA4A8D}"/>
          </ac:inkMkLst>
        </pc:inkChg>
        <pc:inkChg chg="del">
          <ac:chgData name="Md. Nahid Hasan" userId="85ea5f9e-65d6-4031-b810-9415101f2e21" providerId="ADAL" clId="{25D85872-5EAE-4915-8B44-7F01E0758971}" dt="2021-03-10T17:15:48.278" v="4" actId="478"/>
          <ac:inkMkLst>
            <pc:docMk/>
            <pc:sldMk cId="0" sldId="430"/>
            <ac:inkMk id="11" creationId="{7C10F292-306A-4BDC-B820-AFC80F071BB2}"/>
          </ac:inkMkLst>
        </pc:inkChg>
        <pc:inkChg chg="del">
          <ac:chgData name="Md. Nahid Hasan" userId="85ea5f9e-65d6-4031-b810-9415101f2e21" providerId="ADAL" clId="{25D85872-5EAE-4915-8B44-7F01E0758971}" dt="2021-03-10T17:15:48.278" v="4" actId="478"/>
          <ac:inkMkLst>
            <pc:docMk/>
            <pc:sldMk cId="0" sldId="430"/>
            <ac:inkMk id="12" creationId="{E99246E7-E24D-46B2-932D-F6FF359A39B1}"/>
          </ac:inkMkLst>
        </pc:inkChg>
        <pc:inkChg chg="del">
          <ac:chgData name="Md. Nahid Hasan" userId="85ea5f9e-65d6-4031-b810-9415101f2e21" providerId="ADAL" clId="{25D85872-5EAE-4915-8B44-7F01E0758971}" dt="2021-03-10T17:15:45.898" v="3" actId="478"/>
          <ac:inkMkLst>
            <pc:docMk/>
            <pc:sldMk cId="0" sldId="430"/>
            <ac:inkMk id="13" creationId="{02D54B3C-6FFA-4686-BD3A-0E481720FFAE}"/>
          </ac:inkMkLst>
        </pc:inkChg>
        <pc:inkChg chg="del">
          <ac:chgData name="Md. Nahid Hasan" userId="85ea5f9e-65d6-4031-b810-9415101f2e21" providerId="ADAL" clId="{25D85872-5EAE-4915-8B44-7F01E0758971}" dt="2021-03-10T17:15:48.278" v="4" actId="478"/>
          <ac:inkMkLst>
            <pc:docMk/>
            <pc:sldMk cId="0" sldId="430"/>
            <ac:inkMk id="14" creationId="{A4A7C1D4-E78C-4C93-BABF-FCCA84A5293C}"/>
          </ac:inkMkLst>
        </pc:inkChg>
        <pc:inkChg chg="del">
          <ac:chgData name="Md. Nahid Hasan" userId="85ea5f9e-65d6-4031-b810-9415101f2e21" providerId="ADAL" clId="{25D85872-5EAE-4915-8B44-7F01E0758971}" dt="2021-03-10T17:15:45.898" v="3" actId="478"/>
          <ac:inkMkLst>
            <pc:docMk/>
            <pc:sldMk cId="0" sldId="430"/>
            <ac:inkMk id="15" creationId="{DF0643BF-3549-4860-9BE6-C98373881875}"/>
          </ac:inkMkLst>
        </pc:inkChg>
        <pc:inkChg chg="del">
          <ac:chgData name="Md. Nahid Hasan" userId="85ea5f9e-65d6-4031-b810-9415101f2e21" providerId="ADAL" clId="{25D85872-5EAE-4915-8B44-7F01E0758971}" dt="2021-03-10T17:15:48.278" v="4" actId="478"/>
          <ac:inkMkLst>
            <pc:docMk/>
            <pc:sldMk cId="0" sldId="430"/>
            <ac:inkMk id="16" creationId="{453EBF45-DF54-4E1B-B43F-4294D180728F}"/>
          </ac:inkMkLst>
        </pc:inkChg>
        <pc:inkChg chg="del">
          <ac:chgData name="Md. Nahid Hasan" userId="85ea5f9e-65d6-4031-b810-9415101f2e21" providerId="ADAL" clId="{25D85872-5EAE-4915-8B44-7F01E0758971}" dt="2021-03-10T17:15:48.278" v="4" actId="478"/>
          <ac:inkMkLst>
            <pc:docMk/>
            <pc:sldMk cId="0" sldId="430"/>
            <ac:inkMk id="17" creationId="{6C896982-4775-4A99-995E-F1FB38E00804}"/>
          </ac:inkMkLst>
        </pc:inkChg>
        <pc:inkChg chg="del">
          <ac:chgData name="Md. Nahid Hasan" userId="85ea5f9e-65d6-4031-b810-9415101f2e21" providerId="ADAL" clId="{25D85872-5EAE-4915-8B44-7F01E0758971}" dt="2021-03-10T17:15:48.278" v="4" actId="478"/>
          <ac:inkMkLst>
            <pc:docMk/>
            <pc:sldMk cId="0" sldId="430"/>
            <ac:inkMk id="18" creationId="{F0DD8418-7C9D-44FD-81E1-85CDCBAEF595}"/>
          </ac:inkMkLst>
        </pc:inkChg>
        <pc:inkChg chg="del">
          <ac:chgData name="Md. Nahid Hasan" userId="85ea5f9e-65d6-4031-b810-9415101f2e21" providerId="ADAL" clId="{25D85872-5EAE-4915-8B44-7F01E0758971}" dt="2021-03-10T17:15:48.278" v="4" actId="478"/>
          <ac:inkMkLst>
            <pc:docMk/>
            <pc:sldMk cId="0" sldId="430"/>
            <ac:inkMk id="19" creationId="{BB42E149-CF82-46F6-A6A5-1933FE40A351}"/>
          </ac:inkMkLst>
        </pc:inkChg>
        <pc:inkChg chg="del">
          <ac:chgData name="Md. Nahid Hasan" userId="85ea5f9e-65d6-4031-b810-9415101f2e21" providerId="ADAL" clId="{25D85872-5EAE-4915-8B44-7F01E0758971}" dt="2021-03-10T17:15:45.898" v="3" actId="478"/>
          <ac:inkMkLst>
            <pc:docMk/>
            <pc:sldMk cId="0" sldId="430"/>
            <ac:inkMk id="20" creationId="{00BE762C-A875-4CC5-A10E-EFA89679D932}"/>
          </ac:inkMkLst>
        </pc:inkChg>
        <pc:inkChg chg="del">
          <ac:chgData name="Md. Nahid Hasan" userId="85ea5f9e-65d6-4031-b810-9415101f2e21" providerId="ADAL" clId="{25D85872-5EAE-4915-8B44-7F01E0758971}" dt="2021-03-10T17:15:48.278" v="4" actId="478"/>
          <ac:inkMkLst>
            <pc:docMk/>
            <pc:sldMk cId="0" sldId="430"/>
            <ac:inkMk id="21" creationId="{0907154A-E80D-49D5-BF37-83BB934C7A38}"/>
          </ac:inkMkLst>
        </pc:inkChg>
        <pc:inkChg chg="del">
          <ac:chgData name="Md. Nahid Hasan" userId="85ea5f9e-65d6-4031-b810-9415101f2e21" providerId="ADAL" clId="{25D85872-5EAE-4915-8B44-7F01E0758971}" dt="2021-03-10T17:15:48.278" v="4" actId="478"/>
          <ac:inkMkLst>
            <pc:docMk/>
            <pc:sldMk cId="0" sldId="430"/>
            <ac:inkMk id="22" creationId="{74C12B41-95A4-440D-A8ED-604E68B539A5}"/>
          </ac:inkMkLst>
        </pc:inkChg>
        <pc:inkChg chg="del">
          <ac:chgData name="Md. Nahid Hasan" userId="85ea5f9e-65d6-4031-b810-9415101f2e21" providerId="ADAL" clId="{25D85872-5EAE-4915-8B44-7F01E0758971}" dt="2021-03-10T17:15:48.278" v="4" actId="478"/>
          <ac:inkMkLst>
            <pc:docMk/>
            <pc:sldMk cId="0" sldId="430"/>
            <ac:inkMk id="23" creationId="{5F28B426-8A7B-4691-AB8A-BCE50F9C3839}"/>
          </ac:inkMkLst>
        </pc:inkChg>
        <pc:inkChg chg="del">
          <ac:chgData name="Md. Nahid Hasan" userId="85ea5f9e-65d6-4031-b810-9415101f2e21" providerId="ADAL" clId="{25D85872-5EAE-4915-8B44-7F01E0758971}" dt="2021-03-10T17:15:48.278" v="4" actId="478"/>
          <ac:inkMkLst>
            <pc:docMk/>
            <pc:sldMk cId="0" sldId="430"/>
            <ac:inkMk id="24" creationId="{DE82B901-23DE-4611-878D-D0CE8DC2518F}"/>
          </ac:inkMkLst>
        </pc:inkChg>
        <pc:inkChg chg="del">
          <ac:chgData name="Md. Nahid Hasan" userId="85ea5f9e-65d6-4031-b810-9415101f2e21" providerId="ADAL" clId="{25D85872-5EAE-4915-8B44-7F01E0758971}" dt="2021-03-10T17:15:48.278" v="4" actId="478"/>
          <ac:inkMkLst>
            <pc:docMk/>
            <pc:sldMk cId="0" sldId="430"/>
            <ac:inkMk id="25" creationId="{3571FC44-0A29-4D58-8611-270B3ABDCFD2}"/>
          </ac:inkMkLst>
        </pc:inkChg>
        <pc:inkChg chg="del">
          <ac:chgData name="Md. Nahid Hasan" userId="85ea5f9e-65d6-4031-b810-9415101f2e21" providerId="ADAL" clId="{25D85872-5EAE-4915-8B44-7F01E0758971}" dt="2021-03-10T17:15:48.278" v="4" actId="478"/>
          <ac:inkMkLst>
            <pc:docMk/>
            <pc:sldMk cId="0" sldId="430"/>
            <ac:inkMk id="26" creationId="{FD97938D-AF2A-46CA-83BC-7E56AC913F87}"/>
          </ac:inkMkLst>
        </pc:inkChg>
        <pc:inkChg chg="del">
          <ac:chgData name="Md. Nahid Hasan" userId="85ea5f9e-65d6-4031-b810-9415101f2e21" providerId="ADAL" clId="{25D85872-5EAE-4915-8B44-7F01E0758971}" dt="2021-03-10T17:15:48.278" v="4" actId="478"/>
          <ac:inkMkLst>
            <pc:docMk/>
            <pc:sldMk cId="0" sldId="430"/>
            <ac:inkMk id="27" creationId="{43C031CE-B0A3-4C18-B131-2451A9E44558}"/>
          </ac:inkMkLst>
        </pc:inkChg>
        <pc:inkChg chg="del">
          <ac:chgData name="Md. Nahid Hasan" userId="85ea5f9e-65d6-4031-b810-9415101f2e21" providerId="ADAL" clId="{25D85872-5EAE-4915-8B44-7F01E0758971}" dt="2021-03-10T17:15:48.278" v="4" actId="478"/>
          <ac:inkMkLst>
            <pc:docMk/>
            <pc:sldMk cId="0" sldId="430"/>
            <ac:inkMk id="28" creationId="{5C9A8E9D-E846-4A1A-AB21-A037EA6EA64C}"/>
          </ac:inkMkLst>
        </pc:inkChg>
        <pc:inkChg chg="del">
          <ac:chgData name="Md. Nahid Hasan" userId="85ea5f9e-65d6-4031-b810-9415101f2e21" providerId="ADAL" clId="{25D85872-5EAE-4915-8B44-7F01E0758971}" dt="2021-03-10T17:15:45.898" v="3" actId="478"/>
          <ac:inkMkLst>
            <pc:docMk/>
            <pc:sldMk cId="0" sldId="430"/>
            <ac:inkMk id="29" creationId="{5CF5687C-4A48-47FE-935E-7F9D15005604}"/>
          </ac:inkMkLst>
        </pc:inkChg>
        <pc:inkChg chg="del">
          <ac:chgData name="Md. Nahid Hasan" userId="85ea5f9e-65d6-4031-b810-9415101f2e21" providerId="ADAL" clId="{25D85872-5EAE-4915-8B44-7F01E0758971}" dt="2021-03-10T17:15:45.898" v="3" actId="478"/>
          <ac:inkMkLst>
            <pc:docMk/>
            <pc:sldMk cId="0" sldId="430"/>
            <ac:inkMk id="30" creationId="{C98ACF91-4172-49EA-B40A-529F8E9E150A}"/>
          </ac:inkMkLst>
        </pc:inkChg>
        <pc:inkChg chg="del">
          <ac:chgData name="Md. Nahid Hasan" userId="85ea5f9e-65d6-4031-b810-9415101f2e21" providerId="ADAL" clId="{25D85872-5EAE-4915-8B44-7F01E0758971}" dt="2021-03-10T17:15:45.898" v="3" actId="478"/>
          <ac:inkMkLst>
            <pc:docMk/>
            <pc:sldMk cId="0" sldId="430"/>
            <ac:inkMk id="31" creationId="{4E896BBC-847B-4B6C-8716-5C934ACC6AF6}"/>
          </ac:inkMkLst>
        </pc:inkChg>
        <pc:inkChg chg="del">
          <ac:chgData name="Md. Nahid Hasan" userId="85ea5f9e-65d6-4031-b810-9415101f2e21" providerId="ADAL" clId="{25D85872-5EAE-4915-8B44-7F01E0758971}" dt="2021-03-10T17:15:45.898" v="3" actId="478"/>
          <ac:inkMkLst>
            <pc:docMk/>
            <pc:sldMk cId="0" sldId="430"/>
            <ac:inkMk id="32" creationId="{B25D6D56-C95C-4088-AD2C-9791D6992AE1}"/>
          </ac:inkMkLst>
        </pc:inkChg>
        <pc:inkChg chg="del">
          <ac:chgData name="Md. Nahid Hasan" userId="85ea5f9e-65d6-4031-b810-9415101f2e21" providerId="ADAL" clId="{25D85872-5EAE-4915-8B44-7F01E0758971}" dt="2021-03-10T17:15:48.278" v="4" actId="478"/>
          <ac:inkMkLst>
            <pc:docMk/>
            <pc:sldMk cId="0" sldId="430"/>
            <ac:inkMk id="33" creationId="{820C3B6C-2588-4FC8-92FF-97764566EE2A}"/>
          </ac:inkMkLst>
        </pc:inkChg>
        <pc:inkChg chg="del">
          <ac:chgData name="Md. Nahid Hasan" userId="85ea5f9e-65d6-4031-b810-9415101f2e21" providerId="ADAL" clId="{25D85872-5EAE-4915-8B44-7F01E0758971}" dt="2021-03-10T17:15:48.278" v="4" actId="478"/>
          <ac:inkMkLst>
            <pc:docMk/>
            <pc:sldMk cId="0" sldId="430"/>
            <ac:inkMk id="34" creationId="{40A3F9BC-C8A5-43D5-B571-C2EE4CB8DE6E}"/>
          </ac:inkMkLst>
        </pc:inkChg>
        <pc:inkChg chg="del">
          <ac:chgData name="Md. Nahid Hasan" userId="85ea5f9e-65d6-4031-b810-9415101f2e21" providerId="ADAL" clId="{25D85872-5EAE-4915-8B44-7F01E0758971}" dt="2021-03-10T17:15:48.278" v="4" actId="478"/>
          <ac:inkMkLst>
            <pc:docMk/>
            <pc:sldMk cId="0" sldId="430"/>
            <ac:inkMk id="35" creationId="{18013552-70BF-4DC5-AABD-1E0E7855DA1F}"/>
          </ac:inkMkLst>
        </pc:inkChg>
        <pc:inkChg chg="del">
          <ac:chgData name="Md. Nahid Hasan" userId="85ea5f9e-65d6-4031-b810-9415101f2e21" providerId="ADAL" clId="{25D85872-5EAE-4915-8B44-7F01E0758971}" dt="2021-03-10T17:15:48.278" v="4" actId="478"/>
          <ac:inkMkLst>
            <pc:docMk/>
            <pc:sldMk cId="0" sldId="430"/>
            <ac:inkMk id="36" creationId="{D13CA8E1-9D28-40FB-8245-D9CF51004CBB}"/>
          </ac:inkMkLst>
        </pc:inkChg>
        <pc:inkChg chg="del">
          <ac:chgData name="Md. Nahid Hasan" userId="85ea5f9e-65d6-4031-b810-9415101f2e21" providerId="ADAL" clId="{25D85872-5EAE-4915-8B44-7F01E0758971}" dt="2021-03-10T17:15:45.898" v="3" actId="478"/>
          <ac:inkMkLst>
            <pc:docMk/>
            <pc:sldMk cId="0" sldId="430"/>
            <ac:inkMk id="37" creationId="{7B8C01F2-B601-4280-BF2F-F3A5BEE71960}"/>
          </ac:inkMkLst>
        </pc:inkChg>
        <pc:inkChg chg="del">
          <ac:chgData name="Md. Nahid Hasan" userId="85ea5f9e-65d6-4031-b810-9415101f2e21" providerId="ADAL" clId="{25D85872-5EAE-4915-8B44-7F01E0758971}" dt="2021-03-10T17:15:45.898" v="3" actId="478"/>
          <ac:inkMkLst>
            <pc:docMk/>
            <pc:sldMk cId="0" sldId="430"/>
            <ac:inkMk id="38" creationId="{92E8B7F8-7CB9-4660-8E03-EF4AAE178356}"/>
          </ac:inkMkLst>
        </pc:inkChg>
        <pc:inkChg chg="del">
          <ac:chgData name="Md. Nahid Hasan" userId="85ea5f9e-65d6-4031-b810-9415101f2e21" providerId="ADAL" clId="{25D85872-5EAE-4915-8B44-7F01E0758971}" dt="2021-03-10T17:15:45.898" v="3" actId="478"/>
          <ac:inkMkLst>
            <pc:docMk/>
            <pc:sldMk cId="0" sldId="430"/>
            <ac:inkMk id="39" creationId="{E4205B74-2FCA-4281-8AD2-9EF452E2F82A}"/>
          </ac:inkMkLst>
        </pc:inkChg>
        <pc:inkChg chg="del">
          <ac:chgData name="Md. Nahid Hasan" userId="85ea5f9e-65d6-4031-b810-9415101f2e21" providerId="ADAL" clId="{25D85872-5EAE-4915-8B44-7F01E0758971}" dt="2021-03-10T17:15:45.898" v="3" actId="478"/>
          <ac:inkMkLst>
            <pc:docMk/>
            <pc:sldMk cId="0" sldId="430"/>
            <ac:inkMk id="40" creationId="{94D82B23-3424-40BE-97AF-34D6540AF719}"/>
          </ac:inkMkLst>
        </pc:inkChg>
        <pc:inkChg chg="del">
          <ac:chgData name="Md. Nahid Hasan" userId="85ea5f9e-65d6-4031-b810-9415101f2e21" providerId="ADAL" clId="{25D85872-5EAE-4915-8B44-7F01E0758971}" dt="2021-03-10T17:15:45.898" v="3" actId="478"/>
          <ac:inkMkLst>
            <pc:docMk/>
            <pc:sldMk cId="0" sldId="430"/>
            <ac:inkMk id="41" creationId="{13970C73-4A2C-4E95-97AB-1E021D811D6E}"/>
          </ac:inkMkLst>
        </pc:inkChg>
        <pc:inkChg chg="del">
          <ac:chgData name="Md. Nahid Hasan" userId="85ea5f9e-65d6-4031-b810-9415101f2e21" providerId="ADAL" clId="{25D85872-5EAE-4915-8B44-7F01E0758971}" dt="2021-03-10T17:15:45.898" v="3" actId="478"/>
          <ac:inkMkLst>
            <pc:docMk/>
            <pc:sldMk cId="0" sldId="430"/>
            <ac:inkMk id="42" creationId="{3A22BAC2-BACB-46DB-92CF-D2E69C5E3916}"/>
          </ac:inkMkLst>
        </pc:inkChg>
        <pc:inkChg chg="del">
          <ac:chgData name="Md. Nahid Hasan" userId="85ea5f9e-65d6-4031-b810-9415101f2e21" providerId="ADAL" clId="{25D85872-5EAE-4915-8B44-7F01E0758971}" dt="2021-03-10T17:15:45.898" v="3" actId="478"/>
          <ac:inkMkLst>
            <pc:docMk/>
            <pc:sldMk cId="0" sldId="430"/>
            <ac:inkMk id="43" creationId="{2AD83F9B-52C2-4DAE-A2F9-A540328434FC}"/>
          </ac:inkMkLst>
        </pc:inkChg>
        <pc:inkChg chg="del">
          <ac:chgData name="Md. Nahid Hasan" userId="85ea5f9e-65d6-4031-b810-9415101f2e21" providerId="ADAL" clId="{25D85872-5EAE-4915-8B44-7F01E0758971}" dt="2021-03-10T17:15:48.278" v="4" actId="478"/>
          <ac:inkMkLst>
            <pc:docMk/>
            <pc:sldMk cId="0" sldId="430"/>
            <ac:inkMk id="44" creationId="{667A6DB2-1CE9-469B-AE3D-4588BB384990}"/>
          </ac:inkMkLst>
        </pc:inkChg>
        <pc:inkChg chg="del">
          <ac:chgData name="Md. Nahid Hasan" userId="85ea5f9e-65d6-4031-b810-9415101f2e21" providerId="ADAL" clId="{25D85872-5EAE-4915-8B44-7F01E0758971}" dt="2021-03-10T17:15:48.278" v="4" actId="478"/>
          <ac:inkMkLst>
            <pc:docMk/>
            <pc:sldMk cId="0" sldId="430"/>
            <ac:inkMk id="45" creationId="{BDE58246-7EED-4FAA-8F62-326D7757690B}"/>
          </ac:inkMkLst>
        </pc:inkChg>
        <pc:inkChg chg="del">
          <ac:chgData name="Md. Nahid Hasan" userId="85ea5f9e-65d6-4031-b810-9415101f2e21" providerId="ADAL" clId="{25D85872-5EAE-4915-8B44-7F01E0758971}" dt="2021-03-10T17:15:48.278" v="4" actId="478"/>
          <ac:inkMkLst>
            <pc:docMk/>
            <pc:sldMk cId="0" sldId="430"/>
            <ac:inkMk id="46" creationId="{B736771F-E0E2-4F60-BD9D-1F5FC77ED8E5}"/>
          </ac:inkMkLst>
        </pc:inkChg>
        <pc:inkChg chg="del">
          <ac:chgData name="Md. Nahid Hasan" userId="85ea5f9e-65d6-4031-b810-9415101f2e21" providerId="ADAL" clId="{25D85872-5EAE-4915-8B44-7F01E0758971}" dt="2021-03-10T17:15:48.278" v="4" actId="478"/>
          <ac:inkMkLst>
            <pc:docMk/>
            <pc:sldMk cId="0" sldId="430"/>
            <ac:inkMk id="47" creationId="{66C34BBE-05CB-421C-898C-11F199D9F92C}"/>
          </ac:inkMkLst>
        </pc:inkChg>
        <pc:inkChg chg="del">
          <ac:chgData name="Md. Nahid Hasan" userId="85ea5f9e-65d6-4031-b810-9415101f2e21" providerId="ADAL" clId="{25D85872-5EAE-4915-8B44-7F01E0758971}" dt="2021-03-10T17:15:48.278" v="4" actId="478"/>
          <ac:inkMkLst>
            <pc:docMk/>
            <pc:sldMk cId="0" sldId="430"/>
            <ac:inkMk id="48" creationId="{65D1338C-EE0C-43CC-A91E-732EDFE7498B}"/>
          </ac:inkMkLst>
        </pc:inkChg>
        <pc:inkChg chg="del">
          <ac:chgData name="Md. Nahid Hasan" userId="85ea5f9e-65d6-4031-b810-9415101f2e21" providerId="ADAL" clId="{25D85872-5EAE-4915-8B44-7F01E0758971}" dt="2021-03-10T17:15:48.278" v="4" actId="478"/>
          <ac:inkMkLst>
            <pc:docMk/>
            <pc:sldMk cId="0" sldId="430"/>
            <ac:inkMk id="49" creationId="{542C639F-7B34-4939-9F46-EE1501078A16}"/>
          </ac:inkMkLst>
        </pc:inkChg>
        <pc:inkChg chg="del">
          <ac:chgData name="Md. Nahid Hasan" userId="85ea5f9e-65d6-4031-b810-9415101f2e21" providerId="ADAL" clId="{25D85872-5EAE-4915-8B44-7F01E0758971}" dt="2021-03-10T17:15:48.278" v="4" actId="478"/>
          <ac:inkMkLst>
            <pc:docMk/>
            <pc:sldMk cId="0" sldId="430"/>
            <ac:inkMk id="50" creationId="{8D5944B4-50BA-4326-B4B6-B3FB36726207}"/>
          </ac:inkMkLst>
        </pc:inkChg>
        <pc:inkChg chg="del">
          <ac:chgData name="Md. Nahid Hasan" userId="85ea5f9e-65d6-4031-b810-9415101f2e21" providerId="ADAL" clId="{25D85872-5EAE-4915-8B44-7F01E0758971}" dt="2021-03-10T17:15:48.278" v="4" actId="478"/>
          <ac:inkMkLst>
            <pc:docMk/>
            <pc:sldMk cId="0" sldId="430"/>
            <ac:inkMk id="51" creationId="{5B594EBF-106F-4F65-B320-2F16A00FD488}"/>
          </ac:inkMkLst>
        </pc:inkChg>
        <pc:inkChg chg="del">
          <ac:chgData name="Md. Nahid Hasan" userId="85ea5f9e-65d6-4031-b810-9415101f2e21" providerId="ADAL" clId="{25D85872-5EAE-4915-8B44-7F01E0758971}" dt="2021-03-10T17:15:48.278" v="4" actId="478"/>
          <ac:inkMkLst>
            <pc:docMk/>
            <pc:sldMk cId="0" sldId="430"/>
            <ac:inkMk id="52" creationId="{6E88E13F-36B5-4D21-BB15-36E65EDEBD01}"/>
          </ac:inkMkLst>
        </pc:inkChg>
        <pc:inkChg chg="del">
          <ac:chgData name="Md. Nahid Hasan" userId="85ea5f9e-65d6-4031-b810-9415101f2e21" providerId="ADAL" clId="{25D85872-5EAE-4915-8B44-7F01E0758971}" dt="2021-03-10T17:15:48.278" v="4" actId="478"/>
          <ac:inkMkLst>
            <pc:docMk/>
            <pc:sldMk cId="0" sldId="430"/>
            <ac:inkMk id="53" creationId="{4612D415-157F-4442-9BF7-D9B74363D4C0}"/>
          </ac:inkMkLst>
        </pc:inkChg>
        <pc:inkChg chg="del">
          <ac:chgData name="Md. Nahid Hasan" userId="85ea5f9e-65d6-4031-b810-9415101f2e21" providerId="ADAL" clId="{25D85872-5EAE-4915-8B44-7F01E0758971}" dt="2021-03-10T17:15:48.278" v="4" actId="478"/>
          <ac:inkMkLst>
            <pc:docMk/>
            <pc:sldMk cId="0" sldId="430"/>
            <ac:inkMk id="54" creationId="{6FF3C6B9-1A43-4FED-B107-63BD1F9BBD6C}"/>
          </ac:inkMkLst>
        </pc:inkChg>
        <pc:inkChg chg="del">
          <ac:chgData name="Md. Nahid Hasan" userId="85ea5f9e-65d6-4031-b810-9415101f2e21" providerId="ADAL" clId="{25D85872-5EAE-4915-8B44-7F01E0758971}" dt="2021-03-10T17:15:48.278" v="4" actId="478"/>
          <ac:inkMkLst>
            <pc:docMk/>
            <pc:sldMk cId="0" sldId="430"/>
            <ac:inkMk id="55" creationId="{3E351890-7431-42CC-8CBA-1D029C12B36A}"/>
          </ac:inkMkLst>
        </pc:inkChg>
        <pc:inkChg chg="del">
          <ac:chgData name="Md. Nahid Hasan" userId="85ea5f9e-65d6-4031-b810-9415101f2e21" providerId="ADAL" clId="{25D85872-5EAE-4915-8B44-7F01E0758971}" dt="2021-03-10T17:15:48.278" v="4" actId="478"/>
          <ac:inkMkLst>
            <pc:docMk/>
            <pc:sldMk cId="0" sldId="430"/>
            <ac:inkMk id="56" creationId="{6B94C13A-C0B7-4779-977C-38A0C746AC63}"/>
          </ac:inkMkLst>
        </pc:inkChg>
        <pc:inkChg chg="del">
          <ac:chgData name="Md. Nahid Hasan" userId="85ea5f9e-65d6-4031-b810-9415101f2e21" providerId="ADAL" clId="{25D85872-5EAE-4915-8B44-7F01E0758971}" dt="2021-03-10T17:15:45.898" v="3" actId="478"/>
          <ac:inkMkLst>
            <pc:docMk/>
            <pc:sldMk cId="0" sldId="430"/>
            <ac:inkMk id="57" creationId="{7A190ECC-2008-4391-8047-9C674ECAAB7E}"/>
          </ac:inkMkLst>
        </pc:inkChg>
        <pc:inkChg chg="del">
          <ac:chgData name="Md. Nahid Hasan" userId="85ea5f9e-65d6-4031-b810-9415101f2e21" providerId="ADAL" clId="{25D85872-5EAE-4915-8B44-7F01E0758971}" dt="2021-03-10T17:15:45.898" v="3" actId="478"/>
          <ac:inkMkLst>
            <pc:docMk/>
            <pc:sldMk cId="0" sldId="430"/>
            <ac:inkMk id="58" creationId="{781CD993-35A2-4204-B28B-13EF67283218}"/>
          </ac:inkMkLst>
        </pc:inkChg>
        <pc:inkChg chg="del">
          <ac:chgData name="Md. Nahid Hasan" userId="85ea5f9e-65d6-4031-b810-9415101f2e21" providerId="ADAL" clId="{25D85872-5EAE-4915-8B44-7F01E0758971}" dt="2021-03-10T17:15:45.898" v="3" actId="478"/>
          <ac:inkMkLst>
            <pc:docMk/>
            <pc:sldMk cId="0" sldId="430"/>
            <ac:inkMk id="59" creationId="{FDDF1C4B-013C-484F-9CC5-4AF37BEA10D6}"/>
          </ac:inkMkLst>
        </pc:inkChg>
        <pc:inkChg chg="del">
          <ac:chgData name="Md. Nahid Hasan" userId="85ea5f9e-65d6-4031-b810-9415101f2e21" providerId="ADAL" clId="{25D85872-5EAE-4915-8B44-7F01E0758971}" dt="2021-03-10T17:15:45.898" v="3" actId="478"/>
          <ac:inkMkLst>
            <pc:docMk/>
            <pc:sldMk cId="0" sldId="430"/>
            <ac:inkMk id="60" creationId="{3BEBFA9B-5029-492F-9F54-FC99C29FC0A5}"/>
          </ac:inkMkLst>
        </pc:inkChg>
        <pc:inkChg chg="del">
          <ac:chgData name="Md. Nahid Hasan" userId="85ea5f9e-65d6-4031-b810-9415101f2e21" providerId="ADAL" clId="{25D85872-5EAE-4915-8B44-7F01E0758971}" dt="2021-03-10T17:15:45.898" v="3" actId="478"/>
          <ac:inkMkLst>
            <pc:docMk/>
            <pc:sldMk cId="0" sldId="430"/>
            <ac:inkMk id="61" creationId="{3AF41013-1EDD-45D9-8A7F-354D18F8376E}"/>
          </ac:inkMkLst>
        </pc:inkChg>
        <pc:inkChg chg="del">
          <ac:chgData name="Md. Nahid Hasan" userId="85ea5f9e-65d6-4031-b810-9415101f2e21" providerId="ADAL" clId="{25D85872-5EAE-4915-8B44-7F01E0758971}" dt="2021-03-10T17:15:45.898" v="3" actId="478"/>
          <ac:inkMkLst>
            <pc:docMk/>
            <pc:sldMk cId="0" sldId="430"/>
            <ac:inkMk id="62" creationId="{B27A36B0-8F45-4380-A014-25692A54EB4F}"/>
          </ac:inkMkLst>
        </pc:inkChg>
        <pc:inkChg chg="del">
          <ac:chgData name="Md. Nahid Hasan" userId="85ea5f9e-65d6-4031-b810-9415101f2e21" providerId="ADAL" clId="{25D85872-5EAE-4915-8B44-7F01E0758971}" dt="2021-03-10T17:15:45.898" v="3" actId="478"/>
          <ac:inkMkLst>
            <pc:docMk/>
            <pc:sldMk cId="0" sldId="430"/>
            <ac:inkMk id="63" creationId="{ACFF8954-7379-41C5-AADE-983695029967}"/>
          </ac:inkMkLst>
        </pc:inkChg>
        <pc:inkChg chg="del">
          <ac:chgData name="Md. Nahid Hasan" userId="85ea5f9e-65d6-4031-b810-9415101f2e21" providerId="ADAL" clId="{25D85872-5EAE-4915-8B44-7F01E0758971}" dt="2021-03-10T17:15:45.898" v="3" actId="478"/>
          <ac:inkMkLst>
            <pc:docMk/>
            <pc:sldMk cId="0" sldId="430"/>
            <ac:inkMk id="9216" creationId="{D66F563D-F145-4C42-9366-981DBC3D1F73}"/>
          </ac:inkMkLst>
        </pc:inkChg>
        <pc:inkChg chg="del">
          <ac:chgData name="Md. Nahid Hasan" userId="85ea5f9e-65d6-4031-b810-9415101f2e21" providerId="ADAL" clId="{25D85872-5EAE-4915-8B44-7F01E0758971}" dt="2021-03-10T17:15:45.898" v="3" actId="478"/>
          <ac:inkMkLst>
            <pc:docMk/>
            <pc:sldMk cId="0" sldId="430"/>
            <ac:inkMk id="9217" creationId="{C6FB1927-E30D-462C-B424-9ABB4296BB61}"/>
          </ac:inkMkLst>
        </pc:inkChg>
        <pc:inkChg chg="del">
          <ac:chgData name="Md. Nahid Hasan" userId="85ea5f9e-65d6-4031-b810-9415101f2e21" providerId="ADAL" clId="{25D85872-5EAE-4915-8B44-7F01E0758971}" dt="2021-03-10T17:15:50.242" v="5" actId="478"/>
          <ac:inkMkLst>
            <pc:docMk/>
            <pc:sldMk cId="0" sldId="430"/>
            <ac:inkMk id="9220" creationId="{C7AF9250-7214-4370-90BC-F8C0DCB374E3}"/>
          </ac:inkMkLst>
        </pc:inkChg>
        <pc:inkChg chg="del">
          <ac:chgData name="Md. Nahid Hasan" userId="85ea5f9e-65d6-4031-b810-9415101f2e21" providerId="ADAL" clId="{25D85872-5EAE-4915-8B44-7F01E0758971}" dt="2021-03-10T17:15:45.898" v="3" actId="478"/>
          <ac:inkMkLst>
            <pc:docMk/>
            <pc:sldMk cId="0" sldId="430"/>
            <ac:inkMk id="9221" creationId="{0D17E5C2-6E5F-439A-B656-0C442789FD5F}"/>
          </ac:inkMkLst>
        </pc:inkChg>
        <pc:inkChg chg="del">
          <ac:chgData name="Md. Nahid Hasan" userId="85ea5f9e-65d6-4031-b810-9415101f2e21" providerId="ADAL" clId="{25D85872-5EAE-4915-8B44-7F01E0758971}" dt="2021-03-10T17:15:45.898" v="3" actId="478"/>
          <ac:inkMkLst>
            <pc:docMk/>
            <pc:sldMk cId="0" sldId="430"/>
            <ac:inkMk id="9222" creationId="{6F74D3C7-500B-4F8C-A4BD-80BDD9333AA3}"/>
          </ac:inkMkLst>
        </pc:inkChg>
        <pc:inkChg chg="del">
          <ac:chgData name="Md. Nahid Hasan" userId="85ea5f9e-65d6-4031-b810-9415101f2e21" providerId="ADAL" clId="{25D85872-5EAE-4915-8B44-7F01E0758971}" dt="2021-03-10T17:15:45.898" v="3" actId="478"/>
          <ac:inkMkLst>
            <pc:docMk/>
            <pc:sldMk cId="0" sldId="430"/>
            <ac:inkMk id="9223" creationId="{38FD4757-15C8-4A74-8B37-1E1929F9CA8B}"/>
          </ac:inkMkLst>
        </pc:inkChg>
        <pc:inkChg chg="del">
          <ac:chgData name="Md. Nahid Hasan" userId="85ea5f9e-65d6-4031-b810-9415101f2e21" providerId="ADAL" clId="{25D85872-5EAE-4915-8B44-7F01E0758971}" dt="2021-03-10T17:15:45.898" v="3" actId="478"/>
          <ac:inkMkLst>
            <pc:docMk/>
            <pc:sldMk cId="0" sldId="430"/>
            <ac:inkMk id="9224" creationId="{71888398-CEF1-4A09-8EBD-C798B1BB08C8}"/>
          </ac:inkMkLst>
        </pc:inkChg>
        <pc:inkChg chg="del">
          <ac:chgData name="Md. Nahid Hasan" userId="85ea5f9e-65d6-4031-b810-9415101f2e21" providerId="ADAL" clId="{25D85872-5EAE-4915-8B44-7F01E0758971}" dt="2021-03-10T17:15:45.898" v="3" actId="478"/>
          <ac:inkMkLst>
            <pc:docMk/>
            <pc:sldMk cId="0" sldId="430"/>
            <ac:inkMk id="9225" creationId="{35AAE63E-EA22-4969-A0A1-FD43B771A71C}"/>
          </ac:inkMkLst>
        </pc:inkChg>
        <pc:inkChg chg="del">
          <ac:chgData name="Md. Nahid Hasan" userId="85ea5f9e-65d6-4031-b810-9415101f2e21" providerId="ADAL" clId="{25D85872-5EAE-4915-8B44-7F01E0758971}" dt="2021-03-10T17:15:45.898" v="3" actId="478"/>
          <ac:inkMkLst>
            <pc:docMk/>
            <pc:sldMk cId="0" sldId="430"/>
            <ac:inkMk id="9226" creationId="{35608B21-B2E0-4902-A16D-67D9A6FFC6E0}"/>
          </ac:inkMkLst>
        </pc:inkChg>
        <pc:inkChg chg="del">
          <ac:chgData name="Md. Nahid Hasan" userId="85ea5f9e-65d6-4031-b810-9415101f2e21" providerId="ADAL" clId="{25D85872-5EAE-4915-8B44-7F01E0758971}" dt="2021-03-10T17:15:45.898" v="3" actId="478"/>
          <ac:inkMkLst>
            <pc:docMk/>
            <pc:sldMk cId="0" sldId="430"/>
            <ac:inkMk id="9227" creationId="{3CD75BE2-8762-4E54-9207-17B70AF40DFD}"/>
          </ac:inkMkLst>
        </pc:inkChg>
        <pc:inkChg chg="del">
          <ac:chgData name="Md. Nahid Hasan" userId="85ea5f9e-65d6-4031-b810-9415101f2e21" providerId="ADAL" clId="{25D85872-5EAE-4915-8B44-7F01E0758971}" dt="2021-03-10T17:15:45.898" v="3" actId="478"/>
          <ac:inkMkLst>
            <pc:docMk/>
            <pc:sldMk cId="0" sldId="430"/>
            <ac:inkMk id="9228" creationId="{1C474833-AAFE-4AEA-8268-5333412D4698}"/>
          </ac:inkMkLst>
        </pc:inkChg>
        <pc:inkChg chg="del">
          <ac:chgData name="Md. Nahid Hasan" userId="85ea5f9e-65d6-4031-b810-9415101f2e21" providerId="ADAL" clId="{25D85872-5EAE-4915-8B44-7F01E0758971}" dt="2021-03-10T17:15:45.898" v="3" actId="478"/>
          <ac:inkMkLst>
            <pc:docMk/>
            <pc:sldMk cId="0" sldId="430"/>
            <ac:inkMk id="9229" creationId="{462F9E62-3904-4247-AAF8-E373827455EE}"/>
          </ac:inkMkLst>
        </pc:inkChg>
        <pc:inkChg chg="del">
          <ac:chgData name="Md. Nahid Hasan" userId="85ea5f9e-65d6-4031-b810-9415101f2e21" providerId="ADAL" clId="{25D85872-5EAE-4915-8B44-7F01E0758971}" dt="2021-03-10T17:15:45.898" v="3" actId="478"/>
          <ac:inkMkLst>
            <pc:docMk/>
            <pc:sldMk cId="0" sldId="430"/>
            <ac:inkMk id="9230" creationId="{7D69EEC8-880B-48FE-8014-5F29EA33ADBF}"/>
          </ac:inkMkLst>
        </pc:inkChg>
        <pc:inkChg chg="del">
          <ac:chgData name="Md. Nahid Hasan" userId="85ea5f9e-65d6-4031-b810-9415101f2e21" providerId="ADAL" clId="{25D85872-5EAE-4915-8B44-7F01E0758971}" dt="2021-03-10T17:15:45.898" v="3" actId="478"/>
          <ac:inkMkLst>
            <pc:docMk/>
            <pc:sldMk cId="0" sldId="430"/>
            <ac:inkMk id="9231" creationId="{E7D94AA0-BD49-4C2B-81E7-FB37939F30B4}"/>
          </ac:inkMkLst>
        </pc:inkChg>
        <pc:inkChg chg="del">
          <ac:chgData name="Md. Nahid Hasan" userId="85ea5f9e-65d6-4031-b810-9415101f2e21" providerId="ADAL" clId="{25D85872-5EAE-4915-8B44-7F01E0758971}" dt="2021-03-10T17:15:50.242" v="5" actId="478"/>
          <ac:inkMkLst>
            <pc:docMk/>
            <pc:sldMk cId="0" sldId="430"/>
            <ac:inkMk id="9232" creationId="{736F2C30-30CE-446A-A741-20EDD9A97798}"/>
          </ac:inkMkLst>
        </pc:inkChg>
        <pc:inkChg chg="del">
          <ac:chgData name="Md. Nahid Hasan" userId="85ea5f9e-65d6-4031-b810-9415101f2e21" providerId="ADAL" clId="{25D85872-5EAE-4915-8B44-7F01E0758971}" dt="2021-03-10T17:15:45.898" v="3" actId="478"/>
          <ac:inkMkLst>
            <pc:docMk/>
            <pc:sldMk cId="0" sldId="430"/>
            <ac:inkMk id="9233" creationId="{584A566E-765A-4955-AA62-CB61D59E5810}"/>
          </ac:inkMkLst>
        </pc:inkChg>
        <pc:inkChg chg="del">
          <ac:chgData name="Md. Nahid Hasan" userId="85ea5f9e-65d6-4031-b810-9415101f2e21" providerId="ADAL" clId="{25D85872-5EAE-4915-8B44-7F01E0758971}" dt="2021-03-10T17:15:45.898" v="3" actId="478"/>
          <ac:inkMkLst>
            <pc:docMk/>
            <pc:sldMk cId="0" sldId="430"/>
            <ac:inkMk id="9234" creationId="{40D20C3D-EB26-4B69-9C0A-3D87D17E62FD}"/>
          </ac:inkMkLst>
        </pc:inkChg>
        <pc:inkChg chg="del">
          <ac:chgData name="Md. Nahid Hasan" userId="85ea5f9e-65d6-4031-b810-9415101f2e21" providerId="ADAL" clId="{25D85872-5EAE-4915-8B44-7F01E0758971}" dt="2021-03-10T17:15:45.898" v="3" actId="478"/>
          <ac:inkMkLst>
            <pc:docMk/>
            <pc:sldMk cId="0" sldId="430"/>
            <ac:inkMk id="9235" creationId="{E75BF5F5-5537-4838-BFC7-A96F6B9C6F22}"/>
          </ac:inkMkLst>
        </pc:inkChg>
        <pc:inkChg chg="del">
          <ac:chgData name="Md. Nahid Hasan" userId="85ea5f9e-65d6-4031-b810-9415101f2e21" providerId="ADAL" clId="{25D85872-5EAE-4915-8B44-7F01E0758971}" dt="2021-03-10T17:15:45.898" v="3" actId="478"/>
          <ac:inkMkLst>
            <pc:docMk/>
            <pc:sldMk cId="0" sldId="430"/>
            <ac:inkMk id="9236" creationId="{23C11FA2-A14E-42D2-AB9F-F8126B611167}"/>
          </ac:inkMkLst>
        </pc:inkChg>
        <pc:inkChg chg="del">
          <ac:chgData name="Md. Nahid Hasan" userId="85ea5f9e-65d6-4031-b810-9415101f2e21" providerId="ADAL" clId="{25D85872-5EAE-4915-8B44-7F01E0758971}" dt="2021-03-10T17:15:45.898" v="3" actId="478"/>
          <ac:inkMkLst>
            <pc:docMk/>
            <pc:sldMk cId="0" sldId="430"/>
            <ac:inkMk id="9237" creationId="{0EEDB51F-419D-4938-8CE1-FA83FE60E1CE}"/>
          </ac:inkMkLst>
        </pc:inkChg>
      </pc:sldChg>
      <pc:sldChg chg="delSp mod">
        <pc:chgData name="Md. Nahid Hasan" userId="85ea5f9e-65d6-4031-b810-9415101f2e21" providerId="ADAL" clId="{25D85872-5EAE-4915-8B44-7F01E0758971}" dt="2021-03-10T17:16:07.150" v="8" actId="478"/>
        <pc:sldMkLst>
          <pc:docMk/>
          <pc:sldMk cId="0" sldId="431"/>
        </pc:sldMkLst>
        <pc:inkChg chg="del">
          <ac:chgData name="Md. Nahid Hasan" userId="85ea5f9e-65d6-4031-b810-9415101f2e21" providerId="ADAL" clId="{25D85872-5EAE-4915-8B44-7F01E0758971}" dt="2021-03-10T17:16:07.150" v="8" actId="478"/>
          <ac:inkMkLst>
            <pc:docMk/>
            <pc:sldMk cId="0" sldId="431"/>
            <ac:inkMk id="2" creationId="{23D4823E-522B-4ADD-8B4C-94F57082C625}"/>
          </ac:inkMkLst>
        </pc:inkChg>
        <pc:inkChg chg="del">
          <ac:chgData name="Md. Nahid Hasan" userId="85ea5f9e-65d6-4031-b810-9415101f2e21" providerId="ADAL" clId="{25D85872-5EAE-4915-8B44-7F01E0758971}" dt="2021-03-10T17:16:07.150" v="8" actId="478"/>
          <ac:inkMkLst>
            <pc:docMk/>
            <pc:sldMk cId="0" sldId="431"/>
            <ac:inkMk id="3" creationId="{993F2C8B-214F-4ABE-939C-27A4155320F5}"/>
          </ac:inkMkLst>
        </pc:inkChg>
        <pc:inkChg chg="del">
          <ac:chgData name="Md. Nahid Hasan" userId="85ea5f9e-65d6-4031-b810-9415101f2e21" providerId="ADAL" clId="{25D85872-5EAE-4915-8B44-7F01E0758971}" dt="2021-03-10T17:16:07.150" v="8" actId="478"/>
          <ac:inkMkLst>
            <pc:docMk/>
            <pc:sldMk cId="0" sldId="431"/>
            <ac:inkMk id="4" creationId="{EFE09060-2D26-43D2-9FC6-003C9C060369}"/>
          </ac:inkMkLst>
        </pc:inkChg>
        <pc:inkChg chg="del">
          <ac:chgData name="Md. Nahid Hasan" userId="85ea5f9e-65d6-4031-b810-9415101f2e21" providerId="ADAL" clId="{25D85872-5EAE-4915-8B44-7F01E0758971}" dt="2021-03-10T17:16:07.150" v="8" actId="478"/>
          <ac:inkMkLst>
            <pc:docMk/>
            <pc:sldMk cId="0" sldId="431"/>
            <ac:inkMk id="5" creationId="{07EE4165-0AE9-4159-99E3-A61E9D6D1E7B}"/>
          </ac:inkMkLst>
        </pc:inkChg>
        <pc:inkChg chg="del">
          <ac:chgData name="Md. Nahid Hasan" userId="85ea5f9e-65d6-4031-b810-9415101f2e21" providerId="ADAL" clId="{25D85872-5EAE-4915-8B44-7F01E0758971}" dt="2021-03-10T17:16:07.150" v="8" actId="478"/>
          <ac:inkMkLst>
            <pc:docMk/>
            <pc:sldMk cId="0" sldId="431"/>
            <ac:inkMk id="6" creationId="{80092CF2-161E-43D7-9329-77A8548C8B86}"/>
          </ac:inkMkLst>
        </pc:inkChg>
        <pc:inkChg chg="del">
          <ac:chgData name="Md. Nahid Hasan" userId="85ea5f9e-65d6-4031-b810-9415101f2e21" providerId="ADAL" clId="{25D85872-5EAE-4915-8B44-7F01E0758971}" dt="2021-03-10T17:16:07.150" v="8" actId="478"/>
          <ac:inkMkLst>
            <pc:docMk/>
            <pc:sldMk cId="0" sldId="431"/>
            <ac:inkMk id="7" creationId="{FFF69A40-7235-44A9-93DB-B80EEDE86852}"/>
          </ac:inkMkLst>
        </pc:inkChg>
      </pc:sldChg>
      <pc:sldChg chg="delSp mod">
        <pc:chgData name="Md. Nahid Hasan" userId="85ea5f9e-65d6-4031-b810-9415101f2e21" providerId="ADAL" clId="{25D85872-5EAE-4915-8B44-7F01E0758971}" dt="2021-03-10T17:16:19.737" v="10" actId="478"/>
        <pc:sldMkLst>
          <pc:docMk/>
          <pc:sldMk cId="0" sldId="432"/>
        </pc:sldMkLst>
        <pc:inkChg chg="del">
          <ac:chgData name="Md. Nahid Hasan" userId="85ea5f9e-65d6-4031-b810-9415101f2e21" providerId="ADAL" clId="{25D85872-5EAE-4915-8B44-7F01E0758971}" dt="2021-03-10T17:16:19.737" v="10" actId="478"/>
          <ac:inkMkLst>
            <pc:docMk/>
            <pc:sldMk cId="0" sldId="432"/>
            <ac:inkMk id="2" creationId="{1B98E99D-F62F-4A58-A950-61C6C00B6E23}"/>
          </ac:inkMkLst>
        </pc:inkChg>
        <pc:inkChg chg="del">
          <ac:chgData name="Md. Nahid Hasan" userId="85ea5f9e-65d6-4031-b810-9415101f2e21" providerId="ADAL" clId="{25D85872-5EAE-4915-8B44-7F01E0758971}" dt="2021-03-10T17:16:19.737" v="10" actId="478"/>
          <ac:inkMkLst>
            <pc:docMk/>
            <pc:sldMk cId="0" sldId="432"/>
            <ac:inkMk id="3" creationId="{EF73F891-4787-4606-BD39-C150DC7EEF12}"/>
          </ac:inkMkLst>
        </pc:inkChg>
        <pc:inkChg chg="del">
          <ac:chgData name="Md. Nahid Hasan" userId="85ea5f9e-65d6-4031-b810-9415101f2e21" providerId="ADAL" clId="{25D85872-5EAE-4915-8B44-7F01E0758971}" dt="2021-03-10T17:16:19.737" v="10" actId="478"/>
          <ac:inkMkLst>
            <pc:docMk/>
            <pc:sldMk cId="0" sldId="432"/>
            <ac:inkMk id="4" creationId="{8F085F8E-3130-4E3F-8E28-AF3F346689C2}"/>
          </ac:inkMkLst>
        </pc:inkChg>
        <pc:inkChg chg="del">
          <ac:chgData name="Md. Nahid Hasan" userId="85ea5f9e-65d6-4031-b810-9415101f2e21" providerId="ADAL" clId="{25D85872-5EAE-4915-8B44-7F01E0758971}" dt="2021-03-10T17:16:19.737" v="10" actId="478"/>
          <ac:inkMkLst>
            <pc:docMk/>
            <pc:sldMk cId="0" sldId="432"/>
            <ac:inkMk id="5" creationId="{C066045E-C3E0-4F87-8FC6-1A8B119903BB}"/>
          </ac:inkMkLst>
        </pc:inkChg>
        <pc:inkChg chg="del">
          <ac:chgData name="Md. Nahid Hasan" userId="85ea5f9e-65d6-4031-b810-9415101f2e21" providerId="ADAL" clId="{25D85872-5EAE-4915-8B44-7F01E0758971}" dt="2021-03-10T17:16:19.737" v="10" actId="478"/>
          <ac:inkMkLst>
            <pc:docMk/>
            <pc:sldMk cId="0" sldId="432"/>
            <ac:inkMk id="6" creationId="{43CE386A-4C01-4CF2-ABEA-B9760C24BF26}"/>
          </ac:inkMkLst>
        </pc:inkChg>
        <pc:inkChg chg="del">
          <ac:chgData name="Md. Nahid Hasan" userId="85ea5f9e-65d6-4031-b810-9415101f2e21" providerId="ADAL" clId="{25D85872-5EAE-4915-8B44-7F01E0758971}" dt="2021-03-10T17:16:19.737" v="10" actId="478"/>
          <ac:inkMkLst>
            <pc:docMk/>
            <pc:sldMk cId="0" sldId="432"/>
            <ac:inkMk id="7" creationId="{A385374E-4A9A-4C9D-8D46-FF584E17DF02}"/>
          </ac:inkMkLst>
        </pc:inkChg>
        <pc:inkChg chg="del">
          <ac:chgData name="Md. Nahid Hasan" userId="85ea5f9e-65d6-4031-b810-9415101f2e21" providerId="ADAL" clId="{25D85872-5EAE-4915-8B44-7F01E0758971}" dt="2021-03-10T17:16:19.737" v="10" actId="478"/>
          <ac:inkMkLst>
            <pc:docMk/>
            <pc:sldMk cId="0" sldId="432"/>
            <ac:inkMk id="8" creationId="{EFB4DDD0-389B-4DBB-88E9-D1EC3E1DE0A4}"/>
          </ac:inkMkLst>
        </pc:inkChg>
        <pc:inkChg chg="del">
          <ac:chgData name="Md. Nahid Hasan" userId="85ea5f9e-65d6-4031-b810-9415101f2e21" providerId="ADAL" clId="{25D85872-5EAE-4915-8B44-7F01E0758971}" dt="2021-03-10T17:16:19.737" v="10" actId="478"/>
          <ac:inkMkLst>
            <pc:docMk/>
            <pc:sldMk cId="0" sldId="432"/>
            <ac:inkMk id="9" creationId="{37D79EBA-455E-46FF-BA3D-07284006ACC6}"/>
          </ac:inkMkLst>
        </pc:inkChg>
        <pc:inkChg chg="del">
          <ac:chgData name="Md. Nahid Hasan" userId="85ea5f9e-65d6-4031-b810-9415101f2e21" providerId="ADAL" clId="{25D85872-5EAE-4915-8B44-7F01E0758971}" dt="2021-03-10T17:16:19.737" v="10" actId="478"/>
          <ac:inkMkLst>
            <pc:docMk/>
            <pc:sldMk cId="0" sldId="432"/>
            <ac:inkMk id="10" creationId="{EBE1E775-ABB5-42D2-AB8F-4AB35F15C575}"/>
          </ac:inkMkLst>
        </pc:inkChg>
        <pc:inkChg chg="del">
          <ac:chgData name="Md. Nahid Hasan" userId="85ea5f9e-65d6-4031-b810-9415101f2e21" providerId="ADAL" clId="{25D85872-5EAE-4915-8B44-7F01E0758971}" dt="2021-03-10T17:16:19.737" v="10" actId="478"/>
          <ac:inkMkLst>
            <pc:docMk/>
            <pc:sldMk cId="0" sldId="432"/>
            <ac:inkMk id="11" creationId="{7E6A7225-0AE8-4DE2-BAE4-94CF34D2AF4C}"/>
          </ac:inkMkLst>
        </pc:inkChg>
        <pc:inkChg chg="del">
          <ac:chgData name="Md. Nahid Hasan" userId="85ea5f9e-65d6-4031-b810-9415101f2e21" providerId="ADAL" clId="{25D85872-5EAE-4915-8B44-7F01E0758971}" dt="2021-03-10T17:16:19.737" v="10" actId="478"/>
          <ac:inkMkLst>
            <pc:docMk/>
            <pc:sldMk cId="0" sldId="432"/>
            <ac:inkMk id="12" creationId="{2C115070-975B-4C6E-9004-7B292F263B92}"/>
          </ac:inkMkLst>
        </pc:inkChg>
        <pc:inkChg chg="del">
          <ac:chgData name="Md. Nahid Hasan" userId="85ea5f9e-65d6-4031-b810-9415101f2e21" providerId="ADAL" clId="{25D85872-5EAE-4915-8B44-7F01E0758971}" dt="2021-03-10T17:16:19.737" v="10" actId="478"/>
          <ac:inkMkLst>
            <pc:docMk/>
            <pc:sldMk cId="0" sldId="432"/>
            <ac:inkMk id="13" creationId="{A64F1BA9-5EFA-4C95-AE46-7CDCEAF1900D}"/>
          </ac:inkMkLst>
        </pc:inkChg>
        <pc:inkChg chg="del">
          <ac:chgData name="Md. Nahid Hasan" userId="85ea5f9e-65d6-4031-b810-9415101f2e21" providerId="ADAL" clId="{25D85872-5EAE-4915-8B44-7F01E0758971}" dt="2021-03-10T17:16:19.737" v="10" actId="478"/>
          <ac:inkMkLst>
            <pc:docMk/>
            <pc:sldMk cId="0" sldId="432"/>
            <ac:inkMk id="14" creationId="{F58ADE23-F94F-4EED-9A30-00F6D45089A4}"/>
          </ac:inkMkLst>
        </pc:inkChg>
        <pc:inkChg chg="del">
          <ac:chgData name="Md. Nahid Hasan" userId="85ea5f9e-65d6-4031-b810-9415101f2e21" providerId="ADAL" clId="{25D85872-5EAE-4915-8B44-7F01E0758971}" dt="2021-03-10T17:16:19.737" v="10" actId="478"/>
          <ac:inkMkLst>
            <pc:docMk/>
            <pc:sldMk cId="0" sldId="432"/>
            <ac:inkMk id="15" creationId="{6139F1D1-677D-468A-98C1-123E381B520E}"/>
          </ac:inkMkLst>
        </pc:inkChg>
        <pc:inkChg chg="del">
          <ac:chgData name="Md. Nahid Hasan" userId="85ea5f9e-65d6-4031-b810-9415101f2e21" providerId="ADAL" clId="{25D85872-5EAE-4915-8B44-7F01E0758971}" dt="2021-03-10T17:16:19.737" v="10" actId="478"/>
          <ac:inkMkLst>
            <pc:docMk/>
            <pc:sldMk cId="0" sldId="432"/>
            <ac:inkMk id="16" creationId="{3ECDEB97-C115-4432-86CE-0D8E06D8AAEE}"/>
          </ac:inkMkLst>
        </pc:inkChg>
        <pc:inkChg chg="del">
          <ac:chgData name="Md. Nahid Hasan" userId="85ea5f9e-65d6-4031-b810-9415101f2e21" providerId="ADAL" clId="{25D85872-5EAE-4915-8B44-7F01E0758971}" dt="2021-03-10T17:16:19.737" v="10" actId="478"/>
          <ac:inkMkLst>
            <pc:docMk/>
            <pc:sldMk cId="0" sldId="432"/>
            <ac:inkMk id="17" creationId="{8877C9C7-BCE4-4455-8E9A-EF68D70A4F01}"/>
          </ac:inkMkLst>
        </pc:inkChg>
        <pc:inkChg chg="del">
          <ac:chgData name="Md. Nahid Hasan" userId="85ea5f9e-65d6-4031-b810-9415101f2e21" providerId="ADAL" clId="{25D85872-5EAE-4915-8B44-7F01E0758971}" dt="2021-03-10T17:16:19.737" v="10" actId="478"/>
          <ac:inkMkLst>
            <pc:docMk/>
            <pc:sldMk cId="0" sldId="432"/>
            <ac:inkMk id="18" creationId="{32D7E550-C149-455B-85CB-8230418E0A86}"/>
          </ac:inkMkLst>
        </pc:inkChg>
      </pc:sldChg>
      <pc:sldChg chg="delSp mod">
        <pc:chgData name="Md. Nahid Hasan" userId="85ea5f9e-65d6-4031-b810-9415101f2e21" providerId="ADAL" clId="{25D85872-5EAE-4915-8B44-7F01E0758971}" dt="2021-03-10T17:16:26.914" v="11" actId="478"/>
        <pc:sldMkLst>
          <pc:docMk/>
          <pc:sldMk cId="0" sldId="435"/>
        </pc:sldMkLst>
        <pc:inkChg chg="del">
          <ac:chgData name="Md. Nahid Hasan" userId="85ea5f9e-65d6-4031-b810-9415101f2e21" providerId="ADAL" clId="{25D85872-5EAE-4915-8B44-7F01E0758971}" dt="2021-03-10T17:16:26.914" v="11" actId="478"/>
          <ac:inkMkLst>
            <pc:docMk/>
            <pc:sldMk cId="0" sldId="435"/>
            <ac:inkMk id="2" creationId="{3AC06D96-5AB8-4571-93A0-5D0290421FF6}"/>
          </ac:inkMkLst>
        </pc:inkChg>
        <pc:inkChg chg="del">
          <ac:chgData name="Md. Nahid Hasan" userId="85ea5f9e-65d6-4031-b810-9415101f2e21" providerId="ADAL" clId="{25D85872-5EAE-4915-8B44-7F01E0758971}" dt="2021-03-10T17:16:26.914" v="11" actId="478"/>
          <ac:inkMkLst>
            <pc:docMk/>
            <pc:sldMk cId="0" sldId="435"/>
            <ac:inkMk id="3" creationId="{63D01FF9-9ECA-4F52-BBD4-7E83F3826B7A}"/>
          </ac:inkMkLst>
        </pc:inkChg>
        <pc:inkChg chg="del">
          <ac:chgData name="Md. Nahid Hasan" userId="85ea5f9e-65d6-4031-b810-9415101f2e21" providerId="ADAL" clId="{25D85872-5EAE-4915-8B44-7F01E0758971}" dt="2021-03-10T17:16:26.914" v="11" actId="478"/>
          <ac:inkMkLst>
            <pc:docMk/>
            <pc:sldMk cId="0" sldId="435"/>
            <ac:inkMk id="4" creationId="{9E1BD72C-F615-43C3-B5EF-074ED38369B9}"/>
          </ac:inkMkLst>
        </pc:inkChg>
        <pc:inkChg chg="del">
          <ac:chgData name="Md. Nahid Hasan" userId="85ea5f9e-65d6-4031-b810-9415101f2e21" providerId="ADAL" clId="{25D85872-5EAE-4915-8B44-7F01E0758971}" dt="2021-03-10T17:16:26.914" v="11" actId="478"/>
          <ac:inkMkLst>
            <pc:docMk/>
            <pc:sldMk cId="0" sldId="435"/>
            <ac:inkMk id="5" creationId="{1894E930-345B-401F-8437-8E9CCD8663A7}"/>
          </ac:inkMkLst>
        </pc:inkChg>
        <pc:inkChg chg="del">
          <ac:chgData name="Md. Nahid Hasan" userId="85ea5f9e-65d6-4031-b810-9415101f2e21" providerId="ADAL" clId="{25D85872-5EAE-4915-8B44-7F01E0758971}" dt="2021-03-10T17:16:26.914" v="11" actId="478"/>
          <ac:inkMkLst>
            <pc:docMk/>
            <pc:sldMk cId="0" sldId="435"/>
            <ac:inkMk id="6" creationId="{9F4B5D38-F0B1-4625-9D4D-548A6C208BC8}"/>
          </ac:inkMkLst>
        </pc:inkChg>
        <pc:inkChg chg="del">
          <ac:chgData name="Md. Nahid Hasan" userId="85ea5f9e-65d6-4031-b810-9415101f2e21" providerId="ADAL" clId="{25D85872-5EAE-4915-8B44-7F01E0758971}" dt="2021-03-10T17:16:26.914" v="11" actId="478"/>
          <ac:inkMkLst>
            <pc:docMk/>
            <pc:sldMk cId="0" sldId="435"/>
            <ac:inkMk id="7" creationId="{6DBA1703-145A-4F44-8D92-7E8C14D2636E}"/>
          </ac:inkMkLst>
        </pc:inkChg>
        <pc:inkChg chg="del">
          <ac:chgData name="Md. Nahid Hasan" userId="85ea5f9e-65d6-4031-b810-9415101f2e21" providerId="ADAL" clId="{25D85872-5EAE-4915-8B44-7F01E0758971}" dt="2021-03-10T17:16:26.914" v="11" actId="478"/>
          <ac:inkMkLst>
            <pc:docMk/>
            <pc:sldMk cId="0" sldId="435"/>
            <ac:inkMk id="8" creationId="{B51751AB-EE8E-492D-A1BB-6FB8F568C031}"/>
          </ac:inkMkLst>
        </pc:inkChg>
        <pc:inkChg chg="del">
          <ac:chgData name="Md. Nahid Hasan" userId="85ea5f9e-65d6-4031-b810-9415101f2e21" providerId="ADAL" clId="{25D85872-5EAE-4915-8B44-7F01E0758971}" dt="2021-03-10T17:16:26.914" v="11" actId="478"/>
          <ac:inkMkLst>
            <pc:docMk/>
            <pc:sldMk cId="0" sldId="435"/>
            <ac:inkMk id="9" creationId="{AE600796-0EAD-4A02-BD5E-613BF4954582}"/>
          </ac:inkMkLst>
        </pc:inkChg>
        <pc:inkChg chg="del">
          <ac:chgData name="Md. Nahid Hasan" userId="85ea5f9e-65d6-4031-b810-9415101f2e21" providerId="ADAL" clId="{25D85872-5EAE-4915-8B44-7F01E0758971}" dt="2021-03-10T17:16:26.914" v="11" actId="478"/>
          <ac:inkMkLst>
            <pc:docMk/>
            <pc:sldMk cId="0" sldId="435"/>
            <ac:inkMk id="10" creationId="{3E69B65B-A3D5-43EC-9543-B6B918F8A440}"/>
          </ac:inkMkLst>
        </pc:inkChg>
        <pc:inkChg chg="del">
          <ac:chgData name="Md. Nahid Hasan" userId="85ea5f9e-65d6-4031-b810-9415101f2e21" providerId="ADAL" clId="{25D85872-5EAE-4915-8B44-7F01E0758971}" dt="2021-03-10T17:16:26.914" v="11" actId="478"/>
          <ac:inkMkLst>
            <pc:docMk/>
            <pc:sldMk cId="0" sldId="435"/>
            <ac:inkMk id="11" creationId="{EAE09C15-A820-4A2D-8E88-A8DE92D0E8D2}"/>
          </ac:inkMkLst>
        </pc:inkChg>
        <pc:inkChg chg="del">
          <ac:chgData name="Md. Nahid Hasan" userId="85ea5f9e-65d6-4031-b810-9415101f2e21" providerId="ADAL" clId="{25D85872-5EAE-4915-8B44-7F01E0758971}" dt="2021-03-10T17:16:26.914" v="11" actId="478"/>
          <ac:inkMkLst>
            <pc:docMk/>
            <pc:sldMk cId="0" sldId="435"/>
            <ac:inkMk id="12" creationId="{9CC92A8B-275C-483D-B33C-9C47E7A8E314}"/>
          </ac:inkMkLst>
        </pc:inkChg>
        <pc:inkChg chg="del">
          <ac:chgData name="Md. Nahid Hasan" userId="85ea5f9e-65d6-4031-b810-9415101f2e21" providerId="ADAL" clId="{25D85872-5EAE-4915-8B44-7F01E0758971}" dt="2021-03-10T17:16:26.914" v="11" actId="478"/>
          <ac:inkMkLst>
            <pc:docMk/>
            <pc:sldMk cId="0" sldId="435"/>
            <ac:inkMk id="13" creationId="{FB29EA7E-05EF-4CAB-AC0F-488ADA932EB1}"/>
          </ac:inkMkLst>
        </pc:inkChg>
        <pc:inkChg chg="del">
          <ac:chgData name="Md. Nahid Hasan" userId="85ea5f9e-65d6-4031-b810-9415101f2e21" providerId="ADAL" clId="{25D85872-5EAE-4915-8B44-7F01E0758971}" dt="2021-03-10T17:16:26.914" v="11" actId="478"/>
          <ac:inkMkLst>
            <pc:docMk/>
            <pc:sldMk cId="0" sldId="435"/>
            <ac:inkMk id="14" creationId="{0FC9D70E-0376-4229-8AA7-10BC01B9B125}"/>
          </ac:inkMkLst>
        </pc:inkChg>
        <pc:inkChg chg="del">
          <ac:chgData name="Md. Nahid Hasan" userId="85ea5f9e-65d6-4031-b810-9415101f2e21" providerId="ADAL" clId="{25D85872-5EAE-4915-8B44-7F01E0758971}" dt="2021-03-10T17:16:26.914" v="11" actId="478"/>
          <ac:inkMkLst>
            <pc:docMk/>
            <pc:sldMk cId="0" sldId="435"/>
            <ac:inkMk id="15" creationId="{85708155-FFD4-43DF-AD5F-F9FA3925283C}"/>
          </ac:inkMkLst>
        </pc:inkChg>
        <pc:inkChg chg="del">
          <ac:chgData name="Md. Nahid Hasan" userId="85ea5f9e-65d6-4031-b810-9415101f2e21" providerId="ADAL" clId="{25D85872-5EAE-4915-8B44-7F01E0758971}" dt="2021-03-10T17:16:26.914" v="11" actId="478"/>
          <ac:inkMkLst>
            <pc:docMk/>
            <pc:sldMk cId="0" sldId="435"/>
            <ac:inkMk id="16" creationId="{CFDDE234-4581-4783-AD40-5045F2B742B2}"/>
          </ac:inkMkLst>
        </pc:inkChg>
        <pc:inkChg chg="del">
          <ac:chgData name="Md. Nahid Hasan" userId="85ea5f9e-65d6-4031-b810-9415101f2e21" providerId="ADAL" clId="{25D85872-5EAE-4915-8B44-7F01E0758971}" dt="2021-03-10T17:16:26.914" v="11" actId="478"/>
          <ac:inkMkLst>
            <pc:docMk/>
            <pc:sldMk cId="0" sldId="435"/>
            <ac:inkMk id="17" creationId="{E6FCBA95-0BB9-4006-A366-EDFC1F9DF50A}"/>
          </ac:inkMkLst>
        </pc:inkChg>
        <pc:inkChg chg="del">
          <ac:chgData name="Md. Nahid Hasan" userId="85ea5f9e-65d6-4031-b810-9415101f2e21" providerId="ADAL" clId="{25D85872-5EAE-4915-8B44-7F01E0758971}" dt="2021-03-10T17:16:26.914" v="11" actId="478"/>
          <ac:inkMkLst>
            <pc:docMk/>
            <pc:sldMk cId="0" sldId="435"/>
            <ac:inkMk id="18" creationId="{7B372B07-71B5-4BF3-AD06-ED7678CD1796}"/>
          </ac:inkMkLst>
        </pc:inkChg>
        <pc:inkChg chg="del">
          <ac:chgData name="Md. Nahid Hasan" userId="85ea5f9e-65d6-4031-b810-9415101f2e21" providerId="ADAL" clId="{25D85872-5EAE-4915-8B44-7F01E0758971}" dt="2021-03-10T17:16:26.914" v="11" actId="478"/>
          <ac:inkMkLst>
            <pc:docMk/>
            <pc:sldMk cId="0" sldId="435"/>
            <ac:inkMk id="19" creationId="{E0110206-3946-47F2-AEFD-007555A69FD8}"/>
          </ac:inkMkLst>
        </pc:inkChg>
        <pc:inkChg chg="del">
          <ac:chgData name="Md. Nahid Hasan" userId="85ea5f9e-65d6-4031-b810-9415101f2e21" providerId="ADAL" clId="{25D85872-5EAE-4915-8B44-7F01E0758971}" dt="2021-03-10T17:16:26.914" v="11" actId="478"/>
          <ac:inkMkLst>
            <pc:docMk/>
            <pc:sldMk cId="0" sldId="435"/>
            <ac:inkMk id="20" creationId="{4A72FFE3-3CC1-4F5B-B169-1ABA8FCBA220}"/>
          </ac:inkMkLst>
        </pc:inkChg>
        <pc:inkChg chg="del">
          <ac:chgData name="Md. Nahid Hasan" userId="85ea5f9e-65d6-4031-b810-9415101f2e21" providerId="ADAL" clId="{25D85872-5EAE-4915-8B44-7F01E0758971}" dt="2021-03-10T17:16:26.914" v="11" actId="478"/>
          <ac:inkMkLst>
            <pc:docMk/>
            <pc:sldMk cId="0" sldId="435"/>
            <ac:inkMk id="21" creationId="{62AAF10C-7354-452C-A50E-8D49CFE6957F}"/>
          </ac:inkMkLst>
        </pc:inkChg>
        <pc:inkChg chg="del">
          <ac:chgData name="Md. Nahid Hasan" userId="85ea5f9e-65d6-4031-b810-9415101f2e21" providerId="ADAL" clId="{25D85872-5EAE-4915-8B44-7F01E0758971}" dt="2021-03-10T17:16:26.914" v="11" actId="478"/>
          <ac:inkMkLst>
            <pc:docMk/>
            <pc:sldMk cId="0" sldId="435"/>
            <ac:inkMk id="22" creationId="{36209F58-CBFA-417B-9F2C-D89C03B0BF94}"/>
          </ac:inkMkLst>
        </pc:inkChg>
        <pc:inkChg chg="del">
          <ac:chgData name="Md. Nahid Hasan" userId="85ea5f9e-65d6-4031-b810-9415101f2e21" providerId="ADAL" clId="{25D85872-5EAE-4915-8B44-7F01E0758971}" dt="2021-03-10T17:16:26.914" v="11" actId="478"/>
          <ac:inkMkLst>
            <pc:docMk/>
            <pc:sldMk cId="0" sldId="435"/>
            <ac:inkMk id="23" creationId="{A696B961-B9F1-4299-9C8C-61337899EC9C}"/>
          </ac:inkMkLst>
        </pc:inkChg>
        <pc:inkChg chg="del">
          <ac:chgData name="Md. Nahid Hasan" userId="85ea5f9e-65d6-4031-b810-9415101f2e21" providerId="ADAL" clId="{25D85872-5EAE-4915-8B44-7F01E0758971}" dt="2021-03-10T17:16:26.914" v="11" actId="478"/>
          <ac:inkMkLst>
            <pc:docMk/>
            <pc:sldMk cId="0" sldId="435"/>
            <ac:inkMk id="24" creationId="{8AEA7A20-BC85-47B8-9265-C8C6ED09451F}"/>
          </ac:inkMkLst>
        </pc:inkChg>
        <pc:inkChg chg="del">
          <ac:chgData name="Md. Nahid Hasan" userId="85ea5f9e-65d6-4031-b810-9415101f2e21" providerId="ADAL" clId="{25D85872-5EAE-4915-8B44-7F01E0758971}" dt="2021-03-10T17:16:26.914" v="11" actId="478"/>
          <ac:inkMkLst>
            <pc:docMk/>
            <pc:sldMk cId="0" sldId="435"/>
            <ac:inkMk id="25" creationId="{9EB09E61-5A1C-406D-AC06-3E907BD49848}"/>
          </ac:inkMkLst>
        </pc:inkChg>
        <pc:inkChg chg="del">
          <ac:chgData name="Md. Nahid Hasan" userId="85ea5f9e-65d6-4031-b810-9415101f2e21" providerId="ADAL" clId="{25D85872-5EAE-4915-8B44-7F01E0758971}" dt="2021-03-10T17:16:26.914" v="11" actId="478"/>
          <ac:inkMkLst>
            <pc:docMk/>
            <pc:sldMk cId="0" sldId="435"/>
            <ac:inkMk id="26" creationId="{142757CF-51C3-4553-A92A-65F5BCFAA02C}"/>
          </ac:inkMkLst>
        </pc:inkChg>
        <pc:inkChg chg="del">
          <ac:chgData name="Md. Nahid Hasan" userId="85ea5f9e-65d6-4031-b810-9415101f2e21" providerId="ADAL" clId="{25D85872-5EAE-4915-8B44-7F01E0758971}" dt="2021-03-10T17:16:26.914" v="11" actId="478"/>
          <ac:inkMkLst>
            <pc:docMk/>
            <pc:sldMk cId="0" sldId="435"/>
            <ac:inkMk id="27" creationId="{61B2533B-9F35-4C90-AA3C-EC3A824EDC05}"/>
          </ac:inkMkLst>
        </pc:inkChg>
        <pc:inkChg chg="del">
          <ac:chgData name="Md. Nahid Hasan" userId="85ea5f9e-65d6-4031-b810-9415101f2e21" providerId="ADAL" clId="{25D85872-5EAE-4915-8B44-7F01E0758971}" dt="2021-03-10T17:16:26.914" v="11" actId="478"/>
          <ac:inkMkLst>
            <pc:docMk/>
            <pc:sldMk cId="0" sldId="435"/>
            <ac:inkMk id="28" creationId="{B05FAF88-52DA-49E7-91DF-71246B1F6F6A}"/>
          </ac:inkMkLst>
        </pc:inkChg>
        <pc:inkChg chg="del">
          <ac:chgData name="Md. Nahid Hasan" userId="85ea5f9e-65d6-4031-b810-9415101f2e21" providerId="ADAL" clId="{25D85872-5EAE-4915-8B44-7F01E0758971}" dt="2021-03-10T17:16:26.914" v="11" actId="478"/>
          <ac:inkMkLst>
            <pc:docMk/>
            <pc:sldMk cId="0" sldId="435"/>
            <ac:inkMk id="29" creationId="{90E94D02-2265-4753-8002-E61A7900905F}"/>
          </ac:inkMkLst>
        </pc:inkChg>
        <pc:inkChg chg="del">
          <ac:chgData name="Md. Nahid Hasan" userId="85ea5f9e-65d6-4031-b810-9415101f2e21" providerId="ADAL" clId="{25D85872-5EAE-4915-8B44-7F01E0758971}" dt="2021-03-10T17:16:26.914" v="11" actId="478"/>
          <ac:inkMkLst>
            <pc:docMk/>
            <pc:sldMk cId="0" sldId="435"/>
            <ac:inkMk id="30" creationId="{7CCBBC11-D3AB-4811-B76A-767F804EFDBA}"/>
          </ac:inkMkLst>
        </pc:inkChg>
        <pc:inkChg chg="del">
          <ac:chgData name="Md. Nahid Hasan" userId="85ea5f9e-65d6-4031-b810-9415101f2e21" providerId="ADAL" clId="{25D85872-5EAE-4915-8B44-7F01E0758971}" dt="2021-03-10T17:16:26.914" v="11" actId="478"/>
          <ac:inkMkLst>
            <pc:docMk/>
            <pc:sldMk cId="0" sldId="435"/>
            <ac:inkMk id="31" creationId="{A48BDACA-A6BC-44C5-B00E-BA894A7B502F}"/>
          </ac:inkMkLst>
        </pc:inkChg>
        <pc:inkChg chg="del">
          <ac:chgData name="Md. Nahid Hasan" userId="85ea5f9e-65d6-4031-b810-9415101f2e21" providerId="ADAL" clId="{25D85872-5EAE-4915-8B44-7F01E0758971}" dt="2021-03-10T17:16:26.914" v="11" actId="478"/>
          <ac:inkMkLst>
            <pc:docMk/>
            <pc:sldMk cId="0" sldId="435"/>
            <ac:inkMk id="32" creationId="{F22E51DA-21E4-4953-8C9B-4923E2257D3F}"/>
          </ac:inkMkLst>
        </pc:inkChg>
        <pc:inkChg chg="del">
          <ac:chgData name="Md. Nahid Hasan" userId="85ea5f9e-65d6-4031-b810-9415101f2e21" providerId="ADAL" clId="{25D85872-5EAE-4915-8B44-7F01E0758971}" dt="2021-03-10T17:16:26.914" v="11" actId="478"/>
          <ac:inkMkLst>
            <pc:docMk/>
            <pc:sldMk cId="0" sldId="435"/>
            <ac:inkMk id="33" creationId="{069E692C-4DAF-43C5-8F44-B876462A62AB}"/>
          </ac:inkMkLst>
        </pc:inkChg>
        <pc:inkChg chg="del">
          <ac:chgData name="Md. Nahid Hasan" userId="85ea5f9e-65d6-4031-b810-9415101f2e21" providerId="ADAL" clId="{25D85872-5EAE-4915-8B44-7F01E0758971}" dt="2021-03-10T17:16:26.914" v="11" actId="478"/>
          <ac:inkMkLst>
            <pc:docMk/>
            <pc:sldMk cId="0" sldId="435"/>
            <ac:inkMk id="34" creationId="{92C5380E-8896-4AB8-BEF1-19D2B878274F}"/>
          </ac:inkMkLst>
        </pc:inkChg>
        <pc:inkChg chg="del">
          <ac:chgData name="Md. Nahid Hasan" userId="85ea5f9e-65d6-4031-b810-9415101f2e21" providerId="ADAL" clId="{25D85872-5EAE-4915-8B44-7F01E0758971}" dt="2021-03-10T17:16:26.914" v="11" actId="478"/>
          <ac:inkMkLst>
            <pc:docMk/>
            <pc:sldMk cId="0" sldId="435"/>
            <ac:inkMk id="35" creationId="{E4464A72-1A1B-41A8-B6EB-50DF5CF5104A}"/>
          </ac:inkMkLst>
        </pc:inkChg>
        <pc:inkChg chg="del">
          <ac:chgData name="Md. Nahid Hasan" userId="85ea5f9e-65d6-4031-b810-9415101f2e21" providerId="ADAL" clId="{25D85872-5EAE-4915-8B44-7F01E0758971}" dt="2021-03-10T17:16:26.914" v="11" actId="478"/>
          <ac:inkMkLst>
            <pc:docMk/>
            <pc:sldMk cId="0" sldId="435"/>
            <ac:inkMk id="36" creationId="{480F4F29-E026-443D-B815-E6E3D0CF1C57}"/>
          </ac:inkMkLst>
        </pc:inkChg>
        <pc:inkChg chg="del">
          <ac:chgData name="Md. Nahid Hasan" userId="85ea5f9e-65d6-4031-b810-9415101f2e21" providerId="ADAL" clId="{25D85872-5EAE-4915-8B44-7F01E0758971}" dt="2021-03-10T17:16:26.914" v="11" actId="478"/>
          <ac:inkMkLst>
            <pc:docMk/>
            <pc:sldMk cId="0" sldId="435"/>
            <ac:inkMk id="37" creationId="{8B5D0E53-B09E-4F03-8C8E-62ED5406E4AB}"/>
          </ac:inkMkLst>
        </pc:inkChg>
        <pc:inkChg chg="del">
          <ac:chgData name="Md. Nahid Hasan" userId="85ea5f9e-65d6-4031-b810-9415101f2e21" providerId="ADAL" clId="{25D85872-5EAE-4915-8B44-7F01E0758971}" dt="2021-03-10T17:16:26.914" v="11" actId="478"/>
          <ac:inkMkLst>
            <pc:docMk/>
            <pc:sldMk cId="0" sldId="435"/>
            <ac:inkMk id="38" creationId="{8D063B40-5AD5-4727-A5D6-463BD474CB89}"/>
          </ac:inkMkLst>
        </pc:inkChg>
        <pc:inkChg chg="del">
          <ac:chgData name="Md. Nahid Hasan" userId="85ea5f9e-65d6-4031-b810-9415101f2e21" providerId="ADAL" clId="{25D85872-5EAE-4915-8B44-7F01E0758971}" dt="2021-03-10T17:16:26.914" v="11" actId="478"/>
          <ac:inkMkLst>
            <pc:docMk/>
            <pc:sldMk cId="0" sldId="435"/>
            <ac:inkMk id="39" creationId="{6FFB9252-3370-4CA6-96C6-3138AD22A569}"/>
          </ac:inkMkLst>
        </pc:inkChg>
        <pc:inkChg chg="del">
          <ac:chgData name="Md. Nahid Hasan" userId="85ea5f9e-65d6-4031-b810-9415101f2e21" providerId="ADAL" clId="{25D85872-5EAE-4915-8B44-7F01E0758971}" dt="2021-03-10T17:16:26.914" v="11" actId="478"/>
          <ac:inkMkLst>
            <pc:docMk/>
            <pc:sldMk cId="0" sldId="435"/>
            <ac:inkMk id="40" creationId="{578DCB36-764A-4B7B-8BA2-4FE2BA0F235C}"/>
          </ac:inkMkLst>
        </pc:inkChg>
        <pc:inkChg chg="del">
          <ac:chgData name="Md. Nahid Hasan" userId="85ea5f9e-65d6-4031-b810-9415101f2e21" providerId="ADAL" clId="{25D85872-5EAE-4915-8B44-7F01E0758971}" dt="2021-03-10T17:16:26.914" v="11" actId="478"/>
          <ac:inkMkLst>
            <pc:docMk/>
            <pc:sldMk cId="0" sldId="435"/>
            <ac:inkMk id="41" creationId="{55F0C67E-9214-4A3F-B7CB-E1ABFD6BF69D}"/>
          </ac:inkMkLst>
        </pc:inkChg>
        <pc:inkChg chg="del">
          <ac:chgData name="Md. Nahid Hasan" userId="85ea5f9e-65d6-4031-b810-9415101f2e21" providerId="ADAL" clId="{25D85872-5EAE-4915-8B44-7F01E0758971}" dt="2021-03-10T17:16:26.914" v="11" actId="478"/>
          <ac:inkMkLst>
            <pc:docMk/>
            <pc:sldMk cId="0" sldId="435"/>
            <ac:inkMk id="42" creationId="{00A0119B-1E3F-4B04-81EE-58E89AD8A275}"/>
          </ac:inkMkLst>
        </pc:inkChg>
        <pc:inkChg chg="del">
          <ac:chgData name="Md. Nahid Hasan" userId="85ea5f9e-65d6-4031-b810-9415101f2e21" providerId="ADAL" clId="{25D85872-5EAE-4915-8B44-7F01E0758971}" dt="2021-03-10T17:16:26.914" v="11" actId="478"/>
          <ac:inkMkLst>
            <pc:docMk/>
            <pc:sldMk cId="0" sldId="435"/>
            <ac:inkMk id="43" creationId="{76FB49F1-07A6-4B9C-BB2C-D394B3F9C89E}"/>
          </ac:inkMkLst>
        </pc:inkChg>
        <pc:inkChg chg="del">
          <ac:chgData name="Md. Nahid Hasan" userId="85ea5f9e-65d6-4031-b810-9415101f2e21" providerId="ADAL" clId="{25D85872-5EAE-4915-8B44-7F01E0758971}" dt="2021-03-10T17:16:26.914" v="11" actId="478"/>
          <ac:inkMkLst>
            <pc:docMk/>
            <pc:sldMk cId="0" sldId="435"/>
            <ac:inkMk id="44" creationId="{806FA92A-76B1-4356-B59E-9E45FF88B38B}"/>
          </ac:inkMkLst>
        </pc:inkChg>
        <pc:inkChg chg="del">
          <ac:chgData name="Md. Nahid Hasan" userId="85ea5f9e-65d6-4031-b810-9415101f2e21" providerId="ADAL" clId="{25D85872-5EAE-4915-8B44-7F01E0758971}" dt="2021-03-10T17:16:26.914" v="11" actId="478"/>
          <ac:inkMkLst>
            <pc:docMk/>
            <pc:sldMk cId="0" sldId="435"/>
            <ac:inkMk id="45" creationId="{68FF2C00-F631-456A-A246-B159F05C6FDE}"/>
          </ac:inkMkLst>
        </pc:inkChg>
        <pc:inkChg chg="del">
          <ac:chgData name="Md. Nahid Hasan" userId="85ea5f9e-65d6-4031-b810-9415101f2e21" providerId="ADAL" clId="{25D85872-5EAE-4915-8B44-7F01E0758971}" dt="2021-03-10T17:16:26.914" v="11" actId="478"/>
          <ac:inkMkLst>
            <pc:docMk/>
            <pc:sldMk cId="0" sldId="435"/>
            <ac:inkMk id="46" creationId="{9EBFCE79-CC0B-473C-BA56-1346D3AF1546}"/>
          </ac:inkMkLst>
        </pc:inkChg>
        <pc:inkChg chg="del">
          <ac:chgData name="Md. Nahid Hasan" userId="85ea5f9e-65d6-4031-b810-9415101f2e21" providerId="ADAL" clId="{25D85872-5EAE-4915-8B44-7F01E0758971}" dt="2021-03-10T17:16:26.914" v="11" actId="478"/>
          <ac:inkMkLst>
            <pc:docMk/>
            <pc:sldMk cId="0" sldId="435"/>
            <ac:inkMk id="47" creationId="{051E10B8-B3FB-478D-AF5E-D1575F36129C}"/>
          </ac:inkMkLst>
        </pc:inkChg>
        <pc:inkChg chg="del">
          <ac:chgData name="Md. Nahid Hasan" userId="85ea5f9e-65d6-4031-b810-9415101f2e21" providerId="ADAL" clId="{25D85872-5EAE-4915-8B44-7F01E0758971}" dt="2021-03-10T17:16:26.914" v="11" actId="478"/>
          <ac:inkMkLst>
            <pc:docMk/>
            <pc:sldMk cId="0" sldId="435"/>
            <ac:inkMk id="48" creationId="{5EE63296-E17A-4575-A3E8-EDDA9AAC5B40}"/>
          </ac:inkMkLst>
        </pc:inkChg>
        <pc:inkChg chg="del">
          <ac:chgData name="Md. Nahid Hasan" userId="85ea5f9e-65d6-4031-b810-9415101f2e21" providerId="ADAL" clId="{25D85872-5EAE-4915-8B44-7F01E0758971}" dt="2021-03-10T17:16:26.914" v="11" actId="478"/>
          <ac:inkMkLst>
            <pc:docMk/>
            <pc:sldMk cId="0" sldId="435"/>
            <ac:inkMk id="49" creationId="{E3B37086-D619-45CA-93C7-BBE9AD18F7F4}"/>
          </ac:inkMkLst>
        </pc:inkChg>
        <pc:inkChg chg="del">
          <ac:chgData name="Md. Nahid Hasan" userId="85ea5f9e-65d6-4031-b810-9415101f2e21" providerId="ADAL" clId="{25D85872-5EAE-4915-8B44-7F01E0758971}" dt="2021-03-10T17:16:26.914" v="11" actId="478"/>
          <ac:inkMkLst>
            <pc:docMk/>
            <pc:sldMk cId="0" sldId="435"/>
            <ac:inkMk id="50" creationId="{10A0DBF5-1D35-4C1B-8CEA-338843A73A4A}"/>
          </ac:inkMkLst>
        </pc:inkChg>
        <pc:inkChg chg="del">
          <ac:chgData name="Md. Nahid Hasan" userId="85ea5f9e-65d6-4031-b810-9415101f2e21" providerId="ADAL" clId="{25D85872-5EAE-4915-8B44-7F01E0758971}" dt="2021-03-10T17:16:26.914" v="11" actId="478"/>
          <ac:inkMkLst>
            <pc:docMk/>
            <pc:sldMk cId="0" sldId="435"/>
            <ac:inkMk id="51" creationId="{A227B983-C66B-4D18-A7F5-33ECE0CB657A}"/>
          </ac:inkMkLst>
        </pc:inkChg>
        <pc:inkChg chg="del">
          <ac:chgData name="Md. Nahid Hasan" userId="85ea5f9e-65d6-4031-b810-9415101f2e21" providerId="ADAL" clId="{25D85872-5EAE-4915-8B44-7F01E0758971}" dt="2021-03-10T17:16:26.914" v="11" actId="478"/>
          <ac:inkMkLst>
            <pc:docMk/>
            <pc:sldMk cId="0" sldId="435"/>
            <ac:inkMk id="52" creationId="{0C631BDF-9D9B-4E47-A450-05D046FB8C90}"/>
          </ac:inkMkLst>
        </pc:inkChg>
        <pc:inkChg chg="del">
          <ac:chgData name="Md. Nahid Hasan" userId="85ea5f9e-65d6-4031-b810-9415101f2e21" providerId="ADAL" clId="{25D85872-5EAE-4915-8B44-7F01E0758971}" dt="2021-03-10T17:16:26.914" v="11" actId="478"/>
          <ac:inkMkLst>
            <pc:docMk/>
            <pc:sldMk cId="0" sldId="435"/>
            <ac:inkMk id="53" creationId="{77EAF2A8-43D3-4E69-A539-4F96CA8DC5A0}"/>
          </ac:inkMkLst>
        </pc:inkChg>
        <pc:inkChg chg="del">
          <ac:chgData name="Md. Nahid Hasan" userId="85ea5f9e-65d6-4031-b810-9415101f2e21" providerId="ADAL" clId="{25D85872-5EAE-4915-8B44-7F01E0758971}" dt="2021-03-10T17:16:26.914" v="11" actId="478"/>
          <ac:inkMkLst>
            <pc:docMk/>
            <pc:sldMk cId="0" sldId="435"/>
            <ac:inkMk id="54" creationId="{C148CA9A-DA9D-4091-9E8B-7C8D20F93315}"/>
          </ac:inkMkLst>
        </pc:inkChg>
        <pc:inkChg chg="del">
          <ac:chgData name="Md. Nahid Hasan" userId="85ea5f9e-65d6-4031-b810-9415101f2e21" providerId="ADAL" clId="{25D85872-5EAE-4915-8B44-7F01E0758971}" dt="2021-03-10T17:16:26.914" v="11" actId="478"/>
          <ac:inkMkLst>
            <pc:docMk/>
            <pc:sldMk cId="0" sldId="435"/>
            <ac:inkMk id="55" creationId="{D43BB78F-BDE1-4EEA-8FDA-052ED6993874}"/>
          </ac:inkMkLst>
        </pc:inkChg>
        <pc:inkChg chg="del">
          <ac:chgData name="Md. Nahid Hasan" userId="85ea5f9e-65d6-4031-b810-9415101f2e21" providerId="ADAL" clId="{25D85872-5EAE-4915-8B44-7F01E0758971}" dt="2021-03-10T17:16:26.914" v="11" actId="478"/>
          <ac:inkMkLst>
            <pc:docMk/>
            <pc:sldMk cId="0" sldId="435"/>
            <ac:inkMk id="56" creationId="{98EB483B-7D53-4DC4-B66D-68BF562C4B84}"/>
          </ac:inkMkLst>
        </pc:inkChg>
        <pc:inkChg chg="del">
          <ac:chgData name="Md. Nahid Hasan" userId="85ea5f9e-65d6-4031-b810-9415101f2e21" providerId="ADAL" clId="{25D85872-5EAE-4915-8B44-7F01E0758971}" dt="2021-03-10T17:16:26.914" v="11" actId="478"/>
          <ac:inkMkLst>
            <pc:docMk/>
            <pc:sldMk cId="0" sldId="435"/>
            <ac:inkMk id="57" creationId="{FDB12651-CE11-4CA0-9F0D-09168FA6A2FF}"/>
          </ac:inkMkLst>
        </pc:inkChg>
        <pc:inkChg chg="del">
          <ac:chgData name="Md. Nahid Hasan" userId="85ea5f9e-65d6-4031-b810-9415101f2e21" providerId="ADAL" clId="{25D85872-5EAE-4915-8B44-7F01E0758971}" dt="2021-03-10T17:16:26.914" v="11" actId="478"/>
          <ac:inkMkLst>
            <pc:docMk/>
            <pc:sldMk cId="0" sldId="435"/>
            <ac:inkMk id="58" creationId="{D993E5AE-952E-4AD0-AAF9-08B0FC28B071}"/>
          </ac:inkMkLst>
        </pc:inkChg>
        <pc:inkChg chg="del">
          <ac:chgData name="Md. Nahid Hasan" userId="85ea5f9e-65d6-4031-b810-9415101f2e21" providerId="ADAL" clId="{25D85872-5EAE-4915-8B44-7F01E0758971}" dt="2021-03-10T17:16:26.914" v="11" actId="478"/>
          <ac:inkMkLst>
            <pc:docMk/>
            <pc:sldMk cId="0" sldId="435"/>
            <ac:inkMk id="59" creationId="{C62E673C-D6F9-493A-AFE7-93EB836ECC2C}"/>
          </ac:inkMkLst>
        </pc:inkChg>
        <pc:inkChg chg="del">
          <ac:chgData name="Md. Nahid Hasan" userId="85ea5f9e-65d6-4031-b810-9415101f2e21" providerId="ADAL" clId="{25D85872-5EAE-4915-8B44-7F01E0758971}" dt="2021-03-10T17:16:26.914" v="11" actId="478"/>
          <ac:inkMkLst>
            <pc:docMk/>
            <pc:sldMk cId="0" sldId="435"/>
            <ac:inkMk id="60" creationId="{C54A8168-701A-49D7-A438-6ECA60463B1B}"/>
          </ac:inkMkLst>
        </pc:inkChg>
        <pc:inkChg chg="del">
          <ac:chgData name="Md. Nahid Hasan" userId="85ea5f9e-65d6-4031-b810-9415101f2e21" providerId="ADAL" clId="{25D85872-5EAE-4915-8B44-7F01E0758971}" dt="2021-03-10T17:16:26.914" v="11" actId="478"/>
          <ac:inkMkLst>
            <pc:docMk/>
            <pc:sldMk cId="0" sldId="435"/>
            <ac:inkMk id="61" creationId="{68C3BC33-FF60-4203-8F67-2CB6524781FD}"/>
          </ac:inkMkLst>
        </pc:inkChg>
      </pc:sldChg>
      <pc:sldChg chg="delSp mod">
        <pc:chgData name="Md. Nahid Hasan" userId="85ea5f9e-65d6-4031-b810-9415101f2e21" providerId="ADAL" clId="{25D85872-5EAE-4915-8B44-7F01E0758971}" dt="2021-03-10T17:16:15.131" v="9" actId="478"/>
        <pc:sldMkLst>
          <pc:docMk/>
          <pc:sldMk cId="0" sldId="440"/>
        </pc:sldMkLst>
        <pc:inkChg chg="del">
          <ac:chgData name="Md. Nahid Hasan" userId="85ea5f9e-65d6-4031-b810-9415101f2e21" providerId="ADAL" clId="{25D85872-5EAE-4915-8B44-7F01E0758971}" dt="2021-03-10T17:16:15.131" v="9" actId="478"/>
          <ac:inkMkLst>
            <pc:docMk/>
            <pc:sldMk cId="0" sldId="440"/>
            <ac:inkMk id="2" creationId="{F02A0E73-8CDE-4D6E-8B4D-7AA880C3867E}"/>
          </ac:inkMkLst>
        </pc:inkChg>
        <pc:inkChg chg="del">
          <ac:chgData name="Md. Nahid Hasan" userId="85ea5f9e-65d6-4031-b810-9415101f2e21" providerId="ADAL" clId="{25D85872-5EAE-4915-8B44-7F01E0758971}" dt="2021-03-10T17:16:15.131" v="9" actId="478"/>
          <ac:inkMkLst>
            <pc:docMk/>
            <pc:sldMk cId="0" sldId="440"/>
            <ac:inkMk id="3" creationId="{55D70C7F-657D-404D-83CC-9124D6E17551}"/>
          </ac:inkMkLst>
        </pc:inkChg>
        <pc:inkChg chg="del">
          <ac:chgData name="Md. Nahid Hasan" userId="85ea5f9e-65d6-4031-b810-9415101f2e21" providerId="ADAL" clId="{25D85872-5EAE-4915-8B44-7F01E0758971}" dt="2021-03-10T17:16:15.131" v="9" actId="478"/>
          <ac:inkMkLst>
            <pc:docMk/>
            <pc:sldMk cId="0" sldId="440"/>
            <ac:inkMk id="4" creationId="{08A80329-72F3-4106-BBCB-49ED80525054}"/>
          </ac:inkMkLst>
        </pc:inkChg>
        <pc:inkChg chg="del">
          <ac:chgData name="Md. Nahid Hasan" userId="85ea5f9e-65d6-4031-b810-9415101f2e21" providerId="ADAL" clId="{25D85872-5EAE-4915-8B44-7F01E0758971}" dt="2021-03-10T17:16:15.131" v="9" actId="478"/>
          <ac:inkMkLst>
            <pc:docMk/>
            <pc:sldMk cId="0" sldId="440"/>
            <ac:inkMk id="5" creationId="{8B40CB9E-86BF-46DD-928B-BB45D48B1A45}"/>
          </ac:inkMkLst>
        </pc:inkChg>
        <pc:inkChg chg="del">
          <ac:chgData name="Md. Nahid Hasan" userId="85ea5f9e-65d6-4031-b810-9415101f2e21" providerId="ADAL" clId="{25D85872-5EAE-4915-8B44-7F01E0758971}" dt="2021-03-10T17:16:15.131" v="9" actId="478"/>
          <ac:inkMkLst>
            <pc:docMk/>
            <pc:sldMk cId="0" sldId="440"/>
            <ac:inkMk id="6" creationId="{47DCBBE8-B2D7-48AE-8D62-3388C529FDB7}"/>
          </ac:inkMkLst>
        </pc:inkChg>
        <pc:inkChg chg="del">
          <ac:chgData name="Md. Nahid Hasan" userId="85ea5f9e-65d6-4031-b810-9415101f2e21" providerId="ADAL" clId="{25D85872-5EAE-4915-8B44-7F01E0758971}" dt="2021-03-10T17:16:15.131" v="9" actId="478"/>
          <ac:inkMkLst>
            <pc:docMk/>
            <pc:sldMk cId="0" sldId="440"/>
            <ac:inkMk id="7" creationId="{4E3E540F-EBB4-42D9-98F8-33C8B75D3E4B}"/>
          </ac:inkMkLst>
        </pc:inkChg>
        <pc:inkChg chg="del">
          <ac:chgData name="Md. Nahid Hasan" userId="85ea5f9e-65d6-4031-b810-9415101f2e21" providerId="ADAL" clId="{25D85872-5EAE-4915-8B44-7F01E0758971}" dt="2021-03-10T17:16:15.131" v="9" actId="478"/>
          <ac:inkMkLst>
            <pc:docMk/>
            <pc:sldMk cId="0" sldId="440"/>
            <ac:inkMk id="8" creationId="{C218CF70-A35A-4E3E-A2D7-01C5E3822168}"/>
          </ac:inkMkLst>
        </pc:inkChg>
        <pc:inkChg chg="del">
          <ac:chgData name="Md. Nahid Hasan" userId="85ea5f9e-65d6-4031-b810-9415101f2e21" providerId="ADAL" clId="{25D85872-5EAE-4915-8B44-7F01E0758971}" dt="2021-03-10T17:16:15.131" v="9" actId="478"/>
          <ac:inkMkLst>
            <pc:docMk/>
            <pc:sldMk cId="0" sldId="440"/>
            <ac:inkMk id="9" creationId="{8CF33D4C-ACCD-4A9C-8ADB-40EB9E90FD55}"/>
          </ac:inkMkLst>
        </pc:inkChg>
        <pc:inkChg chg="del">
          <ac:chgData name="Md. Nahid Hasan" userId="85ea5f9e-65d6-4031-b810-9415101f2e21" providerId="ADAL" clId="{25D85872-5EAE-4915-8B44-7F01E0758971}" dt="2021-03-10T17:16:15.131" v="9" actId="478"/>
          <ac:inkMkLst>
            <pc:docMk/>
            <pc:sldMk cId="0" sldId="440"/>
            <ac:inkMk id="10" creationId="{F03F1A9B-F84B-44AA-8FF9-47E3A58E48D2}"/>
          </ac:inkMkLst>
        </pc:inkChg>
        <pc:inkChg chg="del">
          <ac:chgData name="Md. Nahid Hasan" userId="85ea5f9e-65d6-4031-b810-9415101f2e21" providerId="ADAL" clId="{25D85872-5EAE-4915-8B44-7F01E0758971}" dt="2021-03-10T17:16:15.131" v="9" actId="478"/>
          <ac:inkMkLst>
            <pc:docMk/>
            <pc:sldMk cId="0" sldId="440"/>
            <ac:inkMk id="11" creationId="{F25DB1BC-F061-472F-8788-423144302D27}"/>
          </ac:inkMkLst>
        </pc:inkChg>
        <pc:inkChg chg="del">
          <ac:chgData name="Md. Nahid Hasan" userId="85ea5f9e-65d6-4031-b810-9415101f2e21" providerId="ADAL" clId="{25D85872-5EAE-4915-8B44-7F01E0758971}" dt="2021-03-10T17:16:15.131" v="9" actId="478"/>
          <ac:inkMkLst>
            <pc:docMk/>
            <pc:sldMk cId="0" sldId="440"/>
            <ac:inkMk id="12" creationId="{D0053187-4C68-4883-A4FE-AA751DD80E5A}"/>
          </ac:inkMkLst>
        </pc:inkChg>
        <pc:inkChg chg="del">
          <ac:chgData name="Md. Nahid Hasan" userId="85ea5f9e-65d6-4031-b810-9415101f2e21" providerId="ADAL" clId="{25D85872-5EAE-4915-8B44-7F01E0758971}" dt="2021-03-10T17:16:15.131" v="9" actId="478"/>
          <ac:inkMkLst>
            <pc:docMk/>
            <pc:sldMk cId="0" sldId="440"/>
            <ac:inkMk id="13" creationId="{71901B31-9886-4A7A-B57A-6B009D35A0B6}"/>
          </ac:inkMkLst>
        </pc:inkChg>
        <pc:inkChg chg="del">
          <ac:chgData name="Md. Nahid Hasan" userId="85ea5f9e-65d6-4031-b810-9415101f2e21" providerId="ADAL" clId="{25D85872-5EAE-4915-8B44-7F01E0758971}" dt="2021-03-10T17:16:15.131" v="9" actId="478"/>
          <ac:inkMkLst>
            <pc:docMk/>
            <pc:sldMk cId="0" sldId="440"/>
            <ac:inkMk id="14" creationId="{3F61E19E-BCA4-41AB-ADB5-164CFE34B2B3}"/>
          </ac:inkMkLst>
        </pc:inkChg>
        <pc:inkChg chg="del">
          <ac:chgData name="Md. Nahid Hasan" userId="85ea5f9e-65d6-4031-b810-9415101f2e21" providerId="ADAL" clId="{25D85872-5EAE-4915-8B44-7F01E0758971}" dt="2021-03-10T17:16:15.131" v="9" actId="478"/>
          <ac:inkMkLst>
            <pc:docMk/>
            <pc:sldMk cId="0" sldId="440"/>
            <ac:inkMk id="15" creationId="{FF7A67CA-BFC4-48B1-B13A-CA190883D463}"/>
          </ac:inkMkLst>
        </pc:inkChg>
        <pc:inkChg chg="del">
          <ac:chgData name="Md. Nahid Hasan" userId="85ea5f9e-65d6-4031-b810-9415101f2e21" providerId="ADAL" clId="{25D85872-5EAE-4915-8B44-7F01E0758971}" dt="2021-03-10T17:16:15.131" v="9" actId="478"/>
          <ac:inkMkLst>
            <pc:docMk/>
            <pc:sldMk cId="0" sldId="440"/>
            <ac:inkMk id="16" creationId="{BF995EDC-168A-45C7-9636-CF121D3D3D55}"/>
          </ac:inkMkLst>
        </pc:inkChg>
        <pc:inkChg chg="del">
          <ac:chgData name="Md. Nahid Hasan" userId="85ea5f9e-65d6-4031-b810-9415101f2e21" providerId="ADAL" clId="{25D85872-5EAE-4915-8B44-7F01E0758971}" dt="2021-03-10T17:16:15.131" v="9" actId="478"/>
          <ac:inkMkLst>
            <pc:docMk/>
            <pc:sldMk cId="0" sldId="440"/>
            <ac:inkMk id="17" creationId="{4B225906-1D32-4C45-9B02-D85B026E84D7}"/>
          </ac:inkMkLst>
        </pc:inkChg>
        <pc:inkChg chg="del">
          <ac:chgData name="Md. Nahid Hasan" userId="85ea5f9e-65d6-4031-b810-9415101f2e21" providerId="ADAL" clId="{25D85872-5EAE-4915-8B44-7F01E0758971}" dt="2021-03-10T17:16:15.131" v="9" actId="478"/>
          <ac:inkMkLst>
            <pc:docMk/>
            <pc:sldMk cId="0" sldId="440"/>
            <ac:inkMk id="18" creationId="{05E5A6C5-35FF-4906-85FF-7792A47C0758}"/>
          </ac:inkMkLst>
        </pc:inkChg>
        <pc:inkChg chg="del">
          <ac:chgData name="Md. Nahid Hasan" userId="85ea5f9e-65d6-4031-b810-9415101f2e21" providerId="ADAL" clId="{25D85872-5EAE-4915-8B44-7F01E0758971}" dt="2021-03-10T17:16:15.131" v="9" actId="478"/>
          <ac:inkMkLst>
            <pc:docMk/>
            <pc:sldMk cId="0" sldId="440"/>
            <ac:inkMk id="19" creationId="{4AD34107-A1C5-45E3-816F-D2785E685F26}"/>
          </ac:inkMkLst>
        </pc:inkChg>
        <pc:inkChg chg="del">
          <ac:chgData name="Md. Nahid Hasan" userId="85ea5f9e-65d6-4031-b810-9415101f2e21" providerId="ADAL" clId="{25D85872-5EAE-4915-8B44-7F01E0758971}" dt="2021-03-10T17:16:15.131" v="9" actId="478"/>
          <ac:inkMkLst>
            <pc:docMk/>
            <pc:sldMk cId="0" sldId="440"/>
            <ac:inkMk id="20" creationId="{840D6638-76DD-4C31-81A2-9909278A2D71}"/>
          </ac:inkMkLst>
        </pc:inkChg>
        <pc:inkChg chg="del">
          <ac:chgData name="Md. Nahid Hasan" userId="85ea5f9e-65d6-4031-b810-9415101f2e21" providerId="ADAL" clId="{25D85872-5EAE-4915-8B44-7F01E0758971}" dt="2021-03-10T17:16:15.131" v="9" actId="478"/>
          <ac:inkMkLst>
            <pc:docMk/>
            <pc:sldMk cId="0" sldId="440"/>
            <ac:inkMk id="21" creationId="{B6281213-8F2D-48EA-976A-78F2B02FB2C0}"/>
          </ac:inkMkLst>
        </pc:inkChg>
        <pc:inkChg chg="del">
          <ac:chgData name="Md. Nahid Hasan" userId="85ea5f9e-65d6-4031-b810-9415101f2e21" providerId="ADAL" clId="{25D85872-5EAE-4915-8B44-7F01E0758971}" dt="2021-03-10T17:16:15.131" v="9" actId="478"/>
          <ac:inkMkLst>
            <pc:docMk/>
            <pc:sldMk cId="0" sldId="440"/>
            <ac:inkMk id="22" creationId="{EF86D4E7-EE62-44B3-B812-ECF05AEB7D2F}"/>
          </ac:inkMkLst>
        </pc:inkChg>
        <pc:inkChg chg="del">
          <ac:chgData name="Md. Nahid Hasan" userId="85ea5f9e-65d6-4031-b810-9415101f2e21" providerId="ADAL" clId="{25D85872-5EAE-4915-8B44-7F01E0758971}" dt="2021-03-10T17:16:15.131" v="9" actId="478"/>
          <ac:inkMkLst>
            <pc:docMk/>
            <pc:sldMk cId="0" sldId="440"/>
            <ac:inkMk id="23" creationId="{C843A1D1-3714-4B61-B289-7C3A8BC80A6E}"/>
          </ac:inkMkLst>
        </pc:inkChg>
        <pc:inkChg chg="del">
          <ac:chgData name="Md. Nahid Hasan" userId="85ea5f9e-65d6-4031-b810-9415101f2e21" providerId="ADAL" clId="{25D85872-5EAE-4915-8B44-7F01E0758971}" dt="2021-03-10T17:16:15.131" v="9" actId="478"/>
          <ac:inkMkLst>
            <pc:docMk/>
            <pc:sldMk cId="0" sldId="440"/>
            <ac:inkMk id="24" creationId="{AD6ED115-109A-4831-A646-840B214B1E76}"/>
          </ac:inkMkLst>
        </pc:inkChg>
        <pc:inkChg chg="del">
          <ac:chgData name="Md. Nahid Hasan" userId="85ea5f9e-65d6-4031-b810-9415101f2e21" providerId="ADAL" clId="{25D85872-5EAE-4915-8B44-7F01E0758971}" dt="2021-03-10T17:16:15.131" v="9" actId="478"/>
          <ac:inkMkLst>
            <pc:docMk/>
            <pc:sldMk cId="0" sldId="440"/>
            <ac:inkMk id="25" creationId="{C71B2952-00AA-4CF4-98D8-48872F8F7815}"/>
          </ac:inkMkLst>
        </pc:inkChg>
        <pc:inkChg chg="del">
          <ac:chgData name="Md. Nahid Hasan" userId="85ea5f9e-65d6-4031-b810-9415101f2e21" providerId="ADAL" clId="{25D85872-5EAE-4915-8B44-7F01E0758971}" dt="2021-03-10T17:16:15.131" v="9" actId="478"/>
          <ac:inkMkLst>
            <pc:docMk/>
            <pc:sldMk cId="0" sldId="440"/>
            <ac:inkMk id="26" creationId="{905552E3-7258-4638-8259-CF075521AA72}"/>
          </ac:inkMkLst>
        </pc:inkChg>
        <pc:inkChg chg="del">
          <ac:chgData name="Md. Nahid Hasan" userId="85ea5f9e-65d6-4031-b810-9415101f2e21" providerId="ADAL" clId="{25D85872-5EAE-4915-8B44-7F01E0758971}" dt="2021-03-10T17:16:15.131" v="9" actId="478"/>
          <ac:inkMkLst>
            <pc:docMk/>
            <pc:sldMk cId="0" sldId="440"/>
            <ac:inkMk id="27" creationId="{754E9817-41B4-4D89-B710-8BB853A88EDC}"/>
          </ac:inkMkLst>
        </pc:inkChg>
        <pc:inkChg chg="del">
          <ac:chgData name="Md. Nahid Hasan" userId="85ea5f9e-65d6-4031-b810-9415101f2e21" providerId="ADAL" clId="{25D85872-5EAE-4915-8B44-7F01E0758971}" dt="2021-03-10T17:16:15.131" v="9" actId="478"/>
          <ac:inkMkLst>
            <pc:docMk/>
            <pc:sldMk cId="0" sldId="440"/>
            <ac:inkMk id="28" creationId="{D6B98AE9-9313-4140-B983-A5982E89D6BD}"/>
          </ac:inkMkLst>
        </pc:inkChg>
        <pc:inkChg chg="del">
          <ac:chgData name="Md. Nahid Hasan" userId="85ea5f9e-65d6-4031-b810-9415101f2e21" providerId="ADAL" clId="{25D85872-5EAE-4915-8B44-7F01E0758971}" dt="2021-03-10T17:16:15.131" v="9" actId="478"/>
          <ac:inkMkLst>
            <pc:docMk/>
            <pc:sldMk cId="0" sldId="440"/>
            <ac:inkMk id="29" creationId="{965D3862-BDB4-4F70-B1F5-51F030C89C2A}"/>
          </ac:inkMkLst>
        </pc:inkChg>
        <pc:inkChg chg="del">
          <ac:chgData name="Md. Nahid Hasan" userId="85ea5f9e-65d6-4031-b810-9415101f2e21" providerId="ADAL" clId="{25D85872-5EAE-4915-8B44-7F01E0758971}" dt="2021-03-10T17:16:15.131" v="9" actId="478"/>
          <ac:inkMkLst>
            <pc:docMk/>
            <pc:sldMk cId="0" sldId="440"/>
            <ac:inkMk id="30" creationId="{7B4B1D27-D4C9-4BDC-A8DE-CFE3D38BB71F}"/>
          </ac:inkMkLst>
        </pc:inkChg>
        <pc:inkChg chg="del">
          <ac:chgData name="Md. Nahid Hasan" userId="85ea5f9e-65d6-4031-b810-9415101f2e21" providerId="ADAL" clId="{25D85872-5EAE-4915-8B44-7F01E0758971}" dt="2021-03-10T17:16:15.131" v="9" actId="478"/>
          <ac:inkMkLst>
            <pc:docMk/>
            <pc:sldMk cId="0" sldId="440"/>
            <ac:inkMk id="31" creationId="{B98108AF-8E1D-44DF-BC1A-B2B2911F5223}"/>
          </ac:inkMkLst>
        </pc:inkChg>
        <pc:inkChg chg="del">
          <ac:chgData name="Md. Nahid Hasan" userId="85ea5f9e-65d6-4031-b810-9415101f2e21" providerId="ADAL" clId="{25D85872-5EAE-4915-8B44-7F01E0758971}" dt="2021-03-10T17:16:15.131" v="9" actId="478"/>
          <ac:inkMkLst>
            <pc:docMk/>
            <pc:sldMk cId="0" sldId="440"/>
            <ac:inkMk id="32" creationId="{EC504412-BB5D-4667-83EF-CFB03E7156CD}"/>
          </ac:inkMkLst>
        </pc:inkChg>
        <pc:inkChg chg="del">
          <ac:chgData name="Md. Nahid Hasan" userId="85ea5f9e-65d6-4031-b810-9415101f2e21" providerId="ADAL" clId="{25D85872-5EAE-4915-8B44-7F01E0758971}" dt="2021-03-10T17:16:15.131" v="9" actId="478"/>
          <ac:inkMkLst>
            <pc:docMk/>
            <pc:sldMk cId="0" sldId="440"/>
            <ac:inkMk id="33" creationId="{4654C528-B9A4-4AD6-B1C5-D58368532C57}"/>
          </ac:inkMkLst>
        </pc:inkChg>
        <pc:inkChg chg="del">
          <ac:chgData name="Md. Nahid Hasan" userId="85ea5f9e-65d6-4031-b810-9415101f2e21" providerId="ADAL" clId="{25D85872-5EAE-4915-8B44-7F01E0758971}" dt="2021-03-10T17:16:15.131" v="9" actId="478"/>
          <ac:inkMkLst>
            <pc:docMk/>
            <pc:sldMk cId="0" sldId="440"/>
            <ac:inkMk id="34" creationId="{00DDB389-9F5F-4987-950E-A109E7432149}"/>
          </ac:inkMkLst>
        </pc:inkChg>
        <pc:inkChg chg="del">
          <ac:chgData name="Md. Nahid Hasan" userId="85ea5f9e-65d6-4031-b810-9415101f2e21" providerId="ADAL" clId="{25D85872-5EAE-4915-8B44-7F01E0758971}" dt="2021-03-10T17:16:15.131" v="9" actId="478"/>
          <ac:inkMkLst>
            <pc:docMk/>
            <pc:sldMk cId="0" sldId="440"/>
            <ac:inkMk id="35" creationId="{12C403C9-0E6B-41A2-B3B9-DEA2D39F9E49}"/>
          </ac:inkMkLst>
        </pc:inkChg>
        <pc:inkChg chg="del">
          <ac:chgData name="Md. Nahid Hasan" userId="85ea5f9e-65d6-4031-b810-9415101f2e21" providerId="ADAL" clId="{25D85872-5EAE-4915-8B44-7F01E0758971}" dt="2021-03-10T17:16:15.131" v="9" actId="478"/>
          <ac:inkMkLst>
            <pc:docMk/>
            <pc:sldMk cId="0" sldId="440"/>
            <ac:inkMk id="36" creationId="{F5B26655-E748-47D7-810D-5364DE841904}"/>
          </ac:inkMkLst>
        </pc:inkChg>
        <pc:inkChg chg="del">
          <ac:chgData name="Md. Nahid Hasan" userId="85ea5f9e-65d6-4031-b810-9415101f2e21" providerId="ADAL" clId="{25D85872-5EAE-4915-8B44-7F01E0758971}" dt="2021-03-10T17:16:15.131" v="9" actId="478"/>
          <ac:inkMkLst>
            <pc:docMk/>
            <pc:sldMk cId="0" sldId="440"/>
            <ac:inkMk id="37" creationId="{F06B5EF9-2054-4CD4-B5A9-1EB99AE78B00}"/>
          </ac:inkMkLst>
        </pc:inkChg>
        <pc:inkChg chg="del">
          <ac:chgData name="Md. Nahid Hasan" userId="85ea5f9e-65d6-4031-b810-9415101f2e21" providerId="ADAL" clId="{25D85872-5EAE-4915-8B44-7F01E0758971}" dt="2021-03-10T17:16:15.131" v="9" actId="478"/>
          <ac:inkMkLst>
            <pc:docMk/>
            <pc:sldMk cId="0" sldId="440"/>
            <ac:inkMk id="38" creationId="{768C7F49-1E16-4A90-AF48-48F0D75369F4}"/>
          </ac:inkMkLst>
        </pc:inkChg>
        <pc:inkChg chg="del">
          <ac:chgData name="Md. Nahid Hasan" userId="85ea5f9e-65d6-4031-b810-9415101f2e21" providerId="ADAL" clId="{25D85872-5EAE-4915-8B44-7F01E0758971}" dt="2021-03-10T17:16:15.131" v="9" actId="478"/>
          <ac:inkMkLst>
            <pc:docMk/>
            <pc:sldMk cId="0" sldId="440"/>
            <ac:inkMk id="39" creationId="{7095B326-CFA7-450E-A251-D73D8B92FB03}"/>
          </ac:inkMkLst>
        </pc:inkChg>
        <pc:inkChg chg="del">
          <ac:chgData name="Md. Nahid Hasan" userId="85ea5f9e-65d6-4031-b810-9415101f2e21" providerId="ADAL" clId="{25D85872-5EAE-4915-8B44-7F01E0758971}" dt="2021-03-10T17:16:15.131" v="9" actId="478"/>
          <ac:inkMkLst>
            <pc:docMk/>
            <pc:sldMk cId="0" sldId="440"/>
            <ac:inkMk id="40" creationId="{EB21487F-C367-4B9B-9671-B70497992884}"/>
          </ac:inkMkLst>
        </pc:inkChg>
        <pc:inkChg chg="del">
          <ac:chgData name="Md. Nahid Hasan" userId="85ea5f9e-65d6-4031-b810-9415101f2e21" providerId="ADAL" clId="{25D85872-5EAE-4915-8B44-7F01E0758971}" dt="2021-03-10T17:16:15.131" v="9" actId="478"/>
          <ac:inkMkLst>
            <pc:docMk/>
            <pc:sldMk cId="0" sldId="440"/>
            <ac:inkMk id="41" creationId="{13C138FE-E99D-4B8D-86C9-B046B036A035}"/>
          </ac:inkMkLst>
        </pc:inkChg>
        <pc:inkChg chg="del">
          <ac:chgData name="Md. Nahid Hasan" userId="85ea5f9e-65d6-4031-b810-9415101f2e21" providerId="ADAL" clId="{25D85872-5EAE-4915-8B44-7F01E0758971}" dt="2021-03-10T17:16:15.131" v="9" actId="478"/>
          <ac:inkMkLst>
            <pc:docMk/>
            <pc:sldMk cId="0" sldId="440"/>
            <ac:inkMk id="42" creationId="{849F2080-D3A2-45FD-A7D9-326B73BD4505}"/>
          </ac:inkMkLst>
        </pc:inkChg>
        <pc:inkChg chg="del">
          <ac:chgData name="Md. Nahid Hasan" userId="85ea5f9e-65d6-4031-b810-9415101f2e21" providerId="ADAL" clId="{25D85872-5EAE-4915-8B44-7F01E0758971}" dt="2021-03-10T17:16:15.131" v="9" actId="478"/>
          <ac:inkMkLst>
            <pc:docMk/>
            <pc:sldMk cId="0" sldId="440"/>
            <ac:inkMk id="43" creationId="{00B80E42-3B74-4DF8-B7B4-633D19CF02AC}"/>
          </ac:inkMkLst>
        </pc:inkChg>
        <pc:inkChg chg="del">
          <ac:chgData name="Md. Nahid Hasan" userId="85ea5f9e-65d6-4031-b810-9415101f2e21" providerId="ADAL" clId="{25D85872-5EAE-4915-8B44-7F01E0758971}" dt="2021-03-10T17:16:15.131" v="9" actId="478"/>
          <ac:inkMkLst>
            <pc:docMk/>
            <pc:sldMk cId="0" sldId="440"/>
            <ac:inkMk id="44" creationId="{CAEF5579-0BDE-432C-8C85-BF9EA407F12E}"/>
          </ac:inkMkLst>
        </pc:inkChg>
        <pc:inkChg chg="del">
          <ac:chgData name="Md. Nahid Hasan" userId="85ea5f9e-65d6-4031-b810-9415101f2e21" providerId="ADAL" clId="{25D85872-5EAE-4915-8B44-7F01E0758971}" dt="2021-03-10T17:16:15.131" v="9" actId="478"/>
          <ac:inkMkLst>
            <pc:docMk/>
            <pc:sldMk cId="0" sldId="440"/>
            <ac:inkMk id="45" creationId="{212DB743-FB37-41A8-97CE-5B5A1C38EBF3}"/>
          </ac:inkMkLst>
        </pc:inkChg>
        <pc:inkChg chg="del">
          <ac:chgData name="Md. Nahid Hasan" userId="85ea5f9e-65d6-4031-b810-9415101f2e21" providerId="ADAL" clId="{25D85872-5EAE-4915-8B44-7F01E0758971}" dt="2021-03-10T17:16:15.131" v="9" actId="478"/>
          <ac:inkMkLst>
            <pc:docMk/>
            <pc:sldMk cId="0" sldId="440"/>
            <ac:inkMk id="46" creationId="{237F9200-4168-4663-8DA7-4761949645AE}"/>
          </ac:inkMkLst>
        </pc:inkChg>
        <pc:inkChg chg="del">
          <ac:chgData name="Md. Nahid Hasan" userId="85ea5f9e-65d6-4031-b810-9415101f2e21" providerId="ADAL" clId="{25D85872-5EAE-4915-8B44-7F01E0758971}" dt="2021-03-10T17:16:15.131" v="9" actId="478"/>
          <ac:inkMkLst>
            <pc:docMk/>
            <pc:sldMk cId="0" sldId="440"/>
            <ac:inkMk id="47" creationId="{60CB9497-0817-4002-A77E-31E3691037E6}"/>
          </ac:inkMkLst>
        </pc:inkChg>
        <pc:inkChg chg="del">
          <ac:chgData name="Md. Nahid Hasan" userId="85ea5f9e-65d6-4031-b810-9415101f2e21" providerId="ADAL" clId="{25D85872-5EAE-4915-8B44-7F01E0758971}" dt="2021-03-10T17:16:15.131" v="9" actId="478"/>
          <ac:inkMkLst>
            <pc:docMk/>
            <pc:sldMk cId="0" sldId="440"/>
            <ac:inkMk id="48" creationId="{353551BB-5440-4217-8366-819BA167EFA6}"/>
          </ac:inkMkLst>
        </pc:inkChg>
        <pc:inkChg chg="del">
          <ac:chgData name="Md. Nahid Hasan" userId="85ea5f9e-65d6-4031-b810-9415101f2e21" providerId="ADAL" clId="{25D85872-5EAE-4915-8B44-7F01E0758971}" dt="2021-03-10T17:16:15.131" v="9" actId="478"/>
          <ac:inkMkLst>
            <pc:docMk/>
            <pc:sldMk cId="0" sldId="440"/>
            <ac:inkMk id="49" creationId="{C4406DEE-E770-4368-A3B6-B3E9D0E3AB55}"/>
          </ac:inkMkLst>
        </pc:inkChg>
        <pc:inkChg chg="del">
          <ac:chgData name="Md. Nahid Hasan" userId="85ea5f9e-65d6-4031-b810-9415101f2e21" providerId="ADAL" clId="{25D85872-5EAE-4915-8B44-7F01E0758971}" dt="2021-03-10T17:16:15.131" v="9" actId="478"/>
          <ac:inkMkLst>
            <pc:docMk/>
            <pc:sldMk cId="0" sldId="440"/>
            <ac:inkMk id="50" creationId="{13C6E92E-997B-4DA9-84D2-0E5109DCBA57}"/>
          </ac:inkMkLst>
        </pc:inkChg>
        <pc:inkChg chg="del">
          <ac:chgData name="Md. Nahid Hasan" userId="85ea5f9e-65d6-4031-b810-9415101f2e21" providerId="ADAL" clId="{25D85872-5EAE-4915-8B44-7F01E0758971}" dt="2021-03-10T17:16:15.131" v="9" actId="478"/>
          <ac:inkMkLst>
            <pc:docMk/>
            <pc:sldMk cId="0" sldId="440"/>
            <ac:inkMk id="51" creationId="{7B37205B-C514-4C9B-B42E-DC2D80BC3F3B}"/>
          </ac:inkMkLst>
        </pc:inkChg>
        <pc:inkChg chg="del">
          <ac:chgData name="Md. Nahid Hasan" userId="85ea5f9e-65d6-4031-b810-9415101f2e21" providerId="ADAL" clId="{25D85872-5EAE-4915-8B44-7F01E0758971}" dt="2021-03-10T17:16:15.131" v="9" actId="478"/>
          <ac:inkMkLst>
            <pc:docMk/>
            <pc:sldMk cId="0" sldId="440"/>
            <ac:inkMk id="52" creationId="{6A35640B-F5E9-4D08-904E-1EB0B05667EF}"/>
          </ac:inkMkLst>
        </pc:inkChg>
        <pc:inkChg chg="del">
          <ac:chgData name="Md. Nahid Hasan" userId="85ea5f9e-65d6-4031-b810-9415101f2e21" providerId="ADAL" clId="{25D85872-5EAE-4915-8B44-7F01E0758971}" dt="2021-03-10T17:16:15.131" v="9" actId="478"/>
          <ac:inkMkLst>
            <pc:docMk/>
            <pc:sldMk cId="0" sldId="440"/>
            <ac:inkMk id="53" creationId="{FBA1082F-F685-4189-A267-D2A81B48ED31}"/>
          </ac:inkMkLst>
        </pc:inkChg>
        <pc:inkChg chg="del">
          <ac:chgData name="Md. Nahid Hasan" userId="85ea5f9e-65d6-4031-b810-9415101f2e21" providerId="ADAL" clId="{25D85872-5EAE-4915-8B44-7F01E0758971}" dt="2021-03-10T17:16:15.131" v="9" actId="478"/>
          <ac:inkMkLst>
            <pc:docMk/>
            <pc:sldMk cId="0" sldId="440"/>
            <ac:inkMk id="54" creationId="{57E77B98-C5B1-46AD-9F09-547A3B984165}"/>
          </ac:inkMkLst>
        </pc:inkChg>
        <pc:inkChg chg="del">
          <ac:chgData name="Md. Nahid Hasan" userId="85ea5f9e-65d6-4031-b810-9415101f2e21" providerId="ADAL" clId="{25D85872-5EAE-4915-8B44-7F01E0758971}" dt="2021-03-10T17:16:15.131" v="9" actId="478"/>
          <ac:inkMkLst>
            <pc:docMk/>
            <pc:sldMk cId="0" sldId="440"/>
            <ac:inkMk id="55" creationId="{C9D33B2A-2C70-4508-8E7A-C3182174F850}"/>
          </ac:inkMkLst>
        </pc:inkChg>
        <pc:inkChg chg="del">
          <ac:chgData name="Md. Nahid Hasan" userId="85ea5f9e-65d6-4031-b810-9415101f2e21" providerId="ADAL" clId="{25D85872-5EAE-4915-8B44-7F01E0758971}" dt="2021-03-10T17:16:15.131" v="9" actId="478"/>
          <ac:inkMkLst>
            <pc:docMk/>
            <pc:sldMk cId="0" sldId="440"/>
            <ac:inkMk id="56" creationId="{159D37C7-20D2-4944-8145-87C32EE8F97C}"/>
          </ac:inkMkLst>
        </pc:inkChg>
        <pc:inkChg chg="del">
          <ac:chgData name="Md. Nahid Hasan" userId="85ea5f9e-65d6-4031-b810-9415101f2e21" providerId="ADAL" clId="{25D85872-5EAE-4915-8B44-7F01E0758971}" dt="2021-03-10T17:16:15.131" v="9" actId="478"/>
          <ac:inkMkLst>
            <pc:docMk/>
            <pc:sldMk cId="0" sldId="440"/>
            <ac:inkMk id="57" creationId="{7EEB7EDC-40BB-4523-9F27-4CBFEA0FB98C}"/>
          </ac:inkMkLst>
        </pc:inkChg>
        <pc:inkChg chg="del">
          <ac:chgData name="Md. Nahid Hasan" userId="85ea5f9e-65d6-4031-b810-9415101f2e21" providerId="ADAL" clId="{25D85872-5EAE-4915-8B44-7F01E0758971}" dt="2021-03-10T17:16:15.131" v="9" actId="478"/>
          <ac:inkMkLst>
            <pc:docMk/>
            <pc:sldMk cId="0" sldId="440"/>
            <ac:inkMk id="58" creationId="{5ADC7B3C-3DFD-47D5-A4C6-239C2CD5E565}"/>
          </ac:inkMkLst>
        </pc:inkChg>
        <pc:inkChg chg="del">
          <ac:chgData name="Md. Nahid Hasan" userId="85ea5f9e-65d6-4031-b810-9415101f2e21" providerId="ADAL" clId="{25D85872-5EAE-4915-8B44-7F01E0758971}" dt="2021-03-10T17:16:15.131" v="9" actId="478"/>
          <ac:inkMkLst>
            <pc:docMk/>
            <pc:sldMk cId="0" sldId="440"/>
            <ac:inkMk id="59" creationId="{39847959-F468-483F-892E-DA91242E2481}"/>
          </ac:inkMkLst>
        </pc:inkChg>
        <pc:inkChg chg="del">
          <ac:chgData name="Md. Nahid Hasan" userId="85ea5f9e-65d6-4031-b810-9415101f2e21" providerId="ADAL" clId="{25D85872-5EAE-4915-8B44-7F01E0758971}" dt="2021-03-10T17:16:15.131" v="9" actId="478"/>
          <ac:inkMkLst>
            <pc:docMk/>
            <pc:sldMk cId="0" sldId="440"/>
            <ac:inkMk id="60" creationId="{780809E7-24F8-43EF-8484-533DB7E18339}"/>
          </ac:inkMkLst>
        </pc:inkChg>
        <pc:inkChg chg="del">
          <ac:chgData name="Md. Nahid Hasan" userId="85ea5f9e-65d6-4031-b810-9415101f2e21" providerId="ADAL" clId="{25D85872-5EAE-4915-8B44-7F01E0758971}" dt="2021-03-10T17:16:15.131" v="9" actId="478"/>
          <ac:inkMkLst>
            <pc:docMk/>
            <pc:sldMk cId="0" sldId="440"/>
            <ac:inkMk id="61" creationId="{EC69A3FE-D2B5-4462-84D8-EF7F34C264B2}"/>
          </ac:inkMkLst>
        </pc:inkChg>
        <pc:inkChg chg="del">
          <ac:chgData name="Md. Nahid Hasan" userId="85ea5f9e-65d6-4031-b810-9415101f2e21" providerId="ADAL" clId="{25D85872-5EAE-4915-8B44-7F01E0758971}" dt="2021-03-10T17:16:15.131" v="9" actId="478"/>
          <ac:inkMkLst>
            <pc:docMk/>
            <pc:sldMk cId="0" sldId="440"/>
            <ac:inkMk id="62" creationId="{1CED0776-3201-41D1-A2CA-81399F9766CA}"/>
          </ac:inkMkLst>
        </pc:inkChg>
        <pc:inkChg chg="del">
          <ac:chgData name="Md. Nahid Hasan" userId="85ea5f9e-65d6-4031-b810-9415101f2e21" providerId="ADAL" clId="{25D85872-5EAE-4915-8B44-7F01E0758971}" dt="2021-03-10T17:16:15.131" v="9" actId="478"/>
          <ac:inkMkLst>
            <pc:docMk/>
            <pc:sldMk cId="0" sldId="440"/>
            <ac:inkMk id="63" creationId="{ABDE7539-DFB4-42FB-B3A1-EF3D2B5B4009}"/>
          </ac:inkMkLst>
        </pc:inkChg>
        <pc:inkChg chg="del">
          <ac:chgData name="Md. Nahid Hasan" userId="85ea5f9e-65d6-4031-b810-9415101f2e21" providerId="ADAL" clId="{25D85872-5EAE-4915-8B44-7F01E0758971}" dt="2021-03-10T17:16:15.131" v="9" actId="478"/>
          <ac:inkMkLst>
            <pc:docMk/>
            <pc:sldMk cId="0" sldId="440"/>
            <ac:inkMk id="15360" creationId="{F70A0CB7-0030-4A0E-8319-223B32D44E64}"/>
          </ac:inkMkLst>
        </pc:inkChg>
        <pc:inkChg chg="del">
          <ac:chgData name="Md. Nahid Hasan" userId="85ea5f9e-65d6-4031-b810-9415101f2e21" providerId="ADAL" clId="{25D85872-5EAE-4915-8B44-7F01E0758971}" dt="2021-03-10T17:16:15.131" v="9" actId="478"/>
          <ac:inkMkLst>
            <pc:docMk/>
            <pc:sldMk cId="0" sldId="440"/>
            <ac:inkMk id="15361" creationId="{BB39C7E8-0EAC-427F-87CF-6C16BD925378}"/>
          </ac:inkMkLst>
        </pc:inkChg>
        <pc:inkChg chg="del">
          <ac:chgData name="Md. Nahid Hasan" userId="85ea5f9e-65d6-4031-b810-9415101f2e21" providerId="ADAL" clId="{25D85872-5EAE-4915-8B44-7F01E0758971}" dt="2021-03-10T17:16:15.131" v="9" actId="478"/>
          <ac:inkMkLst>
            <pc:docMk/>
            <pc:sldMk cId="0" sldId="440"/>
            <ac:inkMk id="15363" creationId="{A9DDE9E0-D5C0-4D6D-BD35-26EA4D05E870}"/>
          </ac:inkMkLst>
        </pc:inkChg>
        <pc:inkChg chg="del">
          <ac:chgData name="Md. Nahid Hasan" userId="85ea5f9e-65d6-4031-b810-9415101f2e21" providerId="ADAL" clId="{25D85872-5EAE-4915-8B44-7F01E0758971}" dt="2021-03-10T17:16:15.131" v="9" actId="478"/>
          <ac:inkMkLst>
            <pc:docMk/>
            <pc:sldMk cId="0" sldId="440"/>
            <ac:inkMk id="15364" creationId="{C59C5FDF-886D-407B-A79B-E9A337CB716D}"/>
          </ac:inkMkLst>
        </pc:inkChg>
        <pc:inkChg chg="del">
          <ac:chgData name="Md. Nahid Hasan" userId="85ea5f9e-65d6-4031-b810-9415101f2e21" providerId="ADAL" clId="{25D85872-5EAE-4915-8B44-7F01E0758971}" dt="2021-03-10T17:16:15.131" v="9" actId="478"/>
          <ac:inkMkLst>
            <pc:docMk/>
            <pc:sldMk cId="0" sldId="440"/>
            <ac:inkMk id="15365" creationId="{5F647F12-9C03-4E1F-8F5C-C55178643FAC}"/>
          </ac:inkMkLst>
        </pc:inkChg>
        <pc:inkChg chg="del">
          <ac:chgData name="Md. Nahid Hasan" userId="85ea5f9e-65d6-4031-b810-9415101f2e21" providerId="ADAL" clId="{25D85872-5EAE-4915-8B44-7F01E0758971}" dt="2021-03-10T17:16:15.131" v="9" actId="478"/>
          <ac:inkMkLst>
            <pc:docMk/>
            <pc:sldMk cId="0" sldId="440"/>
            <ac:inkMk id="15366" creationId="{E14B875A-ADD1-42FB-8F3A-297463C8597A}"/>
          </ac:inkMkLst>
        </pc:inkChg>
        <pc:inkChg chg="del">
          <ac:chgData name="Md. Nahid Hasan" userId="85ea5f9e-65d6-4031-b810-9415101f2e21" providerId="ADAL" clId="{25D85872-5EAE-4915-8B44-7F01E0758971}" dt="2021-03-10T17:16:15.131" v="9" actId="478"/>
          <ac:inkMkLst>
            <pc:docMk/>
            <pc:sldMk cId="0" sldId="440"/>
            <ac:inkMk id="15367" creationId="{DB5F38B1-DE21-4251-BA47-CBDB74C2D3DF}"/>
          </ac:inkMkLst>
        </pc:inkChg>
        <pc:inkChg chg="del">
          <ac:chgData name="Md. Nahid Hasan" userId="85ea5f9e-65d6-4031-b810-9415101f2e21" providerId="ADAL" clId="{25D85872-5EAE-4915-8B44-7F01E0758971}" dt="2021-03-10T17:16:15.131" v="9" actId="478"/>
          <ac:inkMkLst>
            <pc:docMk/>
            <pc:sldMk cId="0" sldId="440"/>
            <ac:inkMk id="15368" creationId="{6C6E6859-C642-4FE5-BA98-A6E300A0129A}"/>
          </ac:inkMkLst>
        </pc:inkChg>
        <pc:inkChg chg="del">
          <ac:chgData name="Md. Nahid Hasan" userId="85ea5f9e-65d6-4031-b810-9415101f2e21" providerId="ADAL" clId="{25D85872-5EAE-4915-8B44-7F01E0758971}" dt="2021-03-10T17:16:15.131" v="9" actId="478"/>
          <ac:inkMkLst>
            <pc:docMk/>
            <pc:sldMk cId="0" sldId="440"/>
            <ac:inkMk id="15369" creationId="{F6044250-CFE8-46A9-8ACC-E7C9A93B6EA3}"/>
          </ac:inkMkLst>
        </pc:inkChg>
        <pc:inkChg chg="del">
          <ac:chgData name="Md. Nahid Hasan" userId="85ea5f9e-65d6-4031-b810-9415101f2e21" providerId="ADAL" clId="{25D85872-5EAE-4915-8B44-7F01E0758971}" dt="2021-03-10T17:16:15.131" v="9" actId="478"/>
          <ac:inkMkLst>
            <pc:docMk/>
            <pc:sldMk cId="0" sldId="440"/>
            <ac:inkMk id="15370" creationId="{547E2970-25B7-4FCF-8765-8DBC683EE0CB}"/>
          </ac:inkMkLst>
        </pc:inkChg>
        <pc:inkChg chg="del">
          <ac:chgData name="Md. Nahid Hasan" userId="85ea5f9e-65d6-4031-b810-9415101f2e21" providerId="ADAL" clId="{25D85872-5EAE-4915-8B44-7F01E0758971}" dt="2021-03-10T17:16:15.131" v="9" actId="478"/>
          <ac:inkMkLst>
            <pc:docMk/>
            <pc:sldMk cId="0" sldId="440"/>
            <ac:inkMk id="15371" creationId="{53687399-DEF4-484B-A1AC-898A136974F6}"/>
          </ac:inkMkLst>
        </pc:inkChg>
        <pc:inkChg chg="del">
          <ac:chgData name="Md. Nahid Hasan" userId="85ea5f9e-65d6-4031-b810-9415101f2e21" providerId="ADAL" clId="{25D85872-5EAE-4915-8B44-7F01E0758971}" dt="2021-03-10T17:16:15.131" v="9" actId="478"/>
          <ac:inkMkLst>
            <pc:docMk/>
            <pc:sldMk cId="0" sldId="440"/>
            <ac:inkMk id="15372" creationId="{73443A26-5B31-4676-A16F-27CC10B14D20}"/>
          </ac:inkMkLst>
        </pc:inkChg>
        <pc:inkChg chg="del">
          <ac:chgData name="Md. Nahid Hasan" userId="85ea5f9e-65d6-4031-b810-9415101f2e21" providerId="ADAL" clId="{25D85872-5EAE-4915-8B44-7F01E0758971}" dt="2021-03-10T17:16:15.131" v="9" actId="478"/>
          <ac:inkMkLst>
            <pc:docMk/>
            <pc:sldMk cId="0" sldId="440"/>
            <ac:inkMk id="15373" creationId="{5CB6F7D6-6A11-41C0-BB10-7EA52FBB6761}"/>
          </ac:inkMkLst>
        </pc:inkChg>
        <pc:inkChg chg="del">
          <ac:chgData name="Md. Nahid Hasan" userId="85ea5f9e-65d6-4031-b810-9415101f2e21" providerId="ADAL" clId="{25D85872-5EAE-4915-8B44-7F01E0758971}" dt="2021-03-10T17:16:15.131" v="9" actId="478"/>
          <ac:inkMkLst>
            <pc:docMk/>
            <pc:sldMk cId="0" sldId="440"/>
            <ac:inkMk id="15374" creationId="{FAB93107-48BD-4199-B52B-3BE2F70D10D7}"/>
          </ac:inkMkLst>
        </pc:inkChg>
        <pc:inkChg chg="del">
          <ac:chgData name="Md. Nahid Hasan" userId="85ea5f9e-65d6-4031-b810-9415101f2e21" providerId="ADAL" clId="{25D85872-5EAE-4915-8B44-7F01E0758971}" dt="2021-03-10T17:16:15.131" v="9" actId="478"/>
          <ac:inkMkLst>
            <pc:docMk/>
            <pc:sldMk cId="0" sldId="440"/>
            <ac:inkMk id="15375" creationId="{662C5AF5-16C7-45BB-80CA-529A080706FC}"/>
          </ac:inkMkLst>
        </pc:inkChg>
        <pc:inkChg chg="del">
          <ac:chgData name="Md. Nahid Hasan" userId="85ea5f9e-65d6-4031-b810-9415101f2e21" providerId="ADAL" clId="{25D85872-5EAE-4915-8B44-7F01E0758971}" dt="2021-03-10T17:16:15.131" v="9" actId="478"/>
          <ac:inkMkLst>
            <pc:docMk/>
            <pc:sldMk cId="0" sldId="440"/>
            <ac:inkMk id="15376" creationId="{6FB81448-F925-41E5-8E6D-78B0543C00F0}"/>
          </ac:inkMkLst>
        </pc:inkChg>
        <pc:inkChg chg="del">
          <ac:chgData name="Md. Nahid Hasan" userId="85ea5f9e-65d6-4031-b810-9415101f2e21" providerId="ADAL" clId="{25D85872-5EAE-4915-8B44-7F01E0758971}" dt="2021-03-10T17:16:15.131" v="9" actId="478"/>
          <ac:inkMkLst>
            <pc:docMk/>
            <pc:sldMk cId="0" sldId="440"/>
            <ac:inkMk id="15377" creationId="{819A380C-EE9C-47D7-BDFA-2FBD51802675}"/>
          </ac:inkMkLst>
        </pc:inkChg>
        <pc:inkChg chg="del">
          <ac:chgData name="Md. Nahid Hasan" userId="85ea5f9e-65d6-4031-b810-9415101f2e21" providerId="ADAL" clId="{25D85872-5EAE-4915-8B44-7F01E0758971}" dt="2021-03-10T17:16:15.131" v="9" actId="478"/>
          <ac:inkMkLst>
            <pc:docMk/>
            <pc:sldMk cId="0" sldId="440"/>
            <ac:inkMk id="15378" creationId="{FA89D5FE-25A4-4438-BCA6-BE1D2ABAB938}"/>
          </ac:inkMkLst>
        </pc:inkChg>
        <pc:inkChg chg="del">
          <ac:chgData name="Md. Nahid Hasan" userId="85ea5f9e-65d6-4031-b810-9415101f2e21" providerId="ADAL" clId="{25D85872-5EAE-4915-8B44-7F01E0758971}" dt="2021-03-10T17:16:15.131" v="9" actId="478"/>
          <ac:inkMkLst>
            <pc:docMk/>
            <pc:sldMk cId="0" sldId="440"/>
            <ac:inkMk id="15379" creationId="{6C9F6B52-ADCB-4C73-ADEA-3D44326DEB9F}"/>
          </ac:inkMkLst>
        </pc:inkChg>
        <pc:inkChg chg="del">
          <ac:chgData name="Md. Nahid Hasan" userId="85ea5f9e-65d6-4031-b810-9415101f2e21" providerId="ADAL" clId="{25D85872-5EAE-4915-8B44-7F01E0758971}" dt="2021-03-10T17:16:15.131" v="9" actId="478"/>
          <ac:inkMkLst>
            <pc:docMk/>
            <pc:sldMk cId="0" sldId="440"/>
            <ac:inkMk id="15380" creationId="{C661EEB0-5E73-4C35-9F3A-9E7289C52B36}"/>
          </ac:inkMkLst>
        </pc:inkChg>
        <pc:inkChg chg="del">
          <ac:chgData name="Md. Nahid Hasan" userId="85ea5f9e-65d6-4031-b810-9415101f2e21" providerId="ADAL" clId="{25D85872-5EAE-4915-8B44-7F01E0758971}" dt="2021-03-10T17:16:15.131" v="9" actId="478"/>
          <ac:inkMkLst>
            <pc:docMk/>
            <pc:sldMk cId="0" sldId="440"/>
            <ac:inkMk id="15381" creationId="{409676C6-292D-4B37-83D5-B7584624FB75}"/>
          </ac:inkMkLst>
        </pc:inkChg>
        <pc:inkChg chg="del">
          <ac:chgData name="Md. Nahid Hasan" userId="85ea5f9e-65d6-4031-b810-9415101f2e21" providerId="ADAL" clId="{25D85872-5EAE-4915-8B44-7F01E0758971}" dt="2021-03-10T17:16:15.131" v="9" actId="478"/>
          <ac:inkMkLst>
            <pc:docMk/>
            <pc:sldMk cId="0" sldId="440"/>
            <ac:inkMk id="15382" creationId="{891BF8BC-A79B-4004-BF2D-056831B422E5}"/>
          </ac:inkMkLst>
        </pc:inkChg>
        <pc:inkChg chg="del">
          <ac:chgData name="Md. Nahid Hasan" userId="85ea5f9e-65d6-4031-b810-9415101f2e21" providerId="ADAL" clId="{25D85872-5EAE-4915-8B44-7F01E0758971}" dt="2021-03-10T17:16:15.131" v="9" actId="478"/>
          <ac:inkMkLst>
            <pc:docMk/>
            <pc:sldMk cId="0" sldId="440"/>
            <ac:inkMk id="15383" creationId="{BEDBD6CF-2129-4096-90BC-735462F2FCED}"/>
          </ac:inkMkLst>
        </pc:inkChg>
        <pc:inkChg chg="del">
          <ac:chgData name="Md. Nahid Hasan" userId="85ea5f9e-65d6-4031-b810-9415101f2e21" providerId="ADAL" clId="{25D85872-5EAE-4915-8B44-7F01E0758971}" dt="2021-03-10T17:16:15.131" v="9" actId="478"/>
          <ac:inkMkLst>
            <pc:docMk/>
            <pc:sldMk cId="0" sldId="440"/>
            <ac:inkMk id="15384" creationId="{99095675-4503-4B9C-8588-7A124E829926}"/>
          </ac:inkMkLst>
        </pc:inkChg>
        <pc:inkChg chg="del">
          <ac:chgData name="Md. Nahid Hasan" userId="85ea5f9e-65d6-4031-b810-9415101f2e21" providerId="ADAL" clId="{25D85872-5EAE-4915-8B44-7F01E0758971}" dt="2021-03-10T17:16:15.131" v="9" actId="478"/>
          <ac:inkMkLst>
            <pc:docMk/>
            <pc:sldMk cId="0" sldId="440"/>
            <ac:inkMk id="15385" creationId="{F055E4F5-26EF-4AE4-BEB9-82DD305C1ED9}"/>
          </ac:inkMkLst>
        </pc:inkChg>
        <pc:inkChg chg="del">
          <ac:chgData name="Md. Nahid Hasan" userId="85ea5f9e-65d6-4031-b810-9415101f2e21" providerId="ADAL" clId="{25D85872-5EAE-4915-8B44-7F01E0758971}" dt="2021-03-10T17:16:15.131" v="9" actId="478"/>
          <ac:inkMkLst>
            <pc:docMk/>
            <pc:sldMk cId="0" sldId="440"/>
            <ac:inkMk id="15386" creationId="{CFC7CC4C-8D46-4F7D-8505-84140E3FC558}"/>
          </ac:inkMkLst>
        </pc:inkChg>
        <pc:inkChg chg="del">
          <ac:chgData name="Md. Nahid Hasan" userId="85ea5f9e-65d6-4031-b810-9415101f2e21" providerId="ADAL" clId="{25D85872-5EAE-4915-8B44-7F01E0758971}" dt="2021-03-10T17:16:15.131" v="9" actId="478"/>
          <ac:inkMkLst>
            <pc:docMk/>
            <pc:sldMk cId="0" sldId="440"/>
            <ac:inkMk id="15387" creationId="{3CB65912-F717-46CF-92D3-1DC0D9621804}"/>
          </ac:inkMkLst>
        </pc:inkChg>
        <pc:inkChg chg="del">
          <ac:chgData name="Md. Nahid Hasan" userId="85ea5f9e-65d6-4031-b810-9415101f2e21" providerId="ADAL" clId="{25D85872-5EAE-4915-8B44-7F01E0758971}" dt="2021-03-10T17:16:15.131" v="9" actId="478"/>
          <ac:inkMkLst>
            <pc:docMk/>
            <pc:sldMk cId="0" sldId="440"/>
            <ac:inkMk id="15388" creationId="{DF01CBED-35DA-4EB1-806D-E3EB1E0CBA64}"/>
          </ac:inkMkLst>
        </pc:inkChg>
        <pc:inkChg chg="del">
          <ac:chgData name="Md. Nahid Hasan" userId="85ea5f9e-65d6-4031-b810-9415101f2e21" providerId="ADAL" clId="{25D85872-5EAE-4915-8B44-7F01E0758971}" dt="2021-03-10T17:16:15.131" v="9" actId="478"/>
          <ac:inkMkLst>
            <pc:docMk/>
            <pc:sldMk cId="0" sldId="440"/>
            <ac:inkMk id="15389" creationId="{7CB9E781-49E1-48F9-B119-FEE2D465DF08}"/>
          </ac:inkMkLst>
        </pc:inkChg>
        <pc:inkChg chg="del">
          <ac:chgData name="Md. Nahid Hasan" userId="85ea5f9e-65d6-4031-b810-9415101f2e21" providerId="ADAL" clId="{25D85872-5EAE-4915-8B44-7F01E0758971}" dt="2021-03-10T17:16:15.131" v="9" actId="478"/>
          <ac:inkMkLst>
            <pc:docMk/>
            <pc:sldMk cId="0" sldId="440"/>
            <ac:inkMk id="15390" creationId="{2BEC7DF2-332A-4E75-B45D-C938373929D3}"/>
          </ac:inkMkLst>
        </pc:inkChg>
        <pc:inkChg chg="del">
          <ac:chgData name="Md. Nahid Hasan" userId="85ea5f9e-65d6-4031-b810-9415101f2e21" providerId="ADAL" clId="{25D85872-5EAE-4915-8B44-7F01E0758971}" dt="2021-03-10T17:16:15.131" v="9" actId="478"/>
          <ac:inkMkLst>
            <pc:docMk/>
            <pc:sldMk cId="0" sldId="440"/>
            <ac:inkMk id="15391" creationId="{A6B6DAF4-DCDA-40B3-BB84-F488BEC0A43E}"/>
          </ac:inkMkLst>
        </pc:inkChg>
        <pc:inkChg chg="del">
          <ac:chgData name="Md. Nahid Hasan" userId="85ea5f9e-65d6-4031-b810-9415101f2e21" providerId="ADAL" clId="{25D85872-5EAE-4915-8B44-7F01E0758971}" dt="2021-03-10T17:16:15.131" v="9" actId="478"/>
          <ac:inkMkLst>
            <pc:docMk/>
            <pc:sldMk cId="0" sldId="440"/>
            <ac:inkMk id="15392" creationId="{356AB7E5-D941-427E-85A9-5686A34C4EED}"/>
          </ac:inkMkLst>
        </pc:inkChg>
        <pc:inkChg chg="del">
          <ac:chgData name="Md. Nahid Hasan" userId="85ea5f9e-65d6-4031-b810-9415101f2e21" providerId="ADAL" clId="{25D85872-5EAE-4915-8B44-7F01E0758971}" dt="2021-03-10T17:16:15.131" v="9" actId="478"/>
          <ac:inkMkLst>
            <pc:docMk/>
            <pc:sldMk cId="0" sldId="440"/>
            <ac:inkMk id="15393" creationId="{5014EE62-3A04-440C-AB28-31ABCB3BF491}"/>
          </ac:inkMkLst>
        </pc:inkChg>
        <pc:inkChg chg="del">
          <ac:chgData name="Md. Nahid Hasan" userId="85ea5f9e-65d6-4031-b810-9415101f2e21" providerId="ADAL" clId="{25D85872-5EAE-4915-8B44-7F01E0758971}" dt="2021-03-10T17:16:15.131" v="9" actId="478"/>
          <ac:inkMkLst>
            <pc:docMk/>
            <pc:sldMk cId="0" sldId="440"/>
            <ac:inkMk id="15394" creationId="{69528220-0FCA-44B4-AE0D-0270E98FF8D0}"/>
          </ac:inkMkLst>
        </pc:inkChg>
        <pc:inkChg chg="del">
          <ac:chgData name="Md. Nahid Hasan" userId="85ea5f9e-65d6-4031-b810-9415101f2e21" providerId="ADAL" clId="{25D85872-5EAE-4915-8B44-7F01E0758971}" dt="2021-03-10T17:16:15.131" v="9" actId="478"/>
          <ac:inkMkLst>
            <pc:docMk/>
            <pc:sldMk cId="0" sldId="440"/>
            <ac:inkMk id="15395" creationId="{A925CAE3-B33E-4AC9-A3F1-F4AA5DF1D193}"/>
          </ac:inkMkLst>
        </pc:inkChg>
        <pc:inkChg chg="del">
          <ac:chgData name="Md. Nahid Hasan" userId="85ea5f9e-65d6-4031-b810-9415101f2e21" providerId="ADAL" clId="{25D85872-5EAE-4915-8B44-7F01E0758971}" dt="2021-03-10T17:16:15.131" v="9" actId="478"/>
          <ac:inkMkLst>
            <pc:docMk/>
            <pc:sldMk cId="0" sldId="440"/>
            <ac:inkMk id="15396" creationId="{A443567C-43E4-418F-BA9D-1856CFAF1873}"/>
          </ac:inkMkLst>
        </pc:inkChg>
        <pc:inkChg chg="del">
          <ac:chgData name="Md. Nahid Hasan" userId="85ea5f9e-65d6-4031-b810-9415101f2e21" providerId="ADAL" clId="{25D85872-5EAE-4915-8B44-7F01E0758971}" dt="2021-03-10T17:16:15.131" v="9" actId="478"/>
          <ac:inkMkLst>
            <pc:docMk/>
            <pc:sldMk cId="0" sldId="440"/>
            <ac:inkMk id="15397" creationId="{E4F41BA9-1908-499B-844F-EAD8F7EAB14F}"/>
          </ac:inkMkLst>
        </pc:inkChg>
        <pc:inkChg chg="del">
          <ac:chgData name="Md. Nahid Hasan" userId="85ea5f9e-65d6-4031-b810-9415101f2e21" providerId="ADAL" clId="{25D85872-5EAE-4915-8B44-7F01E0758971}" dt="2021-03-10T17:16:15.131" v="9" actId="478"/>
          <ac:inkMkLst>
            <pc:docMk/>
            <pc:sldMk cId="0" sldId="440"/>
            <ac:inkMk id="15398" creationId="{9504079A-49C4-4301-B632-7560A06E5160}"/>
          </ac:inkMkLst>
        </pc:inkChg>
        <pc:inkChg chg="del">
          <ac:chgData name="Md. Nahid Hasan" userId="85ea5f9e-65d6-4031-b810-9415101f2e21" providerId="ADAL" clId="{25D85872-5EAE-4915-8B44-7F01E0758971}" dt="2021-03-10T17:16:15.131" v="9" actId="478"/>
          <ac:inkMkLst>
            <pc:docMk/>
            <pc:sldMk cId="0" sldId="440"/>
            <ac:inkMk id="15399" creationId="{A11F37E8-CBBB-4CE1-B564-B99E15B97E23}"/>
          </ac:inkMkLst>
        </pc:inkChg>
        <pc:inkChg chg="del">
          <ac:chgData name="Md. Nahid Hasan" userId="85ea5f9e-65d6-4031-b810-9415101f2e21" providerId="ADAL" clId="{25D85872-5EAE-4915-8B44-7F01E0758971}" dt="2021-03-10T17:16:15.131" v="9" actId="478"/>
          <ac:inkMkLst>
            <pc:docMk/>
            <pc:sldMk cId="0" sldId="440"/>
            <ac:inkMk id="15400" creationId="{097E1827-F666-49F3-892A-3D8DDDE85630}"/>
          </ac:inkMkLst>
        </pc:inkChg>
        <pc:inkChg chg="del">
          <ac:chgData name="Md. Nahid Hasan" userId="85ea5f9e-65d6-4031-b810-9415101f2e21" providerId="ADAL" clId="{25D85872-5EAE-4915-8B44-7F01E0758971}" dt="2021-03-10T17:16:15.131" v="9" actId="478"/>
          <ac:inkMkLst>
            <pc:docMk/>
            <pc:sldMk cId="0" sldId="440"/>
            <ac:inkMk id="15401" creationId="{0C5E80A7-711B-482C-B152-34988871C718}"/>
          </ac:inkMkLst>
        </pc:inkChg>
        <pc:inkChg chg="del">
          <ac:chgData name="Md. Nahid Hasan" userId="85ea5f9e-65d6-4031-b810-9415101f2e21" providerId="ADAL" clId="{25D85872-5EAE-4915-8B44-7F01E0758971}" dt="2021-03-10T17:16:15.131" v="9" actId="478"/>
          <ac:inkMkLst>
            <pc:docMk/>
            <pc:sldMk cId="0" sldId="440"/>
            <ac:inkMk id="15402" creationId="{F11E6F51-82E3-4A7A-9DA8-91340AAD9224}"/>
          </ac:inkMkLst>
        </pc:inkChg>
        <pc:inkChg chg="del">
          <ac:chgData name="Md. Nahid Hasan" userId="85ea5f9e-65d6-4031-b810-9415101f2e21" providerId="ADAL" clId="{25D85872-5EAE-4915-8B44-7F01E0758971}" dt="2021-03-10T17:16:15.131" v="9" actId="478"/>
          <ac:inkMkLst>
            <pc:docMk/>
            <pc:sldMk cId="0" sldId="440"/>
            <ac:inkMk id="15403" creationId="{9FA196D8-56B6-4439-9A06-CE6F3A0A1172}"/>
          </ac:inkMkLst>
        </pc:inkChg>
        <pc:inkChg chg="del">
          <ac:chgData name="Md. Nahid Hasan" userId="85ea5f9e-65d6-4031-b810-9415101f2e21" providerId="ADAL" clId="{25D85872-5EAE-4915-8B44-7F01E0758971}" dt="2021-03-10T17:16:15.131" v="9" actId="478"/>
          <ac:inkMkLst>
            <pc:docMk/>
            <pc:sldMk cId="0" sldId="440"/>
            <ac:inkMk id="15404" creationId="{198C3480-95D7-4DC4-B4E5-A08689D4D1D8}"/>
          </ac:inkMkLst>
        </pc:inkChg>
        <pc:inkChg chg="del">
          <ac:chgData name="Md. Nahid Hasan" userId="85ea5f9e-65d6-4031-b810-9415101f2e21" providerId="ADAL" clId="{25D85872-5EAE-4915-8B44-7F01E0758971}" dt="2021-03-10T17:16:15.131" v="9" actId="478"/>
          <ac:inkMkLst>
            <pc:docMk/>
            <pc:sldMk cId="0" sldId="440"/>
            <ac:inkMk id="15405" creationId="{252E9621-868A-4EF0-9431-E5DEABEA56D7}"/>
          </ac:inkMkLst>
        </pc:inkChg>
        <pc:inkChg chg="del">
          <ac:chgData name="Md. Nahid Hasan" userId="85ea5f9e-65d6-4031-b810-9415101f2e21" providerId="ADAL" clId="{25D85872-5EAE-4915-8B44-7F01E0758971}" dt="2021-03-10T17:16:15.131" v="9" actId="478"/>
          <ac:inkMkLst>
            <pc:docMk/>
            <pc:sldMk cId="0" sldId="440"/>
            <ac:inkMk id="15406" creationId="{619009C6-4D40-4F32-8AF1-1BC7F0AB87B4}"/>
          </ac:inkMkLst>
        </pc:inkChg>
        <pc:inkChg chg="del">
          <ac:chgData name="Md. Nahid Hasan" userId="85ea5f9e-65d6-4031-b810-9415101f2e21" providerId="ADAL" clId="{25D85872-5EAE-4915-8B44-7F01E0758971}" dt="2021-03-10T17:16:15.131" v="9" actId="478"/>
          <ac:inkMkLst>
            <pc:docMk/>
            <pc:sldMk cId="0" sldId="440"/>
            <ac:inkMk id="15407" creationId="{E24954F4-D1F9-4511-B532-E70CB8D97905}"/>
          </ac:inkMkLst>
        </pc:inkChg>
        <pc:inkChg chg="del">
          <ac:chgData name="Md. Nahid Hasan" userId="85ea5f9e-65d6-4031-b810-9415101f2e21" providerId="ADAL" clId="{25D85872-5EAE-4915-8B44-7F01E0758971}" dt="2021-03-10T17:16:15.131" v="9" actId="478"/>
          <ac:inkMkLst>
            <pc:docMk/>
            <pc:sldMk cId="0" sldId="440"/>
            <ac:inkMk id="15408" creationId="{360D11F3-C74E-42D2-8D40-26459EBCF015}"/>
          </ac:inkMkLst>
        </pc:inkChg>
        <pc:inkChg chg="del">
          <ac:chgData name="Md. Nahid Hasan" userId="85ea5f9e-65d6-4031-b810-9415101f2e21" providerId="ADAL" clId="{25D85872-5EAE-4915-8B44-7F01E0758971}" dt="2021-03-10T17:16:15.131" v="9" actId="478"/>
          <ac:inkMkLst>
            <pc:docMk/>
            <pc:sldMk cId="0" sldId="440"/>
            <ac:inkMk id="15409" creationId="{6C2109AB-01E3-4AF6-B6B1-8C7A635DD591}"/>
          </ac:inkMkLst>
        </pc:inkChg>
        <pc:inkChg chg="del">
          <ac:chgData name="Md. Nahid Hasan" userId="85ea5f9e-65d6-4031-b810-9415101f2e21" providerId="ADAL" clId="{25D85872-5EAE-4915-8B44-7F01E0758971}" dt="2021-03-10T17:16:15.131" v="9" actId="478"/>
          <ac:inkMkLst>
            <pc:docMk/>
            <pc:sldMk cId="0" sldId="440"/>
            <ac:inkMk id="15410" creationId="{2F326137-17C0-4545-A087-ABF381C579D8}"/>
          </ac:inkMkLst>
        </pc:inkChg>
        <pc:inkChg chg="del">
          <ac:chgData name="Md. Nahid Hasan" userId="85ea5f9e-65d6-4031-b810-9415101f2e21" providerId="ADAL" clId="{25D85872-5EAE-4915-8B44-7F01E0758971}" dt="2021-03-10T17:16:15.131" v="9" actId="478"/>
          <ac:inkMkLst>
            <pc:docMk/>
            <pc:sldMk cId="0" sldId="440"/>
            <ac:inkMk id="15411" creationId="{CEE3EE84-4F01-4DBD-809C-56BE10D5951C}"/>
          </ac:inkMkLst>
        </pc:inkChg>
        <pc:inkChg chg="del">
          <ac:chgData name="Md. Nahid Hasan" userId="85ea5f9e-65d6-4031-b810-9415101f2e21" providerId="ADAL" clId="{25D85872-5EAE-4915-8B44-7F01E0758971}" dt="2021-03-10T17:16:15.131" v="9" actId="478"/>
          <ac:inkMkLst>
            <pc:docMk/>
            <pc:sldMk cId="0" sldId="440"/>
            <ac:inkMk id="15412" creationId="{8BF4FA09-9DD2-48A3-992C-86F9FDA523B6}"/>
          </ac:inkMkLst>
        </pc:inkChg>
        <pc:inkChg chg="del">
          <ac:chgData name="Md. Nahid Hasan" userId="85ea5f9e-65d6-4031-b810-9415101f2e21" providerId="ADAL" clId="{25D85872-5EAE-4915-8B44-7F01E0758971}" dt="2021-03-10T17:16:15.131" v="9" actId="478"/>
          <ac:inkMkLst>
            <pc:docMk/>
            <pc:sldMk cId="0" sldId="440"/>
            <ac:inkMk id="15413" creationId="{33804CA6-3095-4E68-9EAA-85E5CBDFF8F5}"/>
          </ac:inkMkLst>
        </pc:inkChg>
        <pc:inkChg chg="del">
          <ac:chgData name="Md. Nahid Hasan" userId="85ea5f9e-65d6-4031-b810-9415101f2e21" providerId="ADAL" clId="{25D85872-5EAE-4915-8B44-7F01E0758971}" dt="2021-03-10T17:16:15.131" v="9" actId="478"/>
          <ac:inkMkLst>
            <pc:docMk/>
            <pc:sldMk cId="0" sldId="440"/>
            <ac:inkMk id="15414" creationId="{03C37312-44EB-49A6-8D9E-4E24DDA6E859}"/>
          </ac:inkMkLst>
        </pc:inkChg>
        <pc:inkChg chg="del">
          <ac:chgData name="Md. Nahid Hasan" userId="85ea5f9e-65d6-4031-b810-9415101f2e21" providerId="ADAL" clId="{25D85872-5EAE-4915-8B44-7F01E0758971}" dt="2021-03-10T17:16:15.131" v="9" actId="478"/>
          <ac:inkMkLst>
            <pc:docMk/>
            <pc:sldMk cId="0" sldId="440"/>
            <ac:inkMk id="15415" creationId="{866524AE-48AD-4C9B-990B-86011B10ACCE}"/>
          </ac:inkMkLst>
        </pc:inkChg>
        <pc:inkChg chg="del">
          <ac:chgData name="Md. Nahid Hasan" userId="85ea5f9e-65d6-4031-b810-9415101f2e21" providerId="ADAL" clId="{25D85872-5EAE-4915-8B44-7F01E0758971}" dt="2021-03-10T17:16:15.131" v="9" actId="478"/>
          <ac:inkMkLst>
            <pc:docMk/>
            <pc:sldMk cId="0" sldId="440"/>
            <ac:inkMk id="15416" creationId="{6B0AF886-B649-428A-B614-4430B38140F4}"/>
          </ac:inkMkLst>
        </pc:inkChg>
        <pc:inkChg chg="del">
          <ac:chgData name="Md. Nahid Hasan" userId="85ea5f9e-65d6-4031-b810-9415101f2e21" providerId="ADAL" clId="{25D85872-5EAE-4915-8B44-7F01E0758971}" dt="2021-03-10T17:16:15.131" v="9" actId="478"/>
          <ac:inkMkLst>
            <pc:docMk/>
            <pc:sldMk cId="0" sldId="440"/>
            <ac:inkMk id="15417" creationId="{14A57D2F-5744-40B0-B138-16D646D9DCB9}"/>
          </ac:inkMkLst>
        </pc:inkChg>
        <pc:inkChg chg="del">
          <ac:chgData name="Md. Nahid Hasan" userId="85ea5f9e-65d6-4031-b810-9415101f2e21" providerId="ADAL" clId="{25D85872-5EAE-4915-8B44-7F01E0758971}" dt="2021-03-10T17:16:15.131" v="9" actId="478"/>
          <ac:inkMkLst>
            <pc:docMk/>
            <pc:sldMk cId="0" sldId="440"/>
            <ac:inkMk id="15418" creationId="{D4FDCD6E-54E8-4C8B-BAFE-B716CB3FC177}"/>
          </ac:inkMkLst>
        </pc:inkChg>
        <pc:inkChg chg="del">
          <ac:chgData name="Md. Nahid Hasan" userId="85ea5f9e-65d6-4031-b810-9415101f2e21" providerId="ADAL" clId="{25D85872-5EAE-4915-8B44-7F01E0758971}" dt="2021-03-10T17:16:15.131" v="9" actId="478"/>
          <ac:inkMkLst>
            <pc:docMk/>
            <pc:sldMk cId="0" sldId="440"/>
            <ac:inkMk id="15419" creationId="{A7E8F9F3-3408-425A-B5EA-9C65F9E67F7A}"/>
          </ac:inkMkLst>
        </pc:inkChg>
        <pc:inkChg chg="del">
          <ac:chgData name="Md. Nahid Hasan" userId="85ea5f9e-65d6-4031-b810-9415101f2e21" providerId="ADAL" clId="{25D85872-5EAE-4915-8B44-7F01E0758971}" dt="2021-03-10T17:16:15.131" v="9" actId="478"/>
          <ac:inkMkLst>
            <pc:docMk/>
            <pc:sldMk cId="0" sldId="440"/>
            <ac:inkMk id="15420" creationId="{2E3E4B5D-E647-4E60-B334-0B180CB13A19}"/>
          </ac:inkMkLst>
        </pc:inkChg>
        <pc:inkChg chg="del">
          <ac:chgData name="Md. Nahid Hasan" userId="85ea5f9e-65d6-4031-b810-9415101f2e21" providerId="ADAL" clId="{25D85872-5EAE-4915-8B44-7F01E0758971}" dt="2021-03-10T17:16:15.131" v="9" actId="478"/>
          <ac:inkMkLst>
            <pc:docMk/>
            <pc:sldMk cId="0" sldId="440"/>
            <ac:inkMk id="15421" creationId="{2D291636-498A-4845-BDF2-2657C27A5F5C}"/>
          </ac:inkMkLst>
        </pc:inkChg>
        <pc:inkChg chg="del">
          <ac:chgData name="Md. Nahid Hasan" userId="85ea5f9e-65d6-4031-b810-9415101f2e21" providerId="ADAL" clId="{25D85872-5EAE-4915-8B44-7F01E0758971}" dt="2021-03-10T17:16:15.131" v="9" actId="478"/>
          <ac:inkMkLst>
            <pc:docMk/>
            <pc:sldMk cId="0" sldId="440"/>
            <ac:inkMk id="15422" creationId="{DE3BC0AA-4BDB-4BAB-A991-B1DE587891DA}"/>
          </ac:inkMkLst>
        </pc:inkChg>
        <pc:inkChg chg="del">
          <ac:chgData name="Md. Nahid Hasan" userId="85ea5f9e-65d6-4031-b810-9415101f2e21" providerId="ADAL" clId="{25D85872-5EAE-4915-8B44-7F01E0758971}" dt="2021-03-10T17:16:15.131" v="9" actId="478"/>
          <ac:inkMkLst>
            <pc:docMk/>
            <pc:sldMk cId="0" sldId="440"/>
            <ac:inkMk id="15423" creationId="{F1C9F62C-6BC3-4A30-BDC6-7C60A62C98D5}"/>
          </ac:inkMkLst>
        </pc:inkChg>
        <pc:inkChg chg="del">
          <ac:chgData name="Md. Nahid Hasan" userId="85ea5f9e-65d6-4031-b810-9415101f2e21" providerId="ADAL" clId="{25D85872-5EAE-4915-8B44-7F01E0758971}" dt="2021-03-10T17:16:15.131" v="9" actId="478"/>
          <ac:inkMkLst>
            <pc:docMk/>
            <pc:sldMk cId="0" sldId="440"/>
            <ac:inkMk id="70656" creationId="{70D1901F-5268-483E-9F1A-5340A3B4FCFB}"/>
          </ac:inkMkLst>
        </pc:inkChg>
        <pc:inkChg chg="del">
          <ac:chgData name="Md. Nahid Hasan" userId="85ea5f9e-65d6-4031-b810-9415101f2e21" providerId="ADAL" clId="{25D85872-5EAE-4915-8B44-7F01E0758971}" dt="2021-03-10T17:16:15.131" v="9" actId="478"/>
          <ac:inkMkLst>
            <pc:docMk/>
            <pc:sldMk cId="0" sldId="440"/>
            <ac:inkMk id="70657" creationId="{5BEAB006-799A-4831-AB39-A02591DDFA87}"/>
          </ac:inkMkLst>
        </pc:inkChg>
        <pc:inkChg chg="del">
          <ac:chgData name="Md. Nahid Hasan" userId="85ea5f9e-65d6-4031-b810-9415101f2e21" providerId="ADAL" clId="{25D85872-5EAE-4915-8B44-7F01E0758971}" dt="2021-03-10T17:16:15.131" v="9" actId="478"/>
          <ac:inkMkLst>
            <pc:docMk/>
            <pc:sldMk cId="0" sldId="440"/>
            <ac:inkMk id="70658" creationId="{EDBE6335-96B9-46E6-B478-2FCB3AB34F21}"/>
          </ac:inkMkLst>
        </pc:inkChg>
        <pc:inkChg chg="del">
          <ac:chgData name="Md. Nahid Hasan" userId="85ea5f9e-65d6-4031-b810-9415101f2e21" providerId="ADAL" clId="{25D85872-5EAE-4915-8B44-7F01E0758971}" dt="2021-03-10T17:16:15.131" v="9" actId="478"/>
          <ac:inkMkLst>
            <pc:docMk/>
            <pc:sldMk cId="0" sldId="440"/>
            <ac:inkMk id="70659" creationId="{1E08F491-BCBC-4219-AF42-763A7D8FCEBD}"/>
          </ac:inkMkLst>
        </pc:inkChg>
      </pc:sldChg>
      <pc:sldChg chg="delSp mod">
        <pc:chgData name="Md. Nahid Hasan" userId="85ea5f9e-65d6-4031-b810-9415101f2e21" providerId="ADAL" clId="{25D85872-5EAE-4915-8B44-7F01E0758971}" dt="2021-03-10T17:16:37.571" v="12" actId="478"/>
        <pc:sldMkLst>
          <pc:docMk/>
          <pc:sldMk cId="0" sldId="442"/>
        </pc:sldMkLst>
        <pc:inkChg chg="del">
          <ac:chgData name="Md. Nahid Hasan" userId="85ea5f9e-65d6-4031-b810-9415101f2e21" providerId="ADAL" clId="{25D85872-5EAE-4915-8B44-7F01E0758971}" dt="2021-03-10T17:16:37.571" v="12" actId="478"/>
          <ac:inkMkLst>
            <pc:docMk/>
            <pc:sldMk cId="0" sldId="442"/>
            <ac:inkMk id="2" creationId="{ED7CFE3A-8E9A-43DE-A468-8A44778BAD14}"/>
          </ac:inkMkLst>
        </pc:inkChg>
        <pc:inkChg chg="del">
          <ac:chgData name="Md. Nahid Hasan" userId="85ea5f9e-65d6-4031-b810-9415101f2e21" providerId="ADAL" clId="{25D85872-5EAE-4915-8B44-7F01E0758971}" dt="2021-03-10T17:16:37.571" v="12" actId="478"/>
          <ac:inkMkLst>
            <pc:docMk/>
            <pc:sldMk cId="0" sldId="442"/>
            <ac:inkMk id="3" creationId="{3193E509-5D95-4851-A872-B9ECB368BA2D}"/>
          </ac:inkMkLst>
        </pc:inkChg>
        <pc:inkChg chg="del">
          <ac:chgData name="Md. Nahid Hasan" userId="85ea5f9e-65d6-4031-b810-9415101f2e21" providerId="ADAL" clId="{25D85872-5EAE-4915-8B44-7F01E0758971}" dt="2021-03-10T17:16:37.571" v="12" actId="478"/>
          <ac:inkMkLst>
            <pc:docMk/>
            <pc:sldMk cId="0" sldId="442"/>
            <ac:inkMk id="4" creationId="{AB87C124-67E9-4820-9D06-4C09B70A1CE2}"/>
          </ac:inkMkLst>
        </pc:inkChg>
        <pc:inkChg chg="del">
          <ac:chgData name="Md. Nahid Hasan" userId="85ea5f9e-65d6-4031-b810-9415101f2e21" providerId="ADAL" clId="{25D85872-5EAE-4915-8B44-7F01E0758971}" dt="2021-03-10T17:16:37.571" v="12" actId="478"/>
          <ac:inkMkLst>
            <pc:docMk/>
            <pc:sldMk cId="0" sldId="442"/>
            <ac:inkMk id="5" creationId="{D41C5739-DED3-41B9-8E85-75A6CD19F7CF}"/>
          </ac:inkMkLst>
        </pc:inkChg>
        <pc:inkChg chg="del">
          <ac:chgData name="Md. Nahid Hasan" userId="85ea5f9e-65d6-4031-b810-9415101f2e21" providerId="ADAL" clId="{25D85872-5EAE-4915-8B44-7F01E0758971}" dt="2021-03-10T17:16:37.571" v="12" actId="478"/>
          <ac:inkMkLst>
            <pc:docMk/>
            <pc:sldMk cId="0" sldId="442"/>
            <ac:inkMk id="6" creationId="{94D60808-12D9-47A5-8232-6839CED65DCA}"/>
          </ac:inkMkLst>
        </pc:inkChg>
        <pc:inkChg chg="del">
          <ac:chgData name="Md. Nahid Hasan" userId="85ea5f9e-65d6-4031-b810-9415101f2e21" providerId="ADAL" clId="{25D85872-5EAE-4915-8B44-7F01E0758971}" dt="2021-03-10T17:16:37.571" v="12" actId="478"/>
          <ac:inkMkLst>
            <pc:docMk/>
            <pc:sldMk cId="0" sldId="442"/>
            <ac:inkMk id="7" creationId="{2938F7AA-2104-419A-989B-8268754A25B4}"/>
          </ac:inkMkLst>
        </pc:inkChg>
        <pc:inkChg chg="del">
          <ac:chgData name="Md. Nahid Hasan" userId="85ea5f9e-65d6-4031-b810-9415101f2e21" providerId="ADAL" clId="{25D85872-5EAE-4915-8B44-7F01E0758971}" dt="2021-03-10T17:16:37.571" v="12" actId="478"/>
          <ac:inkMkLst>
            <pc:docMk/>
            <pc:sldMk cId="0" sldId="442"/>
            <ac:inkMk id="8" creationId="{7FCFEFB8-0D33-40AB-9C66-0AE18B9BD6CF}"/>
          </ac:inkMkLst>
        </pc:inkChg>
        <pc:inkChg chg="del">
          <ac:chgData name="Md. Nahid Hasan" userId="85ea5f9e-65d6-4031-b810-9415101f2e21" providerId="ADAL" clId="{25D85872-5EAE-4915-8B44-7F01E0758971}" dt="2021-03-10T17:16:37.571" v="12" actId="478"/>
          <ac:inkMkLst>
            <pc:docMk/>
            <pc:sldMk cId="0" sldId="442"/>
            <ac:inkMk id="9" creationId="{6A2EFD70-5144-4E60-B460-51899B6E5CF8}"/>
          </ac:inkMkLst>
        </pc:inkChg>
        <pc:inkChg chg="del">
          <ac:chgData name="Md. Nahid Hasan" userId="85ea5f9e-65d6-4031-b810-9415101f2e21" providerId="ADAL" clId="{25D85872-5EAE-4915-8B44-7F01E0758971}" dt="2021-03-10T17:16:37.571" v="12" actId="478"/>
          <ac:inkMkLst>
            <pc:docMk/>
            <pc:sldMk cId="0" sldId="442"/>
            <ac:inkMk id="10" creationId="{3021AECB-AD71-4C43-8A5E-CB20D4679EFA}"/>
          </ac:inkMkLst>
        </pc:inkChg>
        <pc:inkChg chg="del">
          <ac:chgData name="Md. Nahid Hasan" userId="85ea5f9e-65d6-4031-b810-9415101f2e21" providerId="ADAL" clId="{25D85872-5EAE-4915-8B44-7F01E0758971}" dt="2021-03-10T17:16:37.571" v="12" actId="478"/>
          <ac:inkMkLst>
            <pc:docMk/>
            <pc:sldMk cId="0" sldId="442"/>
            <ac:inkMk id="11" creationId="{7BE6CA7B-542B-4EB9-8758-4DD012043334}"/>
          </ac:inkMkLst>
        </pc:inkChg>
        <pc:inkChg chg="del">
          <ac:chgData name="Md. Nahid Hasan" userId="85ea5f9e-65d6-4031-b810-9415101f2e21" providerId="ADAL" clId="{25D85872-5EAE-4915-8B44-7F01E0758971}" dt="2021-03-10T17:16:37.571" v="12" actId="478"/>
          <ac:inkMkLst>
            <pc:docMk/>
            <pc:sldMk cId="0" sldId="442"/>
            <ac:inkMk id="12" creationId="{1E73A4F8-4AA1-406F-B864-54F67F5EE902}"/>
          </ac:inkMkLst>
        </pc:inkChg>
        <pc:inkChg chg="del">
          <ac:chgData name="Md. Nahid Hasan" userId="85ea5f9e-65d6-4031-b810-9415101f2e21" providerId="ADAL" clId="{25D85872-5EAE-4915-8B44-7F01E0758971}" dt="2021-03-10T17:16:37.571" v="12" actId="478"/>
          <ac:inkMkLst>
            <pc:docMk/>
            <pc:sldMk cId="0" sldId="442"/>
            <ac:inkMk id="13" creationId="{4E14477F-2851-4E8D-BEB3-650E473511DA}"/>
          </ac:inkMkLst>
        </pc:inkChg>
        <pc:inkChg chg="del">
          <ac:chgData name="Md. Nahid Hasan" userId="85ea5f9e-65d6-4031-b810-9415101f2e21" providerId="ADAL" clId="{25D85872-5EAE-4915-8B44-7F01E0758971}" dt="2021-03-10T17:16:37.571" v="12" actId="478"/>
          <ac:inkMkLst>
            <pc:docMk/>
            <pc:sldMk cId="0" sldId="442"/>
            <ac:inkMk id="14" creationId="{879A7B77-D816-4417-AECE-21B9537044FC}"/>
          </ac:inkMkLst>
        </pc:inkChg>
        <pc:inkChg chg="del">
          <ac:chgData name="Md. Nahid Hasan" userId="85ea5f9e-65d6-4031-b810-9415101f2e21" providerId="ADAL" clId="{25D85872-5EAE-4915-8B44-7F01E0758971}" dt="2021-03-10T17:16:37.571" v="12" actId="478"/>
          <ac:inkMkLst>
            <pc:docMk/>
            <pc:sldMk cId="0" sldId="442"/>
            <ac:inkMk id="15" creationId="{33ECAAAD-4DC3-417F-8500-24FBA72C530E}"/>
          </ac:inkMkLst>
        </pc:inkChg>
        <pc:inkChg chg="del">
          <ac:chgData name="Md. Nahid Hasan" userId="85ea5f9e-65d6-4031-b810-9415101f2e21" providerId="ADAL" clId="{25D85872-5EAE-4915-8B44-7F01E0758971}" dt="2021-03-10T17:16:37.571" v="12" actId="478"/>
          <ac:inkMkLst>
            <pc:docMk/>
            <pc:sldMk cId="0" sldId="442"/>
            <ac:inkMk id="16" creationId="{FCDDC222-D5C0-48AA-9BCF-D1649FDB67FF}"/>
          </ac:inkMkLst>
        </pc:inkChg>
        <pc:inkChg chg="del">
          <ac:chgData name="Md. Nahid Hasan" userId="85ea5f9e-65d6-4031-b810-9415101f2e21" providerId="ADAL" clId="{25D85872-5EAE-4915-8B44-7F01E0758971}" dt="2021-03-10T17:16:37.571" v="12" actId="478"/>
          <ac:inkMkLst>
            <pc:docMk/>
            <pc:sldMk cId="0" sldId="442"/>
            <ac:inkMk id="17" creationId="{65124ADD-784A-42D1-A59A-1CD49CC9AD79}"/>
          </ac:inkMkLst>
        </pc:inkChg>
        <pc:inkChg chg="del">
          <ac:chgData name="Md. Nahid Hasan" userId="85ea5f9e-65d6-4031-b810-9415101f2e21" providerId="ADAL" clId="{25D85872-5EAE-4915-8B44-7F01E0758971}" dt="2021-03-10T17:16:37.571" v="12" actId="478"/>
          <ac:inkMkLst>
            <pc:docMk/>
            <pc:sldMk cId="0" sldId="442"/>
            <ac:inkMk id="18" creationId="{A53F595E-1329-4DF8-A999-D9946DFDFEFE}"/>
          </ac:inkMkLst>
        </pc:inkChg>
        <pc:inkChg chg="del">
          <ac:chgData name="Md. Nahid Hasan" userId="85ea5f9e-65d6-4031-b810-9415101f2e21" providerId="ADAL" clId="{25D85872-5EAE-4915-8B44-7F01E0758971}" dt="2021-03-10T17:16:37.571" v="12" actId="478"/>
          <ac:inkMkLst>
            <pc:docMk/>
            <pc:sldMk cId="0" sldId="442"/>
            <ac:inkMk id="19" creationId="{5FD694BE-F45B-4532-B4CA-4A4525446AC1}"/>
          </ac:inkMkLst>
        </pc:inkChg>
        <pc:inkChg chg="del">
          <ac:chgData name="Md. Nahid Hasan" userId="85ea5f9e-65d6-4031-b810-9415101f2e21" providerId="ADAL" clId="{25D85872-5EAE-4915-8B44-7F01E0758971}" dt="2021-03-10T17:16:37.571" v="12" actId="478"/>
          <ac:inkMkLst>
            <pc:docMk/>
            <pc:sldMk cId="0" sldId="442"/>
            <ac:inkMk id="20" creationId="{BBD0392F-1486-4431-8021-165889FEC18C}"/>
          </ac:inkMkLst>
        </pc:inkChg>
        <pc:inkChg chg="del">
          <ac:chgData name="Md. Nahid Hasan" userId="85ea5f9e-65d6-4031-b810-9415101f2e21" providerId="ADAL" clId="{25D85872-5EAE-4915-8B44-7F01E0758971}" dt="2021-03-10T17:16:37.571" v="12" actId="478"/>
          <ac:inkMkLst>
            <pc:docMk/>
            <pc:sldMk cId="0" sldId="442"/>
            <ac:inkMk id="21" creationId="{F112BDAE-20CB-43B4-A1A0-A191C1161945}"/>
          </ac:inkMkLst>
        </pc:inkChg>
        <pc:inkChg chg="del">
          <ac:chgData name="Md. Nahid Hasan" userId="85ea5f9e-65d6-4031-b810-9415101f2e21" providerId="ADAL" clId="{25D85872-5EAE-4915-8B44-7F01E0758971}" dt="2021-03-10T17:16:37.571" v="12" actId="478"/>
          <ac:inkMkLst>
            <pc:docMk/>
            <pc:sldMk cId="0" sldId="442"/>
            <ac:inkMk id="22" creationId="{CDD8E53D-379F-4B6E-8193-AB8DBF8BF5D7}"/>
          </ac:inkMkLst>
        </pc:inkChg>
        <pc:inkChg chg="del">
          <ac:chgData name="Md. Nahid Hasan" userId="85ea5f9e-65d6-4031-b810-9415101f2e21" providerId="ADAL" clId="{25D85872-5EAE-4915-8B44-7F01E0758971}" dt="2021-03-10T17:16:37.571" v="12" actId="478"/>
          <ac:inkMkLst>
            <pc:docMk/>
            <pc:sldMk cId="0" sldId="442"/>
            <ac:inkMk id="23" creationId="{3769047A-1C4B-4012-9A66-53E037B25F4F}"/>
          </ac:inkMkLst>
        </pc:inkChg>
        <pc:inkChg chg="del">
          <ac:chgData name="Md. Nahid Hasan" userId="85ea5f9e-65d6-4031-b810-9415101f2e21" providerId="ADAL" clId="{25D85872-5EAE-4915-8B44-7F01E0758971}" dt="2021-03-10T17:16:37.571" v="12" actId="478"/>
          <ac:inkMkLst>
            <pc:docMk/>
            <pc:sldMk cId="0" sldId="442"/>
            <ac:inkMk id="24" creationId="{B589F566-CF29-4EF2-BFA0-E7F5364E4214}"/>
          </ac:inkMkLst>
        </pc:inkChg>
        <pc:inkChg chg="del">
          <ac:chgData name="Md. Nahid Hasan" userId="85ea5f9e-65d6-4031-b810-9415101f2e21" providerId="ADAL" clId="{25D85872-5EAE-4915-8B44-7F01E0758971}" dt="2021-03-10T17:16:37.571" v="12" actId="478"/>
          <ac:inkMkLst>
            <pc:docMk/>
            <pc:sldMk cId="0" sldId="442"/>
            <ac:inkMk id="25" creationId="{F401C158-1BFE-4425-870C-901D0EFB0210}"/>
          </ac:inkMkLst>
        </pc:inkChg>
        <pc:inkChg chg="del">
          <ac:chgData name="Md. Nahid Hasan" userId="85ea5f9e-65d6-4031-b810-9415101f2e21" providerId="ADAL" clId="{25D85872-5EAE-4915-8B44-7F01E0758971}" dt="2021-03-10T17:16:37.571" v="12" actId="478"/>
          <ac:inkMkLst>
            <pc:docMk/>
            <pc:sldMk cId="0" sldId="442"/>
            <ac:inkMk id="26" creationId="{DF7050A8-EBC0-4FB6-9D4E-EBBBC6044D2A}"/>
          </ac:inkMkLst>
        </pc:inkChg>
        <pc:inkChg chg="del">
          <ac:chgData name="Md. Nahid Hasan" userId="85ea5f9e-65d6-4031-b810-9415101f2e21" providerId="ADAL" clId="{25D85872-5EAE-4915-8B44-7F01E0758971}" dt="2021-03-10T17:16:37.571" v="12" actId="478"/>
          <ac:inkMkLst>
            <pc:docMk/>
            <pc:sldMk cId="0" sldId="442"/>
            <ac:inkMk id="27" creationId="{B3F65EC3-9943-4A9C-83EC-82EFAB3D5A0D}"/>
          </ac:inkMkLst>
        </pc:inkChg>
        <pc:inkChg chg="del">
          <ac:chgData name="Md. Nahid Hasan" userId="85ea5f9e-65d6-4031-b810-9415101f2e21" providerId="ADAL" clId="{25D85872-5EAE-4915-8B44-7F01E0758971}" dt="2021-03-10T17:16:37.571" v="12" actId="478"/>
          <ac:inkMkLst>
            <pc:docMk/>
            <pc:sldMk cId="0" sldId="442"/>
            <ac:inkMk id="28" creationId="{69FBCCA2-6635-4C73-8743-85D0D7C7C77F}"/>
          </ac:inkMkLst>
        </pc:inkChg>
        <pc:inkChg chg="del">
          <ac:chgData name="Md. Nahid Hasan" userId="85ea5f9e-65d6-4031-b810-9415101f2e21" providerId="ADAL" clId="{25D85872-5EAE-4915-8B44-7F01E0758971}" dt="2021-03-10T17:16:37.571" v="12" actId="478"/>
          <ac:inkMkLst>
            <pc:docMk/>
            <pc:sldMk cId="0" sldId="442"/>
            <ac:inkMk id="29" creationId="{BD3F7A59-08BF-49EA-81B9-0F6E3C83E2F0}"/>
          </ac:inkMkLst>
        </pc:inkChg>
        <pc:inkChg chg="del">
          <ac:chgData name="Md. Nahid Hasan" userId="85ea5f9e-65d6-4031-b810-9415101f2e21" providerId="ADAL" clId="{25D85872-5EAE-4915-8B44-7F01E0758971}" dt="2021-03-10T17:16:37.571" v="12" actId="478"/>
          <ac:inkMkLst>
            <pc:docMk/>
            <pc:sldMk cId="0" sldId="442"/>
            <ac:inkMk id="30" creationId="{34D6063C-725F-4CDC-8195-73B37CF594A7}"/>
          </ac:inkMkLst>
        </pc:inkChg>
        <pc:inkChg chg="del">
          <ac:chgData name="Md. Nahid Hasan" userId="85ea5f9e-65d6-4031-b810-9415101f2e21" providerId="ADAL" clId="{25D85872-5EAE-4915-8B44-7F01E0758971}" dt="2021-03-10T17:16:37.571" v="12" actId="478"/>
          <ac:inkMkLst>
            <pc:docMk/>
            <pc:sldMk cId="0" sldId="442"/>
            <ac:inkMk id="31" creationId="{836F4747-113F-49C1-8047-012226299948}"/>
          </ac:inkMkLst>
        </pc:inkChg>
        <pc:inkChg chg="del">
          <ac:chgData name="Md. Nahid Hasan" userId="85ea5f9e-65d6-4031-b810-9415101f2e21" providerId="ADAL" clId="{25D85872-5EAE-4915-8B44-7F01E0758971}" dt="2021-03-10T17:16:37.571" v="12" actId="478"/>
          <ac:inkMkLst>
            <pc:docMk/>
            <pc:sldMk cId="0" sldId="442"/>
            <ac:inkMk id="32" creationId="{4B30196B-7C2B-4CBF-AF96-0D3F651ACF7C}"/>
          </ac:inkMkLst>
        </pc:inkChg>
        <pc:inkChg chg="del">
          <ac:chgData name="Md. Nahid Hasan" userId="85ea5f9e-65d6-4031-b810-9415101f2e21" providerId="ADAL" clId="{25D85872-5EAE-4915-8B44-7F01E0758971}" dt="2021-03-10T17:16:37.571" v="12" actId="478"/>
          <ac:inkMkLst>
            <pc:docMk/>
            <pc:sldMk cId="0" sldId="442"/>
            <ac:inkMk id="33" creationId="{1A2BF9C9-C88E-4707-8423-8E5AAC1F9658}"/>
          </ac:inkMkLst>
        </pc:inkChg>
        <pc:inkChg chg="del">
          <ac:chgData name="Md. Nahid Hasan" userId="85ea5f9e-65d6-4031-b810-9415101f2e21" providerId="ADAL" clId="{25D85872-5EAE-4915-8B44-7F01E0758971}" dt="2021-03-10T17:16:37.571" v="12" actId="478"/>
          <ac:inkMkLst>
            <pc:docMk/>
            <pc:sldMk cId="0" sldId="442"/>
            <ac:inkMk id="34" creationId="{DD21D8B9-116D-4AB1-800C-FF3DF45A0E5A}"/>
          </ac:inkMkLst>
        </pc:inkChg>
        <pc:inkChg chg="del">
          <ac:chgData name="Md. Nahid Hasan" userId="85ea5f9e-65d6-4031-b810-9415101f2e21" providerId="ADAL" clId="{25D85872-5EAE-4915-8B44-7F01E0758971}" dt="2021-03-10T17:16:37.571" v="12" actId="478"/>
          <ac:inkMkLst>
            <pc:docMk/>
            <pc:sldMk cId="0" sldId="442"/>
            <ac:inkMk id="35" creationId="{4238C04F-2668-4178-9D50-ED505FB13D7D}"/>
          </ac:inkMkLst>
        </pc:inkChg>
        <pc:inkChg chg="del">
          <ac:chgData name="Md. Nahid Hasan" userId="85ea5f9e-65d6-4031-b810-9415101f2e21" providerId="ADAL" clId="{25D85872-5EAE-4915-8B44-7F01E0758971}" dt="2021-03-10T17:16:37.571" v="12" actId="478"/>
          <ac:inkMkLst>
            <pc:docMk/>
            <pc:sldMk cId="0" sldId="442"/>
            <ac:inkMk id="36" creationId="{A5858E80-5826-41B9-88D4-3B1F4B8204B9}"/>
          </ac:inkMkLst>
        </pc:inkChg>
        <pc:inkChg chg="del">
          <ac:chgData name="Md. Nahid Hasan" userId="85ea5f9e-65d6-4031-b810-9415101f2e21" providerId="ADAL" clId="{25D85872-5EAE-4915-8B44-7F01E0758971}" dt="2021-03-10T17:16:37.571" v="12" actId="478"/>
          <ac:inkMkLst>
            <pc:docMk/>
            <pc:sldMk cId="0" sldId="442"/>
            <ac:inkMk id="37" creationId="{2B49D491-D3F9-47ED-AD16-FFE3AEBDAC56}"/>
          </ac:inkMkLst>
        </pc:inkChg>
        <pc:inkChg chg="del">
          <ac:chgData name="Md. Nahid Hasan" userId="85ea5f9e-65d6-4031-b810-9415101f2e21" providerId="ADAL" clId="{25D85872-5EAE-4915-8B44-7F01E0758971}" dt="2021-03-10T17:16:37.571" v="12" actId="478"/>
          <ac:inkMkLst>
            <pc:docMk/>
            <pc:sldMk cId="0" sldId="442"/>
            <ac:inkMk id="38" creationId="{6164314B-53B8-4993-A97C-6228D2C12F7F}"/>
          </ac:inkMkLst>
        </pc:inkChg>
        <pc:inkChg chg="del">
          <ac:chgData name="Md. Nahid Hasan" userId="85ea5f9e-65d6-4031-b810-9415101f2e21" providerId="ADAL" clId="{25D85872-5EAE-4915-8B44-7F01E0758971}" dt="2021-03-10T17:16:37.571" v="12" actId="478"/>
          <ac:inkMkLst>
            <pc:docMk/>
            <pc:sldMk cId="0" sldId="442"/>
            <ac:inkMk id="39" creationId="{88A89070-2560-494A-8EC7-F90BB47EC20C}"/>
          </ac:inkMkLst>
        </pc:inkChg>
        <pc:inkChg chg="del">
          <ac:chgData name="Md. Nahid Hasan" userId="85ea5f9e-65d6-4031-b810-9415101f2e21" providerId="ADAL" clId="{25D85872-5EAE-4915-8B44-7F01E0758971}" dt="2021-03-10T17:16:37.571" v="12" actId="478"/>
          <ac:inkMkLst>
            <pc:docMk/>
            <pc:sldMk cId="0" sldId="442"/>
            <ac:inkMk id="40" creationId="{BF05D4A4-9B8D-419A-83AE-261C1EE6D219}"/>
          </ac:inkMkLst>
        </pc:inkChg>
        <pc:inkChg chg="del">
          <ac:chgData name="Md. Nahid Hasan" userId="85ea5f9e-65d6-4031-b810-9415101f2e21" providerId="ADAL" clId="{25D85872-5EAE-4915-8B44-7F01E0758971}" dt="2021-03-10T17:16:37.571" v="12" actId="478"/>
          <ac:inkMkLst>
            <pc:docMk/>
            <pc:sldMk cId="0" sldId="442"/>
            <ac:inkMk id="41" creationId="{E88294FF-BA49-44C1-B36B-39FC82A0D324}"/>
          </ac:inkMkLst>
        </pc:inkChg>
        <pc:inkChg chg="del">
          <ac:chgData name="Md. Nahid Hasan" userId="85ea5f9e-65d6-4031-b810-9415101f2e21" providerId="ADAL" clId="{25D85872-5EAE-4915-8B44-7F01E0758971}" dt="2021-03-10T17:16:37.571" v="12" actId="478"/>
          <ac:inkMkLst>
            <pc:docMk/>
            <pc:sldMk cId="0" sldId="442"/>
            <ac:inkMk id="42" creationId="{169785A2-F845-464B-80D6-2426B26455DC}"/>
          </ac:inkMkLst>
        </pc:inkChg>
        <pc:inkChg chg="del">
          <ac:chgData name="Md. Nahid Hasan" userId="85ea5f9e-65d6-4031-b810-9415101f2e21" providerId="ADAL" clId="{25D85872-5EAE-4915-8B44-7F01E0758971}" dt="2021-03-10T17:16:37.571" v="12" actId="478"/>
          <ac:inkMkLst>
            <pc:docMk/>
            <pc:sldMk cId="0" sldId="442"/>
            <ac:inkMk id="43" creationId="{5EB313AB-393C-436E-99F1-BE6553AB85D2}"/>
          </ac:inkMkLst>
        </pc:inkChg>
        <pc:inkChg chg="del">
          <ac:chgData name="Md. Nahid Hasan" userId="85ea5f9e-65d6-4031-b810-9415101f2e21" providerId="ADAL" clId="{25D85872-5EAE-4915-8B44-7F01E0758971}" dt="2021-03-10T17:16:37.571" v="12" actId="478"/>
          <ac:inkMkLst>
            <pc:docMk/>
            <pc:sldMk cId="0" sldId="442"/>
            <ac:inkMk id="44" creationId="{5F1E2903-BAE4-4B7B-A7C4-7F6D124BB5DA}"/>
          </ac:inkMkLst>
        </pc:inkChg>
        <pc:inkChg chg="del">
          <ac:chgData name="Md. Nahid Hasan" userId="85ea5f9e-65d6-4031-b810-9415101f2e21" providerId="ADAL" clId="{25D85872-5EAE-4915-8B44-7F01E0758971}" dt="2021-03-10T17:16:37.571" v="12" actId="478"/>
          <ac:inkMkLst>
            <pc:docMk/>
            <pc:sldMk cId="0" sldId="442"/>
            <ac:inkMk id="45" creationId="{32206B75-367F-4151-B6C0-EF4D4DA38050}"/>
          </ac:inkMkLst>
        </pc:inkChg>
        <pc:inkChg chg="del">
          <ac:chgData name="Md. Nahid Hasan" userId="85ea5f9e-65d6-4031-b810-9415101f2e21" providerId="ADAL" clId="{25D85872-5EAE-4915-8B44-7F01E0758971}" dt="2021-03-10T17:16:37.571" v="12" actId="478"/>
          <ac:inkMkLst>
            <pc:docMk/>
            <pc:sldMk cId="0" sldId="442"/>
            <ac:inkMk id="46" creationId="{158D0181-565C-4333-8D3B-981651829994}"/>
          </ac:inkMkLst>
        </pc:inkChg>
        <pc:inkChg chg="del">
          <ac:chgData name="Md. Nahid Hasan" userId="85ea5f9e-65d6-4031-b810-9415101f2e21" providerId="ADAL" clId="{25D85872-5EAE-4915-8B44-7F01E0758971}" dt="2021-03-10T17:16:37.571" v="12" actId="478"/>
          <ac:inkMkLst>
            <pc:docMk/>
            <pc:sldMk cId="0" sldId="442"/>
            <ac:inkMk id="47" creationId="{AF2942E9-4F58-40D6-AA65-C1C23F6578B6}"/>
          </ac:inkMkLst>
        </pc:inkChg>
        <pc:inkChg chg="del">
          <ac:chgData name="Md. Nahid Hasan" userId="85ea5f9e-65d6-4031-b810-9415101f2e21" providerId="ADAL" clId="{25D85872-5EAE-4915-8B44-7F01E0758971}" dt="2021-03-10T17:16:37.571" v="12" actId="478"/>
          <ac:inkMkLst>
            <pc:docMk/>
            <pc:sldMk cId="0" sldId="442"/>
            <ac:inkMk id="48" creationId="{0CE01B98-9634-495D-B0A6-D952C446BADB}"/>
          </ac:inkMkLst>
        </pc:inkChg>
        <pc:inkChg chg="del">
          <ac:chgData name="Md. Nahid Hasan" userId="85ea5f9e-65d6-4031-b810-9415101f2e21" providerId="ADAL" clId="{25D85872-5EAE-4915-8B44-7F01E0758971}" dt="2021-03-10T17:16:37.571" v="12" actId="478"/>
          <ac:inkMkLst>
            <pc:docMk/>
            <pc:sldMk cId="0" sldId="442"/>
            <ac:inkMk id="49" creationId="{6A2A9CDE-3ACB-4C00-BB7C-24DA82C3D5B3}"/>
          </ac:inkMkLst>
        </pc:inkChg>
        <pc:inkChg chg="del">
          <ac:chgData name="Md. Nahid Hasan" userId="85ea5f9e-65d6-4031-b810-9415101f2e21" providerId="ADAL" clId="{25D85872-5EAE-4915-8B44-7F01E0758971}" dt="2021-03-10T17:16:37.571" v="12" actId="478"/>
          <ac:inkMkLst>
            <pc:docMk/>
            <pc:sldMk cId="0" sldId="442"/>
            <ac:inkMk id="50" creationId="{56D2EE09-A7A2-4939-BADA-213944E55E08}"/>
          </ac:inkMkLst>
        </pc:inkChg>
        <pc:inkChg chg="del">
          <ac:chgData name="Md. Nahid Hasan" userId="85ea5f9e-65d6-4031-b810-9415101f2e21" providerId="ADAL" clId="{25D85872-5EAE-4915-8B44-7F01E0758971}" dt="2021-03-10T17:16:37.571" v="12" actId="478"/>
          <ac:inkMkLst>
            <pc:docMk/>
            <pc:sldMk cId="0" sldId="442"/>
            <ac:inkMk id="51" creationId="{3DE88464-278D-4158-BB30-DDCED489F666}"/>
          </ac:inkMkLst>
        </pc:inkChg>
        <pc:inkChg chg="del">
          <ac:chgData name="Md. Nahid Hasan" userId="85ea5f9e-65d6-4031-b810-9415101f2e21" providerId="ADAL" clId="{25D85872-5EAE-4915-8B44-7F01E0758971}" dt="2021-03-10T17:16:37.571" v="12" actId="478"/>
          <ac:inkMkLst>
            <pc:docMk/>
            <pc:sldMk cId="0" sldId="442"/>
            <ac:inkMk id="52" creationId="{07D54193-89DF-47A3-8AA9-ED0A65850796}"/>
          </ac:inkMkLst>
        </pc:inkChg>
        <pc:inkChg chg="del">
          <ac:chgData name="Md. Nahid Hasan" userId="85ea5f9e-65d6-4031-b810-9415101f2e21" providerId="ADAL" clId="{25D85872-5EAE-4915-8B44-7F01E0758971}" dt="2021-03-10T17:16:37.571" v="12" actId="478"/>
          <ac:inkMkLst>
            <pc:docMk/>
            <pc:sldMk cId="0" sldId="442"/>
            <ac:inkMk id="53" creationId="{3D4498E8-E8B0-4943-92A7-34A8BF6E18D2}"/>
          </ac:inkMkLst>
        </pc:inkChg>
        <pc:inkChg chg="del">
          <ac:chgData name="Md. Nahid Hasan" userId="85ea5f9e-65d6-4031-b810-9415101f2e21" providerId="ADAL" clId="{25D85872-5EAE-4915-8B44-7F01E0758971}" dt="2021-03-10T17:16:37.571" v="12" actId="478"/>
          <ac:inkMkLst>
            <pc:docMk/>
            <pc:sldMk cId="0" sldId="442"/>
            <ac:inkMk id="54" creationId="{70935AE0-2B24-4DD9-BE19-20C1B8EBCBAE}"/>
          </ac:inkMkLst>
        </pc:inkChg>
        <pc:inkChg chg="del">
          <ac:chgData name="Md. Nahid Hasan" userId="85ea5f9e-65d6-4031-b810-9415101f2e21" providerId="ADAL" clId="{25D85872-5EAE-4915-8B44-7F01E0758971}" dt="2021-03-10T17:16:37.571" v="12" actId="478"/>
          <ac:inkMkLst>
            <pc:docMk/>
            <pc:sldMk cId="0" sldId="442"/>
            <ac:inkMk id="55" creationId="{A0AA7690-B308-47D7-A1AE-0F2AB76DEF33}"/>
          </ac:inkMkLst>
        </pc:inkChg>
        <pc:inkChg chg="del">
          <ac:chgData name="Md. Nahid Hasan" userId="85ea5f9e-65d6-4031-b810-9415101f2e21" providerId="ADAL" clId="{25D85872-5EAE-4915-8B44-7F01E0758971}" dt="2021-03-10T17:16:37.571" v="12" actId="478"/>
          <ac:inkMkLst>
            <pc:docMk/>
            <pc:sldMk cId="0" sldId="442"/>
            <ac:inkMk id="56" creationId="{6BA4E98B-2B8A-47BA-A49C-D8997EB8990F}"/>
          </ac:inkMkLst>
        </pc:inkChg>
        <pc:inkChg chg="del">
          <ac:chgData name="Md. Nahid Hasan" userId="85ea5f9e-65d6-4031-b810-9415101f2e21" providerId="ADAL" clId="{25D85872-5EAE-4915-8B44-7F01E0758971}" dt="2021-03-10T17:16:37.571" v="12" actId="478"/>
          <ac:inkMkLst>
            <pc:docMk/>
            <pc:sldMk cId="0" sldId="442"/>
            <ac:inkMk id="57" creationId="{ED464138-9F0D-4A8C-AB88-45B5F9875C8D}"/>
          </ac:inkMkLst>
        </pc:inkChg>
        <pc:inkChg chg="del">
          <ac:chgData name="Md. Nahid Hasan" userId="85ea5f9e-65d6-4031-b810-9415101f2e21" providerId="ADAL" clId="{25D85872-5EAE-4915-8B44-7F01E0758971}" dt="2021-03-10T17:16:37.571" v="12" actId="478"/>
          <ac:inkMkLst>
            <pc:docMk/>
            <pc:sldMk cId="0" sldId="442"/>
            <ac:inkMk id="58" creationId="{D0C1AEBE-46F1-4ECF-99FA-C95A182D6E34}"/>
          </ac:inkMkLst>
        </pc:inkChg>
        <pc:inkChg chg="del">
          <ac:chgData name="Md. Nahid Hasan" userId="85ea5f9e-65d6-4031-b810-9415101f2e21" providerId="ADAL" clId="{25D85872-5EAE-4915-8B44-7F01E0758971}" dt="2021-03-10T17:16:37.571" v="12" actId="478"/>
          <ac:inkMkLst>
            <pc:docMk/>
            <pc:sldMk cId="0" sldId="442"/>
            <ac:inkMk id="59" creationId="{FD471888-DB16-4BDC-AE4E-9527C317D7A7}"/>
          </ac:inkMkLst>
        </pc:inkChg>
        <pc:inkChg chg="del">
          <ac:chgData name="Md. Nahid Hasan" userId="85ea5f9e-65d6-4031-b810-9415101f2e21" providerId="ADAL" clId="{25D85872-5EAE-4915-8B44-7F01E0758971}" dt="2021-03-10T17:16:37.571" v="12" actId="478"/>
          <ac:inkMkLst>
            <pc:docMk/>
            <pc:sldMk cId="0" sldId="442"/>
            <ac:inkMk id="60" creationId="{33E2EAFB-56ED-4F8C-BB4B-04070D543B8D}"/>
          </ac:inkMkLst>
        </pc:inkChg>
        <pc:inkChg chg="del">
          <ac:chgData name="Md. Nahid Hasan" userId="85ea5f9e-65d6-4031-b810-9415101f2e21" providerId="ADAL" clId="{25D85872-5EAE-4915-8B44-7F01E0758971}" dt="2021-03-10T17:16:37.571" v="12" actId="478"/>
          <ac:inkMkLst>
            <pc:docMk/>
            <pc:sldMk cId="0" sldId="442"/>
            <ac:inkMk id="61" creationId="{3403071C-A1E6-4096-BE03-E6284F41DE2E}"/>
          </ac:inkMkLst>
        </pc:inkChg>
        <pc:inkChg chg="del">
          <ac:chgData name="Md. Nahid Hasan" userId="85ea5f9e-65d6-4031-b810-9415101f2e21" providerId="ADAL" clId="{25D85872-5EAE-4915-8B44-7F01E0758971}" dt="2021-03-10T17:16:37.571" v="12" actId="478"/>
          <ac:inkMkLst>
            <pc:docMk/>
            <pc:sldMk cId="0" sldId="442"/>
            <ac:inkMk id="62" creationId="{4E72DFFE-36E9-4109-838E-0259E7DCC4D0}"/>
          </ac:inkMkLst>
        </pc:inkChg>
        <pc:inkChg chg="del">
          <ac:chgData name="Md. Nahid Hasan" userId="85ea5f9e-65d6-4031-b810-9415101f2e21" providerId="ADAL" clId="{25D85872-5EAE-4915-8B44-7F01E0758971}" dt="2021-03-10T17:16:37.571" v="12" actId="478"/>
          <ac:inkMkLst>
            <pc:docMk/>
            <pc:sldMk cId="0" sldId="442"/>
            <ac:inkMk id="63" creationId="{2D51159F-55D4-4535-87A8-DAC8F6B8F907}"/>
          </ac:inkMkLst>
        </pc:inkChg>
        <pc:inkChg chg="del">
          <ac:chgData name="Md. Nahid Hasan" userId="85ea5f9e-65d6-4031-b810-9415101f2e21" providerId="ADAL" clId="{25D85872-5EAE-4915-8B44-7F01E0758971}" dt="2021-03-10T17:16:37.571" v="12" actId="478"/>
          <ac:inkMkLst>
            <pc:docMk/>
            <pc:sldMk cId="0" sldId="442"/>
            <ac:inkMk id="233472" creationId="{3B461B4A-7325-4BF3-8EB3-570EE89586D6}"/>
          </ac:inkMkLst>
        </pc:inkChg>
        <pc:inkChg chg="del">
          <ac:chgData name="Md. Nahid Hasan" userId="85ea5f9e-65d6-4031-b810-9415101f2e21" providerId="ADAL" clId="{25D85872-5EAE-4915-8B44-7F01E0758971}" dt="2021-03-10T17:16:37.571" v="12" actId="478"/>
          <ac:inkMkLst>
            <pc:docMk/>
            <pc:sldMk cId="0" sldId="442"/>
            <ac:inkMk id="233473" creationId="{E9002717-4F9F-44C7-9CBA-E1EF69B8E3F7}"/>
          </ac:inkMkLst>
        </pc:inkChg>
        <pc:inkChg chg="del">
          <ac:chgData name="Md. Nahid Hasan" userId="85ea5f9e-65d6-4031-b810-9415101f2e21" providerId="ADAL" clId="{25D85872-5EAE-4915-8B44-7F01E0758971}" dt="2021-03-10T17:16:37.571" v="12" actId="478"/>
          <ac:inkMkLst>
            <pc:docMk/>
            <pc:sldMk cId="0" sldId="442"/>
            <ac:inkMk id="233475" creationId="{C180C6C6-6039-41F6-9DB5-7A660F571143}"/>
          </ac:inkMkLst>
        </pc:inkChg>
        <pc:inkChg chg="del">
          <ac:chgData name="Md. Nahid Hasan" userId="85ea5f9e-65d6-4031-b810-9415101f2e21" providerId="ADAL" clId="{25D85872-5EAE-4915-8B44-7F01E0758971}" dt="2021-03-10T17:16:37.571" v="12" actId="478"/>
          <ac:inkMkLst>
            <pc:docMk/>
            <pc:sldMk cId="0" sldId="442"/>
            <ac:inkMk id="233477" creationId="{CDA9EC68-14BA-4C73-9A26-D7409F4C9CED}"/>
          </ac:inkMkLst>
        </pc:inkChg>
        <pc:inkChg chg="del">
          <ac:chgData name="Md. Nahid Hasan" userId="85ea5f9e-65d6-4031-b810-9415101f2e21" providerId="ADAL" clId="{25D85872-5EAE-4915-8B44-7F01E0758971}" dt="2021-03-10T17:16:37.571" v="12" actId="478"/>
          <ac:inkMkLst>
            <pc:docMk/>
            <pc:sldMk cId="0" sldId="442"/>
            <ac:inkMk id="233478" creationId="{0375C549-8B77-4E27-ACCE-738F4610202E}"/>
          </ac:inkMkLst>
        </pc:inkChg>
      </pc:sldChg>
      <pc:sldChg chg="delSp mod">
        <pc:chgData name="Md. Nahid Hasan" userId="85ea5f9e-65d6-4031-b810-9415101f2e21" providerId="ADAL" clId="{25D85872-5EAE-4915-8B44-7F01E0758971}" dt="2021-03-10T17:16:42.696" v="13" actId="478"/>
        <pc:sldMkLst>
          <pc:docMk/>
          <pc:sldMk cId="0" sldId="444"/>
        </pc:sldMkLst>
        <pc:inkChg chg="del">
          <ac:chgData name="Md. Nahid Hasan" userId="85ea5f9e-65d6-4031-b810-9415101f2e21" providerId="ADAL" clId="{25D85872-5EAE-4915-8B44-7F01E0758971}" dt="2021-03-10T17:16:42.696" v="13" actId="478"/>
          <ac:inkMkLst>
            <pc:docMk/>
            <pc:sldMk cId="0" sldId="444"/>
            <ac:inkMk id="237601" creationId="{458027BE-DE47-418C-9B92-2EB48FCAE332}"/>
          </ac:inkMkLst>
        </pc:inkChg>
        <pc:inkChg chg="del">
          <ac:chgData name="Md. Nahid Hasan" userId="85ea5f9e-65d6-4031-b810-9415101f2e21" providerId="ADAL" clId="{25D85872-5EAE-4915-8B44-7F01E0758971}" dt="2021-03-10T17:16:42.696" v="13" actId="478"/>
          <ac:inkMkLst>
            <pc:docMk/>
            <pc:sldMk cId="0" sldId="444"/>
            <ac:inkMk id="237602" creationId="{6020ABF8-E981-4C0F-A71E-63A172E8BEDA}"/>
          </ac:inkMkLst>
        </pc:inkChg>
        <pc:inkChg chg="del">
          <ac:chgData name="Md. Nahid Hasan" userId="85ea5f9e-65d6-4031-b810-9415101f2e21" providerId="ADAL" clId="{25D85872-5EAE-4915-8B44-7F01E0758971}" dt="2021-03-10T17:16:42.696" v="13" actId="478"/>
          <ac:inkMkLst>
            <pc:docMk/>
            <pc:sldMk cId="0" sldId="444"/>
            <ac:inkMk id="237627" creationId="{B2800756-7451-4265-87D5-1CE744F509A0}"/>
          </ac:inkMkLst>
        </pc:inkChg>
        <pc:inkChg chg="del">
          <ac:chgData name="Md. Nahid Hasan" userId="85ea5f9e-65d6-4031-b810-9415101f2e21" providerId="ADAL" clId="{25D85872-5EAE-4915-8B44-7F01E0758971}" dt="2021-03-10T17:16:42.696" v="13" actId="478"/>
          <ac:inkMkLst>
            <pc:docMk/>
            <pc:sldMk cId="0" sldId="444"/>
            <ac:inkMk id="237628" creationId="{5999B3E9-636D-456B-B285-2D358D22AD2B}"/>
          </ac:inkMkLst>
        </pc:inkChg>
        <pc:inkChg chg="del">
          <ac:chgData name="Md. Nahid Hasan" userId="85ea5f9e-65d6-4031-b810-9415101f2e21" providerId="ADAL" clId="{25D85872-5EAE-4915-8B44-7F01E0758971}" dt="2021-03-10T17:16:42.696" v="13" actId="478"/>
          <ac:inkMkLst>
            <pc:docMk/>
            <pc:sldMk cId="0" sldId="444"/>
            <ac:inkMk id="237629" creationId="{46962B00-5AB2-4960-AEF1-13D6D7AB388A}"/>
          </ac:inkMkLst>
        </pc:inkChg>
      </pc:sldChg>
      <pc:sldChg chg="delSp mod">
        <pc:chgData name="Md. Nahid Hasan" userId="85ea5f9e-65d6-4031-b810-9415101f2e21" providerId="ADAL" clId="{25D85872-5EAE-4915-8B44-7F01E0758971}" dt="2021-03-10T17:16:51.984" v="15" actId="478"/>
        <pc:sldMkLst>
          <pc:docMk/>
          <pc:sldMk cId="0" sldId="446"/>
        </pc:sldMkLst>
        <pc:inkChg chg="del">
          <ac:chgData name="Md. Nahid Hasan" userId="85ea5f9e-65d6-4031-b810-9415101f2e21" providerId="ADAL" clId="{25D85872-5EAE-4915-8B44-7F01E0758971}" dt="2021-03-10T17:16:49.488" v="14" actId="478"/>
          <ac:inkMkLst>
            <pc:docMk/>
            <pc:sldMk cId="0" sldId="446"/>
            <ac:inkMk id="14" creationId="{5241AFAC-1F50-4535-802F-685A9E4A5A55}"/>
          </ac:inkMkLst>
        </pc:inkChg>
        <pc:inkChg chg="del">
          <ac:chgData name="Md. Nahid Hasan" userId="85ea5f9e-65d6-4031-b810-9415101f2e21" providerId="ADAL" clId="{25D85872-5EAE-4915-8B44-7F01E0758971}" dt="2021-03-10T17:16:49.488" v="14" actId="478"/>
          <ac:inkMkLst>
            <pc:docMk/>
            <pc:sldMk cId="0" sldId="446"/>
            <ac:inkMk id="15" creationId="{AF0A4B35-9D8B-4315-965C-F3FCD6E20797}"/>
          </ac:inkMkLst>
        </pc:inkChg>
        <pc:inkChg chg="del">
          <ac:chgData name="Md. Nahid Hasan" userId="85ea5f9e-65d6-4031-b810-9415101f2e21" providerId="ADAL" clId="{25D85872-5EAE-4915-8B44-7F01E0758971}" dt="2021-03-10T17:16:49.488" v="14" actId="478"/>
          <ac:inkMkLst>
            <pc:docMk/>
            <pc:sldMk cId="0" sldId="446"/>
            <ac:inkMk id="16" creationId="{3AE5E3D1-84A8-4DB7-9C2C-CBEC3C04E439}"/>
          </ac:inkMkLst>
        </pc:inkChg>
        <pc:inkChg chg="del">
          <ac:chgData name="Md. Nahid Hasan" userId="85ea5f9e-65d6-4031-b810-9415101f2e21" providerId="ADAL" clId="{25D85872-5EAE-4915-8B44-7F01E0758971}" dt="2021-03-10T17:16:49.488" v="14" actId="478"/>
          <ac:inkMkLst>
            <pc:docMk/>
            <pc:sldMk cId="0" sldId="446"/>
            <ac:inkMk id="17" creationId="{788B9911-1206-41B3-B851-113213E0E335}"/>
          </ac:inkMkLst>
        </pc:inkChg>
        <pc:inkChg chg="del">
          <ac:chgData name="Md. Nahid Hasan" userId="85ea5f9e-65d6-4031-b810-9415101f2e21" providerId="ADAL" clId="{25D85872-5EAE-4915-8B44-7F01E0758971}" dt="2021-03-10T17:16:49.488" v="14" actId="478"/>
          <ac:inkMkLst>
            <pc:docMk/>
            <pc:sldMk cId="0" sldId="446"/>
            <ac:inkMk id="18" creationId="{9FFCE506-5A9A-4BAD-9320-90EB6F420D27}"/>
          </ac:inkMkLst>
        </pc:inkChg>
        <pc:inkChg chg="del">
          <ac:chgData name="Md. Nahid Hasan" userId="85ea5f9e-65d6-4031-b810-9415101f2e21" providerId="ADAL" clId="{25D85872-5EAE-4915-8B44-7F01E0758971}" dt="2021-03-10T17:16:49.488" v="14" actId="478"/>
          <ac:inkMkLst>
            <pc:docMk/>
            <pc:sldMk cId="0" sldId="446"/>
            <ac:inkMk id="19" creationId="{FE064419-FBBD-4158-991B-B515B5F533B2}"/>
          </ac:inkMkLst>
        </pc:inkChg>
        <pc:inkChg chg="del">
          <ac:chgData name="Md. Nahid Hasan" userId="85ea5f9e-65d6-4031-b810-9415101f2e21" providerId="ADAL" clId="{25D85872-5EAE-4915-8B44-7F01E0758971}" dt="2021-03-10T17:16:49.488" v="14" actId="478"/>
          <ac:inkMkLst>
            <pc:docMk/>
            <pc:sldMk cId="0" sldId="446"/>
            <ac:inkMk id="20" creationId="{5D8FDC86-6C7D-4743-AFFE-B1C0523DEB0C}"/>
          </ac:inkMkLst>
        </pc:inkChg>
        <pc:inkChg chg="del">
          <ac:chgData name="Md. Nahid Hasan" userId="85ea5f9e-65d6-4031-b810-9415101f2e21" providerId="ADAL" clId="{25D85872-5EAE-4915-8B44-7F01E0758971}" dt="2021-03-10T17:16:49.488" v="14" actId="478"/>
          <ac:inkMkLst>
            <pc:docMk/>
            <pc:sldMk cId="0" sldId="446"/>
            <ac:inkMk id="21" creationId="{DFD605A2-0EC5-4256-886A-CD6B48EC66C4}"/>
          </ac:inkMkLst>
        </pc:inkChg>
        <pc:inkChg chg="del">
          <ac:chgData name="Md. Nahid Hasan" userId="85ea5f9e-65d6-4031-b810-9415101f2e21" providerId="ADAL" clId="{25D85872-5EAE-4915-8B44-7F01E0758971}" dt="2021-03-10T17:16:49.488" v="14" actId="478"/>
          <ac:inkMkLst>
            <pc:docMk/>
            <pc:sldMk cId="0" sldId="446"/>
            <ac:inkMk id="22" creationId="{FBDDEE95-ADCA-48BE-B0DC-58B66F2F16E0}"/>
          </ac:inkMkLst>
        </pc:inkChg>
        <pc:inkChg chg="del">
          <ac:chgData name="Md. Nahid Hasan" userId="85ea5f9e-65d6-4031-b810-9415101f2e21" providerId="ADAL" clId="{25D85872-5EAE-4915-8B44-7F01E0758971}" dt="2021-03-10T17:16:49.488" v="14" actId="478"/>
          <ac:inkMkLst>
            <pc:docMk/>
            <pc:sldMk cId="0" sldId="446"/>
            <ac:inkMk id="23" creationId="{BF427F27-84AE-474B-AA43-227A36B798EE}"/>
          </ac:inkMkLst>
        </pc:inkChg>
        <pc:inkChg chg="del">
          <ac:chgData name="Md. Nahid Hasan" userId="85ea5f9e-65d6-4031-b810-9415101f2e21" providerId="ADAL" clId="{25D85872-5EAE-4915-8B44-7F01E0758971}" dt="2021-03-10T17:16:49.488" v="14" actId="478"/>
          <ac:inkMkLst>
            <pc:docMk/>
            <pc:sldMk cId="0" sldId="446"/>
            <ac:inkMk id="24" creationId="{CF20F2DB-0641-4695-BFAE-B9706BA3B636}"/>
          </ac:inkMkLst>
        </pc:inkChg>
        <pc:inkChg chg="del">
          <ac:chgData name="Md. Nahid Hasan" userId="85ea5f9e-65d6-4031-b810-9415101f2e21" providerId="ADAL" clId="{25D85872-5EAE-4915-8B44-7F01E0758971}" dt="2021-03-10T17:16:49.488" v="14" actId="478"/>
          <ac:inkMkLst>
            <pc:docMk/>
            <pc:sldMk cId="0" sldId="446"/>
            <ac:inkMk id="25" creationId="{03C62558-E2A7-47E4-A48F-815A742A7843}"/>
          </ac:inkMkLst>
        </pc:inkChg>
        <pc:inkChg chg="del">
          <ac:chgData name="Md. Nahid Hasan" userId="85ea5f9e-65d6-4031-b810-9415101f2e21" providerId="ADAL" clId="{25D85872-5EAE-4915-8B44-7F01E0758971}" dt="2021-03-10T17:16:49.488" v="14" actId="478"/>
          <ac:inkMkLst>
            <pc:docMk/>
            <pc:sldMk cId="0" sldId="446"/>
            <ac:inkMk id="26" creationId="{BAB34FD8-3DB1-4212-9C11-C516DB55980B}"/>
          </ac:inkMkLst>
        </pc:inkChg>
        <pc:inkChg chg="del">
          <ac:chgData name="Md. Nahid Hasan" userId="85ea5f9e-65d6-4031-b810-9415101f2e21" providerId="ADAL" clId="{25D85872-5EAE-4915-8B44-7F01E0758971}" dt="2021-03-10T17:16:49.488" v="14" actId="478"/>
          <ac:inkMkLst>
            <pc:docMk/>
            <pc:sldMk cId="0" sldId="446"/>
            <ac:inkMk id="27" creationId="{76C81CE4-FD5C-424D-971E-3570B6204C65}"/>
          </ac:inkMkLst>
        </pc:inkChg>
        <pc:inkChg chg="del">
          <ac:chgData name="Md. Nahid Hasan" userId="85ea5f9e-65d6-4031-b810-9415101f2e21" providerId="ADAL" clId="{25D85872-5EAE-4915-8B44-7F01E0758971}" dt="2021-03-10T17:16:49.488" v="14" actId="478"/>
          <ac:inkMkLst>
            <pc:docMk/>
            <pc:sldMk cId="0" sldId="446"/>
            <ac:inkMk id="28" creationId="{E78BDBD4-0B21-4C22-A41F-CFABC63F1F3C}"/>
          </ac:inkMkLst>
        </pc:inkChg>
        <pc:inkChg chg="del">
          <ac:chgData name="Md. Nahid Hasan" userId="85ea5f9e-65d6-4031-b810-9415101f2e21" providerId="ADAL" clId="{25D85872-5EAE-4915-8B44-7F01E0758971}" dt="2021-03-10T17:16:49.488" v="14" actId="478"/>
          <ac:inkMkLst>
            <pc:docMk/>
            <pc:sldMk cId="0" sldId="446"/>
            <ac:inkMk id="29" creationId="{C962AA88-ED9D-4FF1-B61C-6473FA2BAA6C}"/>
          </ac:inkMkLst>
        </pc:inkChg>
        <pc:inkChg chg="del">
          <ac:chgData name="Md. Nahid Hasan" userId="85ea5f9e-65d6-4031-b810-9415101f2e21" providerId="ADAL" clId="{25D85872-5EAE-4915-8B44-7F01E0758971}" dt="2021-03-10T17:16:49.488" v="14" actId="478"/>
          <ac:inkMkLst>
            <pc:docMk/>
            <pc:sldMk cId="0" sldId="446"/>
            <ac:inkMk id="30" creationId="{37CF0DA1-C723-46FF-A2F5-600A92671F4D}"/>
          </ac:inkMkLst>
        </pc:inkChg>
        <pc:inkChg chg="del">
          <ac:chgData name="Md. Nahid Hasan" userId="85ea5f9e-65d6-4031-b810-9415101f2e21" providerId="ADAL" clId="{25D85872-5EAE-4915-8B44-7F01E0758971}" dt="2021-03-10T17:16:49.488" v="14" actId="478"/>
          <ac:inkMkLst>
            <pc:docMk/>
            <pc:sldMk cId="0" sldId="446"/>
            <ac:inkMk id="31" creationId="{731B524D-B5D2-4919-BBCC-6617BB368253}"/>
          </ac:inkMkLst>
        </pc:inkChg>
        <pc:inkChg chg="del">
          <ac:chgData name="Md. Nahid Hasan" userId="85ea5f9e-65d6-4031-b810-9415101f2e21" providerId="ADAL" clId="{25D85872-5EAE-4915-8B44-7F01E0758971}" dt="2021-03-10T17:16:49.488" v="14" actId="478"/>
          <ac:inkMkLst>
            <pc:docMk/>
            <pc:sldMk cId="0" sldId="446"/>
            <ac:inkMk id="32" creationId="{B2542182-467F-47AA-B9CB-F16A27314589}"/>
          </ac:inkMkLst>
        </pc:inkChg>
        <pc:inkChg chg="del">
          <ac:chgData name="Md. Nahid Hasan" userId="85ea5f9e-65d6-4031-b810-9415101f2e21" providerId="ADAL" clId="{25D85872-5EAE-4915-8B44-7F01E0758971}" dt="2021-03-10T17:16:49.488" v="14" actId="478"/>
          <ac:inkMkLst>
            <pc:docMk/>
            <pc:sldMk cId="0" sldId="446"/>
            <ac:inkMk id="33" creationId="{F50D35E0-8953-4FDB-A6AE-1441C74BA3BB}"/>
          </ac:inkMkLst>
        </pc:inkChg>
        <pc:inkChg chg="del">
          <ac:chgData name="Md. Nahid Hasan" userId="85ea5f9e-65d6-4031-b810-9415101f2e21" providerId="ADAL" clId="{25D85872-5EAE-4915-8B44-7F01E0758971}" dt="2021-03-10T17:16:49.488" v="14" actId="478"/>
          <ac:inkMkLst>
            <pc:docMk/>
            <pc:sldMk cId="0" sldId="446"/>
            <ac:inkMk id="34" creationId="{C03E11D5-DEFC-4093-A020-E869037D84FA}"/>
          </ac:inkMkLst>
        </pc:inkChg>
        <pc:inkChg chg="del">
          <ac:chgData name="Md. Nahid Hasan" userId="85ea5f9e-65d6-4031-b810-9415101f2e21" providerId="ADAL" clId="{25D85872-5EAE-4915-8B44-7F01E0758971}" dt="2021-03-10T17:16:49.488" v="14" actId="478"/>
          <ac:inkMkLst>
            <pc:docMk/>
            <pc:sldMk cId="0" sldId="446"/>
            <ac:inkMk id="35" creationId="{9025AD86-3826-42EA-9984-4A576FB4E021}"/>
          </ac:inkMkLst>
        </pc:inkChg>
        <pc:inkChg chg="del">
          <ac:chgData name="Md. Nahid Hasan" userId="85ea5f9e-65d6-4031-b810-9415101f2e21" providerId="ADAL" clId="{25D85872-5EAE-4915-8B44-7F01E0758971}" dt="2021-03-10T17:16:49.488" v="14" actId="478"/>
          <ac:inkMkLst>
            <pc:docMk/>
            <pc:sldMk cId="0" sldId="446"/>
            <ac:inkMk id="36" creationId="{71C94E54-48DC-49DB-B5EB-5229DF4F1D49}"/>
          </ac:inkMkLst>
        </pc:inkChg>
        <pc:inkChg chg="del">
          <ac:chgData name="Md. Nahid Hasan" userId="85ea5f9e-65d6-4031-b810-9415101f2e21" providerId="ADAL" clId="{25D85872-5EAE-4915-8B44-7F01E0758971}" dt="2021-03-10T17:16:49.488" v="14" actId="478"/>
          <ac:inkMkLst>
            <pc:docMk/>
            <pc:sldMk cId="0" sldId="446"/>
            <ac:inkMk id="37" creationId="{FB345491-0EBB-4ECB-B5D3-13FDD38B93EA}"/>
          </ac:inkMkLst>
        </pc:inkChg>
        <pc:inkChg chg="del">
          <ac:chgData name="Md. Nahid Hasan" userId="85ea5f9e-65d6-4031-b810-9415101f2e21" providerId="ADAL" clId="{25D85872-5EAE-4915-8B44-7F01E0758971}" dt="2021-03-10T17:16:49.488" v="14" actId="478"/>
          <ac:inkMkLst>
            <pc:docMk/>
            <pc:sldMk cId="0" sldId="446"/>
            <ac:inkMk id="38" creationId="{68E981DF-CC3D-4066-A62F-DCBBFA738A76}"/>
          </ac:inkMkLst>
        </pc:inkChg>
        <pc:inkChg chg="del">
          <ac:chgData name="Md. Nahid Hasan" userId="85ea5f9e-65d6-4031-b810-9415101f2e21" providerId="ADAL" clId="{25D85872-5EAE-4915-8B44-7F01E0758971}" dt="2021-03-10T17:16:49.488" v="14" actId="478"/>
          <ac:inkMkLst>
            <pc:docMk/>
            <pc:sldMk cId="0" sldId="446"/>
            <ac:inkMk id="39" creationId="{4705C0E7-28EB-4B14-A5A5-67225043A38E}"/>
          </ac:inkMkLst>
        </pc:inkChg>
        <pc:inkChg chg="del">
          <ac:chgData name="Md. Nahid Hasan" userId="85ea5f9e-65d6-4031-b810-9415101f2e21" providerId="ADAL" clId="{25D85872-5EAE-4915-8B44-7F01E0758971}" dt="2021-03-10T17:16:49.488" v="14" actId="478"/>
          <ac:inkMkLst>
            <pc:docMk/>
            <pc:sldMk cId="0" sldId="446"/>
            <ac:inkMk id="40" creationId="{152A82F6-C7E4-490E-BCDB-1F3D02F4C3E7}"/>
          </ac:inkMkLst>
        </pc:inkChg>
        <pc:inkChg chg="del">
          <ac:chgData name="Md. Nahid Hasan" userId="85ea5f9e-65d6-4031-b810-9415101f2e21" providerId="ADAL" clId="{25D85872-5EAE-4915-8B44-7F01E0758971}" dt="2021-03-10T17:16:49.488" v="14" actId="478"/>
          <ac:inkMkLst>
            <pc:docMk/>
            <pc:sldMk cId="0" sldId="446"/>
            <ac:inkMk id="41" creationId="{1008FF42-0C9F-4356-8A02-31698B350605}"/>
          </ac:inkMkLst>
        </pc:inkChg>
        <pc:inkChg chg="del">
          <ac:chgData name="Md. Nahid Hasan" userId="85ea5f9e-65d6-4031-b810-9415101f2e21" providerId="ADAL" clId="{25D85872-5EAE-4915-8B44-7F01E0758971}" dt="2021-03-10T17:16:49.488" v="14" actId="478"/>
          <ac:inkMkLst>
            <pc:docMk/>
            <pc:sldMk cId="0" sldId="446"/>
            <ac:inkMk id="42" creationId="{B31AFCF3-718E-423E-B9D2-A971EEFC1E9B}"/>
          </ac:inkMkLst>
        </pc:inkChg>
        <pc:inkChg chg="del">
          <ac:chgData name="Md. Nahid Hasan" userId="85ea5f9e-65d6-4031-b810-9415101f2e21" providerId="ADAL" clId="{25D85872-5EAE-4915-8B44-7F01E0758971}" dt="2021-03-10T17:16:49.488" v="14" actId="478"/>
          <ac:inkMkLst>
            <pc:docMk/>
            <pc:sldMk cId="0" sldId="446"/>
            <ac:inkMk id="43" creationId="{C978561A-288B-4E2F-AB95-22C800F54D6A}"/>
          </ac:inkMkLst>
        </pc:inkChg>
        <pc:inkChg chg="del">
          <ac:chgData name="Md. Nahid Hasan" userId="85ea5f9e-65d6-4031-b810-9415101f2e21" providerId="ADAL" clId="{25D85872-5EAE-4915-8B44-7F01E0758971}" dt="2021-03-10T17:16:49.488" v="14" actId="478"/>
          <ac:inkMkLst>
            <pc:docMk/>
            <pc:sldMk cId="0" sldId="446"/>
            <ac:inkMk id="44" creationId="{B683A4B5-FEB7-4CE6-8F21-4131BC17FFB0}"/>
          </ac:inkMkLst>
        </pc:inkChg>
        <pc:inkChg chg="del">
          <ac:chgData name="Md. Nahid Hasan" userId="85ea5f9e-65d6-4031-b810-9415101f2e21" providerId="ADAL" clId="{25D85872-5EAE-4915-8B44-7F01E0758971}" dt="2021-03-10T17:16:49.488" v="14" actId="478"/>
          <ac:inkMkLst>
            <pc:docMk/>
            <pc:sldMk cId="0" sldId="446"/>
            <ac:inkMk id="45" creationId="{95CA0E18-4546-47D9-B8EB-970A45765CD4}"/>
          </ac:inkMkLst>
        </pc:inkChg>
        <pc:inkChg chg="del">
          <ac:chgData name="Md. Nahid Hasan" userId="85ea5f9e-65d6-4031-b810-9415101f2e21" providerId="ADAL" clId="{25D85872-5EAE-4915-8B44-7F01E0758971}" dt="2021-03-10T17:16:49.488" v="14" actId="478"/>
          <ac:inkMkLst>
            <pc:docMk/>
            <pc:sldMk cId="0" sldId="446"/>
            <ac:inkMk id="46" creationId="{8EAF6A8F-FF8C-406F-A4EE-085A91ACFFCD}"/>
          </ac:inkMkLst>
        </pc:inkChg>
        <pc:inkChg chg="del">
          <ac:chgData name="Md. Nahid Hasan" userId="85ea5f9e-65d6-4031-b810-9415101f2e21" providerId="ADAL" clId="{25D85872-5EAE-4915-8B44-7F01E0758971}" dt="2021-03-10T17:16:49.488" v="14" actId="478"/>
          <ac:inkMkLst>
            <pc:docMk/>
            <pc:sldMk cId="0" sldId="446"/>
            <ac:inkMk id="47" creationId="{166AF7FA-3C99-4D2D-9920-A620C0B098E2}"/>
          </ac:inkMkLst>
        </pc:inkChg>
        <pc:inkChg chg="del">
          <ac:chgData name="Md. Nahid Hasan" userId="85ea5f9e-65d6-4031-b810-9415101f2e21" providerId="ADAL" clId="{25D85872-5EAE-4915-8B44-7F01E0758971}" dt="2021-03-10T17:16:49.488" v="14" actId="478"/>
          <ac:inkMkLst>
            <pc:docMk/>
            <pc:sldMk cId="0" sldId="446"/>
            <ac:inkMk id="48" creationId="{BDAF9DA7-22FF-4157-AF1A-0F044BBD76AA}"/>
          </ac:inkMkLst>
        </pc:inkChg>
        <pc:inkChg chg="del">
          <ac:chgData name="Md. Nahid Hasan" userId="85ea5f9e-65d6-4031-b810-9415101f2e21" providerId="ADAL" clId="{25D85872-5EAE-4915-8B44-7F01E0758971}" dt="2021-03-10T17:16:49.488" v="14" actId="478"/>
          <ac:inkMkLst>
            <pc:docMk/>
            <pc:sldMk cId="0" sldId="446"/>
            <ac:inkMk id="49" creationId="{7A721260-131B-4130-BAB9-DC638FF529C9}"/>
          </ac:inkMkLst>
        </pc:inkChg>
        <pc:inkChg chg="del">
          <ac:chgData name="Md. Nahid Hasan" userId="85ea5f9e-65d6-4031-b810-9415101f2e21" providerId="ADAL" clId="{25D85872-5EAE-4915-8B44-7F01E0758971}" dt="2021-03-10T17:16:49.488" v="14" actId="478"/>
          <ac:inkMkLst>
            <pc:docMk/>
            <pc:sldMk cId="0" sldId="446"/>
            <ac:inkMk id="50" creationId="{81B88E99-3F21-4811-B147-B7D0E7DAFFE8}"/>
          </ac:inkMkLst>
        </pc:inkChg>
        <pc:inkChg chg="del">
          <ac:chgData name="Md. Nahid Hasan" userId="85ea5f9e-65d6-4031-b810-9415101f2e21" providerId="ADAL" clId="{25D85872-5EAE-4915-8B44-7F01E0758971}" dt="2021-03-10T17:16:49.488" v="14" actId="478"/>
          <ac:inkMkLst>
            <pc:docMk/>
            <pc:sldMk cId="0" sldId="446"/>
            <ac:inkMk id="51" creationId="{BBB3A8AF-890C-47B4-89B7-E68205DCC200}"/>
          </ac:inkMkLst>
        </pc:inkChg>
        <pc:inkChg chg="del">
          <ac:chgData name="Md. Nahid Hasan" userId="85ea5f9e-65d6-4031-b810-9415101f2e21" providerId="ADAL" clId="{25D85872-5EAE-4915-8B44-7F01E0758971}" dt="2021-03-10T17:16:49.488" v="14" actId="478"/>
          <ac:inkMkLst>
            <pc:docMk/>
            <pc:sldMk cId="0" sldId="446"/>
            <ac:inkMk id="52" creationId="{D3627B11-36F8-46C6-8358-9BE0B510274D}"/>
          </ac:inkMkLst>
        </pc:inkChg>
        <pc:inkChg chg="del">
          <ac:chgData name="Md. Nahid Hasan" userId="85ea5f9e-65d6-4031-b810-9415101f2e21" providerId="ADAL" clId="{25D85872-5EAE-4915-8B44-7F01E0758971}" dt="2021-03-10T17:16:49.488" v="14" actId="478"/>
          <ac:inkMkLst>
            <pc:docMk/>
            <pc:sldMk cId="0" sldId="446"/>
            <ac:inkMk id="53" creationId="{5B0A9EF9-FB7E-435F-92F4-FD246DB51BAE}"/>
          </ac:inkMkLst>
        </pc:inkChg>
        <pc:inkChg chg="del">
          <ac:chgData name="Md. Nahid Hasan" userId="85ea5f9e-65d6-4031-b810-9415101f2e21" providerId="ADAL" clId="{25D85872-5EAE-4915-8B44-7F01E0758971}" dt="2021-03-10T17:16:49.488" v="14" actId="478"/>
          <ac:inkMkLst>
            <pc:docMk/>
            <pc:sldMk cId="0" sldId="446"/>
            <ac:inkMk id="54" creationId="{A632C098-3783-4BA3-8662-EFD2D7713332}"/>
          </ac:inkMkLst>
        </pc:inkChg>
        <pc:inkChg chg="del">
          <ac:chgData name="Md. Nahid Hasan" userId="85ea5f9e-65d6-4031-b810-9415101f2e21" providerId="ADAL" clId="{25D85872-5EAE-4915-8B44-7F01E0758971}" dt="2021-03-10T17:16:49.488" v="14" actId="478"/>
          <ac:inkMkLst>
            <pc:docMk/>
            <pc:sldMk cId="0" sldId="446"/>
            <ac:inkMk id="55" creationId="{2CF26259-6890-414A-B308-A067D4AF2737}"/>
          </ac:inkMkLst>
        </pc:inkChg>
        <pc:inkChg chg="del">
          <ac:chgData name="Md. Nahid Hasan" userId="85ea5f9e-65d6-4031-b810-9415101f2e21" providerId="ADAL" clId="{25D85872-5EAE-4915-8B44-7F01E0758971}" dt="2021-03-10T17:16:49.488" v="14" actId="478"/>
          <ac:inkMkLst>
            <pc:docMk/>
            <pc:sldMk cId="0" sldId="446"/>
            <ac:inkMk id="56" creationId="{28D16B5B-56C9-49FE-80BA-D0C94FF0BD2C}"/>
          </ac:inkMkLst>
        </pc:inkChg>
        <pc:inkChg chg="del">
          <ac:chgData name="Md. Nahid Hasan" userId="85ea5f9e-65d6-4031-b810-9415101f2e21" providerId="ADAL" clId="{25D85872-5EAE-4915-8B44-7F01E0758971}" dt="2021-03-10T17:16:49.488" v="14" actId="478"/>
          <ac:inkMkLst>
            <pc:docMk/>
            <pc:sldMk cId="0" sldId="446"/>
            <ac:inkMk id="57" creationId="{F8B51CDD-4221-401C-8405-B6FE96C3BB51}"/>
          </ac:inkMkLst>
        </pc:inkChg>
        <pc:inkChg chg="del">
          <ac:chgData name="Md. Nahid Hasan" userId="85ea5f9e-65d6-4031-b810-9415101f2e21" providerId="ADAL" clId="{25D85872-5EAE-4915-8B44-7F01E0758971}" dt="2021-03-10T17:16:49.488" v="14" actId="478"/>
          <ac:inkMkLst>
            <pc:docMk/>
            <pc:sldMk cId="0" sldId="446"/>
            <ac:inkMk id="58" creationId="{852AF247-6754-4345-9125-D5806A6AEFF8}"/>
          </ac:inkMkLst>
        </pc:inkChg>
        <pc:inkChg chg="del">
          <ac:chgData name="Md. Nahid Hasan" userId="85ea5f9e-65d6-4031-b810-9415101f2e21" providerId="ADAL" clId="{25D85872-5EAE-4915-8B44-7F01E0758971}" dt="2021-03-10T17:16:49.488" v="14" actId="478"/>
          <ac:inkMkLst>
            <pc:docMk/>
            <pc:sldMk cId="0" sldId="446"/>
            <ac:inkMk id="59" creationId="{F5D54699-C8E4-4E00-8C6C-74CC4222500F}"/>
          </ac:inkMkLst>
        </pc:inkChg>
        <pc:inkChg chg="del">
          <ac:chgData name="Md. Nahid Hasan" userId="85ea5f9e-65d6-4031-b810-9415101f2e21" providerId="ADAL" clId="{25D85872-5EAE-4915-8B44-7F01E0758971}" dt="2021-03-10T17:16:49.488" v="14" actId="478"/>
          <ac:inkMkLst>
            <pc:docMk/>
            <pc:sldMk cId="0" sldId="446"/>
            <ac:inkMk id="60" creationId="{7F400FE4-1887-4CCE-B5E6-60E037E2F6EF}"/>
          </ac:inkMkLst>
        </pc:inkChg>
        <pc:inkChg chg="del">
          <ac:chgData name="Md. Nahid Hasan" userId="85ea5f9e-65d6-4031-b810-9415101f2e21" providerId="ADAL" clId="{25D85872-5EAE-4915-8B44-7F01E0758971}" dt="2021-03-10T17:16:49.488" v="14" actId="478"/>
          <ac:inkMkLst>
            <pc:docMk/>
            <pc:sldMk cId="0" sldId="446"/>
            <ac:inkMk id="61" creationId="{C7329C2F-6386-4082-8FAA-33B201783A1B}"/>
          </ac:inkMkLst>
        </pc:inkChg>
        <pc:inkChg chg="del">
          <ac:chgData name="Md. Nahid Hasan" userId="85ea5f9e-65d6-4031-b810-9415101f2e21" providerId="ADAL" clId="{25D85872-5EAE-4915-8B44-7F01E0758971}" dt="2021-03-10T17:16:49.488" v="14" actId="478"/>
          <ac:inkMkLst>
            <pc:docMk/>
            <pc:sldMk cId="0" sldId="446"/>
            <ac:inkMk id="62" creationId="{570707E5-21D1-4FA5-A4AD-4301FCBEC0CE}"/>
          </ac:inkMkLst>
        </pc:inkChg>
        <pc:inkChg chg="del">
          <ac:chgData name="Md. Nahid Hasan" userId="85ea5f9e-65d6-4031-b810-9415101f2e21" providerId="ADAL" clId="{25D85872-5EAE-4915-8B44-7F01E0758971}" dt="2021-03-10T17:16:49.488" v="14" actId="478"/>
          <ac:inkMkLst>
            <pc:docMk/>
            <pc:sldMk cId="0" sldId="446"/>
            <ac:inkMk id="63" creationId="{3E8FD6DA-62C6-4DDC-8089-F0E1B6F054EF}"/>
          </ac:inkMkLst>
        </pc:inkChg>
        <pc:inkChg chg="del">
          <ac:chgData name="Md. Nahid Hasan" userId="85ea5f9e-65d6-4031-b810-9415101f2e21" providerId="ADAL" clId="{25D85872-5EAE-4915-8B44-7F01E0758971}" dt="2021-03-10T17:16:49.488" v="14" actId="478"/>
          <ac:inkMkLst>
            <pc:docMk/>
            <pc:sldMk cId="0" sldId="446"/>
            <ac:inkMk id="39936" creationId="{E3607A0A-564A-48D9-88C9-68127E6F92C5}"/>
          </ac:inkMkLst>
        </pc:inkChg>
        <pc:inkChg chg="del">
          <ac:chgData name="Md. Nahid Hasan" userId="85ea5f9e-65d6-4031-b810-9415101f2e21" providerId="ADAL" clId="{25D85872-5EAE-4915-8B44-7F01E0758971}" dt="2021-03-10T17:16:49.488" v="14" actId="478"/>
          <ac:inkMkLst>
            <pc:docMk/>
            <pc:sldMk cId="0" sldId="446"/>
            <ac:inkMk id="39937" creationId="{E36DCAD9-FEB3-46C8-ABFA-9D20AC00C77D}"/>
          </ac:inkMkLst>
        </pc:inkChg>
        <pc:inkChg chg="del">
          <ac:chgData name="Md. Nahid Hasan" userId="85ea5f9e-65d6-4031-b810-9415101f2e21" providerId="ADAL" clId="{25D85872-5EAE-4915-8B44-7F01E0758971}" dt="2021-03-10T17:16:49.488" v="14" actId="478"/>
          <ac:inkMkLst>
            <pc:docMk/>
            <pc:sldMk cId="0" sldId="446"/>
            <ac:inkMk id="39938" creationId="{4A226CAF-7A00-4F97-B1A4-C28CE1098C83}"/>
          </ac:inkMkLst>
        </pc:inkChg>
        <pc:inkChg chg="del">
          <ac:chgData name="Md. Nahid Hasan" userId="85ea5f9e-65d6-4031-b810-9415101f2e21" providerId="ADAL" clId="{25D85872-5EAE-4915-8B44-7F01E0758971}" dt="2021-03-10T17:16:49.488" v="14" actId="478"/>
          <ac:inkMkLst>
            <pc:docMk/>
            <pc:sldMk cId="0" sldId="446"/>
            <ac:inkMk id="39940" creationId="{616BA778-DE81-4FF1-8E0E-887AE22ECDA7}"/>
          </ac:inkMkLst>
        </pc:inkChg>
        <pc:inkChg chg="del">
          <ac:chgData name="Md. Nahid Hasan" userId="85ea5f9e-65d6-4031-b810-9415101f2e21" providerId="ADAL" clId="{25D85872-5EAE-4915-8B44-7F01E0758971}" dt="2021-03-10T17:16:49.488" v="14" actId="478"/>
          <ac:inkMkLst>
            <pc:docMk/>
            <pc:sldMk cId="0" sldId="446"/>
            <ac:inkMk id="39942" creationId="{4378634E-35B8-4A5B-B4DE-64EB22ED0FDF}"/>
          </ac:inkMkLst>
        </pc:inkChg>
        <pc:inkChg chg="del">
          <ac:chgData name="Md. Nahid Hasan" userId="85ea5f9e-65d6-4031-b810-9415101f2e21" providerId="ADAL" clId="{25D85872-5EAE-4915-8B44-7F01E0758971}" dt="2021-03-10T17:16:49.488" v="14" actId="478"/>
          <ac:inkMkLst>
            <pc:docMk/>
            <pc:sldMk cId="0" sldId="446"/>
            <ac:inkMk id="39943" creationId="{68778CE6-FDB5-4AFE-9E6D-593F9F1CF8F3}"/>
          </ac:inkMkLst>
        </pc:inkChg>
        <pc:inkChg chg="del">
          <ac:chgData name="Md. Nahid Hasan" userId="85ea5f9e-65d6-4031-b810-9415101f2e21" providerId="ADAL" clId="{25D85872-5EAE-4915-8B44-7F01E0758971}" dt="2021-03-10T17:16:49.488" v="14" actId="478"/>
          <ac:inkMkLst>
            <pc:docMk/>
            <pc:sldMk cId="0" sldId="446"/>
            <ac:inkMk id="39944" creationId="{F2822DEF-0CA3-4206-A4D5-B8FFD3862EE1}"/>
          </ac:inkMkLst>
        </pc:inkChg>
        <pc:inkChg chg="del">
          <ac:chgData name="Md. Nahid Hasan" userId="85ea5f9e-65d6-4031-b810-9415101f2e21" providerId="ADAL" clId="{25D85872-5EAE-4915-8B44-7F01E0758971}" dt="2021-03-10T17:16:49.488" v="14" actId="478"/>
          <ac:inkMkLst>
            <pc:docMk/>
            <pc:sldMk cId="0" sldId="446"/>
            <ac:inkMk id="39945" creationId="{19396F3E-2BB3-4AD1-8619-65CA18677D1A}"/>
          </ac:inkMkLst>
        </pc:inkChg>
        <pc:inkChg chg="del">
          <ac:chgData name="Md. Nahid Hasan" userId="85ea5f9e-65d6-4031-b810-9415101f2e21" providerId="ADAL" clId="{25D85872-5EAE-4915-8B44-7F01E0758971}" dt="2021-03-10T17:16:49.488" v="14" actId="478"/>
          <ac:inkMkLst>
            <pc:docMk/>
            <pc:sldMk cId="0" sldId="446"/>
            <ac:inkMk id="39946" creationId="{0B8FD777-F806-4DAB-AF8A-D27596197CBC}"/>
          </ac:inkMkLst>
        </pc:inkChg>
        <pc:inkChg chg="del">
          <ac:chgData name="Md. Nahid Hasan" userId="85ea5f9e-65d6-4031-b810-9415101f2e21" providerId="ADAL" clId="{25D85872-5EAE-4915-8B44-7F01E0758971}" dt="2021-03-10T17:16:49.488" v="14" actId="478"/>
          <ac:inkMkLst>
            <pc:docMk/>
            <pc:sldMk cId="0" sldId="446"/>
            <ac:inkMk id="39947" creationId="{1C760DC6-5D87-4519-B16A-236B0DE6AE23}"/>
          </ac:inkMkLst>
        </pc:inkChg>
        <pc:inkChg chg="del">
          <ac:chgData name="Md. Nahid Hasan" userId="85ea5f9e-65d6-4031-b810-9415101f2e21" providerId="ADAL" clId="{25D85872-5EAE-4915-8B44-7F01E0758971}" dt="2021-03-10T17:16:49.488" v="14" actId="478"/>
          <ac:inkMkLst>
            <pc:docMk/>
            <pc:sldMk cId="0" sldId="446"/>
            <ac:inkMk id="39948" creationId="{79855D17-AA8C-429D-9B0A-F2B5A7DF924B}"/>
          </ac:inkMkLst>
        </pc:inkChg>
        <pc:inkChg chg="del">
          <ac:chgData name="Md. Nahid Hasan" userId="85ea5f9e-65d6-4031-b810-9415101f2e21" providerId="ADAL" clId="{25D85872-5EAE-4915-8B44-7F01E0758971}" dt="2021-03-10T17:16:49.488" v="14" actId="478"/>
          <ac:inkMkLst>
            <pc:docMk/>
            <pc:sldMk cId="0" sldId="446"/>
            <ac:inkMk id="39949" creationId="{042AE5BC-41CF-4DD2-AE55-1C43B72089ED}"/>
          </ac:inkMkLst>
        </pc:inkChg>
        <pc:inkChg chg="del">
          <ac:chgData name="Md. Nahid Hasan" userId="85ea5f9e-65d6-4031-b810-9415101f2e21" providerId="ADAL" clId="{25D85872-5EAE-4915-8B44-7F01E0758971}" dt="2021-03-10T17:16:49.488" v="14" actId="478"/>
          <ac:inkMkLst>
            <pc:docMk/>
            <pc:sldMk cId="0" sldId="446"/>
            <ac:inkMk id="39950" creationId="{0C6CCAFF-3163-4902-9823-79EEEBBC980F}"/>
          </ac:inkMkLst>
        </pc:inkChg>
        <pc:inkChg chg="del">
          <ac:chgData name="Md. Nahid Hasan" userId="85ea5f9e-65d6-4031-b810-9415101f2e21" providerId="ADAL" clId="{25D85872-5EAE-4915-8B44-7F01E0758971}" dt="2021-03-10T17:16:49.488" v="14" actId="478"/>
          <ac:inkMkLst>
            <pc:docMk/>
            <pc:sldMk cId="0" sldId="446"/>
            <ac:inkMk id="39951" creationId="{12D0912B-12B7-4024-8E3A-6D96985BEA8F}"/>
          </ac:inkMkLst>
        </pc:inkChg>
        <pc:inkChg chg="del">
          <ac:chgData name="Md. Nahid Hasan" userId="85ea5f9e-65d6-4031-b810-9415101f2e21" providerId="ADAL" clId="{25D85872-5EAE-4915-8B44-7F01E0758971}" dt="2021-03-10T17:16:49.488" v="14" actId="478"/>
          <ac:inkMkLst>
            <pc:docMk/>
            <pc:sldMk cId="0" sldId="446"/>
            <ac:inkMk id="39952" creationId="{BF99BD11-755B-456F-AD67-C86DFCED276A}"/>
          </ac:inkMkLst>
        </pc:inkChg>
        <pc:inkChg chg="del">
          <ac:chgData name="Md. Nahid Hasan" userId="85ea5f9e-65d6-4031-b810-9415101f2e21" providerId="ADAL" clId="{25D85872-5EAE-4915-8B44-7F01E0758971}" dt="2021-03-10T17:16:49.488" v="14" actId="478"/>
          <ac:inkMkLst>
            <pc:docMk/>
            <pc:sldMk cId="0" sldId="446"/>
            <ac:inkMk id="39953" creationId="{877AF972-632D-4B5C-B973-F921AAC6953F}"/>
          </ac:inkMkLst>
        </pc:inkChg>
        <pc:inkChg chg="del">
          <ac:chgData name="Md. Nahid Hasan" userId="85ea5f9e-65d6-4031-b810-9415101f2e21" providerId="ADAL" clId="{25D85872-5EAE-4915-8B44-7F01E0758971}" dt="2021-03-10T17:16:49.488" v="14" actId="478"/>
          <ac:inkMkLst>
            <pc:docMk/>
            <pc:sldMk cId="0" sldId="446"/>
            <ac:inkMk id="39954" creationId="{DDFDFAB4-3CEC-41AE-95E6-1C51DF8D4B90}"/>
          </ac:inkMkLst>
        </pc:inkChg>
        <pc:inkChg chg="del">
          <ac:chgData name="Md. Nahid Hasan" userId="85ea5f9e-65d6-4031-b810-9415101f2e21" providerId="ADAL" clId="{25D85872-5EAE-4915-8B44-7F01E0758971}" dt="2021-03-10T17:16:49.488" v="14" actId="478"/>
          <ac:inkMkLst>
            <pc:docMk/>
            <pc:sldMk cId="0" sldId="446"/>
            <ac:inkMk id="39955" creationId="{9D66AE5A-C704-4874-8D66-9A0185CBE747}"/>
          </ac:inkMkLst>
        </pc:inkChg>
        <pc:inkChg chg="del">
          <ac:chgData name="Md. Nahid Hasan" userId="85ea5f9e-65d6-4031-b810-9415101f2e21" providerId="ADAL" clId="{25D85872-5EAE-4915-8B44-7F01E0758971}" dt="2021-03-10T17:16:49.488" v="14" actId="478"/>
          <ac:inkMkLst>
            <pc:docMk/>
            <pc:sldMk cId="0" sldId="446"/>
            <ac:inkMk id="39956" creationId="{D4908DC6-891C-4C7F-8B9E-45FB41F116AC}"/>
          </ac:inkMkLst>
        </pc:inkChg>
        <pc:inkChg chg="del">
          <ac:chgData name="Md. Nahid Hasan" userId="85ea5f9e-65d6-4031-b810-9415101f2e21" providerId="ADAL" clId="{25D85872-5EAE-4915-8B44-7F01E0758971}" dt="2021-03-10T17:16:49.488" v="14" actId="478"/>
          <ac:inkMkLst>
            <pc:docMk/>
            <pc:sldMk cId="0" sldId="446"/>
            <ac:inkMk id="39957" creationId="{320A65C2-2276-4D35-9E73-930972917E53}"/>
          </ac:inkMkLst>
        </pc:inkChg>
        <pc:inkChg chg="del">
          <ac:chgData name="Md. Nahid Hasan" userId="85ea5f9e-65d6-4031-b810-9415101f2e21" providerId="ADAL" clId="{25D85872-5EAE-4915-8B44-7F01E0758971}" dt="2021-03-10T17:16:49.488" v="14" actId="478"/>
          <ac:inkMkLst>
            <pc:docMk/>
            <pc:sldMk cId="0" sldId="446"/>
            <ac:inkMk id="39958" creationId="{5D9D9EF7-33E2-498F-BA71-9DB656333524}"/>
          </ac:inkMkLst>
        </pc:inkChg>
        <pc:inkChg chg="del">
          <ac:chgData name="Md. Nahid Hasan" userId="85ea5f9e-65d6-4031-b810-9415101f2e21" providerId="ADAL" clId="{25D85872-5EAE-4915-8B44-7F01E0758971}" dt="2021-03-10T17:16:49.488" v="14" actId="478"/>
          <ac:inkMkLst>
            <pc:docMk/>
            <pc:sldMk cId="0" sldId="446"/>
            <ac:inkMk id="39959" creationId="{AE2BB786-E4DA-489E-97D0-0EBDA3EED41E}"/>
          </ac:inkMkLst>
        </pc:inkChg>
        <pc:inkChg chg="del">
          <ac:chgData name="Md. Nahid Hasan" userId="85ea5f9e-65d6-4031-b810-9415101f2e21" providerId="ADAL" clId="{25D85872-5EAE-4915-8B44-7F01E0758971}" dt="2021-03-10T17:16:49.488" v="14" actId="478"/>
          <ac:inkMkLst>
            <pc:docMk/>
            <pc:sldMk cId="0" sldId="446"/>
            <ac:inkMk id="39960" creationId="{F8BF2A65-E2F4-4D50-885A-661F20B8B659}"/>
          </ac:inkMkLst>
        </pc:inkChg>
        <pc:inkChg chg="del">
          <ac:chgData name="Md. Nahid Hasan" userId="85ea5f9e-65d6-4031-b810-9415101f2e21" providerId="ADAL" clId="{25D85872-5EAE-4915-8B44-7F01E0758971}" dt="2021-03-10T17:16:49.488" v="14" actId="478"/>
          <ac:inkMkLst>
            <pc:docMk/>
            <pc:sldMk cId="0" sldId="446"/>
            <ac:inkMk id="39961" creationId="{9FB49688-03BB-4097-A349-5D8915E81702}"/>
          </ac:inkMkLst>
        </pc:inkChg>
        <pc:inkChg chg="del">
          <ac:chgData name="Md. Nahid Hasan" userId="85ea5f9e-65d6-4031-b810-9415101f2e21" providerId="ADAL" clId="{25D85872-5EAE-4915-8B44-7F01E0758971}" dt="2021-03-10T17:16:49.488" v="14" actId="478"/>
          <ac:inkMkLst>
            <pc:docMk/>
            <pc:sldMk cId="0" sldId="446"/>
            <ac:inkMk id="39962" creationId="{45F29A56-31D7-4977-B760-0B6629E1B602}"/>
          </ac:inkMkLst>
        </pc:inkChg>
        <pc:inkChg chg="del">
          <ac:chgData name="Md. Nahid Hasan" userId="85ea5f9e-65d6-4031-b810-9415101f2e21" providerId="ADAL" clId="{25D85872-5EAE-4915-8B44-7F01E0758971}" dt="2021-03-10T17:16:49.488" v="14" actId="478"/>
          <ac:inkMkLst>
            <pc:docMk/>
            <pc:sldMk cId="0" sldId="446"/>
            <ac:inkMk id="39963" creationId="{CEE8534A-7526-459F-8F75-5FA84CB4C8F1}"/>
          </ac:inkMkLst>
        </pc:inkChg>
        <pc:inkChg chg="del">
          <ac:chgData name="Md. Nahid Hasan" userId="85ea5f9e-65d6-4031-b810-9415101f2e21" providerId="ADAL" clId="{25D85872-5EAE-4915-8B44-7F01E0758971}" dt="2021-03-10T17:16:49.488" v="14" actId="478"/>
          <ac:inkMkLst>
            <pc:docMk/>
            <pc:sldMk cId="0" sldId="446"/>
            <ac:inkMk id="39964" creationId="{E3D2F582-00E0-43A8-A435-1D392D582378}"/>
          </ac:inkMkLst>
        </pc:inkChg>
        <pc:inkChg chg="del">
          <ac:chgData name="Md. Nahid Hasan" userId="85ea5f9e-65d6-4031-b810-9415101f2e21" providerId="ADAL" clId="{25D85872-5EAE-4915-8B44-7F01E0758971}" dt="2021-03-10T17:16:49.488" v="14" actId="478"/>
          <ac:inkMkLst>
            <pc:docMk/>
            <pc:sldMk cId="0" sldId="446"/>
            <ac:inkMk id="39965" creationId="{C9887529-5F86-48A8-8301-034D120D1614}"/>
          </ac:inkMkLst>
        </pc:inkChg>
        <pc:inkChg chg="del">
          <ac:chgData name="Md. Nahid Hasan" userId="85ea5f9e-65d6-4031-b810-9415101f2e21" providerId="ADAL" clId="{25D85872-5EAE-4915-8B44-7F01E0758971}" dt="2021-03-10T17:16:49.488" v="14" actId="478"/>
          <ac:inkMkLst>
            <pc:docMk/>
            <pc:sldMk cId="0" sldId="446"/>
            <ac:inkMk id="39966" creationId="{8F6C0F0F-D391-497E-A2EB-B6EA68BE6A78}"/>
          </ac:inkMkLst>
        </pc:inkChg>
        <pc:inkChg chg="del">
          <ac:chgData name="Md. Nahid Hasan" userId="85ea5f9e-65d6-4031-b810-9415101f2e21" providerId="ADAL" clId="{25D85872-5EAE-4915-8B44-7F01E0758971}" dt="2021-03-10T17:16:49.488" v="14" actId="478"/>
          <ac:inkMkLst>
            <pc:docMk/>
            <pc:sldMk cId="0" sldId="446"/>
            <ac:inkMk id="39967" creationId="{E7677019-E73A-4849-B395-F8E09B97A22A}"/>
          </ac:inkMkLst>
        </pc:inkChg>
        <pc:inkChg chg="del">
          <ac:chgData name="Md. Nahid Hasan" userId="85ea5f9e-65d6-4031-b810-9415101f2e21" providerId="ADAL" clId="{25D85872-5EAE-4915-8B44-7F01E0758971}" dt="2021-03-10T17:16:49.488" v="14" actId="478"/>
          <ac:inkMkLst>
            <pc:docMk/>
            <pc:sldMk cId="0" sldId="446"/>
            <ac:inkMk id="39968" creationId="{38486FB7-C2A2-4795-8D36-1A46B8E1EF38}"/>
          </ac:inkMkLst>
        </pc:inkChg>
        <pc:inkChg chg="del">
          <ac:chgData name="Md. Nahid Hasan" userId="85ea5f9e-65d6-4031-b810-9415101f2e21" providerId="ADAL" clId="{25D85872-5EAE-4915-8B44-7F01E0758971}" dt="2021-03-10T17:16:49.488" v="14" actId="478"/>
          <ac:inkMkLst>
            <pc:docMk/>
            <pc:sldMk cId="0" sldId="446"/>
            <ac:inkMk id="39969" creationId="{395268E5-6DC9-4D5D-AB2C-D04D0181A8E9}"/>
          </ac:inkMkLst>
        </pc:inkChg>
        <pc:inkChg chg="del">
          <ac:chgData name="Md. Nahid Hasan" userId="85ea5f9e-65d6-4031-b810-9415101f2e21" providerId="ADAL" clId="{25D85872-5EAE-4915-8B44-7F01E0758971}" dt="2021-03-10T17:16:49.488" v="14" actId="478"/>
          <ac:inkMkLst>
            <pc:docMk/>
            <pc:sldMk cId="0" sldId="446"/>
            <ac:inkMk id="39970" creationId="{EAE82F81-12F6-49C6-8F17-7A3F64B97A7D}"/>
          </ac:inkMkLst>
        </pc:inkChg>
        <pc:inkChg chg="del">
          <ac:chgData name="Md. Nahid Hasan" userId="85ea5f9e-65d6-4031-b810-9415101f2e21" providerId="ADAL" clId="{25D85872-5EAE-4915-8B44-7F01E0758971}" dt="2021-03-10T17:16:49.488" v="14" actId="478"/>
          <ac:inkMkLst>
            <pc:docMk/>
            <pc:sldMk cId="0" sldId="446"/>
            <ac:inkMk id="39971" creationId="{A48EA641-7341-453C-ACA7-7D622EC90D29}"/>
          </ac:inkMkLst>
        </pc:inkChg>
        <pc:inkChg chg="del">
          <ac:chgData name="Md. Nahid Hasan" userId="85ea5f9e-65d6-4031-b810-9415101f2e21" providerId="ADAL" clId="{25D85872-5EAE-4915-8B44-7F01E0758971}" dt="2021-03-10T17:16:51.984" v="15" actId="478"/>
          <ac:inkMkLst>
            <pc:docMk/>
            <pc:sldMk cId="0" sldId="446"/>
            <ac:inkMk id="39972" creationId="{697585F1-4427-4B28-9189-873C2DBE2719}"/>
          </ac:inkMkLst>
        </pc:inkChg>
        <pc:inkChg chg="del">
          <ac:chgData name="Md. Nahid Hasan" userId="85ea5f9e-65d6-4031-b810-9415101f2e21" providerId="ADAL" clId="{25D85872-5EAE-4915-8B44-7F01E0758971}" dt="2021-03-10T17:16:51.984" v="15" actId="478"/>
          <ac:inkMkLst>
            <pc:docMk/>
            <pc:sldMk cId="0" sldId="446"/>
            <ac:inkMk id="39973" creationId="{A394DDFE-5D52-4E29-AA54-9966F5228393}"/>
          </ac:inkMkLst>
        </pc:inkChg>
        <pc:inkChg chg="del">
          <ac:chgData name="Md. Nahid Hasan" userId="85ea5f9e-65d6-4031-b810-9415101f2e21" providerId="ADAL" clId="{25D85872-5EAE-4915-8B44-7F01E0758971}" dt="2021-03-10T17:16:49.488" v="14" actId="478"/>
          <ac:inkMkLst>
            <pc:docMk/>
            <pc:sldMk cId="0" sldId="446"/>
            <ac:inkMk id="39974" creationId="{90DF2803-7F8C-48A3-91EC-1389861F9FCE}"/>
          </ac:inkMkLst>
        </pc:inkChg>
        <pc:inkChg chg="del">
          <ac:chgData name="Md. Nahid Hasan" userId="85ea5f9e-65d6-4031-b810-9415101f2e21" providerId="ADAL" clId="{25D85872-5EAE-4915-8B44-7F01E0758971}" dt="2021-03-10T17:16:49.488" v="14" actId="478"/>
          <ac:inkMkLst>
            <pc:docMk/>
            <pc:sldMk cId="0" sldId="446"/>
            <ac:inkMk id="39975" creationId="{83C2EAD7-8182-47D9-889E-A9BDEA914231}"/>
          </ac:inkMkLst>
        </pc:inkChg>
        <pc:inkChg chg="del">
          <ac:chgData name="Md. Nahid Hasan" userId="85ea5f9e-65d6-4031-b810-9415101f2e21" providerId="ADAL" clId="{25D85872-5EAE-4915-8B44-7F01E0758971}" dt="2021-03-10T17:16:49.488" v="14" actId="478"/>
          <ac:inkMkLst>
            <pc:docMk/>
            <pc:sldMk cId="0" sldId="446"/>
            <ac:inkMk id="39976" creationId="{17E80417-82E9-4B4E-81C8-D5CB87CD9855}"/>
          </ac:inkMkLst>
        </pc:inkChg>
        <pc:inkChg chg="del">
          <ac:chgData name="Md. Nahid Hasan" userId="85ea5f9e-65d6-4031-b810-9415101f2e21" providerId="ADAL" clId="{25D85872-5EAE-4915-8B44-7F01E0758971}" dt="2021-03-10T17:16:49.488" v="14" actId="478"/>
          <ac:inkMkLst>
            <pc:docMk/>
            <pc:sldMk cId="0" sldId="446"/>
            <ac:inkMk id="39977" creationId="{9DF5920E-AA1B-4CD9-B380-1DE1B5D69F0B}"/>
          </ac:inkMkLst>
        </pc:inkChg>
        <pc:inkChg chg="del">
          <ac:chgData name="Md. Nahid Hasan" userId="85ea5f9e-65d6-4031-b810-9415101f2e21" providerId="ADAL" clId="{25D85872-5EAE-4915-8B44-7F01E0758971}" dt="2021-03-10T17:16:49.488" v="14" actId="478"/>
          <ac:inkMkLst>
            <pc:docMk/>
            <pc:sldMk cId="0" sldId="446"/>
            <ac:inkMk id="39978" creationId="{95B82F16-9123-436B-BC5F-A504B727EADF}"/>
          </ac:inkMkLst>
        </pc:inkChg>
        <pc:inkChg chg="del">
          <ac:chgData name="Md. Nahid Hasan" userId="85ea5f9e-65d6-4031-b810-9415101f2e21" providerId="ADAL" clId="{25D85872-5EAE-4915-8B44-7F01E0758971}" dt="2021-03-10T17:16:49.488" v="14" actId="478"/>
          <ac:inkMkLst>
            <pc:docMk/>
            <pc:sldMk cId="0" sldId="446"/>
            <ac:inkMk id="39979" creationId="{237B550F-9DF9-4760-BC8E-5EDDD51028E1}"/>
          </ac:inkMkLst>
        </pc:inkChg>
        <pc:inkChg chg="del">
          <ac:chgData name="Md. Nahid Hasan" userId="85ea5f9e-65d6-4031-b810-9415101f2e21" providerId="ADAL" clId="{25D85872-5EAE-4915-8B44-7F01E0758971}" dt="2021-03-10T17:16:49.488" v="14" actId="478"/>
          <ac:inkMkLst>
            <pc:docMk/>
            <pc:sldMk cId="0" sldId="446"/>
            <ac:inkMk id="39980" creationId="{06ACFB7D-E4DB-428D-871B-B50BA215B3F1}"/>
          </ac:inkMkLst>
        </pc:inkChg>
        <pc:inkChg chg="del">
          <ac:chgData name="Md. Nahid Hasan" userId="85ea5f9e-65d6-4031-b810-9415101f2e21" providerId="ADAL" clId="{25D85872-5EAE-4915-8B44-7F01E0758971}" dt="2021-03-10T17:16:49.488" v="14" actId="478"/>
          <ac:inkMkLst>
            <pc:docMk/>
            <pc:sldMk cId="0" sldId="446"/>
            <ac:inkMk id="39981" creationId="{45FCA093-4073-4A38-8569-24E755B4BD1B}"/>
          </ac:inkMkLst>
        </pc:inkChg>
        <pc:inkChg chg="del">
          <ac:chgData name="Md. Nahid Hasan" userId="85ea5f9e-65d6-4031-b810-9415101f2e21" providerId="ADAL" clId="{25D85872-5EAE-4915-8B44-7F01E0758971}" dt="2021-03-10T17:16:49.488" v="14" actId="478"/>
          <ac:inkMkLst>
            <pc:docMk/>
            <pc:sldMk cId="0" sldId="446"/>
            <ac:inkMk id="39982" creationId="{13FD160B-0CC2-4105-A548-F68719CD5B88}"/>
          </ac:inkMkLst>
        </pc:inkChg>
        <pc:inkChg chg="del">
          <ac:chgData name="Md. Nahid Hasan" userId="85ea5f9e-65d6-4031-b810-9415101f2e21" providerId="ADAL" clId="{25D85872-5EAE-4915-8B44-7F01E0758971}" dt="2021-03-10T17:16:49.488" v="14" actId="478"/>
          <ac:inkMkLst>
            <pc:docMk/>
            <pc:sldMk cId="0" sldId="446"/>
            <ac:inkMk id="39983" creationId="{F40AFC5B-5D7A-445E-A5C4-478BD8500871}"/>
          </ac:inkMkLst>
        </pc:inkChg>
        <pc:inkChg chg="del">
          <ac:chgData name="Md. Nahid Hasan" userId="85ea5f9e-65d6-4031-b810-9415101f2e21" providerId="ADAL" clId="{25D85872-5EAE-4915-8B44-7F01E0758971}" dt="2021-03-10T17:16:49.488" v="14" actId="478"/>
          <ac:inkMkLst>
            <pc:docMk/>
            <pc:sldMk cId="0" sldId="446"/>
            <ac:inkMk id="39984" creationId="{D7784DC0-434E-47A6-A89D-D5D959643337}"/>
          </ac:inkMkLst>
        </pc:inkChg>
        <pc:inkChg chg="del">
          <ac:chgData name="Md. Nahid Hasan" userId="85ea5f9e-65d6-4031-b810-9415101f2e21" providerId="ADAL" clId="{25D85872-5EAE-4915-8B44-7F01E0758971}" dt="2021-03-10T17:16:49.488" v="14" actId="478"/>
          <ac:inkMkLst>
            <pc:docMk/>
            <pc:sldMk cId="0" sldId="446"/>
            <ac:inkMk id="39985" creationId="{325E3157-19E8-4B97-9351-355EAED92283}"/>
          </ac:inkMkLst>
        </pc:inkChg>
        <pc:inkChg chg="del">
          <ac:chgData name="Md. Nahid Hasan" userId="85ea5f9e-65d6-4031-b810-9415101f2e21" providerId="ADAL" clId="{25D85872-5EAE-4915-8B44-7F01E0758971}" dt="2021-03-10T17:16:49.488" v="14" actId="478"/>
          <ac:inkMkLst>
            <pc:docMk/>
            <pc:sldMk cId="0" sldId="446"/>
            <ac:inkMk id="39986" creationId="{1442BE12-FAC3-4C68-BC22-9D41188187C6}"/>
          </ac:inkMkLst>
        </pc:inkChg>
        <pc:inkChg chg="del">
          <ac:chgData name="Md. Nahid Hasan" userId="85ea5f9e-65d6-4031-b810-9415101f2e21" providerId="ADAL" clId="{25D85872-5EAE-4915-8B44-7F01E0758971}" dt="2021-03-10T17:16:49.488" v="14" actId="478"/>
          <ac:inkMkLst>
            <pc:docMk/>
            <pc:sldMk cId="0" sldId="446"/>
            <ac:inkMk id="39987" creationId="{BA8AC1D0-EF5C-44D4-BF1B-C2929D68FABC}"/>
          </ac:inkMkLst>
        </pc:inkChg>
        <pc:inkChg chg="del">
          <ac:chgData name="Md. Nahid Hasan" userId="85ea5f9e-65d6-4031-b810-9415101f2e21" providerId="ADAL" clId="{25D85872-5EAE-4915-8B44-7F01E0758971}" dt="2021-03-10T17:16:49.488" v="14" actId="478"/>
          <ac:inkMkLst>
            <pc:docMk/>
            <pc:sldMk cId="0" sldId="446"/>
            <ac:inkMk id="39988" creationId="{B8F3E062-CCA0-4A4D-9DE3-F55C97F7A7AD}"/>
          </ac:inkMkLst>
        </pc:inkChg>
        <pc:inkChg chg="del">
          <ac:chgData name="Md. Nahid Hasan" userId="85ea5f9e-65d6-4031-b810-9415101f2e21" providerId="ADAL" clId="{25D85872-5EAE-4915-8B44-7F01E0758971}" dt="2021-03-10T17:16:49.488" v="14" actId="478"/>
          <ac:inkMkLst>
            <pc:docMk/>
            <pc:sldMk cId="0" sldId="446"/>
            <ac:inkMk id="39989" creationId="{0211829B-5B1A-44D8-A7A3-E9809805639D}"/>
          </ac:inkMkLst>
        </pc:inkChg>
        <pc:inkChg chg="del">
          <ac:chgData name="Md. Nahid Hasan" userId="85ea5f9e-65d6-4031-b810-9415101f2e21" providerId="ADAL" clId="{25D85872-5EAE-4915-8B44-7F01E0758971}" dt="2021-03-10T17:16:49.488" v="14" actId="478"/>
          <ac:inkMkLst>
            <pc:docMk/>
            <pc:sldMk cId="0" sldId="446"/>
            <ac:inkMk id="39990" creationId="{7E9633F3-08D2-4A28-B40D-31D0FC542A16}"/>
          </ac:inkMkLst>
        </pc:inkChg>
        <pc:inkChg chg="del">
          <ac:chgData name="Md. Nahid Hasan" userId="85ea5f9e-65d6-4031-b810-9415101f2e21" providerId="ADAL" clId="{25D85872-5EAE-4915-8B44-7F01E0758971}" dt="2021-03-10T17:16:49.488" v="14" actId="478"/>
          <ac:inkMkLst>
            <pc:docMk/>
            <pc:sldMk cId="0" sldId="446"/>
            <ac:inkMk id="39991" creationId="{49B74948-5711-4F23-AB8B-6123DEA1150A}"/>
          </ac:inkMkLst>
        </pc:inkChg>
        <pc:inkChg chg="del">
          <ac:chgData name="Md. Nahid Hasan" userId="85ea5f9e-65d6-4031-b810-9415101f2e21" providerId="ADAL" clId="{25D85872-5EAE-4915-8B44-7F01E0758971}" dt="2021-03-10T17:16:49.488" v="14" actId="478"/>
          <ac:inkMkLst>
            <pc:docMk/>
            <pc:sldMk cId="0" sldId="446"/>
            <ac:inkMk id="39992" creationId="{6256EEF1-CC3E-411A-B6C9-B98B711E0C90}"/>
          </ac:inkMkLst>
        </pc:inkChg>
        <pc:inkChg chg="del">
          <ac:chgData name="Md. Nahid Hasan" userId="85ea5f9e-65d6-4031-b810-9415101f2e21" providerId="ADAL" clId="{25D85872-5EAE-4915-8B44-7F01E0758971}" dt="2021-03-10T17:16:49.488" v="14" actId="478"/>
          <ac:inkMkLst>
            <pc:docMk/>
            <pc:sldMk cId="0" sldId="446"/>
            <ac:inkMk id="39993" creationId="{6FC126A2-398F-4F8F-97BE-06F2BAC01742}"/>
          </ac:inkMkLst>
        </pc:inkChg>
        <pc:inkChg chg="del">
          <ac:chgData name="Md. Nahid Hasan" userId="85ea5f9e-65d6-4031-b810-9415101f2e21" providerId="ADAL" clId="{25D85872-5EAE-4915-8B44-7F01E0758971}" dt="2021-03-10T17:16:49.488" v="14" actId="478"/>
          <ac:inkMkLst>
            <pc:docMk/>
            <pc:sldMk cId="0" sldId="446"/>
            <ac:inkMk id="39994" creationId="{84C3DE96-B8C2-4BD4-932D-EDE0A3BA7119}"/>
          </ac:inkMkLst>
        </pc:inkChg>
        <pc:inkChg chg="del">
          <ac:chgData name="Md. Nahid Hasan" userId="85ea5f9e-65d6-4031-b810-9415101f2e21" providerId="ADAL" clId="{25D85872-5EAE-4915-8B44-7F01E0758971}" dt="2021-03-10T17:16:49.488" v="14" actId="478"/>
          <ac:inkMkLst>
            <pc:docMk/>
            <pc:sldMk cId="0" sldId="446"/>
            <ac:inkMk id="39995" creationId="{45BA5D78-CD50-4DD6-BD54-4EA8B08719E3}"/>
          </ac:inkMkLst>
        </pc:inkChg>
        <pc:inkChg chg="del">
          <ac:chgData name="Md. Nahid Hasan" userId="85ea5f9e-65d6-4031-b810-9415101f2e21" providerId="ADAL" clId="{25D85872-5EAE-4915-8B44-7F01E0758971}" dt="2021-03-10T17:16:49.488" v="14" actId="478"/>
          <ac:inkMkLst>
            <pc:docMk/>
            <pc:sldMk cId="0" sldId="446"/>
            <ac:inkMk id="39996" creationId="{FB2FB8E6-72B3-42B5-AFF3-81B05FB477FD}"/>
          </ac:inkMkLst>
        </pc:inkChg>
        <pc:inkChg chg="del">
          <ac:chgData name="Md. Nahid Hasan" userId="85ea5f9e-65d6-4031-b810-9415101f2e21" providerId="ADAL" clId="{25D85872-5EAE-4915-8B44-7F01E0758971}" dt="2021-03-10T17:16:49.488" v="14" actId="478"/>
          <ac:inkMkLst>
            <pc:docMk/>
            <pc:sldMk cId="0" sldId="446"/>
            <ac:inkMk id="39997" creationId="{280421A9-392A-4444-A2F9-15549A53FA61}"/>
          </ac:inkMkLst>
        </pc:inkChg>
        <pc:inkChg chg="del">
          <ac:chgData name="Md. Nahid Hasan" userId="85ea5f9e-65d6-4031-b810-9415101f2e21" providerId="ADAL" clId="{25D85872-5EAE-4915-8B44-7F01E0758971}" dt="2021-03-10T17:16:49.488" v="14" actId="478"/>
          <ac:inkMkLst>
            <pc:docMk/>
            <pc:sldMk cId="0" sldId="446"/>
            <ac:inkMk id="39998" creationId="{B150F4DA-91F1-4B11-9AF0-BB815AC5EE8B}"/>
          </ac:inkMkLst>
        </pc:inkChg>
        <pc:inkChg chg="del">
          <ac:chgData name="Md. Nahid Hasan" userId="85ea5f9e-65d6-4031-b810-9415101f2e21" providerId="ADAL" clId="{25D85872-5EAE-4915-8B44-7F01E0758971}" dt="2021-03-10T17:16:49.488" v="14" actId="478"/>
          <ac:inkMkLst>
            <pc:docMk/>
            <pc:sldMk cId="0" sldId="446"/>
            <ac:inkMk id="39999" creationId="{19C78661-7CC0-4825-9228-3844898246C2}"/>
          </ac:inkMkLst>
        </pc:inkChg>
        <pc:inkChg chg="del">
          <ac:chgData name="Md. Nahid Hasan" userId="85ea5f9e-65d6-4031-b810-9415101f2e21" providerId="ADAL" clId="{25D85872-5EAE-4915-8B44-7F01E0758971}" dt="2021-03-10T17:16:49.488" v="14" actId="478"/>
          <ac:inkMkLst>
            <pc:docMk/>
            <pc:sldMk cId="0" sldId="446"/>
            <ac:inkMk id="241664" creationId="{CD1B144A-2869-4D48-A21E-2DEC64A6F3DA}"/>
          </ac:inkMkLst>
        </pc:inkChg>
        <pc:inkChg chg="del">
          <ac:chgData name="Md. Nahid Hasan" userId="85ea5f9e-65d6-4031-b810-9415101f2e21" providerId="ADAL" clId="{25D85872-5EAE-4915-8B44-7F01E0758971}" dt="2021-03-10T17:16:49.488" v="14" actId="478"/>
          <ac:inkMkLst>
            <pc:docMk/>
            <pc:sldMk cId="0" sldId="446"/>
            <ac:inkMk id="241665" creationId="{BEB801DF-A6D5-4793-B430-AF87BB9A392C}"/>
          </ac:inkMkLst>
        </pc:inkChg>
        <pc:inkChg chg="del">
          <ac:chgData name="Md. Nahid Hasan" userId="85ea5f9e-65d6-4031-b810-9415101f2e21" providerId="ADAL" clId="{25D85872-5EAE-4915-8B44-7F01E0758971}" dt="2021-03-10T17:16:49.488" v="14" actId="478"/>
          <ac:inkMkLst>
            <pc:docMk/>
            <pc:sldMk cId="0" sldId="446"/>
            <ac:inkMk id="241667" creationId="{24BE3AD4-7E25-4B47-906F-2237C8FEA034}"/>
          </ac:inkMkLst>
        </pc:inkChg>
        <pc:inkChg chg="del">
          <ac:chgData name="Md. Nahid Hasan" userId="85ea5f9e-65d6-4031-b810-9415101f2e21" providerId="ADAL" clId="{25D85872-5EAE-4915-8B44-7F01E0758971}" dt="2021-03-10T17:16:49.488" v="14" actId="478"/>
          <ac:inkMkLst>
            <pc:docMk/>
            <pc:sldMk cId="0" sldId="446"/>
            <ac:inkMk id="241669" creationId="{4F558B7F-067A-44AD-83D2-39BEF4AF2292}"/>
          </ac:inkMkLst>
        </pc:inkChg>
        <pc:inkChg chg="del">
          <ac:chgData name="Md. Nahid Hasan" userId="85ea5f9e-65d6-4031-b810-9415101f2e21" providerId="ADAL" clId="{25D85872-5EAE-4915-8B44-7F01E0758971}" dt="2021-03-10T17:16:49.488" v="14" actId="478"/>
          <ac:inkMkLst>
            <pc:docMk/>
            <pc:sldMk cId="0" sldId="446"/>
            <ac:inkMk id="241670" creationId="{C8BDBC0D-FBCA-4EC4-B399-5D47B855F71F}"/>
          </ac:inkMkLst>
        </pc:inkChg>
        <pc:inkChg chg="del">
          <ac:chgData name="Md. Nahid Hasan" userId="85ea5f9e-65d6-4031-b810-9415101f2e21" providerId="ADAL" clId="{25D85872-5EAE-4915-8B44-7F01E0758971}" dt="2021-03-10T17:16:49.488" v="14" actId="478"/>
          <ac:inkMkLst>
            <pc:docMk/>
            <pc:sldMk cId="0" sldId="446"/>
            <ac:inkMk id="241671" creationId="{5062E4C2-52A0-4EB9-8238-1A49A510F1C3}"/>
          </ac:inkMkLst>
        </pc:inkChg>
        <pc:inkChg chg="del">
          <ac:chgData name="Md. Nahid Hasan" userId="85ea5f9e-65d6-4031-b810-9415101f2e21" providerId="ADAL" clId="{25D85872-5EAE-4915-8B44-7F01E0758971}" dt="2021-03-10T17:16:49.488" v="14" actId="478"/>
          <ac:inkMkLst>
            <pc:docMk/>
            <pc:sldMk cId="0" sldId="446"/>
            <ac:inkMk id="241672" creationId="{5F54F44B-091A-4142-8924-6ED11D9B29A1}"/>
          </ac:inkMkLst>
        </pc:inkChg>
        <pc:inkChg chg="del">
          <ac:chgData name="Md. Nahid Hasan" userId="85ea5f9e-65d6-4031-b810-9415101f2e21" providerId="ADAL" clId="{25D85872-5EAE-4915-8B44-7F01E0758971}" dt="2021-03-10T17:16:49.488" v="14" actId="478"/>
          <ac:inkMkLst>
            <pc:docMk/>
            <pc:sldMk cId="0" sldId="446"/>
            <ac:inkMk id="241673" creationId="{F1A1D1EF-386E-4482-B3B5-6AB074C8E039}"/>
          </ac:inkMkLst>
        </pc:inkChg>
        <pc:inkChg chg="del">
          <ac:chgData name="Md. Nahid Hasan" userId="85ea5f9e-65d6-4031-b810-9415101f2e21" providerId="ADAL" clId="{25D85872-5EAE-4915-8B44-7F01E0758971}" dt="2021-03-10T17:16:49.488" v="14" actId="478"/>
          <ac:inkMkLst>
            <pc:docMk/>
            <pc:sldMk cId="0" sldId="446"/>
            <ac:inkMk id="241674" creationId="{4BC979D7-2207-4F4A-B7DE-3D5A0FA67577}"/>
          </ac:inkMkLst>
        </pc:inkChg>
        <pc:inkChg chg="del">
          <ac:chgData name="Md. Nahid Hasan" userId="85ea5f9e-65d6-4031-b810-9415101f2e21" providerId="ADAL" clId="{25D85872-5EAE-4915-8B44-7F01E0758971}" dt="2021-03-10T17:16:49.488" v="14" actId="478"/>
          <ac:inkMkLst>
            <pc:docMk/>
            <pc:sldMk cId="0" sldId="446"/>
            <ac:inkMk id="241675" creationId="{69150C2A-0C31-4B61-A89D-EFFAEC1312B8}"/>
          </ac:inkMkLst>
        </pc:inkChg>
        <pc:inkChg chg="del">
          <ac:chgData name="Md. Nahid Hasan" userId="85ea5f9e-65d6-4031-b810-9415101f2e21" providerId="ADAL" clId="{25D85872-5EAE-4915-8B44-7F01E0758971}" dt="2021-03-10T17:16:49.488" v="14" actId="478"/>
          <ac:inkMkLst>
            <pc:docMk/>
            <pc:sldMk cId="0" sldId="446"/>
            <ac:inkMk id="241676" creationId="{DFE88F0B-78F5-4E5C-9A7B-76381444A1D6}"/>
          </ac:inkMkLst>
        </pc:inkChg>
        <pc:inkChg chg="del">
          <ac:chgData name="Md. Nahid Hasan" userId="85ea5f9e-65d6-4031-b810-9415101f2e21" providerId="ADAL" clId="{25D85872-5EAE-4915-8B44-7F01E0758971}" dt="2021-03-10T17:16:49.488" v="14" actId="478"/>
          <ac:inkMkLst>
            <pc:docMk/>
            <pc:sldMk cId="0" sldId="446"/>
            <ac:inkMk id="241677" creationId="{9D26DE48-BC56-4061-BE67-E94DF5126347}"/>
          </ac:inkMkLst>
        </pc:inkChg>
        <pc:inkChg chg="del">
          <ac:chgData name="Md. Nahid Hasan" userId="85ea5f9e-65d6-4031-b810-9415101f2e21" providerId="ADAL" clId="{25D85872-5EAE-4915-8B44-7F01E0758971}" dt="2021-03-10T17:16:49.488" v="14" actId="478"/>
          <ac:inkMkLst>
            <pc:docMk/>
            <pc:sldMk cId="0" sldId="446"/>
            <ac:inkMk id="241678" creationId="{9B8FD9D7-1392-4E9A-9AF9-D9FBCB69EED8}"/>
          </ac:inkMkLst>
        </pc:inkChg>
        <pc:inkChg chg="del">
          <ac:chgData name="Md. Nahid Hasan" userId="85ea5f9e-65d6-4031-b810-9415101f2e21" providerId="ADAL" clId="{25D85872-5EAE-4915-8B44-7F01E0758971}" dt="2021-03-10T17:16:49.488" v="14" actId="478"/>
          <ac:inkMkLst>
            <pc:docMk/>
            <pc:sldMk cId="0" sldId="446"/>
            <ac:inkMk id="241679" creationId="{85365DF0-C646-4999-AEC5-F1D3BF40A9C3}"/>
          </ac:inkMkLst>
        </pc:inkChg>
        <pc:inkChg chg="del">
          <ac:chgData name="Md. Nahid Hasan" userId="85ea5f9e-65d6-4031-b810-9415101f2e21" providerId="ADAL" clId="{25D85872-5EAE-4915-8B44-7F01E0758971}" dt="2021-03-10T17:16:49.488" v="14" actId="478"/>
          <ac:inkMkLst>
            <pc:docMk/>
            <pc:sldMk cId="0" sldId="446"/>
            <ac:inkMk id="241680" creationId="{440DF960-CEA9-4846-B56C-7850CDCCB447}"/>
          </ac:inkMkLst>
        </pc:inkChg>
        <pc:inkChg chg="del">
          <ac:chgData name="Md. Nahid Hasan" userId="85ea5f9e-65d6-4031-b810-9415101f2e21" providerId="ADAL" clId="{25D85872-5EAE-4915-8B44-7F01E0758971}" dt="2021-03-10T17:16:49.488" v="14" actId="478"/>
          <ac:inkMkLst>
            <pc:docMk/>
            <pc:sldMk cId="0" sldId="446"/>
            <ac:inkMk id="241681" creationId="{9466AD91-382D-4075-B041-213B008B8B12}"/>
          </ac:inkMkLst>
        </pc:inkChg>
        <pc:inkChg chg="del">
          <ac:chgData name="Md. Nahid Hasan" userId="85ea5f9e-65d6-4031-b810-9415101f2e21" providerId="ADAL" clId="{25D85872-5EAE-4915-8B44-7F01E0758971}" dt="2021-03-10T17:16:49.488" v="14" actId="478"/>
          <ac:inkMkLst>
            <pc:docMk/>
            <pc:sldMk cId="0" sldId="446"/>
            <ac:inkMk id="241682" creationId="{234F8AF1-C51D-4FE7-8D18-19D573361C98}"/>
          </ac:inkMkLst>
        </pc:inkChg>
        <pc:inkChg chg="del">
          <ac:chgData name="Md. Nahid Hasan" userId="85ea5f9e-65d6-4031-b810-9415101f2e21" providerId="ADAL" clId="{25D85872-5EAE-4915-8B44-7F01E0758971}" dt="2021-03-10T17:16:49.488" v="14" actId="478"/>
          <ac:inkMkLst>
            <pc:docMk/>
            <pc:sldMk cId="0" sldId="446"/>
            <ac:inkMk id="241683" creationId="{4D341DF7-6ADD-4B10-9293-15DE38E82231}"/>
          </ac:inkMkLst>
        </pc:inkChg>
        <pc:inkChg chg="del">
          <ac:chgData name="Md. Nahid Hasan" userId="85ea5f9e-65d6-4031-b810-9415101f2e21" providerId="ADAL" clId="{25D85872-5EAE-4915-8B44-7F01E0758971}" dt="2021-03-10T17:16:49.488" v="14" actId="478"/>
          <ac:inkMkLst>
            <pc:docMk/>
            <pc:sldMk cId="0" sldId="446"/>
            <ac:inkMk id="241684" creationId="{45A222EB-DBC7-431A-AA5A-869EC37E4F1F}"/>
          </ac:inkMkLst>
        </pc:inkChg>
        <pc:inkChg chg="del">
          <ac:chgData name="Md. Nahid Hasan" userId="85ea5f9e-65d6-4031-b810-9415101f2e21" providerId="ADAL" clId="{25D85872-5EAE-4915-8B44-7F01E0758971}" dt="2021-03-10T17:16:49.488" v="14" actId="478"/>
          <ac:inkMkLst>
            <pc:docMk/>
            <pc:sldMk cId="0" sldId="446"/>
            <ac:inkMk id="241685" creationId="{A7A73FED-8E98-49DB-922A-00DF8FCC9EB0}"/>
          </ac:inkMkLst>
        </pc:inkChg>
        <pc:inkChg chg="del">
          <ac:chgData name="Md. Nahid Hasan" userId="85ea5f9e-65d6-4031-b810-9415101f2e21" providerId="ADAL" clId="{25D85872-5EAE-4915-8B44-7F01E0758971}" dt="2021-03-10T17:16:49.488" v="14" actId="478"/>
          <ac:inkMkLst>
            <pc:docMk/>
            <pc:sldMk cId="0" sldId="446"/>
            <ac:inkMk id="241686" creationId="{CF3A7803-AF22-4A51-B076-338DDB96D168}"/>
          </ac:inkMkLst>
        </pc:inkChg>
        <pc:inkChg chg="del">
          <ac:chgData name="Md. Nahid Hasan" userId="85ea5f9e-65d6-4031-b810-9415101f2e21" providerId="ADAL" clId="{25D85872-5EAE-4915-8B44-7F01E0758971}" dt="2021-03-10T17:16:49.488" v="14" actId="478"/>
          <ac:inkMkLst>
            <pc:docMk/>
            <pc:sldMk cId="0" sldId="446"/>
            <ac:inkMk id="241687" creationId="{9EB3C3E6-A74B-4AA2-B4F0-BFBD7D910937}"/>
          </ac:inkMkLst>
        </pc:inkChg>
        <pc:inkChg chg="del">
          <ac:chgData name="Md. Nahid Hasan" userId="85ea5f9e-65d6-4031-b810-9415101f2e21" providerId="ADAL" clId="{25D85872-5EAE-4915-8B44-7F01E0758971}" dt="2021-03-10T17:16:49.488" v="14" actId="478"/>
          <ac:inkMkLst>
            <pc:docMk/>
            <pc:sldMk cId="0" sldId="446"/>
            <ac:inkMk id="241688" creationId="{A405E5A7-9D3D-465D-8747-5C20E018CE7C}"/>
          </ac:inkMkLst>
        </pc:inkChg>
        <pc:inkChg chg="del">
          <ac:chgData name="Md. Nahid Hasan" userId="85ea5f9e-65d6-4031-b810-9415101f2e21" providerId="ADAL" clId="{25D85872-5EAE-4915-8B44-7F01E0758971}" dt="2021-03-10T17:16:49.488" v="14" actId="478"/>
          <ac:inkMkLst>
            <pc:docMk/>
            <pc:sldMk cId="0" sldId="446"/>
            <ac:inkMk id="241689" creationId="{E8A06A0F-3647-4201-933E-E7D02CB75880}"/>
          </ac:inkMkLst>
        </pc:inkChg>
        <pc:inkChg chg="del">
          <ac:chgData name="Md. Nahid Hasan" userId="85ea5f9e-65d6-4031-b810-9415101f2e21" providerId="ADAL" clId="{25D85872-5EAE-4915-8B44-7F01E0758971}" dt="2021-03-10T17:16:49.488" v="14" actId="478"/>
          <ac:inkMkLst>
            <pc:docMk/>
            <pc:sldMk cId="0" sldId="446"/>
            <ac:inkMk id="241690" creationId="{7D7CAD6B-1389-4286-B3BC-404EBFA0F2E7}"/>
          </ac:inkMkLst>
        </pc:inkChg>
        <pc:inkChg chg="del">
          <ac:chgData name="Md. Nahid Hasan" userId="85ea5f9e-65d6-4031-b810-9415101f2e21" providerId="ADAL" clId="{25D85872-5EAE-4915-8B44-7F01E0758971}" dt="2021-03-10T17:16:49.488" v="14" actId="478"/>
          <ac:inkMkLst>
            <pc:docMk/>
            <pc:sldMk cId="0" sldId="446"/>
            <ac:inkMk id="241691" creationId="{EE74447D-F7E3-43CB-AC5B-448C6E2CBF12}"/>
          </ac:inkMkLst>
        </pc:inkChg>
        <pc:inkChg chg="del">
          <ac:chgData name="Md. Nahid Hasan" userId="85ea5f9e-65d6-4031-b810-9415101f2e21" providerId="ADAL" clId="{25D85872-5EAE-4915-8B44-7F01E0758971}" dt="2021-03-10T17:16:49.488" v="14" actId="478"/>
          <ac:inkMkLst>
            <pc:docMk/>
            <pc:sldMk cId="0" sldId="446"/>
            <ac:inkMk id="241692" creationId="{6C0CA298-6457-435F-9D89-039455209C4E}"/>
          </ac:inkMkLst>
        </pc:inkChg>
        <pc:inkChg chg="del">
          <ac:chgData name="Md. Nahid Hasan" userId="85ea5f9e-65d6-4031-b810-9415101f2e21" providerId="ADAL" clId="{25D85872-5EAE-4915-8B44-7F01E0758971}" dt="2021-03-10T17:16:49.488" v="14" actId="478"/>
          <ac:inkMkLst>
            <pc:docMk/>
            <pc:sldMk cId="0" sldId="446"/>
            <ac:inkMk id="241693" creationId="{CEBC03D6-21E9-4748-A88B-FCDDD75C4D1C}"/>
          </ac:inkMkLst>
        </pc:inkChg>
        <pc:inkChg chg="del">
          <ac:chgData name="Md. Nahid Hasan" userId="85ea5f9e-65d6-4031-b810-9415101f2e21" providerId="ADAL" clId="{25D85872-5EAE-4915-8B44-7F01E0758971}" dt="2021-03-10T17:16:49.488" v="14" actId="478"/>
          <ac:inkMkLst>
            <pc:docMk/>
            <pc:sldMk cId="0" sldId="446"/>
            <ac:inkMk id="241694" creationId="{BF4110A9-44DB-45FE-A8D6-AD6F79FA97B8}"/>
          </ac:inkMkLst>
        </pc:inkChg>
        <pc:inkChg chg="del">
          <ac:chgData name="Md. Nahid Hasan" userId="85ea5f9e-65d6-4031-b810-9415101f2e21" providerId="ADAL" clId="{25D85872-5EAE-4915-8B44-7F01E0758971}" dt="2021-03-10T17:16:49.488" v="14" actId="478"/>
          <ac:inkMkLst>
            <pc:docMk/>
            <pc:sldMk cId="0" sldId="446"/>
            <ac:inkMk id="241695" creationId="{ED8CAEDD-A269-4F15-9022-3707F5ADCB6B}"/>
          </ac:inkMkLst>
        </pc:inkChg>
        <pc:inkChg chg="del">
          <ac:chgData name="Md. Nahid Hasan" userId="85ea5f9e-65d6-4031-b810-9415101f2e21" providerId="ADAL" clId="{25D85872-5EAE-4915-8B44-7F01E0758971}" dt="2021-03-10T17:16:49.488" v="14" actId="478"/>
          <ac:inkMkLst>
            <pc:docMk/>
            <pc:sldMk cId="0" sldId="446"/>
            <ac:inkMk id="241696" creationId="{2A99F0D9-E4BB-4744-81E1-CB8826B7B5E4}"/>
          </ac:inkMkLst>
        </pc:inkChg>
      </pc:sldChg>
      <pc:sldChg chg="delSp mod">
        <pc:chgData name="Md. Nahid Hasan" userId="85ea5f9e-65d6-4031-b810-9415101f2e21" providerId="ADAL" clId="{25D85872-5EAE-4915-8B44-7F01E0758971}" dt="2021-03-10T17:17:39.719" v="24" actId="478"/>
        <pc:sldMkLst>
          <pc:docMk/>
          <pc:sldMk cId="0" sldId="448"/>
        </pc:sldMkLst>
        <pc:inkChg chg="del">
          <ac:chgData name="Md. Nahid Hasan" userId="85ea5f9e-65d6-4031-b810-9415101f2e21" providerId="ADAL" clId="{25D85872-5EAE-4915-8B44-7F01E0758971}" dt="2021-03-10T17:17:39.719" v="24" actId="478"/>
          <ac:inkMkLst>
            <pc:docMk/>
            <pc:sldMk cId="0" sldId="448"/>
            <ac:inkMk id="2" creationId="{0B6B5C61-AFC6-4718-BF12-FE48C2F7CDCE}"/>
          </ac:inkMkLst>
        </pc:inkChg>
      </pc:sldChg>
      <pc:sldChg chg="delSp mod">
        <pc:chgData name="Md. Nahid Hasan" userId="85ea5f9e-65d6-4031-b810-9415101f2e21" providerId="ADAL" clId="{25D85872-5EAE-4915-8B44-7F01E0758971}" dt="2021-03-10T17:18:13.092" v="31" actId="478"/>
        <pc:sldMkLst>
          <pc:docMk/>
          <pc:sldMk cId="0" sldId="449"/>
        </pc:sldMkLst>
        <pc:inkChg chg="del">
          <ac:chgData name="Md. Nahid Hasan" userId="85ea5f9e-65d6-4031-b810-9415101f2e21" providerId="ADAL" clId="{25D85872-5EAE-4915-8B44-7F01E0758971}" dt="2021-03-10T17:18:13.092" v="31" actId="478"/>
          <ac:inkMkLst>
            <pc:docMk/>
            <pc:sldMk cId="0" sldId="449"/>
            <ac:inkMk id="7" creationId="{36944E9B-E9C0-4F1F-8713-62FED3149DEB}"/>
          </ac:inkMkLst>
        </pc:inkChg>
        <pc:inkChg chg="del">
          <ac:chgData name="Md. Nahid Hasan" userId="85ea5f9e-65d6-4031-b810-9415101f2e21" providerId="ADAL" clId="{25D85872-5EAE-4915-8B44-7F01E0758971}" dt="2021-03-10T17:18:13.092" v="31" actId="478"/>
          <ac:inkMkLst>
            <pc:docMk/>
            <pc:sldMk cId="0" sldId="449"/>
            <ac:inkMk id="8" creationId="{A3C94AE7-9A61-42DA-8AE5-CA15EED1277C}"/>
          </ac:inkMkLst>
        </pc:inkChg>
        <pc:inkChg chg="del">
          <ac:chgData name="Md. Nahid Hasan" userId="85ea5f9e-65d6-4031-b810-9415101f2e21" providerId="ADAL" clId="{25D85872-5EAE-4915-8B44-7F01E0758971}" dt="2021-03-10T17:18:13.092" v="31" actId="478"/>
          <ac:inkMkLst>
            <pc:docMk/>
            <pc:sldMk cId="0" sldId="449"/>
            <ac:inkMk id="10" creationId="{36ECC2F6-3233-41B4-B590-0A082341EF7C}"/>
          </ac:inkMkLst>
        </pc:inkChg>
        <pc:inkChg chg="del">
          <ac:chgData name="Md. Nahid Hasan" userId="85ea5f9e-65d6-4031-b810-9415101f2e21" providerId="ADAL" clId="{25D85872-5EAE-4915-8B44-7F01E0758971}" dt="2021-03-10T17:18:13.092" v="31" actId="478"/>
          <ac:inkMkLst>
            <pc:docMk/>
            <pc:sldMk cId="0" sldId="449"/>
            <ac:inkMk id="11" creationId="{5485A611-3AD9-4072-9D31-8A47261DBAAA}"/>
          </ac:inkMkLst>
        </pc:inkChg>
        <pc:inkChg chg="del">
          <ac:chgData name="Md. Nahid Hasan" userId="85ea5f9e-65d6-4031-b810-9415101f2e21" providerId="ADAL" clId="{25D85872-5EAE-4915-8B44-7F01E0758971}" dt="2021-03-10T17:18:13.092" v="31" actId="478"/>
          <ac:inkMkLst>
            <pc:docMk/>
            <pc:sldMk cId="0" sldId="449"/>
            <ac:inkMk id="12" creationId="{2BF636A6-9C2C-4DF9-B06E-6EC088D3882D}"/>
          </ac:inkMkLst>
        </pc:inkChg>
        <pc:inkChg chg="del">
          <ac:chgData name="Md. Nahid Hasan" userId="85ea5f9e-65d6-4031-b810-9415101f2e21" providerId="ADAL" clId="{25D85872-5EAE-4915-8B44-7F01E0758971}" dt="2021-03-10T17:18:13.092" v="31" actId="478"/>
          <ac:inkMkLst>
            <pc:docMk/>
            <pc:sldMk cId="0" sldId="449"/>
            <ac:inkMk id="13" creationId="{1599F9AB-8C3F-435D-AF63-5F8921670DF1}"/>
          </ac:inkMkLst>
        </pc:inkChg>
        <pc:inkChg chg="del">
          <ac:chgData name="Md. Nahid Hasan" userId="85ea5f9e-65d6-4031-b810-9415101f2e21" providerId="ADAL" clId="{25D85872-5EAE-4915-8B44-7F01E0758971}" dt="2021-03-10T17:18:13.092" v="31" actId="478"/>
          <ac:inkMkLst>
            <pc:docMk/>
            <pc:sldMk cId="0" sldId="449"/>
            <ac:inkMk id="14" creationId="{D369822D-BA2D-49DA-A0FF-BD01A311BB51}"/>
          </ac:inkMkLst>
        </pc:inkChg>
        <pc:inkChg chg="del">
          <ac:chgData name="Md. Nahid Hasan" userId="85ea5f9e-65d6-4031-b810-9415101f2e21" providerId="ADAL" clId="{25D85872-5EAE-4915-8B44-7F01E0758971}" dt="2021-03-10T17:18:13.092" v="31" actId="478"/>
          <ac:inkMkLst>
            <pc:docMk/>
            <pc:sldMk cId="0" sldId="449"/>
            <ac:inkMk id="15" creationId="{1D38B9B9-B6B8-46E1-ABDC-7EB3703C0620}"/>
          </ac:inkMkLst>
        </pc:inkChg>
        <pc:inkChg chg="del">
          <ac:chgData name="Md. Nahid Hasan" userId="85ea5f9e-65d6-4031-b810-9415101f2e21" providerId="ADAL" clId="{25D85872-5EAE-4915-8B44-7F01E0758971}" dt="2021-03-10T17:18:13.092" v="31" actId="478"/>
          <ac:inkMkLst>
            <pc:docMk/>
            <pc:sldMk cId="0" sldId="449"/>
            <ac:inkMk id="16" creationId="{9C456BD9-2E18-4B67-9BE5-2E9478170E7D}"/>
          </ac:inkMkLst>
        </pc:inkChg>
        <pc:inkChg chg="del">
          <ac:chgData name="Md. Nahid Hasan" userId="85ea5f9e-65d6-4031-b810-9415101f2e21" providerId="ADAL" clId="{25D85872-5EAE-4915-8B44-7F01E0758971}" dt="2021-03-10T17:18:13.092" v="31" actId="478"/>
          <ac:inkMkLst>
            <pc:docMk/>
            <pc:sldMk cId="0" sldId="449"/>
            <ac:inkMk id="17" creationId="{583C2061-2A7B-4AAC-BF61-C69B93B73787}"/>
          </ac:inkMkLst>
        </pc:inkChg>
        <pc:inkChg chg="del">
          <ac:chgData name="Md. Nahid Hasan" userId="85ea5f9e-65d6-4031-b810-9415101f2e21" providerId="ADAL" clId="{25D85872-5EAE-4915-8B44-7F01E0758971}" dt="2021-03-10T17:18:13.092" v="31" actId="478"/>
          <ac:inkMkLst>
            <pc:docMk/>
            <pc:sldMk cId="0" sldId="449"/>
            <ac:inkMk id="18" creationId="{3C1DADC6-08AD-4FF5-88F8-42F71362E1D6}"/>
          </ac:inkMkLst>
        </pc:inkChg>
        <pc:inkChg chg="del">
          <ac:chgData name="Md. Nahid Hasan" userId="85ea5f9e-65d6-4031-b810-9415101f2e21" providerId="ADAL" clId="{25D85872-5EAE-4915-8B44-7F01E0758971}" dt="2021-03-10T17:18:13.092" v="31" actId="478"/>
          <ac:inkMkLst>
            <pc:docMk/>
            <pc:sldMk cId="0" sldId="449"/>
            <ac:inkMk id="19" creationId="{82D367DC-E326-4A11-937F-31B331DAAD2E}"/>
          </ac:inkMkLst>
        </pc:inkChg>
        <pc:inkChg chg="del">
          <ac:chgData name="Md. Nahid Hasan" userId="85ea5f9e-65d6-4031-b810-9415101f2e21" providerId="ADAL" clId="{25D85872-5EAE-4915-8B44-7F01E0758971}" dt="2021-03-10T17:18:13.092" v="31" actId="478"/>
          <ac:inkMkLst>
            <pc:docMk/>
            <pc:sldMk cId="0" sldId="449"/>
            <ac:inkMk id="20" creationId="{4C667A47-6564-47E1-B82B-0A9A820931EE}"/>
          </ac:inkMkLst>
        </pc:inkChg>
        <pc:inkChg chg="del">
          <ac:chgData name="Md. Nahid Hasan" userId="85ea5f9e-65d6-4031-b810-9415101f2e21" providerId="ADAL" clId="{25D85872-5EAE-4915-8B44-7F01E0758971}" dt="2021-03-10T17:18:13.092" v="31" actId="478"/>
          <ac:inkMkLst>
            <pc:docMk/>
            <pc:sldMk cId="0" sldId="449"/>
            <ac:inkMk id="21" creationId="{D85C679C-5801-471C-BCE0-C9C7030A0B01}"/>
          </ac:inkMkLst>
        </pc:inkChg>
        <pc:inkChg chg="del">
          <ac:chgData name="Md. Nahid Hasan" userId="85ea5f9e-65d6-4031-b810-9415101f2e21" providerId="ADAL" clId="{25D85872-5EAE-4915-8B44-7F01E0758971}" dt="2021-03-10T17:18:13.092" v="31" actId="478"/>
          <ac:inkMkLst>
            <pc:docMk/>
            <pc:sldMk cId="0" sldId="449"/>
            <ac:inkMk id="22" creationId="{050996E9-FBEE-4E7B-A459-54C9784F12E1}"/>
          </ac:inkMkLst>
        </pc:inkChg>
        <pc:inkChg chg="del">
          <ac:chgData name="Md. Nahid Hasan" userId="85ea5f9e-65d6-4031-b810-9415101f2e21" providerId="ADAL" clId="{25D85872-5EAE-4915-8B44-7F01E0758971}" dt="2021-03-10T17:18:13.092" v="31" actId="478"/>
          <ac:inkMkLst>
            <pc:docMk/>
            <pc:sldMk cId="0" sldId="449"/>
            <ac:inkMk id="23" creationId="{F11C598A-FCAB-47EF-AEE5-0EFCD562DA8E}"/>
          </ac:inkMkLst>
        </pc:inkChg>
        <pc:inkChg chg="del">
          <ac:chgData name="Md. Nahid Hasan" userId="85ea5f9e-65d6-4031-b810-9415101f2e21" providerId="ADAL" clId="{25D85872-5EAE-4915-8B44-7F01E0758971}" dt="2021-03-10T17:18:13.092" v="31" actId="478"/>
          <ac:inkMkLst>
            <pc:docMk/>
            <pc:sldMk cId="0" sldId="449"/>
            <ac:inkMk id="24" creationId="{FA49984A-8B60-4881-A7C9-A4F793C46A29}"/>
          </ac:inkMkLst>
        </pc:inkChg>
        <pc:inkChg chg="del">
          <ac:chgData name="Md. Nahid Hasan" userId="85ea5f9e-65d6-4031-b810-9415101f2e21" providerId="ADAL" clId="{25D85872-5EAE-4915-8B44-7F01E0758971}" dt="2021-03-10T17:18:13.092" v="31" actId="478"/>
          <ac:inkMkLst>
            <pc:docMk/>
            <pc:sldMk cId="0" sldId="449"/>
            <ac:inkMk id="25" creationId="{C761CFDE-A30F-40F7-9FEF-67FBFB1637C7}"/>
          </ac:inkMkLst>
        </pc:inkChg>
        <pc:inkChg chg="del">
          <ac:chgData name="Md. Nahid Hasan" userId="85ea5f9e-65d6-4031-b810-9415101f2e21" providerId="ADAL" clId="{25D85872-5EAE-4915-8B44-7F01E0758971}" dt="2021-03-10T17:18:13.092" v="31" actId="478"/>
          <ac:inkMkLst>
            <pc:docMk/>
            <pc:sldMk cId="0" sldId="449"/>
            <ac:inkMk id="26" creationId="{3711D527-0E8A-4EE1-9D7B-5983A06C49CF}"/>
          </ac:inkMkLst>
        </pc:inkChg>
        <pc:inkChg chg="del">
          <ac:chgData name="Md. Nahid Hasan" userId="85ea5f9e-65d6-4031-b810-9415101f2e21" providerId="ADAL" clId="{25D85872-5EAE-4915-8B44-7F01E0758971}" dt="2021-03-10T17:18:13.092" v="31" actId="478"/>
          <ac:inkMkLst>
            <pc:docMk/>
            <pc:sldMk cId="0" sldId="449"/>
            <ac:inkMk id="27" creationId="{3EDE0B69-80A6-4EFB-9528-2036AEE6A7EE}"/>
          </ac:inkMkLst>
        </pc:inkChg>
        <pc:inkChg chg="del">
          <ac:chgData name="Md. Nahid Hasan" userId="85ea5f9e-65d6-4031-b810-9415101f2e21" providerId="ADAL" clId="{25D85872-5EAE-4915-8B44-7F01E0758971}" dt="2021-03-10T17:18:13.092" v="31" actId="478"/>
          <ac:inkMkLst>
            <pc:docMk/>
            <pc:sldMk cId="0" sldId="449"/>
            <ac:inkMk id="28" creationId="{43BC3F6A-1E1A-480A-B6A1-8BBF84D404A3}"/>
          </ac:inkMkLst>
        </pc:inkChg>
        <pc:inkChg chg="del">
          <ac:chgData name="Md. Nahid Hasan" userId="85ea5f9e-65d6-4031-b810-9415101f2e21" providerId="ADAL" clId="{25D85872-5EAE-4915-8B44-7F01E0758971}" dt="2021-03-10T17:18:13.092" v="31" actId="478"/>
          <ac:inkMkLst>
            <pc:docMk/>
            <pc:sldMk cId="0" sldId="449"/>
            <ac:inkMk id="29" creationId="{93B695AA-DEB3-406F-97FC-1FF24DAFA025}"/>
          </ac:inkMkLst>
        </pc:inkChg>
        <pc:inkChg chg="del">
          <ac:chgData name="Md. Nahid Hasan" userId="85ea5f9e-65d6-4031-b810-9415101f2e21" providerId="ADAL" clId="{25D85872-5EAE-4915-8B44-7F01E0758971}" dt="2021-03-10T17:18:13.092" v="31" actId="478"/>
          <ac:inkMkLst>
            <pc:docMk/>
            <pc:sldMk cId="0" sldId="449"/>
            <ac:inkMk id="30" creationId="{C759B5C3-0984-40FA-9A84-DD88A04EE255}"/>
          </ac:inkMkLst>
        </pc:inkChg>
        <pc:inkChg chg="del">
          <ac:chgData name="Md. Nahid Hasan" userId="85ea5f9e-65d6-4031-b810-9415101f2e21" providerId="ADAL" clId="{25D85872-5EAE-4915-8B44-7F01E0758971}" dt="2021-03-10T17:18:13.092" v="31" actId="478"/>
          <ac:inkMkLst>
            <pc:docMk/>
            <pc:sldMk cId="0" sldId="449"/>
            <ac:inkMk id="31" creationId="{F5DB9FEF-CEB7-4986-8D40-D551FB89793D}"/>
          </ac:inkMkLst>
        </pc:inkChg>
        <pc:inkChg chg="del">
          <ac:chgData name="Md. Nahid Hasan" userId="85ea5f9e-65d6-4031-b810-9415101f2e21" providerId="ADAL" clId="{25D85872-5EAE-4915-8B44-7F01E0758971}" dt="2021-03-10T17:18:13.092" v="31" actId="478"/>
          <ac:inkMkLst>
            <pc:docMk/>
            <pc:sldMk cId="0" sldId="449"/>
            <ac:inkMk id="32" creationId="{0361B1F4-C6B2-4A20-A26F-A5EA0DD5ACA7}"/>
          </ac:inkMkLst>
        </pc:inkChg>
        <pc:inkChg chg="del">
          <ac:chgData name="Md. Nahid Hasan" userId="85ea5f9e-65d6-4031-b810-9415101f2e21" providerId="ADAL" clId="{25D85872-5EAE-4915-8B44-7F01E0758971}" dt="2021-03-10T17:18:13.092" v="31" actId="478"/>
          <ac:inkMkLst>
            <pc:docMk/>
            <pc:sldMk cId="0" sldId="449"/>
            <ac:inkMk id="33" creationId="{AC70AD3A-9623-47D6-B8D2-E6CE964EAACF}"/>
          </ac:inkMkLst>
        </pc:inkChg>
        <pc:inkChg chg="del">
          <ac:chgData name="Md. Nahid Hasan" userId="85ea5f9e-65d6-4031-b810-9415101f2e21" providerId="ADAL" clId="{25D85872-5EAE-4915-8B44-7F01E0758971}" dt="2021-03-10T17:18:13.092" v="31" actId="478"/>
          <ac:inkMkLst>
            <pc:docMk/>
            <pc:sldMk cId="0" sldId="449"/>
            <ac:inkMk id="36" creationId="{9558FAD2-AEFF-44E7-91A2-D39A2DD4C855}"/>
          </ac:inkMkLst>
        </pc:inkChg>
        <pc:inkChg chg="del">
          <ac:chgData name="Md. Nahid Hasan" userId="85ea5f9e-65d6-4031-b810-9415101f2e21" providerId="ADAL" clId="{25D85872-5EAE-4915-8B44-7F01E0758971}" dt="2021-03-10T17:18:13.092" v="31" actId="478"/>
          <ac:inkMkLst>
            <pc:docMk/>
            <pc:sldMk cId="0" sldId="449"/>
            <ac:inkMk id="37" creationId="{C4B00F94-F6A8-44B2-877B-6874ED5E0BD7}"/>
          </ac:inkMkLst>
        </pc:inkChg>
        <pc:inkChg chg="del">
          <ac:chgData name="Md. Nahid Hasan" userId="85ea5f9e-65d6-4031-b810-9415101f2e21" providerId="ADAL" clId="{25D85872-5EAE-4915-8B44-7F01E0758971}" dt="2021-03-10T17:18:13.092" v="31" actId="478"/>
          <ac:inkMkLst>
            <pc:docMk/>
            <pc:sldMk cId="0" sldId="449"/>
            <ac:inkMk id="50" creationId="{F5CA5C8D-6AB8-4C97-B36D-A5E7499929CE}"/>
          </ac:inkMkLst>
        </pc:inkChg>
        <pc:inkChg chg="del">
          <ac:chgData name="Md. Nahid Hasan" userId="85ea5f9e-65d6-4031-b810-9415101f2e21" providerId="ADAL" clId="{25D85872-5EAE-4915-8B44-7F01E0758971}" dt="2021-03-10T17:18:13.092" v="31" actId="478"/>
          <ac:inkMkLst>
            <pc:docMk/>
            <pc:sldMk cId="0" sldId="449"/>
            <ac:inkMk id="51" creationId="{5F0C8134-E42F-41FF-8DE7-DFA3CFA23E4A}"/>
          </ac:inkMkLst>
        </pc:inkChg>
        <pc:inkChg chg="del">
          <ac:chgData name="Md. Nahid Hasan" userId="85ea5f9e-65d6-4031-b810-9415101f2e21" providerId="ADAL" clId="{25D85872-5EAE-4915-8B44-7F01E0758971}" dt="2021-03-10T17:18:13.092" v="31" actId="478"/>
          <ac:inkMkLst>
            <pc:docMk/>
            <pc:sldMk cId="0" sldId="449"/>
            <ac:inkMk id="69637" creationId="{E6543EB1-F24B-4945-869E-43E2240DC2BA}"/>
          </ac:inkMkLst>
        </pc:inkChg>
        <pc:inkChg chg="del">
          <ac:chgData name="Md. Nahid Hasan" userId="85ea5f9e-65d6-4031-b810-9415101f2e21" providerId="ADAL" clId="{25D85872-5EAE-4915-8B44-7F01E0758971}" dt="2021-03-10T17:18:13.092" v="31" actId="478"/>
          <ac:inkMkLst>
            <pc:docMk/>
            <pc:sldMk cId="0" sldId="449"/>
            <ac:inkMk id="69638" creationId="{86C9A715-FFE4-49BC-BF92-665B19811FD7}"/>
          </ac:inkMkLst>
        </pc:inkChg>
        <pc:inkChg chg="del">
          <ac:chgData name="Md. Nahid Hasan" userId="85ea5f9e-65d6-4031-b810-9415101f2e21" providerId="ADAL" clId="{25D85872-5EAE-4915-8B44-7F01E0758971}" dt="2021-03-10T17:18:13.092" v="31" actId="478"/>
          <ac:inkMkLst>
            <pc:docMk/>
            <pc:sldMk cId="0" sldId="449"/>
            <ac:inkMk id="69639" creationId="{8E1087FA-AD2C-4B30-97DD-D7E1422FBE6B}"/>
          </ac:inkMkLst>
        </pc:inkChg>
        <pc:inkChg chg="del">
          <ac:chgData name="Md. Nahid Hasan" userId="85ea5f9e-65d6-4031-b810-9415101f2e21" providerId="ADAL" clId="{25D85872-5EAE-4915-8B44-7F01E0758971}" dt="2021-03-10T17:18:13.092" v="31" actId="478"/>
          <ac:inkMkLst>
            <pc:docMk/>
            <pc:sldMk cId="0" sldId="449"/>
            <ac:inkMk id="69640" creationId="{EBF9E800-7D62-48DC-8660-C96954E0E5CD}"/>
          </ac:inkMkLst>
        </pc:inkChg>
        <pc:inkChg chg="del">
          <ac:chgData name="Md. Nahid Hasan" userId="85ea5f9e-65d6-4031-b810-9415101f2e21" providerId="ADAL" clId="{25D85872-5EAE-4915-8B44-7F01E0758971}" dt="2021-03-10T17:18:13.092" v="31" actId="478"/>
          <ac:inkMkLst>
            <pc:docMk/>
            <pc:sldMk cId="0" sldId="449"/>
            <ac:inkMk id="69641" creationId="{8397A7D4-1196-41E9-9C2C-BC0ACDA9730E}"/>
          </ac:inkMkLst>
        </pc:inkChg>
        <pc:inkChg chg="del">
          <ac:chgData name="Md. Nahid Hasan" userId="85ea5f9e-65d6-4031-b810-9415101f2e21" providerId="ADAL" clId="{25D85872-5EAE-4915-8B44-7F01E0758971}" dt="2021-03-10T17:18:13.092" v="31" actId="478"/>
          <ac:inkMkLst>
            <pc:docMk/>
            <pc:sldMk cId="0" sldId="449"/>
            <ac:inkMk id="69642" creationId="{221E3199-57C2-4C7B-820D-77E6FD201E0D}"/>
          </ac:inkMkLst>
        </pc:inkChg>
        <pc:inkChg chg="del">
          <ac:chgData name="Md. Nahid Hasan" userId="85ea5f9e-65d6-4031-b810-9415101f2e21" providerId="ADAL" clId="{25D85872-5EAE-4915-8B44-7F01E0758971}" dt="2021-03-10T17:18:13.092" v="31" actId="478"/>
          <ac:inkMkLst>
            <pc:docMk/>
            <pc:sldMk cId="0" sldId="449"/>
            <ac:inkMk id="69643" creationId="{BFCA2606-1E1C-4E3C-91AA-E9DFC44650BE}"/>
          </ac:inkMkLst>
        </pc:inkChg>
        <pc:inkChg chg="del">
          <ac:chgData name="Md. Nahid Hasan" userId="85ea5f9e-65d6-4031-b810-9415101f2e21" providerId="ADAL" clId="{25D85872-5EAE-4915-8B44-7F01E0758971}" dt="2021-03-10T17:18:13.092" v="31" actId="478"/>
          <ac:inkMkLst>
            <pc:docMk/>
            <pc:sldMk cId="0" sldId="449"/>
            <ac:inkMk id="69644" creationId="{A610257B-ACDB-4070-9EFC-2705919B4F9C}"/>
          </ac:inkMkLst>
        </pc:inkChg>
        <pc:inkChg chg="del">
          <ac:chgData name="Md. Nahid Hasan" userId="85ea5f9e-65d6-4031-b810-9415101f2e21" providerId="ADAL" clId="{25D85872-5EAE-4915-8B44-7F01E0758971}" dt="2021-03-10T17:18:13.092" v="31" actId="478"/>
          <ac:inkMkLst>
            <pc:docMk/>
            <pc:sldMk cId="0" sldId="449"/>
            <ac:inkMk id="69645" creationId="{4D8CD5B7-B575-4F1F-A03C-7862C10B8DE1}"/>
          </ac:inkMkLst>
        </pc:inkChg>
        <pc:inkChg chg="del">
          <ac:chgData name="Md. Nahid Hasan" userId="85ea5f9e-65d6-4031-b810-9415101f2e21" providerId="ADAL" clId="{25D85872-5EAE-4915-8B44-7F01E0758971}" dt="2021-03-10T17:18:13.092" v="31" actId="478"/>
          <ac:inkMkLst>
            <pc:docMk/>
            <pc:sldMk cId="0" sldId="449"/>
            <ac:inkMk id="69646" creationId="{457EEF53-1E17-4AC9-B679-D8C46723EA17}"/>
          </ac:inkMkLst>
        </pc:inkChg>
        <pc:inkChg chg="del">
          <ac:chgData name="Md. Nahid Hasan" userId="85ea5f9e-65d6-4031-b810-9415101f2e21" providerId="ADAL" clId="{25D85872-5EAE-4915-8B44-7F01E0758971}" dt="2021-03-10T17:18:13.092" v="31" actId="478"/>
          <ac:inkMkLst>
            <pc:docMk/>
            <pc:sldMk cId="0" sldId="449"/>
            <ac:inkMk id="69647" creationId="{5F1EB570-4679-4E07-87DC-0CCF946D72C9}"/>
          </ac:inkMkLst>
        </pc:inkChg>
        <pc:inkChg chg="del">
          <ac:chgData name="Md. Nahid Hasan" userId="85ea5f9e-65d6-4031-b810-9415101f2e21" providerId="ADAL" clId="{25D85872-5EAE-4915-8B44-7F01E0758971}" dt="2021-03-10T17:18:13.092" v="31" actId="478"/>
          <ac:inkMkLst>
            <pc:docMk/>
            <pc:sldMk cId="0" sldId="449"/>
            <ac:inkMk id="69648" creationId="{99B25B90-CAA9-4F89-A90C-F5D3483CD472}"/>
          </ac:inkMkLst>
        </pc:inkChg>
        <pc:inkChg chg="del">
          <ac:chgData name="Md. Nahid Hasan" userId="85ea5f9e-65d6-4031-b810-9415101f2e21" providerId="ADAL" clId="{25D85872-5EAE-4915-8B44-7F01E0758971}" dt="2021-03-10T17:18:13.092" v="31" actId="478"/>
          <ac:inkMkLst>
            <pc:docMk/>
            <pc:sldMk cId="0" sldId="449"/>
            <ac:inkMk id="69649" creationId="{7B6129CA-AE0E-40D2-89B5-74BE41070562}"/>
          </ac:inkMkLst>
        </pc:inkChg>
        <pc:inkChg chg="del">
          <ac:chgData name="Md. Nahid Hasan" userId="85ea5f9e-65d6-4031-b810-9415101f2e21" providerId="ADAL" clId="{25D85872-5EAE-4915-8B44-7F01E0758971}" dt="2021-03-10T17:18:13.092" v="31" actId="478"/>
          <ac:inkMkLst>
            <pc:docMk/>
            <pc:sldMk cId="0" sldId="449"/>
            <ac:inkMk id="69650" creationId="{8BC7EB88-27D6-4FCA-9B5D-40253157D00F}"/>
          </ac:inkMkLst>
        </pc:inkChg>
        <pc:inkChg chg="del">
          <ac:chgData name="Md. Nahid Hasan" userId="85ea5f9e-65d6-4031-b810-9415101f2e21" providerId="ADAL" clId="{25D85872-5EAE-4915-8B44-7F01E0758971}" dt="2021-03-10T17:18:13.092" v="31" actId="478"/>
          <ac:inkMkLst>
            <pc:docMk/>
            <pc:sldMk cId="0" sldId="449"/>
            <ac:inkMk id="69651" creationId="{7654C976-9E35-44BB-867F-883C520844F4}"/>
          </ac:inkMkLst>
        </pc:inkChg>
        <pc:inkChg chg="del">
          <ac:chgData name="Md. Nahid Hasan" userId="85ea5f9e-65d6-4031-b810-9415101f2e21" providerId="ADAL" clId="{25D85872-5EAE-4915-8B44-7F01E0758971}" dt="2021-03-10T17:18:13.092" v="31" actId="478"/>
          <ac:inkMkLst>
            <pc:docMk/>
            <pc:sldMk cId="0" sldId="449"/>
            <ac:inkMk id="69652" creationId="{5A7A9958-4DF0-4B7A-A0EC-A515A07D5B74}"/>
          </ac:inkMkLst>
        </pc:inkChg>
        <pc:inkChg chg="del">
          <ac:chgData name="Md. Nahid Hasan" userId="85ea5f9e-65d6-4031-b810-9415101f2e21" providerId="ADAL" clId="{25D85872-5EAE-4915-8B44-7F01E0758971}" dt="2021-03-10T17:18:13.092" v="31" actId="478"/>
          <ac:inkMkLst>
            <pc:docMk/>
            <pc:sldMk cId="0" sldId="449"/>
            <ac:inkMk id="69653" creationId="{2E381539-527A-4CFD-92D4-DD672D44E078}"/>
          </ac:inkMkLst>
        </pc:inkChg>
        <pc:inkChg chg="del">
          <ac:chgData name="Md. Nahid Hasan" userId="85ea5f9e-65d6-4031-b810-9415101f2e21" providerId="ADAL" clId="{25D85872-5EAE-4915-8B44-7F01E0758971}" dt="2021-03-10T17:18:13.092" v="31" actId="478"/>
          <ac:inkMkLst>
            <pc:docMk/>
            <pc:sldMk cId="0" sldId="449"/>
            <ac:inkMk id="69654" creationId="{A77EEA21-145B-4A67-BF8A-60012945CF6D}"/>
          </ac:inkMkLst>
        </pc:inkChg>
        <pc:inkChg chg="del">
          <ac:chgData name="Md. Nahid Hasan" userId="85ea5f9e-65d6-4031-b810-9415101f2e21" providerId="ADAL" clId="{25D85872-5EAE-4915-8B44-7F01E0758971}" dt="2021-03-10T17:18:13.092" v="31" actId="478"/>
          <ac:inkMkLst>
            <pc:docMk/>
            <pc:sldMk cId="0" sldId="449"/>
            <ac:inkMk id="69655" creationId="{96E5196D-1839-47F5-AF6E-097353926AC6}"/>
          </ac:inkMkLst>
        </pc:inkChg>
        <pc:inkChg chg="del">
          <ac:chgData name="Md. Nahid Hasan" userId="85ea5f9e-65d6-4031-b810-9415101f2e21" providerId="ADAL" clId="{25D85872-5EAE-4915-8B44-7F01E0758971}" dt="2021-03-10T17:18:13.092" v="31" actId="478"/>
          <ac:inkMkLst>
            <pc:docMk/>
            <pc:sldMk cId="0" sldId="449"/>
            <ac:inkMk id="69656" creationId="{5A36A1D5-B5AB-4748-998A-9AC926930864}"/>
          </ac:inkMkLst>
        </pc:inkChg>
        <pc:inkChg chg="del">
          <ac:chgData name="Md. Nahid Hasan" userId="85ea5f9e-65d6-4031-b810-9415101f2e21" providerId="ADAL" clId="{25D85872-5EAE-4915-8B44-7F01E0758971}" dt="2021-03-10T17:18:13.092" v="31" actId="478"/>
          <ac:inkMkLst>
            <pc:docMk/>
            <pc:sldMk cId="0" sldId="449"/>
            <ac:inkMk id="69657" creationId="{82692050-E3B6-49FC-A2B7-D7CDB3B4C15A}"/>
          </ac:inkMkLst>
        </pc:inkChg>
        <pc:inkChg chg="del">
          <ac:chgData name="Md. Nahid Hasan" userId="85ea5f9e-65d6-4031-b810-9415101f2e21" providerId="ADAL" clId="{25D85872-5EAE-4915-8B44-7F01E0758971}" dt="2021-03-10T17:18:13.092" v="31" actId="478"/>
          <ac:inkMkLst>
            <pc:docMk/>
            <pc:sldMk cId="0" sldId="449"/>
            <ac:inkMk id="69658" creationId="{9D59D353-D043-48BD-863B-2C13B94141B7}"/>
          </ac:inkMkLst>
        </pc:inkChg>
        <pc:inkChg chg="del">
          <ac:chgData name="Md. Nahid Hasan" userId="85ea5f9e-65d6-4031-b810-9415101f2e21" providerId="ADAL" clId="{25D85872-5EAE-4915-8B44-7F01E0758971}" dt="2021-03-10T17:18:13.092" v="31" actId="478"/>
          <ac:inkMkLst>
            <pc:docMk/>
            <pc:sldMk cId="0" sldId="449"/>
            <ac:inkMk id="69659" creationId="{2872959F-4DE0-44A7-ACBA-DC6242E67BA4}"/>
          </ac:inkMkLst>
        </pc:inkChg>
        <pc:inkChg chg="del">
          <ac:chgData name="Md. Nahid Hasan" userId="85ea5f9e-65d6-4031-b810-9415101f2e21" providerId="ADAL" clId="{25D85872-5EAE-4915-8B44-7F01E0758971}" dt="2021-03-10T17:18:13.092" v="31" actId="478"/>
          <ac:inkMkLst>
            <pc:docMk/>
            <pc:sldMk cId="0" sldId="449"/>
            <ac:inkMk id="69660" creationId="{B16201F6-9F82-4D6A-AB01-094ABBFEE055}"/>
          </ac:inkMkLst>
        </pc:inkChg>
        <pc:inkChg chg="del">
          <ac:chgData name="Md. Nahid Hasan" userId="85ea5f9e-65d6-4031-b810-9415101f2e21" providerId="ADAL" clId="{25D85872-5EAE-4915-8B44-7F01E0758971}" dt="2021-03-10T17:18:13.092" v="31" actId="478"/>
          <ac:inkMkLst>
            <pc:docMk/>
            <pc:sldMk cId="0" sldId="449"/>
            <ac:inkMk id="69661" creationId="{776930C2-4924-47F6-8E19-B0060F5B1CFD}"/>
          </ac:inkMkLst>
        </pc:inkChg>
        <pc:inkChg chg="del">
          <ac:chgData name="Md. Nahid Hasan" userId="85ea5f9e-65d6-4031-b810-9415101f2e21" providerId="ADAL" clId="{25D85872-5EAE-4915-8B44-7F01E0758971}" dt="2021-03-10T17:18:13.092" v="31" actId="478"/>
          <ac:inkMkLst>
            <pc:docMk/>
            <pc:sldMk cId="0" sldId="449"/>
            <ac:inkMk id="69662" creationId="{236E18A1-FD6B-4BD8-B697-9D37CC1E6935}"/>
          </ac:inkMkLst>
        </pc:inkChg>
        <pc:inkChg chg="del">
          <ac:chgData name="Md. Nahid Hasan" userId="85ea5f9e-65d6-4031-b810-9415101f2e21" providerId="ADAL" clId="{25D85872-5EAE-4915-8B44-7F01E0758971}" dt="2021-03-10T17:18:13.092" v="31" actId="478"/>
          <ac:inkMkLst>
            <pc:docMk/>
            <pc:sldMk cId="0" sldId="449"/>
            <ac:inkMk id="69663" creationId="{0961202D-66F1-4BD9-8CA1-42F6CBA49484}"/>
          </ac:inkMkLst>
        </pc:inkChg>
        <pc:inkChg chg="del">
          <ac:chgData name="Md. Nahid Hasan" userId="85ea5f9e-65d6-4031-b810-9415101f2e21" providerId="ADAL" clId="{25D85872-5EAE-4915-8B44-7F01E0758971}" dt="2021-03-10T17:18:13.092" v="31" actId="478"/>
          <ac:inkMkLst>
            <pc:docMk/>
            <pc:sldMk cId="0" sldId="449"/>
            <ac:inkMk id="69664" creationId="{37376342-4F21-4623-8355-166162F9EFAF}"/>
          </ac:inkMkLst>
        </pc:inkChg>
        <pc:inkChg chg="del">
          <ac:chgData name="Md. Nahid Hasan" userId="85ea5f9e-65d6-4031-b810-9415101f2e21" providerId="ADAL" clId="{25D85872-5EAE-4915-8B44-7F01E0758971}" dt="2021-03-10T17:18:13.092" v="31" actId="478"/>
          <ac:inkMkLst>
            <pc:docMk/>
            <pc:sldMk cId="0" sldId="449"/>
            <ac:inkMk id="69665" creationId="{8012A5E2-4030-466C-B85A-74DFE234C45F}"/>
          </ac:inkMkLst>
        </pc:inkChg>
        <pc:inkChg chg="del">
          <ac:chgData name="Md. Nahid Hasan" userId="85ea5f9e-65d6-4031-b810-9415101f2e21" providerId="ADAL" clId="{25D85872-5EAE-4915-8B44-7F01E0758971}" dt="2021-03-10T17:18:13.092" v="31" actId="478"/>
          <ac:inkMkLst>
            <pc:docMk/>
            <pc:sldMk cId="0" sldId="449"/>
            <ac:inkMk id="69666" creationId="{96C31DA9-C20A-4A48-85E0-2A6D0E0D0D25}"/>
          </ac:inkMkLst>
        </pc:inkChg>
        <pc:inkChg chg="del">
          <ac:chgData name="Md. Nahid Hasan" userId="85ea5f9e-65d6-4031-b810-9415101f2e21" providerId="ADAL" clId="{25D85872-5EAE-4915-8B44-7F01E0758971}" dt="2021-03-10T17:18:13.092" v="31" actId="478"/>
          <ac:inkMkLst>
            <pc:docMk/>
            <pc:sldMk cId="0" sldId="449"/>
            <ac:inkMk id="69667" creationId="{D68F5B08-FAFF-40DC-A8BD-B3B4BC14D6A9}"/>
          </ac:inkMkLst>
        </pc:inkChg>
        <pc:inkChg chg="del">
          <ac:chgData name="Md. Nahid Hasan" userId="85ea5f9e-65d6-4031-b810-9415101f2e21" providerId="ADAL" clId="{25D85872-5EAE-4915-8B44-7F01E0758971}" dt="2021-03-10T17:18:13.092" v="31" actId="478"/>
          <ac:inkMkLst>
            <pc:docMk/>
            <pc:sldMk cId="0" sldId="449"/>
            <ac:inkMk id="69668" creationId="{55BFB340-4A51-461D-8349-153FBAF1EDC9}"/>
          </ac:inkMkLst>
        </pc:inkChg>
        <pc:inkChg chg="del">
          <ac:chgData name="Md. Nahid Hasan" userId="85ea5f9e-65d6-4031-b810-9415101f2e21" providerId="ADAL" clId="{25D85872-5EAE-4915-8B44-7F01E0758971}" dt="2021-03-10T17:18:13.092" v="31" actId="478"/>
          <ac:inkMkLst>
            <pc:docMk/>
            <pc:sldMk cId="0" sldId="449"/>
            <ac:inkMk id="69669" creationId="{1819834A-DFB1-43D2-AAA1-71888DE82D02}"/>
          </ac:inkMkLst>
        </pc:inkChg>
        <pc:inkChg chg="del">
          <ac:chgData name="Md. Nahid Hasan" userId="85ea5f9e-65d6-4031-b810-9415101f2e21" providerId="ADAL" clId="{25D85872-5EAE-4915-8B44-7F01E0758971}" dt="2021-03-10T17:18:13.092" v="31" actId="478"/>
          <ac:inkMkLst>
            <pc:docMk/>
            <pc:sldMk cId="0" sldId="449"/>
            <ac:inkMk id="69670" creationId="{81D33B58-4D69-4B33-A1F3-FF954430BA35}"/>
          </ac:inkMkLst>
        </pc:inkChg>
        <pc:inkChg chg="del">
          <ac:chgData name="Md. Nahid Hasan" userId="85ea5f9e-65d6-4031-b810-9415101f2e21" providerId="ADAL" clId="{25D85872-5EAE-4915-8B44-7F01E0758971}" dt="2021-03-10T17:18:13.092" v="31" actId="478"/>
          <ac:inkMkLst>
            <pc:docMk/>
            <pc:sldMk cId="0" sldId="449"/>
            <ac:inkMk id="69671" creationId="{43A92B4D-3D8F-4207-BDDD-F6243DBE951D}"/>
          </ac:inkMkLst>
        </pc:inkChg>
        <pc:inkChg chg="del">
          <ac:chgData name="Md. Nahid Hasan" userId="85ea5f9e-65d6-4031-b810-9415101f2e21" providerId="ADAL" clId="{25D85872-5EAE-4915-8B44-7F01E0758971}" dt="2021-03-10T17:18:13.092" v="31" actId="478"/>
          <ac:inkMkLst>
            <pc:docMk/>
            <pc:sldMk cId="0" sldId="449"/>
            <ac:inkMk id="69672" creationId="{820ADA1C-F886-4BDF-AC6D-93CA1AE54449}"/>
          </ac:inkMkLst>
        </pc:inkChg>
        <pc:inkChg chg="del">
          <ac:chgData name="Md. Nahid Hasan" userId="85ea5f9e-65d6-4031-b810-9415101f2e21" providerId="ADAL" clId="{25D85872-5EAE-4915-8B44-7F01E0758971}" dt="2021-03-10T17:18:13.092" v="31" actId="478"/>
          <ac:inkMkLst>
            <pc:docMk/>
            <pc:sldMk cId="0" sldId="449"/>
            <ac:inkMk id="69673" creationId="{62586FB8-9E0D-48E8-A68D-34AC54B0856B}"/>
          </ac:inkMkLst>
        </pc:inkChg>
        <pc:inkChg chg="del">
          <ac:chgData name="Md. Nahid Hasan" userId="85ea5f9e-65d6-4031-b810-9415101f2e21" providerId="ADAL" clId="{25D85872-5EAE-4915-8B44-7F01E0758971}" dt="2021-03-10T17:18:13.092" v="31" actId="478"/>
          <ac:inkMkLst>
            <pc:docMk/>
            <pc:sldMk cId="0" sldId="449"/>
            <ac:inkMk id="69674" creationId="{9BB077E9-C130-4AA3-A477-3F8681AB896C}"/>
          </ac:inkMkLst>
        </pc:inkChg>
        <pc:inkChg chg="del">
          <ac:chgData name="Md. Nahid Hasan" userId="85ea5f9e-65d6-4031-b810-9415101f2e21" providerId="ADAL" clId="{25D85872-5EAE-4915-8B44-7F01E0758971}" dt="2021-03-10T17:18:13.092" v="31" actId="478"/>
          <ac:inkMkLst>
            <pc:docMk/>
            <pc:sldMk cId="0" sldId="449"/>
            <ac:inkMk id="69675" creationId="{0B2CDFD2-4445-406C-AD8F-0BA038265A42}"/>
          </ac:inkMkLst>
        </pc:inkChg>
        <pc:inkChg chg="del">
          <ac:chgData name="Md. Nahid Hasan" userId="85ea5f9e-65d6-4031-b810-9415101f2e21" providerId="ADAL" clId="{25D85872-5EAE-4915-8B44-7F01E0758971}" dt="2021-03-10T17:18:13.092" v="31" actId="478"/>
          <ac:inkMkLst>
            <pc:docMk/>
            <pc:sldMk cId="0" sldId="449"/>
            <ac:inkMk id="69676" creationId="{690AFC95-6ECF-4D97-992A-FBBB46C74D33}"/>
          </ac:inkMkLst>
        </pc:inkChg>
        <pc:inkChg chg="del">
          <ac:chgData name="Md. Nahid Hasan" userId="85ea5f9e-65d6-4031-b810-9415101f2e21" providerId="ADAL" clId="{25D85872-5EAE-4915-8B44-7F01E0758971}" dt="2021-03-10T17:18:13.092" v="31" actId="478"/>
          <ac:inkMkLst>
            <pc:docMk/>
            <pc:sldMk cId="0" sldId="449"/>
            <ac:inkMk id="69677" creationId="{1A952B92-EF56-4B6F-9659-FBE3B54EDA4B}"/>
          </ac:inkMkLst>
        </pc:inkChg>
        <pc:inkChg chg="del">
          <ac:chgData name="Md. Nahid Hasan" userId="85ea5f9e-65d6-4031-b810-9415101f2e21" providerId="ADAL" clId="{25D85872-5EAE-4915-8B44-7F01E0758971}" dt="2021-03-10T17:18:13.092" v="31" actId="478"/>
          <ac:inkMkLst>
            <pc:docMk/>
            <pc:sldMk cId="0" sldId="449"/>
            <ac:inkMk id="69678" creationId="{08CA0E69-2DC3-42BC-BA80-8164B095F02A}"/>
          </ac:inkMkLst>
        </pc:inkChg>
        <pc:inkChg chg="del">
          <ac:chgData name="Md. Nahid Hasan" userId="85ea5f9e-65d6-4031-b810-9415101f2e21" providerId="ADAL" clId="{25D85872-5EAE-4915-8B44-7F01E0758971}" dt="2021-03-10T17:18:13.092" v="31" actId="478"/>
          <ac:inkMkLst>
            <pc:docMk/>
            <pc:sldMk cId="0" sldId="449"/>
            <ac:inkMk id="69679" creationId="{3D043DF7-1A67-4430-9250-6BD9DB3DD40A}"/>
          </ac:inkMkLst>
        </pc:inkChg>
        <pc:inkChg chg="del">
          <ac:chgData name="Md. Nahid Hasan" userId="85ea5f9e-65d6-4031-b810-9415101f2e21" providerId="ADAL" clId="{25D85872-5EAE-4915-8B44-7F01E0758971}" dt="2021-03-10T17:18:13.092" v="31" actId="478"/>
          <ac:inkMkLst>
            <pc:docMk/>
            <pc:sldMk cId="0" sldId="449"/>
            <ac:inkMk id="69680" creationId="{913F565E-5A00-46C9-A9C7-6066FFBFEDB7}"/>
          </ac:inkMkLst>
        </pc:inkChg>
        <pc:inkChg chg="del">
          <ac:chgData name="Md. Nahid Hasan" userId="85ea5f9e-65d6-4031-b810-9415101f2e21" providerId="ADAL" clId="{25D85872-5EAE-4915-8B44-7F01E0758971}" dt="2021-03-10T17:18:13.092" v="31" actId="478"/>
          <ac:inkMkLst>
            <pc:docMk/>
            <pc:sldMk cId="0" sldId="449"/>
            <ac:inkMk id="69681" creationId="{5D61931C-BCEE-4205-A4DB-2B04B42CEB9D}"/>
          </ac:inkMkLst>
        </pc:inkChg>
        <pc:inkChg chg="del">
          <ac:chgData name="Md. Nahid Hasan" userId="85ea5f9e-65d6-4031-b810-9415101f2e21" providerId="ADAL" clId="{25D85872-5EAE-4915-8B44-7F01E0758971}" dt="2021-03-10T17:18:13.092" v="31" actId="478"/>
          <ac:inkMkLst>
            <pc:docMk/>
            <pc:sldMk cId="0" sldId="449"/>
            <ac:inkMk id="69682" creationId="{461F05C4-AB7B-42BC-A1FE-80C127EF17E1}"/>
          </ac:inkMkLst>
        </pc:inkChg>
        <pc:inkChg chg="del">
          <ac:chgData name="Md. Nahid Hasan" userId="85ea5f9e-65d6-4031-b810-9415101f2e21" providerId="ADAL" clId="{25D85872-5EAE-4915-8B44-7F01E0758971}" dt="2021-03-10T17:18:13.092" v="31" actId="478"/>
          <ac:inkMkLst>
            <pc:docMk/>
            <pc:sldMk cId="0" sldId="449"/>
            <ac:inkMk id="69683" creationId="{0F0DEBF2-83FC-4366-878A-66A60C6C8F76}"/>
          </ac:inkMkLst>
        </pc:inkChg>
        <pc:inkChg chg="del">
          <ac:chgData name="Md. Nahid Hasan" userId="85ea5f9e-65d6-4031-b810-9415101f2e21" providerId="ADAL" clId="{25D85872-5EAE-4915-8B44-7F01E0758971}" dt="2021-03-10T17:18:13.092" v="31" actId="478"/>
          <ac:inkMkLst>
            <pc:docMk/>
            <pc:sldMk cId="0" sldId="449"/>
            <ac:inkMk id="69684" creationId="{47A2B584-5AB6-4654-B510-CBF29EED86EB}"/>
          </ac:inkMkLst>
        </pc:inkChg>
        <pc:inkChg chg="del">
          <ac:chgData name="Md. Nahid Hasan" userId="85ea5f9e-65d6-4031-b810-9415101f2e21" providerId="ADAL" clId="{25D85872-5EAE-4915-8B44-7F01E0758971}" dt="2021-03-10T17:18:13.092" v="31" actId="478"/>
          <ac:inkMkLst>
            <pc:docMk/>
            <pc:sldMk cId="0" sldId="449"/>
            <ac:inkMk id="69685" creationId="{4ADD9121-5F0B-4373-A156-8A497DC6D67F}"/>
          </ac:inkMkLst>
        </pc:inkChg>
        <pc:inkChg chg="del">
          <ac:chgData name="Md. Nahid Hasan" userId="85ea5f9e-65d6-4031-b810-9415101f2e21" providerId="ADAL" clId="{25D85872-5EAE-4915-8B44-7F01E0758971}" dt="2021-03-10T17:18:13.092" v="31" actId="478"/>
          <ac:inkMkLst>
            <pc:docMk/>
            <pc:sldMk cId="0" sldId="449"/>
            <ac:inkMk id="69686" creationId="{5067EF93-5A0F-4933-9829-825EE5AA37B0}"/>
          </ac:inkMkLst>
        </pc:inkChg>
        <pc:inkChg chg="del">
          <ac:chgData name="Md. Nahid Hasan" userId="85ea5f9e-65d6-4031-b810-9415101f2e21" providerId="ADAL" clId="{25D85872-5EAE-4915-8B44-7F01E0758971}" dt="2021-03-10T17:18:13.092" v="31" actId="478"/>
          <ac:inkMkLst>
            <pc:docMk/>
            <pc:sldMk cId="0" sldId="449"/>
            <ac:inkMk id="69687" creationId="{A710B29D-3C25-44F3-BDC1-DCBB4EB5C591}"/>
          </ac:inkMkLst>
        </pc:inkChg>
        <pc:inkChg chg="del">
          <ac:chgData name="Md. Nahid Hasan" userId="85ea5f9e-65d6-4031-b810-9415101f2e21" providerId="ADAL" clId="{25D85872-5EAE-4915-8B44-7F01E0758971}" dt="2021-03-10T17:18:13.092" v="31" actId="478"/>
          <ac:inkMkLst>
            <pc:docMk/>
            <pc:sldMk cId="0" sldId="449"/>
            <ac:inkMk id="69688" creationId="{DFDC861C-14F3-4EEE-B5E2-1D408754283F}"/>
          </ac:inkMkLst>
        </pc:inkChg>
        <pc:inkChg chg="del">
          <ac:chgData name="Md. Nahid Hasan" userId="85ea5f9e-65d6-4031-b810-9415101f2e21" providerId="ADAL" clId="{25D85872-5EAE-4915-8B44-7F01E0758971}" dt="2021-03-10T17:18:13.092" v="31" actId="478"/>
          <ac:inkMkLst>
            <pc:docMk/>
            <pc:sldMk cId="0" sldId="449"/>
            <ac:inkMk id="69689" creationId="{9DA5CBE1-9AFE-42DF-9333-F0633FEBEC3B}"/>
          </ac:inkMkLst>
        </pc:inkChg>
        <pc:inkChg chg="del">
          <ac:chgData name="Md. Nahid Hasan" userId="85ea5f9e-65d6-4031-b810-9415101f2e21" providerId="ADAL" clId="{25D85872-5EAE-4915-8B44-7F01E0758971}" dt="2021-03-10T17:18:13.092" v="31" actId="478"/>
          <ac:inkMkLst>
            <pc:docMk/>
            <pc:sldMk cId="0" sldId="449"/>
            <ac:inkMk id="69690" creationId="{B7B73A78-9E73-4661-B3BD-BBF39842E2C0}"/>
          </ac:inkMkLst>
        </pc:inkChg>
        <pc:inkChg chg="del">
          <ac:chgData name="Md. Nahid Hasan" userId="85ea5f9e-65d6-4031-b810-9415101f2e21" providerId="ADAL" clId="{25D85872-5EAE-4915-8B44-7F01E0758971}" dt="2021-03-10T17:18:13.092" v="31" actId="478"/>
          <ac:inkMkLst>
            <pc:docMk/>
            <pc:sldMk cId="0" sldId="449"/>
            <ac:inkMk id="69691" creationId="{39D163BB-9387-41C1-B5DF-F7A51A6F5EC1}"/>
          </ac:inkMkLst>
        </pc:inkChg>
        <pc:inkChg chg="del">
          <ac:chgData name="Md. Nahid Hasan" userId="85ea5f9e-65d6-4031-b810-9415101f2e21" providerId="ADAL" clId="{25D85872-5EAE-4915-8B44-7F01E0758971}" dt="2021-03-10T17:18:13.092" v="31" actId="478"/>
          <ac:inkMkLst>
            <pc:docMk/>
            <pc:sldMk cId="0" sldId="449"/>
            <ac:inkMk id="69692" creationId="{E26E2CCF-DD42-4D7E-81AB-65F8882685E0}"/>
          </ac:inkMkLst>
        </pc:inkChg>
        <pc:inkChg chg="del">
          <ac:chgData name="Md. Nahid Hasan" userId="85ea5f9e-65d6-4031-b810-9415101f2e21" providerId="ADAL" clId="{25D85872-5EAE-4915-8B44-7F01E0758971}" dt="2021-03-10T17:18:13.092" v="31" actId="478"/>
          <ac:inkMkLst>
            <pc:docMk/>
            <pc:sldMk cId="0" sldId="449"/>
            <ac:inkMk id="69693" creationId="{D4722212-FCDD-4C9C-B8E6-1ED2580E4ACC}"/>
          </ac:inkMkLst>
        </pc:inkChg>
        <pc:inkChg chg="del">
          <ac:chgData name="Md. Nahid Hasan" userId="85ea5f9e-65d6-4031-b810-9415101f2e21" providerId="ADAL" clId="{25D85872-5EAE-4915-8B44-7F01E0758971}" dt="2021-03-10T17:18:13.092" v="31" actId="478"/>
          <ac:inkMkLst>
            <pc:docMk/>
            <pc:sldMk cId="0" sldId="449"/>
            <ac:inkMk id="69694" creationId="{2BF1A422-F734-4DF5-AC85-7ADFDD699492}"/>
          </ac:inkMkLst>
        </pc:inkChg>
        <pc:inkChg chg="del">
          <ac:chgData name="Md. Nahid Hasan" userId="85ea5f9e-65d6-4031-b810-9415101f2e21" providerId="ADAL" clId="{25D85872-5EAE-4915-8B44-7F01E0758971}" dt="2021-03-10T17:18:13.092" v="31" actId="478"/>
          <ac:inkMkLst>
            <pc:docMk/>
            <pc:sldMk cId="0" sldId="449"/>
            <ac:inkMk id="69695" creationId="{96ABA016-3A86-4853-958E-5D7CAAB05AD2}"/>
          </ac:inkMkLst>
        </pc:inkChg>
        <pc:inkChg chg="del">
          <ac:chgData name="Md. Nahid Hasan" userId="85ea5f9e-65d6-4031-b810-9415101f2e21" providerId="ADAL" clId="{25D85872-5EAE-4915-8B44-7F01E0758971}" dt="2021-03-10T17:18:13.092" v="31" actId="478"/>
          <ac:inkMkLst>
            <pc:docMk/>
            <pc:sldMk cId="0" sldId="449"/>
            <ac:inkMk id="69698" creationId="{5C1D7900-E6A0-47E5-9BE5-482240747F69}"/>
          </ac:inkMkLst>
        </pc:inkChg>
        <pc:inkChg chg="del">
          <ac:chgData name="Md. Nahid Hasan" userId="85ea5f9e-65d6-4031-b810-9415101f2e21" providerId="ADAL" clId="{25D85872-5EAE-4915-8B44-7F01E0758971}" dt="2021-03-10T17:18:13.092" v="31" actId="478"/>
          <ac:inkMkLst>
            <pc:docMk/>
            <pc:sldMk cId="0" sldId="449"/>
            <ac:inkMk id="69699" creationId="{678A507F-95F5-4250-B4D6-6AC19CD44F57}"/>
          </ac:inkMkLst>
        </pc:inkChg>
        <pc:inkChg chg="del">
          <ac:chgData name="Md. Nahid Hasan" userId="85ea5f9e-65d6-4031-b810-9415101f2e21" providerId="ADAL" clId="{25D85872-5EAE-4915-8B44-7F01E0758971}" dt="2021-03-10T17:18:13.092" v="31" actId="478"/>
          <ac:inkMkLst>
            <pc:docMk/>
            <pc:sldMk cId="0" sldId="449"/>
            <ac:inkMk id="69708" creationId="{EBFF9D32-58C5-4EC7-B22A-B82C21029542}"/>
          </ac:inkMkLst>
        </pc:inkChg>
        <pc:inkChg chg="del">
          <ac:chgData name="Md. Nahid Hasan" userId="85ea5f9e-65d6-4031-b810-9415101f2e21" providerId="ADAL" clId="{25D85872-5EAE-4915-8B44-7F01E0758971}" dt="2021-03-10T17:18:13.092" v="31" actId="478"/>
          <ac:inkMkLst>
            <pc:docMk/>
            <pc:sldMk cId="0" sldId="449"/>
            <ac:inkMk id="69709" creationId="{617F792F-7C99-4BC5-8772-DA02E9370E29}"/>
          </ac:inkMkLst>
        </pc:inkChg>
        <pc:inkChg chg="del">
          <ac:chgData name="Md. Nahid Hasan" userId="85ea5f9e-65d6-4031-b810-9415101f2e21" providerId="ADAL" clId="{25D85872-5EAE-4915-8B44-7F01E0758971}" dt="2021-03-10T17:18:13.092" v="31" actId="478"/>
          <ac:inkMkLst>
            <pc:docMk/>
            <pc:sldMk cId="0" sldId="449"/>
            <ac:inkMk id="69710" creationId="{30399C66-115B-4D08-BA1A-C84316CA02A8}"/>
          </ac:inkMkLst>
        </pc:inkChg>
        <pc:inkChg chg="del">
          <ac:chgData name="Md. Nahid Hasan" userId="85ea5f9e-65d6-4031-b810-9415101f2e21" providerId="ADAL" clId="{25D85872-5EAE-4915-8B44-7F01E0758971}" dt="2021-03-10T17:18:13.092" v="31" actId="478"/>
          <ac:inkMkLst>
            <pc:docMk/>
            <pc:sldMk cId="0" sldId="449"/>
            <ac:inkMk id="69711" creationId="{AAE1DA26-27D6-45DA-BCF8-DDC6C10B949B}"/>
          </ac:inkMkLst>
        </pc:inkChg>
        <pc:inkChg chg="del">
          <ac:chgData name="Md. Nahid Hasan" userId="85ea5f9e-65d6-4031-b810-9415101f2e21" providerId="ADAL" clId="{25D85872-5EAE-4915-8B44-7F01E0758971}" dt="2021-03-10T17:18:13.092" v="31" actId="478"/>
          <ac:inkMkLst>
            <pc:docMk/>
            <pc:sldMk cId="0" sldId="449"/>
            <ac:inkMk id="69712" creationId="{1752A602-F83E-4843-873F-5879E044F6B5}"/>
          </ac:inkMkLst>
        </pc:inkChg>
        <pc:inkChg chg="del">
          <ac:chgData name="Md. Nahid Hasan" userId="85ea5f9e-65d6-4031-b810-9415101f2e21" providerId="ADAL" clId="{25D85872-5EAE-4915-8B44-7F01E0758971}" dt="2021-03-10T17:18:13.092" v="31" actId="478"/>
          <ac:inkMkLst>
            <pc:docMk/>
            <pc:sldMk cId="0" sldId="449"/>
            <ac:inkMk id="69713" creationId="{1982EA21-B1A0-4FF6-8E7F-E56DB0853998}"/>
          </ac:inkMkLst>
        </pc:inkChg>
        <pc:inkChg chg="del">
          <ac:chgData name="Md. Nahid Hasan" userId="85ea5f9e-65d6-4031-b810-9415101f2e21" providerId="ADAL" clId="{25D85872-5EAE-4915-8B44-7F01E0758971}" dt="2021-03-10T17:18:13.092" v="31" actId="478"/>
          <ac:inkMkLst>
            <pc:docMk/>
            <pc:sldMk cId="0" sldId="449"/>
            <ac:inkMk id="69714" creationId="{E5B42618-83C1-4742-AC1E-980ADE63370E}"/>
          </ac:inkMkLst>
        </pc:inkChg>
        <pc:inkChg chg="del">
          <ac:chgData name="Md. Nahid Hasan" userId="85ea5f9e-65d6-4031-b810-9415101f2e21" providerId="ADAL" clId="{25D85872-5EAE-4915-8B44-7F01E0758971}" dt="2021-03-10T17:18:13.092" v="31" actId="478"/>
          <ac:inkMkLst>
            <pc:docMk/>
            <pc:sldMk cId="0" sldId="449"/>
            <ac:inkMk id="69716" creationId="{E4A1AD9C-7105-48D6-84DB-987FF594F7A2}"/>
          </ac:inkMkLst>
        </pc:inkChg>
        <pc:inkChg chg="del">
          <ac:chgData name="Md. Nahid Hasan" userId="85ea5f9e-65d6-4031-b810-9415101f2e21" providerId="ADAL" clId="{25D85872-5EAE-4915-8B44-7F01E0758971}" dt="2021-03-10T17:18:13.092" v="31" actId="478"/>
          <ac:inkMkLst>
            <pc:docMk/>
            <pc:sldMk cId="0" sldId="449"/>
            <ac:inkMk id="69717" creationId="{07D874E2-BEA0-4A2D-8EF7-3A78F18397DA}"/>
          </ac:inkMkLst>
        </pc:inkChg>
        <pc:inkChg chg="del">
          <ac:chgData name="Md. Nahid Hasan" userId="85ea5f9e-65d6-4031-b810-9415101f2e21" providerId="ADAL" clId="{25D85872-5EAE-4915-8B44-7F01E0758971}" dt="2021-03-10T17:18:13.092" v="31" actId="478"/>
          <ac:inkMkLst>
            <pc:docMk/>
            <pc:sldMk cId="0" sldId="449"/>
            <ac:inkMk id="69718" creationId="{D9E3224F-58D3-49BB-A676-2CA92E405333}"/>
          </ac:inkMkLst>
        </pc:inkChg>
        <pc:inkChg chg="del">
          <ac:chgData name="Md. Nahid Hasan" userId="85ea5f9e-65d6-4031-b810-9415101f2e21" providerId="ADAL" clId="{25D85872-5EAE-4915-8B44-7F01E0758971}" dt="2021-03-10T17:18:13.092" v="31" actId="478"/>
          <ac:inkMkLst>
            <pc:docMk/>
            <pc:sldMk cId="0" sldId="449"/>
            <ac:inkMk id="69724" creationId="{B29788EB-6821-4570-A49F-AC1BB1AB1DF2}"/>
          </ac:inkMkLst>
        </pc:inkChg>
        <pc:inkChg chg="del">
          <ac:chgData name="Md. Nahid Hasan" userId="85ea5f9e-65d6-4031-b810-9415101f2e21" providerId="ADAL" clId="{25D85872-5EAE-4915-8B44-7F01E0758971}" dt="2021-03-10T17:18:13.092" v="31" actId="478"/>
          <ac:inkMkLst>
            <pc:docMk/>
            <pc:sldMk cId="0" sldId="449"/>
            <ac:inkMk id="69725" creationId="{ADBE543B-824A-4FAB-85DA-563F544406D7}"/>
          </ac:inkMkLst>
        </pc:inkChg>
        <pc:inkChg chg="del">
          <ac:chgData name="Md. Nahid Hasan" userId="85ea5f9e-65d6-4031-b810-9415101f2e21" providerId="ADAL" clId="{25D85872-5EAE-4915-8B44-7F01E0758971}" dt="2021-03-10T17:18:13.092" v="31" actId="478"/>
          <ac:inkMkLst>
            <pc:docMk/>
            <pc:sldMk cId="0" sldId="449"/>
            <ac:inkMk id="69727" creationId="{8EF88E75-1836-4A09-9AE1-3314DD7607B3}"/>
          </ac:inkMkLst>
        </pc:inkChg>
        <pc:inkChg chg="del">
          <ac:chgData name="Md. Nahid Hasan" userId="85ea5f9e-65d6-4031-b810-9415101f2e21" providerId="ADAL" clId="{25D85872-5EAE-4915-8B44-7F01E0758971}" dt="2021-03-10T17:18:13.092" v="31" actId="478"/>
          <ac:inkMkLst>
            <pc:docMk/>
            <pc:sldMk cId="0" sldId="449"/>
            <ac:inkMk id="69729" creationId="{BBBC9D41-4328-4409-8A73-C1C525AD87F8}"/>
          </ac:inkMkLst>
        </pc:inkChg>
        <pc:inkChg chg="del">
          <ac:chgData name="Md. Nahid Hasan" userId="85ea5f9e-65d6-4031-b810-9415101f2e21" providerId="ADAL" clId="{25D85872-5EAE-4915-8B44-7F01E0758971}" dt="2021-03-10T17:18:13.092" v="31" actId="478"/>
          <ac:inkMkLst>
            <pc:docMk/>
            <pc:sldMk cId="0" sldId="449"/>
            <ac:inkMk id="69730" creationId="{06F575F6-118A-4978-B017-2CC31866DBC3}"/>
          </ac:inkMkLst>
        </pc:inkChg>
        <pc:inkChg chg="del">
          <ac:chgData name="Md. Nahid Hasan" userId="85ea5f9e-65d6-4031-b810-9415101f2e21" providerId="ADAL" clId="{25D85872-5EAE-4915-8B44-7F01E0758971}" dt="2021-03-10T17:18:13.092" v="31" actId="478"/>
          <ac:inkMkLst>
            <pc:docMk/>
            <pc:sldMk cId="0" sldId="449"/>
            <ac:inkMk id="69731" creationId="{6DE4D3ED-7E74-4A6B-B864-70E65F6DF97B}"/>
          </ac:inkMkLst>
        </pc:inkChg>
        <pc:inkChg chg="del">
          <ac:chgData name="Md. Nahid Hasan" userId="85ea5f9e-65d6-4031-b810-9415101f2e21" providerId="ADAL" clId="{25D85872-5EAE-4915-8B44-7F01E0758971}" dt="2021-03-10T17:18:13.092" v="31" actId="478"/>
          <ac:inkMkLst>
            <pc:docMk/>
            <pc:sldMk cId="0" sldId="449"/>
            <ac:inkMk id="69732" creationId="{98FAA084-44A7-4237-AF16-2A2BCA216F71}"/>
          </ac:inkMkLst>
        </pc:inkChg>
        <pc:inkChg chg="del">
          <ac:chgData name="Md. Nahid Hasan" userId="85ea5f9e-65d6-4031-b810-9415101f2e21" providerId="ADAL" clId="{25D85872-5EAE-4915-8B44-7F01E0758971}" dt="2021-03-10T17:18:13.092" v="31" actId="478"/>
          <ac:inkMkLst>
            <pc:docMk/>
            <pc:sldMk cId="0" sldId="449"/>
            <ac:inkMk id="69733" creationId="{3D62589D-A701-4778-9BC9-8B626791DFB5}"/>
          </ac:inkMkLst>
        </pc:inkChg>
        <pc:inkChg chg="del">
          <ac:chgData name="Md. Nahid Hasan" userId="85ea5f9e-65d6-4031-b810-9415101f2e21" providerId="ADAL" clId="{25D85872-5EAE-4915-8B44-7F01E0758971}" dt="2021-03-10T17:18:13.092" v="31" actId="478"/>
          <ac:inkMkLst>
            <pc:docMk/>
            <pc:sldMk cId="0" sldId="449"/>
            <ac:inkMk id="69734" creationId="{B7CD5D0A-EF44-47D3-8BD4-2A3875DD9C2B}"/>
          </ac:inkMkLst>
        </pc:inkChg>
        <pc:inkChg chg="del">
          <ac:chgData name="Md. Nahid Hasan" userId="85ea5f9e-65d6-4031-b810-9415101f2e21" providerId="ADAL" clId="{25D85872-5EAE-4915-8B44-7F01E0758971}" dt="2021-03-10T17:18:13.092" v="31" actId="478"/>
          <ac:inkMkLst>
            <pc:docMk/>
            <pc:sldMk cId="0" sldId="449"/>
            <ac:inkMk id="69735" creationId="{10573F3C-659E-4CE5-B9CC-662B0DA7ADCF}"/>
          </ac:inkMkLst>
        </pc:inkChg>
        <pc:inkChg chg="del">
          <ac:chgData name="Md. Nahid Hasan" userId="85ea5f9e-65d6-4031-b810-9415101f2e21" providerId="ADAL" clId="{25D85872-5EAE-4915-8B44-7F01E0758971}" dt="2021-03-10T17:18:13.092" v="31" actId="478"/>
          <ac:inkMkLst>
            <pc:docMk/>
            <pc:sldMk cId="0" sldId="449"/>
            <ac:inkMk id="69736" creationId="{E42F44DF-2DBF-4D85-98F0-EA832518D6ED}"/>
          </ac:inkMkLst>
        </pc:inkChg>
        <pc:inkChg chg="del">
          <ac:chgData name="Md. Nahid Hasan" userId="85ea5f9e-65d6-4031-b810-9415101f2e21" providerId="ADAL" clId="{25D85872-5EAE-4915-8B44-7F01E0758971}" dt="2021-03-10T17:18:13.092" v="31" actId="478"/>
          <ac:inkMkLst>
            <pc:docMk/>
            <pc:sldMk cId="0" sldId="449"/>
            <ac:inkMk id="69737" creationId="{39EFC4FA-74FC-4496-985D-333F15B7A61F}"/>
          </ac:inkMkLst>
        </pc:inkChg>
        <pc:inkChg chg="del">
          <ac:chgData name="Md. Nahid Hasan" userId="85ea5f9e-65d6-4031-b810-9415101f2e21" providerId="ADAL" clId="{25D85872-5EAE-4915-8B44-7F01E0758971}" dt="2021-03-10T17:18:13.092" v="31" actId="478"/>
          <ac:inkMkLst>
            <pc:docMk/>
            <pc:sldMk cId="0" sldId="449"/>
            <ac:inkMk id="69738" creationId="{8F9082A8-6425-46D9-BB6E-2BDE851AEFC3}"/>
          </ac:inkMkLst>
        </pc:inkChg>
        <pc:inkChg chg="del">
          <ac:chgData name="Md. Nahid Hasan" userId="85ea5f9e-65d6-4031-b810-9415101f2e21" providerId="ADAL" clId="{25D85872-5EAE-4915-8B44-7F01E0758971}" dt="2021-03-10T17:18:13.092" v="31" actId="478"/>
          <ac:inkMkLst>
            <pc:docMk/>
            <pc:sldMk cId="0" sldId="449"/>
            <ac:inkMk id="69739" creationId="{587356CF-9B1A-4026-BC36-A2BA1C043AA8}"/>
          </ac:inkMkLst>
        </pc:inkChg>
        <pc:inkChg chg="del">
          <ac:chgData name="Md. Nahid Hasan" userId="85ea5f9e-65d6-4031-b810-9415101f2e21" providerId="ADAL" clId="{25D85872-5EAE-4915-8B44-7F01E0758971}" dt="2021-03-10T17:18:13.092" v="31" actId="478"/>
          <ac:inkMkLst>
            <pc:docMk/>
            <pc:sldMk cId="0" sldId="449"/>
            <ac:inkMk id="69740" creationId="{540AC803-BF61-48E0-9CC6-BB53010F4E5C}"/>
          </ac:inkMkLst>
        </pc:inkChg>
        <pc:inkChg chg="del">
          <ac:chgData name="Md. Nahid Hasan" userId="85ea5f9e-65d6-4031-b810-9415101f2e21" providerId="ADAL" clId="{25D85872-5EAE-4915-8B44-7F01E0758971}" dt="2021-03-10T17:18:13.092" v="31" actId="478"/>
          <ac:inkMkLst>
            <pc:docMk/>
            <pc:sldMk cId="0" sldId="449"/>
            <ac:inkMk id="69741" creationId="{834AE1CA-81EC-4D1F-93A9-B11CD0CEEF9C}"/>
          </ac:inkMkLst>
        </pc:inkChg>
        <pc:inkChg chg="del">
          <ac:chgData name="Md. Nahid Hasan" userId="85ea5f9e-65d6-4031-b810-9415101f2e21" providerId="ADAL" clId="{25D85872-5EAE-4915-8B44-7F01E0758971}" dt="2021-03-10T17:18:13.092" v="31" actId="478"/>
          <ac:inkMkLst>
            <pc:docMk/>
            <pc:sldMk cId="0" sldId="449"/>
            <ac:inkMk id="69742" creationId="{8D61ECAE-4A90-4DDC-841A-AC8175D95274}"/>
          </ac:inkMkLst>
        </pc:inkChg>
        <pc:inkChg chg="del">
          <ac:chgData name="Md. Nahid Hasan" userId="85ea5f9e-65d6-4031-b810-9415101f2e21" providerId="ADAL" clId="{25D85872-5EAE-4915-8B44-7F01E0758971}" dt="2021-03-10T17:18:13.092" v="31" actId="478"/>
          <ac:inkMkLst>
            <pc:docMk/>
            <pc:sldMk cId="0" sldId="449"/>
            <ac:inkMk id="69743" creationId="{7BCADD3A-E274-4E8D-A7F8-D41828477211}"/>
          </ac:inkMkLst>
        </pc:inkChg>
        <pc:inkChg chg="del">
          <ac:chgData name="Md. Nahid Hasan" userId="85ea5f9e-65d6-4031-b810-9415101f2e21" providerId="ADAL" clId="{25D85872-5EAE-4915-8B44-7F01E0758971}" dt="2021-03-10T17:18:13.092" v="31" actId="478"/>
          <ac:inkMkLst>
            <pc:docMk/>
            <pc:sldMk cId="0" sldId="449"/>
            <ac:inkMk id="69744" creationId="{7B93D078-FFCF-48BB-9365-6E061E850BCE}"/>
          </ac:inkMkLst>
        </pc:inkChg>
        <pc:inkChg chg="del">
          <ac:chgData name="Md. Nahid Hasan" userId="85ea5f9e-65d6-4031-b810-9415101f2e21" providerId="ADAL" clId="{25D85872-5EAE-4915-8B44-7F01E0758971}" dt="2021-03-10T17:18:13.092" v="31" actId="478"/>
          <ac:inkMkLst>
            <pc:docMk/>
            <pc:sldMk cId="0" sldId="449"/>
            <ac:inkMk id="69745" creationId="{6C305FD2-219C-409B-856F-266D8686B365}"/>
          </ac:inkMkLst>
        </pc:inkChg>
        <pc:inkChg chg="del">
          <ac:chgData name="Md. Nahid Hasan" userId="85ea5f9e-65d6-4031-b810-9415101f2e21" providerId="ADAL" clId="{25D85872-5EAE-4915-8B44-7F01E0758971}" dt="2021-03-10T17:18:13.092" v="31" actId="478"/>
          <ac:inkMkLst>
            <pc:docMk/>
            <pc:sldMk cId="0" sldId="449"/>
            <ac:inkMk id="69746" creationId="{65171EE9-393B-4CD8-B5D6-E8BA1B125017}"/>
          </ac:inkMkLst>
        </pc:inkChg>
        <pc:inkChg chg="del">
          <ac:chgData name="Md. Nahid Hasan" userId="85ea5f9e-65d6-4031-b810-9415101f2e21" providerId="ADAL" clId="{25D85872-5EAE-4915-8B44-7F01E0758971}" dt="2021-03-10T17:18:13.092" v="31" actId="478"/>
          <ac:inkMkLst>
            <pc:docMk/>
            <pc:sldMk cId="0" sldId="449"/>
            <ac:inkMk id="69747" creationId="{575DDD7E-182F-4722-B163-4B50DA4BC217}"/>
          </ac:inkMkLst>
        </pc:inkChg>
        <pc:inkChg chg="del">
          <ac:chgData name="Md. Nahid Hasan" userId="85ea5f9e-65d6-4031-b810-9415101f2e21" providerId="ADAL" clId="{25D85872-5EAE-4915-8B44-7F01E0758971}" dt="2021-03-10T17:18:13.092" v="31" actId="478"/>
          <ac:inkMkLst>
            <pc:docMk/>
            <pc:sldMk cId="0" sldId="449"/>
            <ac:inkMk id="69748" creationId="{E7464159-1316-4C11-880F-51A4099C8280}"/>
          </ac:inkMkLst>
        </pc:inkChg>
        <pc:inkChg chg="del">
          <ac:chgData name="Md. Nahid Hasan" userId="85ea5f9e-65d6-4031-b810-9415101f2e21" providerId="ADAL" clId="{25D85872-5EAE-4915-8B44-7F01E0758971}" dt="2021-03-10T17:18:13.092" v="31" actId="478"/>
          <ac:inkMkLst>
            <pc:docMk/>
            <pc:sldMk cId="0" sldId="449"/>
            <ac:inkMk id="69749" creationId="{CB23CF3B-2D89-4BAC-A278-470E9932550F}"/>
          </ac:inkMkLst>
        </pc:inkChg>
        <pc:inkChg chg="del">
          <ac:chgData name="Md. Nahid Hasan" userId="85ea5f9e-65d6-4031-b810-9415101f2e21" providerId="ADAL" clId="{25D85872-5EAE-4915-8B44-7F01E0758971}" dt="2021-03-10T17:18:13.092" v="31" actId="478"/>
          <ac:inkMkLst>
            <pc:docMk/>
            <pc:sldMk cId="0" sldId="449"/>
            <ac:inkMk id="69750" creationId="{7B9CE976-DB73-4439-91DF-4AC5FB57A304}"/>
          </ac:inkMkLst>
        </pc:inkChg>
        <pc:inkChg chg="del">
          <ac:chgData name="Md. Nahid Hasan" userId="85ea5f9e-65d6-4031-b810-9415101f2e21" providerId="ADAL" clId="{25D85872-5EAE-4915-8B44-7F01E0758971}" dt="2021-03-10T17:18:13.092" v="31" actId="478"/>
          <ac:inkMkLst>
            <pc:docMk/>
            <pc:sldMk cId="0" sldId="449"/>
            <ac:inkMk id="69751" creationId="{4C7C6CBA-4159-4379-96D6-D2DE04642495}"/>
          </ac:inkMkLst>
        </pc:inkChg>
        <pc:inkChg chg="del">
          <ac:chgData name="Md. Nahid Hasan" userId="85ea5f9e-65d6-4031-b810-9415101f2e21" providerId="ADAL" clId="{25D85872-5EAE-4915-8B44-7F01E0758971}" dt="2021-03-10T17:18:13.092" v="31" actId="478"/>
          <ac:inkMkLst>
            <pc:docMk/>
            <pc:sldMk cId="0" sldId="449"/>
            <ac:inkMk id="69752" creationId="{066AABBE-BBD0-40F2-AA1D-00599D28F49B}"/>
          </ac:inkMkLst>
        </pc:inkChg>
        <pc:inkChg chg="del">
          <ac:chgData name="Md. Nahid Hasan" userId="85ea5f9e-65d6-4031-b810-9415101f2e21" providerId="ADAL" clId="{25D85872-5EAE-4915-8B44-7F01E0758971}" dt="2021-03-10T17:18:13.092" v="31" actId="478"/>
          <ac:inkMkLst>
            <pc:docMk/>
            <pc:sldMk cId="0" sldId="449"/>
            <ac:inkMk id="69753" creationId="{F6D3AD65-C05F-4879-A888-BFD6ADBF4A82}"/>
          </ac:inkMkLst>
        </pc:inkChg>
        <pc:inkChg chg="del">
          <ac:chgData name="Md. Nahid Hasan" userId="85ea5f9e-65d6-4031-b810-9415101f2e21" providerId="ADAL" clId="{25D85872-5EAE-4915-8B44-7F01E0758971}" dt="2021-03-10T17:18:13.092" v="31" actId="478"/>
          <ac:inkMkLst>
            <pc:docMk/>
            <pc:sldMk cId="0" sldId="449"/>
            <ac:inkMk id="69754" creationId="{0312CBB0-E4E9-4D2C-B942-8F981C1792AB}"/>
          </ac:inkMkLst>
        </pc:inkChg>
        <pc:inkChg chg="del">
          <ac:chgData name="Md. Nahid Hasan" userId="85ea5f9e-65d6-4031-b810-9415101f2e21" providerId="ADAL" clId="{25D85872-5EAE-4915-8B44-7F01E0758971}" dt="2021-03-10T17:18:13.092" v="31" actId="478"/>
          <ac:inkMkLst>
            <pc:docMk/>
            <pc:sldMk cId="0" sldId="449"/>
            <ac:inkMk id="69755" creationId="{3D2A1A9A-7470-4D9A-A681-537F07A3527D}"/>
          </ac:inkMkLst>
        </pc:inkChg>
        <pc:inkChg chg="del">
          <ac:chgData name="Md. Nahid Hasan" userId="85ea5f9e-65d6-4031-b810-9415101f2e21" providerId="ADAL" clId="{25D85872-5EAE-4915-8B44-7F01E0758971}" dt="2021-03-10T17:18:13.092" v="31" actId="478"/>
          <ac:inkMkLst>
            <pc:docMk/>
            <pc:sldMk cId="0" sldId="449"/>
            <ac:inkMk id="69756" creationId="{37C95B35-BD25-42BF-9524-29422D8703AA}"/>
          </ac:inkMkLst>
        </pc:inkChg>
        <pc:inkChg chg="del">
          <ac:chgData name="Md. Nahid Hasan" userId="85ea5f9e-65d6-4031-b810-9415101f2e21" providerId="ADAL" clId="{25D85872-5EAE-4915-8B44-7F01E0758971}" dt="2021-03-10T17:18:13.092" v="31" actId="478"/>
          <ac:inkMkLst>
            <pc:docMk/>
            <pc:sldMk cId="0" sldId="449"/>
            <ac:inkMk id="69757" creationId="{72FF104A-FC03-4DB5-922F-09B16EAD5307}"/>
          </ac:inkMkLst>
        </pc:inkChg>
        <pc:inkChg chg="del">
          <ac:chgData name="Md. Nahid Hasan" userId="85ea5f9e-65d6-4031-b810-9415101f2e21" providerId="ADAL" clId="{25D85872-5EAE-4915-8B44-7F01E0758971}" dt="2021-03-10T17:18:13.092" v="31" actId="478"/>
          <ac:inkMkLst>
            <pc:docMk/>
            <pc:sldMk cId="0" sldId="449"/>
            <ac:inkMk id="69758" creationId="{2B09E266-C502-4DD4-828F-0D8ACC954050}"/>
          </ac:inkMkLst>
        </pc:inkChg>
        <pc:inkChg chg="del">
          <ac:chgData name="Md. Nahid Hasan" userId="85ea5f9e-65d6-4031-b810-9415101f2e21" providerId="ADAL" clId="{25D85872-5EAE-4915-8B44-7F01E0758971}" dt="2021-03-10T17:18:13.092" v="31" actId="478"/>
          <ac:inkMkLst>
            <pc:docMk/>
            <pc:sldMk cId="0" sldId="449"/>
            <ac:inkMk id="69759" creationId="{B0936DF1-7190-4FD2-8DD7-0771DADD6CC2}"/>
          </ac:inkMkLst>
        </pc:inkChg>
        <pc:inkChg chg="del">
          <ac:chgData name="Md. Nahid Hasan" userId="85ea5f9e-65d6-4031-b810-9415101f2e21" providerId="ADAL" clId="{25D85872-5EAE-4915-8B44-7F01E0758971}" dt="2021-03-10T17:18:13.092" v="31" actId="478"/>
          <ac:inkMkLst>
            <pc:docMk/>
            <pc:sldMk cId="0" sldId="449"/>
            <ac:inkMk id="69760" creationId="{98168B83-11BF-495A-94D1-2E268334D9F0}"/>
          </ac:inkMkLst>
        </pc:inkChg>
        <pc:inkChg chg="del">
          <ac:chgData name="Md. Nahid Hasan" userId="85ea5f9e-65d6-4031-b810-9415101f2e21" providerId="ADAL" clId="{25D85872-5EAE-4915-8B44-7F01E0758971}" dt="2021-03-10T17:18:13.092" v="31" actId="478"/>
          <ac:inkMkLst>
            <pc:docMk/>
            <pc:sldMk cId="0" sldId="449"/>
            <ac:inkMk id="69783" creationId="{80507169-5830-4896-A07E-E99167EA846A}"/>
          </ac:inkMkLst>
        </pc:inkChg>
        <pc:inkChg chg="del">
          <ac:chgData name="Md. Nahid Hasan" userId="85ea5f9e-65d6-4031-b810-9415101f2e21" providerId="ADAL" clId="{25D85872-5EAE-4915-8B44-7F01E0758971}" dt="2021-03-10T17:18:13.092" v="31" actId="478"/>
          <ac:inkMkLst>
            <pc:docMk/>
            <pc:sldMk cId="0" sldId="449"/>
            <ac:inkMk id="69786" creationId="{4E4561A1-837F-44E7-A600-24F68DFCAB08}"/>
          </ac:inkMkLst>
        </pc:inkChg>
        <pc:inkChg chg="del">
          <ac:chgData name="Md. Nahid Hasan" userId="85ea5f9e-65d6-4031-b810-9415101f2e21" providerId="ADAL" clId="{25D85872-5EAE-4915-8B44-7F01E0758971}" dt="2021-03-10T17:18:13.092" v="31" actId="478"/>
          <ac:inkMkLst>
            <pc:docMk/>
            <pc:sldMk cId="0" sldId="449"/>
            <ac:inkMk id="69788" creationId="{32236B1B-4487-4C38-AB75-0C74FA385852}"/>
          </ac:inkMkLst>
        </pc:inkChg>
      </pc:sldChg>
      <pc:sldChg chg="delSp mod">
        <pc:chgData name="Md. Nahid Hasan" userId="85ea5f9e-65d6-4031-b810-9415101f2e21" providerId="ADAL" clId="{25D85872-5EAE-4915-8B44-7F01E0758971}" dt="2021-03-10T17:18:05.744" v="30" actId="478"/>
        <pc:sldMkLst>
          <pc:docMk/>
          <pc:sldMk cId="0" sldId="450"/>
        </pc:sldMkLst>
        <pc:inkChg chg="del">
          <ac:chgData name="Md. Nahid Hasan" userId="85ea5f9e-65d6-4031-b810-9415101f2e21" providerId="ADAL" clId="{25D85872-5EAE-4915-8B44-7F01E0758971}" dt="2021-03-10T17:18:05.744" v="30" actId="478"/>
          <ac:inkMkLst>
            <pc:docMk/>
            <pc:sldMk cId="0" sldId="450"/>
            <ac:inkMk id="49" creationId="{2061B6F7-96E4-496B-BA03-744A777FC8CD}"/>
          </ac:inkMkLst>
        </pc:inkChg>
        <pc:inkChg chg="del">
          <ac:chgData name="Md. Nahid Hasan" userId="85ea5f9e-65d6-4031-b810-9415101f2e21" providerId="ADAL" clId="{25D85872-5EAE-4915-8B44-7F01E0758971}" dt="2021-03-10T17:18:05.744" v="30" actId="478"/>
          <ac:inkMkLst>
            <pc:docMk/>
            <pc:sldMk cId="0" sldId="450"/>
            <ac:inkMk id="50" creationId="{4AB4997A-D2E9-47B6-B0A8-FD21124E84C5}"/>
          </ac:inkMkLst>
        </pc:inkChg>
        <pc:inkChg chg="del">
          <ac:chgData name="Md. Nahid Hasan" userId="85ea5f9e-65d6-4031-b810-9415101f2e21" providerId="ADAL" clId="{25D85872-5EAE-4915-8B44-7F01E0758971}" dt="2021-03-10T17:18:05.744" v="30" actId="478"/>
          <ac:inkMkLst>
            <pc:docMk/>
            <pc:sldMk cId="0" sldId="450"/>
            <ac:inkMk id="51" creationId="{E67799C7-7BF3-4DDA-BC4F-F824ECD407FD}"/>
          </ac:inkMkLst>
        </pc:inkChg>
        <pc:inkChg chg="del">
          <ac:chgData name="Md. Nahid Hasan" userId="85ea5f9e-65d6-4031-b810-9415101f2e21" providerId="ADAL" clId="{25D85872-5EAE-4915-8B44-7F01E0758971}" dt="2021-03-10T17:18:05.744" v="30" actId="478"/>
          <ac:inkMkLst>
            <pc:docMk/>
            <pc:sldMk cId="0" sldId="450"/>
            <ac:inkMk id="52" creationId="{29780BB0-36A8-4AF5-98C9-C3AFBFEC6BD1}"/>
          </ac:inkMkLst>
        </pc:inkChg>
        <pc:inkChg chg="del">
          <ac:chgData name="Md. Nahid Hasan" userId="85ea5f9e-65d6-4031-b810-9415101f2e21" providerId="ADAL" clId="{25D85872-5EAE-4915-8B44-7F01E0758971}" dt="2021-03-10T17:18:05.744" v="30" actId="478"/>
          <ac:inkMkLst>
            <pc:docMk/>
            <pc:sldMk cId="0" sldId="450"/>
            <ac:inkMk id="53" creationId="{8AFDD07A-41BE-4DB6-B08A-1F505BC5A8B4}"/>
          </ac:inkMkLst>
        </pc:inkChg>
        <pc:inkChg chg="del">
          <ac:chgData name="Md. Nahid Hasan" userId="85ea5f9e-65d6-4031-b810-9415101f2e21" providerId="ADAL" clId="{25D85872-5EAE-4915-8B44-7F01E0758971}" dt="2021-03-10T17:18:05.744" v="30" actId="478"/>
          <ac:inkMkLst>
            <pc:docMk/>
            <pc:sldMk cId="0" sldId="450"/>
            <ac:inkMk id="54" creationId="{3E5166BD-5E0A-459A-9ECF-AF6534EB6CB6}"/>
          </ac:inkMkLst>
        </pc:inkChg>
        <pc:inkChg chg="del">
          <ac:chgData name="Md. Nahid Hasan" userId="85ea5f9e-65d6-4031-b810-9415101f2e21" providerId="ADAL" clId="{25D85872-5EAE-4915-8B44-7F01E0758971}" dt="2021-03-10T17:18:05.744" v="30" actId="478"/>
          <ac:inkMkLst>
            <pc:docMk/>
            <pc:sldMk cId="0" sldId="450"/>
            <ac:inkMk id="68626" creationId="{264F4583-0495-4FF8-8493-D43265BFCF77}"/>
          </ac:inkMkLst>
        </pc:inkChg>
        <pc:inkChg chg="del">
          <ac:chgData name="Md. Nahid Hasan" userId="85ea5f9e-65d6-4031-b810-9415101f2e21" providerId="ADAL" clId="{25D85872-5EAE-4915-8B44-7F01E0758971}" dt="2021-03-10T17:18:05.744" v="30" actId="478"/>
          <ac:inkMkLst>
            <pc:docMk/>
            <pc:sldMk cId="0" sldId="450"/>
            <ac:inkMk id="68631" creationId="{45410439-CC24-4BA7-8854-0F406FA78F47}"/>
          </ac:inkMkLst>
        </pc:inkChg>
        <pc:inkChg chg="del">
          <ac:chgData name="Md. Nahid Hasan" userId="85ea5f9e-65d6-4031-b810-9415101f2e21" providerId="ADAL" clId="{25D85872-5EAE-4915-8B44-7F01E0758971}" dt="2021-03-10T17:18:05.744" v="30" actId="478"/>
          <ac:inkMkLst>
            <pc:docMk/>
            <pc:sldMk cId="0" sldId="450"/>
            <ac:inkMk id="68632" creationId="{58F4FE7A-6B54-41A3-B79E-59F6EF1FED95}"/>
          </ac:inkMkLst>
        </pc:inkChg>
        <pc:inkChg chg="del">
          <ac:chgData name="Md. Nahid Hasan" userId="85ea5f9e-65d6-4031-b810-9415101f2e21" providerId="ADAL" clId="{25D85872-5EAE-4915-8B44-7F01E0758971}" dt="2021-03-10T17:18:05.744" v="30" actId="478"/>
          <ac:inkMkLst>
            <pc:docMk/>
            <pc:sldMk cId="0" sldId="450"/>
            <ac:inkMk id="68633" creationId="{2E70B3EE-1738-46A2-B36C-0544E556445C}"/>
          </ac:inkMkLst>
        </pc:inkChg>
        <pc:inkChg chg="del">
          <ac:chgData name="Md. Nahid Hasan" userId="85ea5f9e-65d6-4031-b810-9415101f2e21" providerId="ADAL" clId="{25D85872-5EAE-4915-8B44-7F01E0758971}" dt="2021-03-10T17:18:05.744" v="30" actId="478"/>
          <ac:inkMkLst>
            <pc:docMk/>
            <pc:sldMk cId="0" sldId="450"/>
            <ac:inkMk id="68634" creationId="{F7590936-E497-4C37-8B4B-A0534517AAAA}"/>
          </ac:inkMkLst>
        </pc:inkChg>
        <pc:inkChg chg="del">
          <ac:chgData name="Md. Nahid Hasan" userId="85ea5f9e-65d6-4031-b810-9415101f2e21" providerId="ADAL" clId="{25D85872-5EAE-4915-8B44-7F01E0758971}" dt="2021-03-10T17:18:05.744" v="30" actId="478"/>
          <ac:inkMkLst>
            <pc:docMk/>
            <pc:sldMk cId="0" sldId="450"/>
            <ac:inkMk id="68635" creationId="{7D7E9129-A4A7-480F-9504-233DDCA73609}"/>
          </ac:inkMkLst>
        </pc:inkChg>
        <pc:inkChg chg="del">
          <ac:chgData name="Md. Nahid Hasan" userId="85ea5f9e-65d6-4031-b810-9415101f2e21" providerId="ADAL" clId="{25D85872-5EAE-4915-8B44-7F01E0758971}" dt="2021-03-10T17:18:05.744" v="30" actId="478"/>
          <ac:inkMkLst>
            <pc:docMk/>
            <pc:sldMk cId="0" sldId="450"/>
            <ac:inkMk id="68636" creationId="{8A00D204-5432-4BFD-8250-26D3EF4C2E26}"/>
          </ac:inkMkLst>
        </pc:inkChg>
        <pc:inkChg chg="del">
          <ac:chgData name="Md. Nahid Hasan" userId="85ea5f9e-65d6-4031-b810-9415101f2e21" providerId="ADAL" clId="{25D85872-5EAE-4915-8B44-7F01E0758971}" dt="2021-03-10T17:18:05.744" v="30" actId="478"/>
          <ac:inkMkLst>
            <pc:docMk/>
            <pc:sldMk cId="0" sldId="450"/>
            <ac:inkMk id="68637" creationId="{7ABD10EF-A25C-4535-B9D0-59F182949126}"/>
          </ac:inkMkLst>
        </pc:inkChg>
        <pc:inkChg chg="del">
          <ac:chgData name="Md. Nahid Hasan" userId="85ea5f9e-65d6-4031-b810-9415101f2e21" providerId="ADAL" clId="{25D85872-5EAE-4915-8B44-7F01E0758971}" dt="2021-03-10T17:18:05.744" v="30" actId="478"/>
          <ac:inkMkLst>
            <pc:docMk/>
            <pc:sldMk cId="0" sldId="450"/>
            <ac:inkMk id="68638" creationId="{2334A763-8D5B-41B0-971F-61E338304AF0}"/>
          </ac:inkMkLst>
        </pc:inkChg>
        <pc:inkChg chg="del">
          <ac:chgData name="Md. Nahid Hasan" userId="85ea5f9e-65d6-4031-b810-9415101f2e21" providerId="ADAL" clId="{25D85872-5EAE-4915-8B44-7F01E0758971}" dt="2021-03-10T17:18:05.744" v="30" actId="478"/>
          <ac:inkMkLst>
            <pc:docMk/>
            <pc:sldMk cId="0" sldId="450"/>
            <ac:inkMk id="68639" creationId="{A14EF3BC-9E8E-43BE-B8D1-A8158375C880}"/>
          </ac:inkMkLst>
        </pc:inkChg>
        <pc:inkChg chg="del">
          <ac:chgData name="Md. Nahid Hasan" userId="85ea5f9e-65d6-4031-b810-9415101f2e21" providerId="ADAL" clId="{25D85872-5EAE-4915-8B44-7F01E0758971}" dt="2021-03-10T17:18:05.744" v="30" actId="478"/>
          <ac:inkMkLst>
            <pc:docMk/>
            <pc:sldMk cId="0" sldId="450"/>
            <ac:inkMk id="68640" creationId="{B3902D40-5AAF-4FB5-8AFC-74E9249F709C}"/>
          </ac:inkMkLst>
        </pc:inkChg>
        <pc:inkChg chg="del">
          <ac:chgData name="Md. Nahid Hasan" userId="85ea5f9e-65d6-4031-b810-9415101f2e21" providerId="ADAL" clId="{25D85872-5EAE-4915-8B44-7F01E0758971}" dt="2021-03-10T17:18:05.744" v="30" actId="478"/>
          <ac:inkMkLst>
            <pc:docMk/>
            <pc:sldMk cId="0" sldId="450"/>
            <ac:inkMk id="68641" creationId="{56FDDAF2-2849-4E58-8A99-7BA1300C80A0}"/>
          </ac:inkMkLst>
        </pc:inkChg>
        <pc:inkChg chg="del">
          <ac:chgData name="Md. Nahid Hasan" userId="85ea5f9e-65d6-4031-b810-9415101f2e21" providerId="ADAL" clId="{25D85872-5EAE-4915-8B44-7F01E0758971}" dt="2021-03-10T17:18:05.744" v="30" actId="478"/>
          <ac:inkMkLst>
            <pc:docMk/>
            <pc:sldMk cId="0" sldId="450"/>
            <ac:inkMk id="68642" creationId="{4AAC9582-E487-4B5A-80CD-AD05B0971CF8}"/>
          </ac:inkMkLst>
        </pc:inkChg>
        <pc:inkChg chg="del">
          <ac:chgData name="Md. Nahid Hasan" userId="85ea5f9e-65d6-4031-b810-9415101f2e21" providerId="ADAL" clId="{25D85872-5EAE-4915-8B44-7F01E0758971}" dt="2021-03-10T17:18:05.744" v="30" actId="478"/>
          <ac:inkMkLst>
            <pc:docMk/>
            <pc:sldMk cId="0" sldId="450"/>
            <ac:inkMk id="68643" creationId="{ED816C61-E0BF-4966-94F6-1E1463325E5B}"/>
          </ac:inkMkLst>
        </pc:inkChg>
        <pc:inkChg chg="del">
          <ac:chgData name="Md. Nahid Hasan" userId="85ea5f9e-65d6-4031-b810-9415101f2e21" providerId="ADAL" clId="{25D85872-5EAE-4915-8B44-7F01E0758971}" dt="2021-03-10T17:18:05.744" v="30" actId="478"/>
          <ac:inkMkLst>
            <pc:docMk/>
            <pc:sldMk cId="0" sldId="450"/>
            <ac:inkMk id="68644" creationId="{73E04E60-E673-4526-9A40-D1C10E7B98CE}"/>
          </ac:inkMkLst>
        </pc:inkChg>
        <pc:inkChg chg="del">
          <ac:chgData name="Md. Nahid Hasan" userId="85ea5f9e-65d6-4031-b810-9415101f2e21" providerId="ADAL" clId="{25D85872-5EAE-4915-8B44-7F01E0758971}" dt="2021-03-10T17:18:05.744" v="30" actId="478"/>
          <ac:inkMkLst>
            <pc:docMk/>
            <pc:sldMk cId="0" sldId="450"/>
            <ac:inkMk id="68645" creationId="{EC6CBBF7-2590-417D-AAA8-E681A62C3759}"/>
          </ac:inkMkLst>
        </pc:inkChg>
        <pc:inkChg chg="del">
          <ac:chgData name="Md. Nahid Hasan" userId="85ea5f9e-65d6-4031-b810-9415101f2e21" providerId="ADAL" clId="{25D85872-5EAE-4915-8B44-7F01E0758971}" dt="2021-03-10T17:18:05.744" v="30" actId="478"/>
          <ac:inkMkLst>
            <pc:docMk/>
            <pc:sldMk cId="0" sldId="450"/>
            <ac:inkMk id="68646" creationId="{0A819431-0FE0-48C4-B887-2A06BF35F578}"/>
          </ac:inkMkLst>
        </pc:inkChg>
        <pc:inkChg chg="del">
          <ac:chgData name="Md. Nahid Hasan" userId="85ea5f9e-65d6-4031-b810-9415101f2e21" providerId="ADAL" clId="{25D85872-5EAE-4915-8B44-7F01E0758971}" dt="2021-03-10T17:18:05.744" v="30" actId="478"/>
          <ac:inkMkLst>
            <pc:docMk/>
            <pc:sldMk cId="0" sldId="450"/>
            <ac:inkMk id="68647" creationId="{AC241B0D-2DB2-48B1-8016-2F341B5C7427}"/>
          </ac:inkMkLst>
        </pc:inkChg>
        <pc:inkChg chg="del">
          <ac:chgData name="Md. Nahid Hasan" userId="85ea5f9e-65d6-4031-b810-9415101f2e21" providerId="ADAL" clId="{25D85872-5EAE-4915-8B44-7F01E0758971}" dt="2021-03-10T17:18:05.744" v="30" actId="478"/>
          <ac:inkMkLst>
            <pc:docMk/>
            <pc:sldMk cId="0" sldId="450"/>
            <ac:inkMk id="68648" creationId="{81DC9F47-5A58-4122-9A49-84C2932104EB}"/>
          </ac:inkMkLst>
        </pc:inkChg>
        <pc:inkChg chg="del">
          <ac:chgData name="Md. Nahid Hasan" userId="85ea5f9e-65d6-4031-b810-9415101f2e21" providerId="ADAL" clId="{25D85872-5EAE-4915-8B44-7F01E0758971}" dt="2021-03-10T17:18:05.744" v="30" actId="478"/>
          <ac:inkMkLst>
            <pc:docMk/>
            <pc:sldMk cId="0" sldId="450"/>
            <ac:inkMk id="68649" creationId="{C2A13F88-1850-450D-8D7A-B461490EDC0F}"/>
          </ac:inkMkLst>
        </pc:inkChg>
        <pc:inkChg chg="del">
          <ac:chgData name="Md. Nahid Hasan" userId="85ea5f9e-65d6-4031-b810-9415101f2e21" providerId="ADAL" clId="{25D85872-5EAE-4915-8B44-7F01E0758971}" dt="2021-03-10T17:18:05.744" v="30" actId="478"/>
          <ac:inkMkLst>
            <pc:docMk/>
            <pc:sldMk cId="0" sldId="450"/>
            <ac:inkMk id="68650" creationId="{4F1F83AA-B001-493B-8025-679661F1B65F}"/>
          </ac:inkMkLst>
        </pc:inkChg>
        <pc:inkChg chg="del">
          <ac:chgData name="Md. Nahid Hasan" userId="85ea5f9e-65d6-4031-b810-9415101f2e21" providerId="ADAL" clId="{25D85872-5EAE-4915-8B44-7F01E0758971}" dt="2021-03-10T17:18:05.744" v="30" actId="478"/>
          <ac:inkMkLst>
            <pc:docMk/>
            <pc:sldMk cId="0" sldId="450"/>
            <ac:inkMk id="68651" creationId="{8FD082B7-C8C5-4827-8DD2-1302FD74F33C}"/>
          </ac:inkMkLst>
        </pc:inkChg>
        <pc:inkChg chg="del">
          <ac:chgData name="Md. Nahid Hasan" userId="85ea5f9e-65d6-4031-b810-9415101f2e21" providerId="ADAL" clId="{25D85872-5EAE-4915-8B44-7F01E0758971}" dt="2021-03-10T17:18:05.744" v="30" actId="478"/>
          <ac:inkMkLst>
            <pc:docMk/>
            <pc:sldMk cId="0" sldId="450"/>
            <ac:inkMk id="68652" creationId="{C3D07B61-8F44-46AE-90A1-08B66D1375CD}"/>
          </ac:inkMkLst>
        </pc:inkChg>
        <pc:inkChg chg="del">
          <ac:chgData name="Md. Nahid Hasan" userId="85ea5f9e-65d6-4031-b810-9415101f2e21" providerId="ADAL" clId="{25D85872-5EAE-4915-8B44-7F01E0758971}" dt="2021-03-10T17:18:05.744" v="30" actId="478"/>
          <ac:inkMkLst>
            <pc:docMk/>
            <pc:sldMk cId="0" sldId="450"/>
            <ac:inkMk id="68653" creationId="{583BFC7D-735A-41AD-9DAA-C217009F5AF9}"/>
          </ac:inkMkLst>
        </pc:inkChg>
        <pc:inkChg chg="del">
          <ac:chgData name="Md. Nahid Hasan" userId="85ea5f9e-65d6-4031-b810-9415101f2e21" providerId="ADAL" clId="{25D85872-5EAE-4915-8B44-7F01E0758971}" dt="2021-03-10T17:18:05.744" v="30" actId="478"/>
          <ac:inkMkLst>
            <pc:docMk/>
            <pc:sldMk cId="0" sldId="450"/>
            <ac:inkMk id="68654" creationId="{FBCFB796-38A1-4DAA-B649-C122D5C2C225}"/>
          </ac:inkMkLst>
        </pc:inkChg>
        <pc:inkChg chg="del">
          <ac:chgData name="Md. Nahid Hasan" userId="85ea5f9e-65d6-4031-b810-9415101f2e21" providerId="ADAL" clId="{25D85872-5EAE-4915-8B44-7F01E0758971}" dt="2021-03-10T17:18:05.744" v="30" actId="478"/>
          <ac:inkMkLst>
            <pc:docMk/>
            <pc:sldMk cId="0" sldId="450"/>
            <ac:inkMk id="68655" creationId="{C2798029-2CF3-4541-B1A4-02871A7F62DC}"/>
          </ac:inkMkLst>
        </pc:inkChg>
        <pc:inkChg chg="del">
          <ac:chgData name="Md. Nahid Hasan" userId="85ea5f9e-65d6-4031-b810-9415101f2e21" providerId="ADAL" clId="{25D85872-5EAE-4915-8B44-7F01E0758971}" dt="2021-03-10T17:18:05.744" v="30" actId="478"/>
          <ac:inkMkLst>
            <pc:docMk/>
            <pc:sldMk cId="0" sldId="450"/>
            <ac:inkMk id="68656" creationId="{A053FAE6-CA49-4BBC-A942-BBB6194E0631}"/>
          </ac:inkMkLst>
        </pc:inkChg>
        <pc:inkChg chg="del">
          <ac:chgData name="Md. Nahid Hasan" userId="85ea5f9e-65d6-4031-b810-9415101f2e21" providerId="ADAL" clId="{25D85872-5EAE-4915-8B44-7F01E0758971}" dt="2021-03-10T17:18:05.744" v="30" actId="478"/>
          <ac:inkMkLst>
            <pc:docMk/>
            <pc:sldMk cId="0" sldId="450"/>
            <ac:inkMk id="68657" creationId="{F2227147-39B6-4452-80F7-2A9DFB167DB7}"/>
          </ac:inkMkLst>
        </pc:inkChg>
        <pc:inkChg chg="del">
          <ac:chgData name="Md. Nahid Hasan" userId="85ea5f9e-65d6-4031-b810-9415101f2e21" providerId="ADAL" clId="{25D85872-5EAE-4915-8B44-7F01E0758971}" dt="2021-03-10T17:18:05.744" v="30" actId="478"/>
          <ac:inkMkLst>
            <pc:docMk/>
            <pc:sldMk cId="0" sldId="450"/>
            <ac:inkMk id="68665" creationId="{1909480D-BBBE-4DEE-ACE0-9F35A3205823}"/>
          </ac:inkMkLst>
        </pc:inkChg>
        <pc:inkChg chg="del">
          <ac:chgData name="Md. Nahid Hasan" userId="85ea5f9e-65d6-4031-b810-9415101f2e21" providerId="ADAL" clId="{25D85872-5EAE-4915-8B44-7F01E0758971}" dt="2021-03-10T17:18:05.744" v="30" actId="478"/>
          <ac:inkMkLst>
            <pc:docMk/>
            <pc:sldMk cId="0" sldId="450"/>
            <ac:inkMk id="68758" creationId="{C20816D2-1576-45E3-89D1-7FBB4A50C74A}"/>
          </ac:inkMkLst>
        </pc:inkChg>
      </pc:sldChg>
      <pc:sldChg chg="delSp mod">
        <pc:chgData name="Md. Nahid Hasan" userId="85ea5f9e-65d6-4031-b810-9415101f2e21" providerId="ADAL" clId="{25D85872-5EAE-4915-8B44-7F01E0758971}" dt="2021-03-10T17:17:01.267" v="16" actId="478"/>
        <pc:sldMkLst>
          <pc:docMk/>
          <pc:sldMk cId="0" sldId="452"/>
        </pc:sldMkLst>
        <pc:inkChg chg="del">
          <ac:chgData name="Md. Nahid Hasan" userId="85ea5f9e-65d6-4031-b810-9415101f2e21" providerId="ADAL" clId="{25D85872-5EAE-4915-8B44-7F01E0758971}" dt="2021-03-10T17:17:01.267" v="16" actId="478"/>
          <ac:inkMkLst>
            <pc:docMk/>
            <pc:sldMk cId="0" sldId="452"/>
            <ac:inkMk id="2" creationId="{9C1EACD1-8E88-403A-BF5C-CD150BAD661B}"/>
          </ac:inkMkLst>
        </pc:inkChg>
        <pc:inkChg chg="del">
          <ac:chgData name="Md. Nahid Hasan" userId="85ea5f9e-65d6-4031-b810-9415101f2e21" providerId="ADAL" clId="{25D85872-5EAE-4915-8B44-7F01E0758971}" dt="2021-03-10T17:17:01.267" v="16" actId="478"/>
          <ac:inkMkLst>
            <pc:docMk/>
            <pc:sldMk cId="0" sldId="452"/>
            <ac:inkMk id="3" creationId="{94CD43D1-84CE-4257-A244-E84EA49EA535}"/>
          </ac:inkMkLst>
        </pc:inkChg>
        <pc:inkChg chg="del">
          <ac:chgData name="Md. Nahid Hasan" userId="85ea5f9e-65d6-4031-b810-9415101f2e21" providerId="ADAL" clId="{25D85872-5EAE-4915-8B44-7F01E0758971}" dt="2021-03-10T17:17:01.267" v="16" actId="478"/>
          <ac:inkMkLst>
            <pc:docMk/>
            <pc:sldMk cId="0" sldId="452"/>
            <ac:inkMk id="4" creationId="{726FE042-4CC1-408E-9FC1-A55859192252}"/>
          </ac:inkMkLst>
        </pc:inkChg>
        <pc:inkChg chg="del">
          <ac:chgData name="Md. Nahid Hasan" userId="85ea5f9e-65d6-4031-b810-9415101f2e21" providerId="ADAL" clId="{25D85872-5EAE-4915-8B44-7F01E0758971}" dt="2021-03-10T17:17:01.267" v="16" actId="478"/>
          <ac:inkMkLst>
            <pc:docMk/>
            <pc:sldMk cId="0" sldId="452"/>
            <ac:inkMk id="5" creationId="{13AA7A0A-8CE7-4E4F-81C1-F9E3BFA9D40E}"/>
          </ac:inkMkLst>
        </pc:inkChg>
        <pc:inkChg chg="del">
          <ac:chgData name="Md. Nahid Hasan" userId="85ea5f9e-65d6-4031-b810-9415101f2e21" providerId="ADAL" clId="{25D85872-5EAE-4915-8B44-7F01E0758971}" dt="2021-03-10T17:17:01.267" v="16" actId="478"/>
          <ac:inkMkLst>
            <pc:docMk/>
            <pc:sldMk cId="0" sldId="452"/>
            <ac:inkMk id="6" creationId="{8976F593-2E01-4FCF-ADDD-F5E018DDA10E}"/>
          </ac:inkMkLst>
        </pc:inkChg>
        <pc:inkChg chg="del">
          <ac:chgData name="Md. Nahid Hasan" userId="85ea5f9e-65d6-4031-b810-9415101f2e21" providerId="ADAL" clId="{25D85872-5EAE-4915-8B44-7F01E0758971}" dt="2021-03-10T17:17:01.267" v="16" actId="478"/>
          <ac:inkMkLst>
            <pc:docMk/>
            <pc:sldMk cId="0" sldId="452"/>
            <ac:inkMk id="7" creationId="{92561578-E7D5-42F6-A4E8-E6D17C429280}"/>
          </ac:inkMkLst>
        </pc:inkChg>
        <pc:inkChg chg="del">
          <ac:chgData name="Md. Nahid Hasan" userId="85ea5f9e-65d6-4031-b810-9415101f2e21" providerId="ADAL" clId="{25D85872-5EAE-4915-8B44-7F01E0758971}" dt="2021-03-10T17:17:01.267" v="16" actId="478"/>
          <ac:inkMkLst>
            <pc:docMk/>
            <pc:sldMk cId="0" sldId="452"/>
            <ac:inkMk id="8" creationId="{DFAB0205-FA56-4B81-BC79-8A12C8FB7B8D}"/>
          </ac:inkMkLst>
        </pc:inkChg>
        <pc:inkChg chg="del">
          <ac:chgData name="Md. Nahid Hasan" userId="85ea5f9e-65d6-4031-b810-9415101f2e21" providerId="ADAL" clId="{25D85872-5EAE-4915-8B44-7F01E0758971}" dt="2021-03-10T17:17:01.267" v="16" actId="478"/>
          <ac:inkMkLst>
            <pc:docMk/>
            <pc:sldMk cId="0" sldId="452"/>
            <ac:inkMk id="9" creationId="{0CD0E2FB-284A-4F8D-80B1-26B6E18EB58D}"/>
          </ac:inkMkLst>
        </pc:inkChg>
        <pc:inkChg chg="del">
          <ac:chgData name="Md. Nahid Hasan" userId="85ea5f9e-65d6-4031-b810-9415101f2e21" providerId="ADAL" clId="{25D85872-5EAE-4915-8B44-7F01E0758971}" dt="2021-03-10T17:17:01.267" v="16" actId="478"/>
          <ac:inkMkLst>
            <pc:docMk/>
            <pc:sldMk cId="0" sldId="452"/>
            <ac:inkMk id="10" creationId="{209959B4-3B8C-440B-A1CA-7B695A283BD3}"/>
          </ac:inkMkLst>
        </pc:inkChg>
        <pc:inkChg chg="del">
          <ac:chgData name="Md. Nahid Hasan" userId="85ea5f9e-65d6-4031-b810-9415101f2e21" providerId="ADAL" clId="{25D85872-5EAE-4915-8B44-7F01E0758971}" dt="2021-03-10T17:17:01.267" v="16" actId="478"/>
          <ac:inkMkLst>
            <pc:docMk/>
            <pc:sldMk cId="0" sldId="452"/>
            <ac:inkMk id="11" creationId="{47CF5910-FEE4-4727-A520-DD16721B0807}"/>
          </ac:inkMkLst>
        </pc:inkChg>
        <pc:inkChg chg="del">
          <ac:chgData name="Md. Nahid Hasan" userId="85ea5f9e-65d6-4031-b810-9415101f2e21" providerId="ADAL" clId="{25D85872-5EAE-4915-8B44-7F01E0758971}" dt="2021-03-10T17:17:01.267" v="16" actId="478"/>
          <ac:inkMkLst>
            <pc:docMk/>
            <pc:sldMk cId="0" sldId="452"/>
            <ac:inkMk id="12" creationId="{12A0E266-559D-40AC-BE9A-C992534E1D80}"/>
          </ac:inkMkLst>
        </pc:inkChg>
        <pc:inkChg chg="del">
          <ac:chgData name="Md. Nahid Hasan" userId="85ea5f9e-65d6-4031-b810-9415101f2e21" providerId="ADAL" clId="{25D85872-5EAE-4915-8B44-7F01E0758971}" dt="2021-03-10T17:17:01.267" v="16" actId="478"/>
          <ac:inkMkLst>
            <pc:docMk/>
            <pc:sldMk cId="0" sldId="452"/>
            <ac:inkMk id="13" creationId="{E6721FAA-382E-4E26-98A2-B84B6EC568F7}"/>
          </ac:inkMkLst>
        </pc:inkChg>
        <pc:inkChg chg="del">
          <ac:chgData name="Md. Nahid Hasan" userId="85ea5f9e-65d6-4031-b810-9415101f2e21" providerId="ADAL" clId="{25D85872-5EAE-4915-8B44-7F01E0758971}" dt="2021-03-10T17:17:01.267" v="16" actId="478"/>
          <ac:inkMkLst>
            <pc:docMk/>
            <pc:sldMk cId="0" sldId="452"/>
            <ac:inkMk id="14" creationId="{972FDAA0-000B-4303-BC72-5706490502F2}"/>
          </ac:inkMkLst>
        </pc:inkChg>
        <pc:inkChg chg="del">
          <ac:chgData name="Md. Nahid Hasan" userId="85ea5f9e-65d6-4031-b810-9415101f2e21" providerId="ADAL" clId="{25D85872-5EAE-4915-8B44-7F01E0758971}" dt="2021-03-10T17:17:01.267" v="16" actId="478"/>
          <ac:inkMkLst>
            <pc:docMk/>
            <pc:sldMk cId="0" sldId="452"/>
            <ac:inkMk id="15" creationId="{FBC74559-90E0-4BB0-AE13-E63F3C2CA8A1}"/>
          </ac:inkMkLst>
        </pc:inkChg>
        <pc:inkChg chg="del">
          <ac:chgData name="Md. Nahid Hasan" userId="85ea5f9e-65d6-4031-b810-9415101f2e21" providerId="ADAL" clId="{25D85872-5EAE-4915-8B44-7F01E0758971}" dt="2021-03-10T17:17:01.267" v="16" actId="478"/>
          <ac:inkMkLst>
            <pc:docMk/>
            <pc:sldMk cId="0" sldId="452"/>
            <ac:inkMk id="16" creationId="{79C31DF4-9C09-4C07-9F2B-6651864BB9D6}"/>
          </ac:inkMkLst>
        </pc:inkChg>
        <pc:inkChg chg="del">
          <ac:chgData name="Md. Nahid Hasan" userId="85ea5f9e-65d6-4031-b810-9415101f2e21" providerId="ADAL" clId="{25D85872-5EAE-4915-8B44-7F01E0758971}" dt="2021-03-10T17:17:01.267" v="16" actId="478"/>
          <ac:inkMkLst>
            <pc:docMk/>
            <pc:sldMk cId="0" sldId="452"/>
            <ac:inkMk id="17" creationId="{5BED9572-279A-4E1E-8614-EA333C6789F3}"/>
          </ac:inkMkLst>
        </pc:inkChg>
        <pc:inkChg chg="del">
          <ac:chgData name="Md. Nahid Hasan" userId="85ea5f9e-65d6-4031-b810-9415101f2e21" providerId="ADAL" clId="{25D85872-5EAE-4915-8B44-7F01E0758971}" dt="2021-03-10T17:17:01.267" v="16" actId="478"/>
          <ac:inkMkLst>
            <pc:docMk/>
            <pc:sldMk cId="0" sldId="452"/>
            <ac:inkMk id="18" creationId="{DB1228A9-26C9-481D-BDC4-E7A056016826}"/>
          </ac:inkMkLst>
        </pc:inkChg>
        <pc:inkChg chg="del">
          <ac:chgData name="Md. Nahid Hasan" userId="85ea5f9e-65d6-4031-b810-9415101f2e21" providerId="ADAL" clId="{25D85872-5EAE-4915-8B44-7F01E0758971}" dt="2021-03-10T17:17:01.267" v="16" actId="478"/>
          <ac:inkMkLst>
            <pc:docMk/>
            <pc:sldMk cId="0" sldId="452"/>
            <ac:inkMk id="19" creationId="{AEF7F062-6DF6-43EC-AB93-94F1081B327C}"/>
          </ac:inkMkLst>
        </pc:inkChg>
        <pc:inkChg chg="del">
          <ac:chgData name="Md. Nahid Hasan" userId="85ea5f9e-65d6-4031-b810-9415101f2e21" providerId="ADAL" clId="{25D85872-5EAE-4915-8B44-7F01E0758971}" dt="2021-03-10T17:17:01.267" v="16" actId="478"/>
          <ac:inkMkLst>
            <pc:docMk/>
            <pc:sldMk cId="0" sldId="452"/>
            <ac:inkMk id="20" creationId="{62FAD1B7-C158-42F4-85F1-0FAD00F7B360}"/>
          </ac:inkMkLst>
        </pc:inkChg>
        <pc:inkChg chg="del">
          <ac:chgData name="Md. Nahid Hasan" userId="85ea5f9e-65d6-4031-b810-9415101f2e21" providerId="ADAL" clId="{25D85872-5EAE-4915-8B44-7F01E0758971}" dt="2021-03-10T17:17:01.267" v="16" actId="478"/>
          <ac:inkMkLst>
            <pc:docMk/>
            <pc:sldMk cId="0" sldId="452"/>
            <ac:inkMk id="21" creationId="{30477AE1-D7B5-403A-B785-31373F700E61}"/>
          </ac:inkMkLst>
        </pc:inkChg>
        <pc:inkChg chg="del">
          <ac:chgData name="Md. Nahid Hasan" userId="85ea5f9e-65d6-4031-b810-9415101f2e21" providerId="ADAL" clId="{25D85872-5EAE-4915-8B44-7F01E0758971}" dt="2021-03-10T17:17:01.267" v="16" actId="478"/>
          <ac:inkMkLst>
            <pc:docMk/>
            <pc:sldMk cId="0" sldId="452"/>
            <ac:inkMk id="22" creationId="{738C6140-9095-4A18-A87F-3372CD9741D2}"/>
          </ac:inkMkLst>
        </pc:inkChg>
        <pc:inkChg chg="del">
          <ac:chgData name="Md. Nahid Hasan" userId="85ea5f9e-65d6-4031-b810-9415101f2e21" providerId="ADAL" clId="{25D85872-5EAE-4915-8B44-7F01E0758971}" dt="2021-03-10T17:17:01.267" v="16" actId="478"/>
          <ac:inkMkLst>
            <pc:docMk/>
            <pc:sldMk cId="0" sldId="452"/>
            <ac:inkMk id="23" creationId="{CF62E3DA-E86C-464A-B57C-114CC62A9B42}"/>
          </ac:inkMkLst>
        </pc:inkChg>
        <pc:inkChg chg="del">
          <ac:chgData name="Md. Nahid Hasan" userId="85ea5f9e-65d6-4031-b810-9415101f2e21" providerId="ADAL" clId="{25D85872-5EAE-4915-8B44-7F01E0758971}" dt="2021-03-10T17:17:01.267" v="16" actId="478"/>
          <ac:inkMkLst>
            <pc:docMk/>
            <pc:sldMk cId="0" sldId="452"/>
            <ac:inkMk id="24" creationId="{32D4DB62-11F1-41E4-B6C7-ECB79C2069B1}"/>
          </ac:inkMkLst>
        </pc:inkChg>
        <pc:inkChg chg="del">
          <ac:chgData name="Md. Nahid Hasan" userId="85ea5f9e-65d6-4031-b810-9415101f2e21" providerId="ADAL" clId="{25D85872-5EAE-4915-8B44-7F01E0758971}" dt="2021-03-10T17:17:01.267" v="16" actId="478"/>
          <ac:inkMkLst>
            <pc:docMk/>
            <pc:sldMk cId="0" sldId="452"/>
            <ac:inkMk id="25" creationId="{CB3E6BE7-E73F-4A61-9AA5-51C6FFA8BC15}"/>
          </ac:inkMkLst>
        </pc:inkChg>
        <pc:inkChg chg="del">
          <ac:chgData name="Md. Nahid Hasan" userId="85ea5f9e-65d6-4031-b810-9415101f2e21" providerId="ADAL" clId="{25D85872-5EAE-4915-8B44-7F01E0758971}" dt="2021-03-10T17:17:01.267" v="16" actId="478"/>
          <ac:inkMkLst>
            <pc:docMk/>
            <pc:sldMk cId="0" sldId="452"/>
            <ac:inkMk id="26" creationId="{6443EC36-9901-4BE0-A907-0ED9271392DF}"/>
          </ac:inkMkLst>
        </pc:inkChg>
        <pc:inkChg chg="del">
          <ac:chgData name="Md. Nahid Hasan" userId="85ea5f9e-65d6-4031-b810-9415101f2e21" providerId="ADAL" clId="{25D85872-5EAE-4915-8B44-7F01E0758971}" dt="2021-03-10T17:17:01.267" v="16" actId="478"/>
          <ac:inkMkLst>
            <pc:docMk/>
            <pc:sldMk cId="0" sldId="452"/>
            <ac:inkMk id="27" creationId="{50DF6A6C-4856-4BF5-BDF2-3AE02CDFA1F7}"/>
          </ac:inkMkLst>
        </pc:inkChg>
        <pc:inkChg chg="del">
          <ac:chgData name="Md. Nahid Hasan" userId="85ea5f9e-65d6-4031-b810-9415101f2e21" providerId="ADAL" clId="{25D85872-5EAE-4915-8B44-7F01E0758971}" dt="2021-03-10T17:17:01.267" v="16" actId="478"/>
          <ac:inkMkLst>
            <pc:docMk/>
            <pc:sldMk cId="0" sldId="452"/>
            <ac:inkMk id="28" creationId="{B4231F52-B5BA-476E-91CC-CEB0745817E7}"/>
          </ac:inkMkLst>
        </pc:inkChg>
        <pc:inkChg chg="del">
          <ac:chgData name="Md. Nahid Hasan" userId="85ea5f9e-65d6-4031-b810-9415101f2e21" providerId="ADAL" clId="{25D85872-5EAE-4915-8B44-7F01E0758971}" dt="2021-03-10T17:17:01.267" v="16" actId="478"/>
          <ac:inkMkLst>
            <pc:docMk/>
            <pc:sldMk cId="0" sldId="452"/>
            <ac:inkMk id="29" creationId="{008B9C89-8472-4B65-8684-17CCA364B786}"/>
          </ac:inkMkLst>
        </pc:inkChg>
        <pc:inkChg chg="del">
          <ac:chgData name="Md. Nahid Hasan" userId="85ea5f9e-65d6-4031-b810-9415101f2e21" providerId="ADAL" clId="{25D85872-5EAE-4915-8B44-7F01E0758971}" dt="2021-03-10T17:17:01.267" v="16" actId="478"/>
          <ac:inkMkLst>
            <pc:docMk/>
            <pc:sldMk cId="0" sldId="452"/>
            <ac:inkMk id="30" creationId="{DA9BA81E-41BC-4571-9BD9-B32131BBEEF6}"/>
          </ac:inkMkLst>
        </pc:inkChg>
        <pc:inkChg chg="del">
          <ac:chgData name="Md. Nahid Hasan" userId="85ea5f9e-65d6-4031-b810-9415101f2e21" providerId="ADAL" clId="{25D85872-5EAE-4915-8B44-7F01E0758971}" dt="2021-03-10T17:17:01.267" v="16" actId="478"/>
          <ac:inkMkLst>
            <pc:docMk/>
            <pc:sldMk cId="0" sldId="452"/>
            <ac:inkMk id="31" creationId="{7D00D38C-3846-4F1F-9B1D-BA4B3B6E05E7}"/>
          </ac:inkMkLst>
        </pc:inkChg>
        <pc:inkChg chg="del">
          <ac:chgData name="Md. Nahid Hasan" userId="85ea5f9e-65d6-4031-b810-9415101f2e21" providerId="ADAL" clId="{25D85872-5EAE-4915-8B44-7F01E0758971}" dt="2021-03-10T17:17:01.267" v="16" actId="478"/>
          <ac:inkMkLst>
            <pc:docMk/>
            <pc:sldMk cId="0" sldId="452"/>
            <ac:inkMk id="32" creationId="{B057C6EC-5AD8-435A-BB25-7360B683E52D}"/>
          </ac:inkMkLst>
        </pc:inkChg>
      </pc:sldChg>
      <pc:sldChg chg="delSp mod">
        <pc:chgData name="Md. Nahid Hasan" userId="85ea5f9e-65d6-4031-b810-9415101f2e21" providerId="ADAL" clId="{25D85872-5EAE-4915-8B44-7F01E0758971}" dt="2021-03-10T17:17:46.354" v="26" actId="478"/>
        <pc:sldMkLst>
          <pc:docMk/>
          <pc:sldMk cId="0" sldId="453"/>
        </pc:sldMkLst>
        <pc:inkChg chg="del">
          <ac:chgData name="Md. Nahid Hasan" userId="85ea5f9e-65d6-4031-b810-9415101f2e21" providerId="ADAL" clId="{25D85872-5EAE-4915-8B44-7F01E0758971}" dt="2021-03-10T17:17:46.354" v="26" actId="478"/>
          <ac:inkMkLst>
            <pc:docMk/>
            <pc:sldMk cId="0" sldId="453"/>
            <ac:inkMk id="2" creationId="{B0E58FB4-EE92-42FB-8FF2-CC2B6B8E50F2}"/>
          </ac:inkMkLst>
        </pc:inkChg>
        <pc:inkChg chg="del">
          <ac:chgData name="Md. Nahid Hasan" userId="85ea5f9e-65d6-4031-b810-9415101f2e21" providerId="ADAL" clId="{25D85872-5EAE-4915-8B44-7F01E0758971}" dt="2021-03-10T17:17:46.354" v="26" actId="478"/>
          <ac:inkMkLst>
            <pc:docMk/>
            <pc:sldMk cId="0" sldId="453"/>
            <ac:inkMk id="3" creationId="{9B76FD4C-A41D-4348-A087-B917E5979F2C}"/>
          </ac:inkMkLst>
        </pc:inkChg>
        <pc:inkChg chg="del">
          <ac:chgData name="Md. Nahid Hasan" userId="85ea5f9e-65d6-4031-b810-9415101f2e21" providerId="ADAL" clId="{25D85872-5EAE-4915-8B44-7F01E0758971}" dt="2021-03-10T17:17:46.354" v="26" actId="478"/>
          <ac:inkMkLst>
            <pc:docMk/>
            <pc:sldMk cId="0" sldId="453"/>
            <ac:inkMk id="4" creationId="{68667454-EFA5-4F33-A2E0-2CC8FCB27E4C}"/>
          </ac:inkMkLst>
        </pc:inkChg>
        <pc:inkChg chg="del">
          <ac:chgData name="Md. Nahid Hasan" userId="85ea5f9e-65d6-4031-b810-9415101f2e21" providerId="ADAL" clId="{25D85872-5EAE-4915-8B44-7F01E0758971}" dt="2021-03-10T17:17:46.354" v="26" actId="478"/>
          <ac:inkMkLst>
            <pc:docMk/>
            <pc:sldMk cId="0" sldId="453"/>
            <ac:inkMk id="5" creationId="{A106E459-100B-4B03-93D4-8E60271DBAA1}"/>
          </ac:inkMkLst>
        </pc:inkChg>
        <pc:inkChg chg="del">
          <ac:chgData name="Md. Nahid Hasan" userId="85ea5f9e-65d6-4031-b810-9415101f2e21" providerId="ADAL" clId="{25D85872-5EAE-4915-8B44-7F01E0758971}" dt="2021-03-10T17:17:46.354" v="26" actId="478"/>
          <ac:inkMkLst>
            <pc:docMk/>
            <pc:sldMk cId="0" sldId="453"/>
            <ac:inkMk id="6" creationId="{2632F4A5-2DB6-4424-91C1-A94694A50D3A}"/>
          </ac:inkMkLst>
        </pc:inkChg>
        <pc:inkChg chg="del">
          <ac:chgData name="Md. Nahid Hasan" userId="85ea5f9e-65d6-4031-b810-9415101f2e21" providerId="ADAL" clId="{25D85872-5EAE-4915-8B44-7F01E0758971}" dt="2021-03-10T17:17:46.354" v="26" actId="478"/>
          <ac:inkMkLst>
            <pc:docMk/>
            <pc:sldMk cId="0" sldId="453"/>
            <ac:inkMk id="7" creationId="{C95D6C10-DD44-4545-A2FF-F5B2105DEC8E}"/>
          </ac:inkMkLst>
        </pc:inkChg>
        <pc:inkChg chg="del">
          <ac:chgData name="Md. Nahid Hasan" userId="85ea5f9e-65d6-4031-b810-9415101f2e21" providerId="ADAL" clId="{25D85872-5EAE-4915-8B44-7F01E0758971}" dt="2021-03-10T17:17:46.354" v="26" actId="478"/>
          <ac:inkMkLst>
            <pc:docMk/>
            <pc:sldMk cId="0" sldId="453"/>
            <ac:inkMk id="8" creationId="{15747B6A-9474-4D58-8399-989856320097}"/>
          </ac:inkMkLst>
        </pc:inkChg>
        <pc:inkChg chg="del">
          <ac:chgData name="Md. Nahid Hasan" userId="85ea5f9e-65d6-4031-b810-9415101f2e21" providerId="ADAL" clId="{25D85872-5EAE-4915-8B44-7F01E0758971}" dt="2021-03-10T17:17:46.354" v="26" actId="478"/>
          <ac:inkMkLst>
            <pc:docMk/>
            <pc:sldMk cId="0" sldId="453"/>
            <ac:inkMk id="9" creationId="{DD95E019-F4E1-4265-AF48-8885539DC440}"/>
          </ac:inkMkLst>
        </pc:inkChg>
        <pc:inkChg chg="del">
          <ac:chgData name="Md. Nahid Hasan" userId="85ea5f9e-65d6-4031-b810-9415101f2e21" providerId="ADAL" clId="{25D85872-5EAE-4915-8B44-7F01E0758971}" dt="2021-03-10T17:17:46.354" v="26" actId="478"/>
          <ac:inkMkLst>
            <pc:docMk/>
            <pc:sldMk cId="0" sldId="453"/>
            <ac:inkMk id="10" creationId="{66E9B8B6-33CE-4496-994E-B692AEE8B79C}"/>
          </ac:inkMkLst>
        </pc:inkChg>
        <pc:inkChg chg="del">
          <ac:chgData name="Md. Nahid Hasan" userId="85ea5f9e-65d6-4031-b810-9415101f2e21" providerId="ADAL" clId="{25D85872-5EAE-4915-8B44-7F01E0758971}" dt="2021-03-10T17:17:46.354" v="26" actId="478"/>
          <ac:inkMkLst>
            <pc:docMk/>
            <pc:sldMk cId="0" sldId="453"/>
            <ac:inkMk id="11" creationId="{9DF4C0D2-090C-439C-A944-6896076FD5AA}"/>
          </ac:inkMkLst>
        </pc:inkChg>
        <pc:inkChg chg="del">
          <ac:chgData name="Md. Nahid Hasan" userId="85ea5f9e-65d6-4031-b810-9415101f2e21" providerId="ADAL" clId="{25D85872-5EAE-4915-8B44-7F01E0758971}" dt="2021-03-10T17:17:46.354" v="26" actId="478"/>
          <ac:inkMkLst>
            <pc:docMk/>
            <pc:sldMk cId="0" sldId="453"/>
            <ac:inkMk id="12" creationId="{4B8D3150-E8AD-48D4-865B-1C81B622003E}"/>
          </ac:inkMkLst>
        </pc:inkChg>
        <pc:inkChg chg="del">
          <ac:chgData name="Md. Nahid Hasan" userId="85ea5f9e-65d6-4031-b810-9415101f2e21" providerId="ADAL" clId="{25D85872-5EAE-4915-8B44-7F01E0758971}" dt="2021-03-10T17:17:46.354" v="26" actId="478"/>
          <ac:inkMkLst>
            <pc:docMk/>
            <pc:sldMk cId="0" sldId="453"/>
            <ac:inkMk id="13" creationId="{0F2315FD-6E10-45B0-9B69-BA6075E1176A}"/>
          </ac:inkMkLst>
        </pc:inkChg>
        <pc:inkChg chg="del">
          <ac:chgData name="Md. Nahid Hasan" userId="85ea5f9e-65d6-4031-b810-9415101f2e21" providerId="ADAL" clId="{25D85872-5EAE-4915-8B44-7F01E0758971}" dt="2021-03-10T17:17:46.354" v="26" actId="478"/>
          <ac:inkMkLst>
            <pc:docMk/>
            <pc:sldMk cId="0" sldId="453"/>
            <ac:inkMk id="14" creationId="{F4EAA3E9-4EDC-4348-A599-3E57C9434F3A}"/>
          </ac:inkMkLst>
        </pc:inkChg>
        <pc:inkChg chg="del">
          <ac:chgData name="Md. Nahid Hasan" userId="85ea5f9e-65d6-4031-b810-9415101f2e21" providerId="ADAL" clId="{25D85872-5EAE-4915-8B44-7F01E0758971}" dt="2021-03-10T17:17:46.354" v="26" actId="478"/>
          <ac:inkMkLst>
            <pc:docMk/>
            <pc:sldMk cId="0" sldId="453"/>
            <ac:inkMk id="15" creationId="{7FAA5E4B-69E0-49C9-8195-01FEDEB55960}"/>
          </ac:inkMkLst>
        </pc:inkChg>
        <pc:inkChg chg="del">
          <ac:chgData name="Md. Nahid Hasan" userId="85ea5f9e-65d6-4031-b810-9415101f2e21" providerId="ADAL" clId="{25D85872-5EAE-4915-8B44-7F01E0758971}" dt="2021-03-10T17:17:46.354" v="26" actId="478"/>
          <ac:inkMkLst>
            <pc:docMk/>
            <pc:sldMk cId="0" sldId="453"/>
            <ac:inkMk id="16" creationId="{3BC3383C-346A-4221-BDCA-7FFF360BDC59}"/>
          </ac:inkMkLst>
        </pc:inkChg>
        <pc:inkChg chg="del">
          <ac:chgData name="Md. Nahid Hasan" userId="85ea5f9e-65d6-4031-b810-9415101f2e21" providerId="ADAL" clId="{25D85872-5EAE-4915-8B44-7F01E0758971}" dt="2021-03-10T17:17:46.354" v="26" actId="478"/>
          <ac:inkMkLst>
            <pc:docMk/>
            <pc:sldMk cId="0" sldId="453"/>
            <ac:inkMk id="17" creationId="{43201DDB-A4CF-4AEC-BC3A-A991079DD0C0}"/>
          </ac:inkMkLst>
        </pc:inkChg>
        <pc:inkChg chg="del">
          <ac:chgData name="Md. Nahid Hasan" userId="85ea5f9e-65d6-4031-b810-9415101f2e21" providerId="ADAL" clId="{25D85872-5EAE-4915-8B44-7F01E0758971}" dt="2021-03-10T17:17:46.354" v="26" actId="478"/>
          <ac:inkMkLst>
            <pc:docMk/>
            <pc:sldMk cId="0" sldId="453"/>
            <ac:inkMk id="18" creationId="{55284532-15E8-4E92-AFBD-BC03420064BB}"/>
          </ac:inkMkLst>
        </pc:inkChg>
        <pc:inkChg chg="del">
          <ac:chgData name="Md. Nahid Hasan" userId="85ea5f9e-65d6-4031-b810-9415101f2e21" providerId="ADAL" clId="{25D85872-5EAE-4915-8B44-7F01E0758971}" dt="2021-03-10T17:17:46.354" v="26" actId="478"/>
          <ac:inkMkLst>
            <pc:docMk/>
            <pc:sldMk cId="0" sldId="453"/>
            <ac:inkMk id="19" creationId="{021BA01A-FB20-4516-8E5C-413BA6FBA381}"/>
          </ac:inkMkLst>
        </pc:inkChg>
        <pc:inkChg chg="del">
          <ac:chgData name="Md. Nahid Hasan" userId="85ea5f9e-65d6-4031-b810-9415101f2e21" providerId="ADAL" clId="{25D85872-5EAE-4915-8B44-7F01E0758971}" dt="2021-03-10T17:17:46.354" v="26" actId="478"/>
          <ac:inkMkLst>
            <pc:docMk/>
            <pc:sldMk cId="0" sldId="453"/>
            <ac:inkMk id="20" creationId="{3AF92163-4671-46D7-A4FF-AF175AC2A1EE}"/>
          </ac:inkMkLst>
        </pc:inkChg>
        <pc:inkChg chg="del">
          <ac:chgData name="Md. Nahid Hasan" userId="85ea5f9e-65d6-4031-b810-9415101f2e21" providerId="ADAL" clId="{25D85872-5EAE-4915-8B44-7F01E0758971}" dt="2021-03-10T17:17:46.354" v="26" actId="478"/>
          <ac:inkMkLst>
            <pc:docMk/>
            <pc:sldMk cId="0" sldId="453"/>
            <ac:inkMk id="21" creationId="{49F672B9-756D-4A7F-808D-76562D7DC647}"/>
          </ac:inkMkLst>
        </pc:inkChg>
        <pc:inkChg chg="del">
          <ac:chgData name="Md. Nahid Hasan" userId="85ea5f9e-65d6-4031-b810-9415101f2e21" providerId="ADAL" clId="{25D85872-5EAE-4915-8B44-7F01E0758971}" dt="2021-03-10T17:17:46.354" v="26" actId="478"/>
          <ac:inkMkLst>
            <pc:docMk/>
            <pc:sldMk cId="0" sldId="453"/>
            <ac:inkMk id="22" creationId="{2C784B74-6740-47B2-AB42-19A23E308078}"/>
          </ac:inkMkLst>
        </pc:inkChg>
        <pc:inkChg chg="del">
          <ac:chgData name="Md. Nahid Hasan" userId="85ea5f9e-65d6-4031-b810-9415101f2e21" providerId="ADAL" clId="{25D85872-5EAE-4915-8B44-7F01E0758971}" dt="2021-03-10T17:17:46.354" v="26" actId="478"/>
          <ac:inkMkLst>
            <pc:docMk/>
            <pc:sldMk cId="0" sldId="453"/>
            <ac:inkMk id="23" creationId="{5B5977B7-38FA-4166-896F-74CC650EA545}"/>
          </ac:inkMkLst>
        </pc:inkChg>
        <pc:inkChg chg="del">
          <ac:chgData name="Md. Nahid Hasan" userId="85ea5f9e-65d6-4031-b810-9415101f2e21" providerId="ADAL" clId="{25D85872-5EAE-4915-8B44-7F01E0758971}" dt="2021-03-10T17:17:46.354" v="26" actId="478"/>
          <ac:inkMkLst>
            <pc:docMk/>
            <pc:sldMk cId="0" sldId="453"/>
            <ac:inkMk id="24" creationId="{B01C9725-F664-4913-BB7D-B56763C8695E}"/>
          </ac:inkMkLst>
        </pc:inkChg>
        <pc:inkChg chg="del">
          <ac:chgData name="Md. Nahid Hasan" userId="85ea5f9e-65d6-4031-b810-9415101f2e21" providerId="ADAL" clId="{25D85872-5EAE-4915-8B44-7F01E0758971}" dt="2021-03-10T17:17:46.354" v="26" actId="478"/>
          <ac:inkMkLst>
            <pc:docMk/>
            <pc:sldMk cId="0" sldId="453"/>
            <ac:inkMk id="25" creationId="{2555877E-F5DD-4F2A-AB49-B7BD5549DFF5}"/>
          </ac:inkMkLst>
        </pc:inkChg>
        <pc:inkChg chg="del">
          <ac:chgData name="Md. Nahid Hasan" userId="85ea5f9e-65d6-4031-b810-9415101f2e21" providerId="ADAL" clId="{25D85872-5EAE-4915-8B44-7F01E0758971}" dt="2021-03-10T17:17:46.354" v="26" actId="478"/>
          <ac:inkMkLst>
            <pc:docMk/>
            <pc:sldMk cId="0" sldId="453"/>
            <ac:inkMk id="26" creationId="{AF02E9CF-1AFF-42E8-8DD6-133676F735D6}"/>
          </ac:inkMkLst>
        </pc:inkChg>
        <pc:inkChg chg="del">
          <ac:chgData name="Md. Nahid Hasan" userId="85ea5f9e-65d6-4031-b810-9415101f2e21" providerId="ADAL" clId="{25D85872-5EAE-4915-8B44-7F01E0758971}" dt="2021-03-10T17:17:46.354" v="26" actId="478"/>
          <ac:inkMkLst>
            <pc:docMk/>
            <pc:sldMk cId="0" sldId="453"/>
            <ac:inkMk id="27" creationId="{2A5310C2-3017-49FC-A8A0-9E33E5272ED8}"/>
          </ac:inkMkLst>
        </pc:inkChg>
        <pc:inkChg chg="del">
          <ac:chgData name="Md. Nahid Hasan" userId="85ea5f9e-65d6-4031-b810-9415101f2e21" providerId="ADAL" clId="{25D85872-5EAE-4915-8B44-7F01E0758971}" dt="2021-03-10T17:17:46.354" v="26" actId="478"/>
          <ac:inkMkLst>
            <pc:docMk/>
            <pc:sldMk cId="0" sldId="453"/>
            <ac:inkMk id="28" creationId="{1A6D44E5-9D1A-4BD3-AC22-9EC93841FEF7}"/>
          </ac:inkMkLst>
        </pc:inkChg>
        <pc:inkChg chg="del">
          <ac:chgData name="Md. Nahid Hasan" userId="85ea5f9e-65d6-4031-b810-9415101f2e21" providerId="ADAL" clId="{25D85872-5EAE-4915-8B44-7F01E0758971}" dt="2021-03-10T17:17:46.354" v="26" actId="478"/>
          <ac:inkMkLst>
            <pc:docMk/>
            <pc:sldMk cId="0" sldId="453"/>
            <ac:inkMk id="29" creationId="{7FDCB576-5017-40AA-A998-0AE92BD31139}"/>
          </ac:inkMkLst>
        </pc:inkChg>
        <pc:inkChg chg="del">
          <ac:chgData name="Md. Nahid Hasan" userId="85ea5f9e-65d6-4031-b810-9415101f2e21" providerId="ADAL" clId="{25D85872-5EAE-4915-8B44-7F01E0758971}" dt="2021-03-10T17:17:46.354" v="26" actId="478"/>
          <ac:inkMkLst>
            <pc:docMk/>
            <pc:sldMk cId="0" sldId="453"/>
            <ac:inkMk id="30" creationId="{549831FC-6A90-4371-B4D4-CF9843D1DCA4}"/>
          </ac:inkMkLst>
        </pc:inkChg>
        <pc:inkChg chg="del">
          <ac:chgData name="Md. Nahid Hasan" userId="85ea5f9e-65d6-4031-b810-9415101f2e21" providerId="ADAL" clId="{25D85872-5EAE-4915-8B44-7F01E0758971}" dt="2021-03-10T17:17:46.354" v="26" actId="478"/>
          <ac:inkMkLst>
            <pc:docMk/>
            <pc:sldMk cId="0" sldId="453"/>
            <ac:inkMk id="31" creationId="{CC38D18B-1CB2-4A59-B577-9F8C472B755B}"/>
          </ac:inkMkLst>
        </pc:inkChg>
        <pc:inkChg chg="del">
          <ac:chgData name="Md. Nahid Hasan" userId="85ea5f9e-65d6-4031-b810-9415101f2e21" providerId="ADAL" clId="{25D85872-5EAE-4915-8B44-7F01E0758971}" dt="2021-03-10T17:17:46.354" v="26" actId="478"/>
          <ac:inkMkLst>
            <pc:docMk/>
            <pc:sldMk cId="0" sldId="453"/>
            <ac:inkMk id="59392" creationId="{19751FE6-342E-4B46-9783-24CF107BB81D}"/>
          </ac:inkMkLst>
        </pc:inkChg>
      </pc:sldChg>
      <pc:sldChg chg="delSp mod">
        <pc:chgData name="Md. Nahid Hasan" userId="85ea5f9e-65d6-4031-b810-9415101f2e21" providerId="ADAL" clId="{25D85872-5EAE-4915-8B44-7F01E0758971}" dt="2021-03-10T17:18:20.572" v="33" actId="478"/>
        <pc:sldMkLst>
          <pc:docMk/>
          <pc:sldMk cId="0" sldId="455"/>
        </pc:sldMkLst>
        <pc:inkChg chg="del">
          <ac:chgData name="Md. Nahid Hasan" userId="85ea5f9e-65d6-4031-b810-9415101f2e21" providerId="ADAL" clId="{25D85872-5EAE-4915-8B44-7F01E0758971}" dt="2021-03-10T17:18:20.572" v="33" actId="478"/>
          <ac:inkMkLst>
            <pc:docMk/>
            <pc:sldMk cId="0" sldId="455"/>
            <ac:inkMk id="70682" creationId="{A0D8BE32-00C6-43EA-ABE6-E8356ABC5BC0}"/>
          </ac:inkMkLst>
        </pc:inkChg>
        <pc:inkChg chg="del">
          <ac:chgData name="Md. Nahid Hasan" userId="85ea5f9e-65d6-4031-b810-9415101f2e21" providerId="ADAL" clId="{25D85872-5EAE-4915-8B44-7F01E0758971}" dt="2021-03-10T17:18:18.624" v="32" actId="478"/>
          <ac:inkMkLst>
            <pc:docMk/>
            <pc:sldMk cId="0" sldId="455"/>
            <ac:inkMk id="70756" creationId="{E68CA7F9-53C2-4210-9EE4-E590A7122554}"/>
          </ac:inkMkLst>
        </pc:inkChg>
        <pc:inkChg chg="del">
          <ac:chgData name="Md. Nahid Hasan" userId="85ea5f9e-65d6-4031-b810-9415101f2e21" providerId="ADAL" clId="{25D85872-5EAE-4915-8B44-7F01E0758971}" dt="2021-03-10T17:18:18.624" v="32" actId="478"/>
          <ac:inkMkLst>
            <pc:docMk/>
            <pc:sldMk cId="0" sldId="455"/>
            <ac:inkMk id="70757" creationId="{3F199E0E-B40E-4163-8CB6-08B8719A85A9}"/>
          </ac:inkMkLst>
        </pc:inkChg>
        <pc:inkChg chg="del">
          <ac:chgData name="Md. Nahid Hasan" userId="85ea5f9e-65d6-4031-b810-9415101f2e21" providerId="ADAL" clId="{25D85872-5EAE-4915-8B44-7F01E0758971}" dt="2021-03-10T17:18:18.624" v="32" actId="478"/>
          <ac:inkMkLst>
            <pc:docMk/>
            <pc:sldMk cId="0" sldId="455"/>
            <ac:inkMk id="70758" creationId="{D914DE44-5CEF-4FC8-B865-4E272A568768}"/>
          </ac:inkMkLst>
        </pc:inkChg>
        <pc:inkChg chg="del">
          <ac:chgData name="Md. Nahid Hasan" userId="85ea5f9e-65d6-4031-b810-9415101f2e21" providerId="ADAL" clId="{25D85872-5EAE-4915-8B44-7F01E0758971}" dt="2021-03-10T17:18:18.624" v="32" actId="478"/>
          <ac:inkMkLst>
            <pc:docMk/>
            <pc:sldMk cId="0" sldId="455"/>
            <ac:inkMk id="70759" creationId="{3739B6D9-B7E5-4242-99A2-5716C598C2C3}"/>
          </ac:inkMkLst>
        </pc:inkChg>
        <pc:inkChg chg="del">
          <ac:chgData name="Md. Nahid Hasan" userId="85ea5f9e-65d6-4031-b810-9415101f2e21" providerId="ADAL" clId="{25D85872-5EAE-4915-8B44-7F01E0758971}" dt="2021-03-10T17:18:18.624" v="32" actId="478"/>
          <ac:inkMkLst>
            <pc:docMk/>
            <pc:sldMk cId="0" sldId="455"/>
            <ac:inkMk id="70760" creationId="{2586518D-3836-4E6E-B14B-291DBF2F1EAE}"/>
          </ac:inkMkLst>
        </pc:inkChg>
        <pc:inkChg chg="del">
          <ac:chgData name="Md. Nahid Hasan" userId="85ea5f9e-65d6-4031-b810-9415101f2e21" providerId="ADAL" clId="{25D85872-5EAE-4915-8B44-7F01E0758971}" dt="2021-03-10T17:18:18.624" v="32" actId="478"/>
          <ac:inkMkLst>
            <pc:docMk/>
            <pc:sldMk cId="0" sldId="455"/>
            <ac:inkMk id="70761" creationId="{367B23B1-3C0A-4E32-9B49-AD3E2EFF5063}"/>
          </ac:inkMkLst>
        </pc:inkChg>
        <pc:inkChg chg="del">
          <ac:chgData name="Md. Nahid Hasan" userId="85ea5f9e-65d6-4031-b810-9415101f2e21" providerId="ADAL" clId="{25D85872-5EAE-4915-8B44-7F01E0758971}" dt="2021-03-10T17:18:18.624" v="32" actId="478"/>
          <ac:inkMkLst>
            <pc:docMk/>
            <pc:sldMk cId="0" sldId="455"/>
            <ac:inkMk id="70762" creationId="{5BBC19D5-B6B9-403D-912B-489452840967}"/>
          </ac:inkMkLst>
        </pc:inkChg>
        <pc:inkChg chg="del">
          <ac:chgData name="Md. Nahid Hasan" userId="85ea5f9e-65d6-4031-b810-9415101f2e21" providerId="ADAL" clId="{25D85872-5EAE-4915-8B44-7F01E0758971}" dt="2021-03-10T17:18:18.624" v="32" actId="478"/>
          <ac:inkMkLst>
            <pc:docMk/>
            <pc:sldMk cId="0" sldId="455"/>
            <ac:inkMk id="70763" creationId="{D6FD089F-E463-4D17-ABD2-FED2102A8203}"/>
          </ac:inkMkLst>
        </pc:inkChg>
        <pc:inkChg chg="del">
          <ac:chgData name="Md. Nahid Hasan" userId="85ea5f9e-65d6-4031-b810-9415101f2e21" providerId="ADAL" clId="{25D85872-5EAE-4915-8B44-7F01E0758971}" dt="2021-03-10T17:18:18.624" v="32" actId="478"/>
          <ac:inkMkLst>
            <pc:docMk/>
            <pc:sldMk cId="0" sldId="455"/>
            <ac:inkMk id="70764" creationId="{CC123122-9544-43E4-A1A0-235435337DD2}"/>
          </ac:inkMkLst>
        </pc:inkChg>
        <pc:inkChg chg="del">
          <ac:chgData name="Md. Nahid Hasan" userId="85ea5f9e-65d6-4031-b810-9415101f2e21" providerId="ADAL" clId="{25D85872-5EAE-4915-8B44-7F01E0758971}" dt="2021-03-10T17:18:18.624" v="32" actId="478"/>
          <ac:inkMkLst>
            <pc:docMk/>
            <pc:sldMk cId="0" sldId="455"/>
            <ac:inkMk id="70765" creationId="{387AF96D-D767-4E30-A437-403146B69DEA}"/>
          </ac:inkMkLst>
        </pc:inkChg>
        <pc:inkChg chg="del">
          <ac:chgData name="Md. Nahid Hasan" userId="85ea5f9e-65d6-4031-b810-9415101f2e21" providerId="ADAL" clId="{25D85872-5EAE-4915-8B44-7F01E0758971}" dt="2021-03-10T17:18:18.624" v="32" actId="478"/>
          <ac:inkMkLst>
            <pc:docMk/>
            <pc:sldMk cId="0" sldId="455"/>
            <ac:inkMk id="70766" creationId="{595CDE82-2468-44DE-9450-0D84A9FC9730}"/>
          </ac:inkMkLst>
        </pc:inkChg>
        <pc:inkChg chg="del">
          <ac:chgData name="Md. Nahid Hasan" userId="85ea5f9e-65d6-4031-b810-9415101f2e21" providerId="ADAL" clId="{25D85872-5EAE-4915-8B44-7F01E0758971}" dt="2021-03-10T17:18:18.624" v="32" actId="478"/>
          <ac:inkMkLst>
            <pc:docMk/>
            <pc:sldMk cId="0" sldId="455"/>
            <ac:inkMk id="70767" creationId="{50B7E26D-EC2D-4CBD-837B-56FFA5D36295}"/>
          </ac:inkMkLst>
        </pc:inkChg>
        <pc:inkChg chg="del">
          <ac:chgData name="Md. Nahid Hasan" userId="85ea5f9e-65d6-4031-b810-9415101f2e21" providerId="ADAL" clId="{25D85872-5EAE-4915-8B44-7F01E0758971}" dt="2021-03-10T17:18:18.624" v="32" actId="478"/>
          <ac:inkMkLst>
            <pc:docMk/>
            <pc:sldMk cId="0" sldId="455"/>
            <ac:inkMk id="70768" creationId="{BB241949-E26D-47A8-A56E-1AEE6C9BEB64}"/>
          </ac:inkMkLst>
        </pc:inkChg>
        <pc:inkChg chg="del">
          <ac:chgData name="Md. Nahid Hasan" userId="85ea5f9e-65d6-4031-b810-9415101f2e21" providerId="ADAL" clId="{25D85872-5EAE-4915-8B44-7F01E0758971}" dt="2021-03-10T17:18:18.624" v="32" actId="478"/>
          <ac:inkMkLst>
            <pc:docMk/>
            <pc:sldMk cId="0" sldId="455"/>
            <ac:inkMk id="70769" creationId="{81BD9CF8-7450-436A-B74C-0D402B3BA868}"/>
          </ac:inkMkLst>
        </pc:inkChg>
        <pc:inkChg chg="del">
          <ac:chgData name="Md. Nahid Hasan" userId="85ea5f9e-65d6-4031-b810-9415101f2e21" providerId="ADAL" clId="{25D85872-5EAE-4915-8B44-7F01E0758971}" dt="2021-03-10T17:18:18.624" v="32" actId="478"/>
          <ac:inkMkLst>
            <pc:docMk/>
            <pc:sldMk cId="0" sldId="455"/>
            <ac:inkMk id="70770" creationId="{A1E440E8-E4D1-4A90-A6C5-706AA0296FE6}"/>
          </ac:inkMkLst>
        </pc:inkChg>
        <pc:inkChg chg="del">
          <ac:chgData name="Md. Nahid Hasan" userId="85ea5f9e-65d6-4031-b810-9415101f2e21" providerId="ADAL" clId="{25D85872-5EAE-4915-8B44-7F01E0758971}" dt="2021-03-10T17:18:18.624" v="32" actId="478"/>
          <ac:inkMkLst>
            <pc:docMk/>
            <pc:sldMk cId="0" sldId="455"/>
            <ac:inkMk id="70771" creationId="{B55A28D4-04E1-4D30-9B43-7BD5027F7AE2}"/>
          </ac:inkMkLst>
        </pc:inkChg>
        <pc:inkChg chg="del">
          <ac:chgData name="Md. Nahid Hasan" userId="85ea5f9e-65d6-4031-b810-9415101f2e21" providerId="ADAL" clId="{25D85872-5EAE-4915-8B44-7F01E0758971}" dt="2021-03-10T17:18:18.624" v="32" actId="478"/>
          <ac:inkMkLst>
            <pc:docMk/>
            <pc:sldMk cId="0" sldId="455"/>
            <ac:inkMk id="70772" creationId="{80C3E356-A7B8-4AF4-AC57-02AB01F8B5B5}"/>
          </ac:inkMkLst>
        </pc:inkChg>
      </pc:sldChg>
      <pc:sldChg chg="delSp mod">
        <pc:chgData name="Md. Nahid Hasan" userId="85ea5f9e-65d6-4031-b810-9415101f2e21" providerId="ADAL" clId="{25D85872-5EAE-4915-8B44-7F01E0758971}" dt="2021-03-10T17:17:50.290" v="27" actId="478"/>
        <pc:sldMkLst>
          <pc:docMk/>
          <pc:sldMk cId="0" sldId="456"/>
        </pc:sldMkLst>
        <pc:inkChg chg="del">
          <ac:chgData name="Md. Nahid Hasan" userId="85ea5f9e-65d6-4031-b810-9415101f2e21" providerId="ADAL" clId="{25D85872-5EAE-4915-8B44-7F01E0758971}" dt="2021-03-10T17:17:50.290" v="27" actId="478"/>
          <ac:inkMkLst>
            <pc:docMk/>
            <pc:sldMk cId="0" sldId="456"/>
            <ac:inkMk id="2" creationId="{340C5350-CADB-46C3-9F4A-A0A6FB92FA6A}"/>
          </ac:inkMkLst>
        </pc:inkChg>
        <pc:inkChg chg="del">
          <ac:chgData name="Md. Nahid Hasan" userId="85ea5f9e-65d6-4031-b810-9415101f2e21" providerId="ADAL" clId="{25D85872-5EAE-4915-8B44-7F01E0758971}" dt="2021-03-10T17:17:50.290" v="27" actId="478"/>
          <ac:inkMkLst>
            <pc:docMk/>
            <pc:sldMk cId="0" sldId="456"/>
            <ac:inkMk id="35" creationId="{244C0FC7-B51F-48DE-B2C8-27AB97F55FCD}"/>
          </ac:inkMkLst>
        </pc:inkChg>
        <pc:inkChg chg="del">
          <ac:chgData name="Md. Nahid Hasan" userId="85ea5f9e-65d6-4031-b810-9415101f2e21" providerId="ADAL" clId="{25D85872-5EAE-4915-8B44-7F01E0758971}" dt="2021-03-10T17:17:50.290" v="27" actId="478"/>
          <ac:inkMkLst>
            <pc:docMk/>
            <pc:sldMk cId="0" sldId="456"/>
            <ac:inkMk id="36" creationId="{4CE99A59-D529-4A1E-A657-D9EBB7CD6DBF}"/>
          </ac:inkMkLst>
        </pc:inkChg>
      </pc:sldChg>
      <pc:sldChg chg="delSp mod">
        <pc:chgData name="Md. Nahid Hasan" userId="85ea5f9e-65d6-4031-b810-9415101f2e21" providerId="ADAL" clId="{25D85872-5EAE-4915-8B44-7F01E0758971}" dt="2021-03-10T17:17:55.696" v="28" actId="478"/>
        <pc:sldMkLst>
          <pc:docMk/>
          <pc:sldMk cId="0" sldId="457"/>
        </pc:sldMkLst>
        <pc:inkChg chg="del">
          <ac:chgData name="Md. Nahid Hasan" userId="85ea5f9e-65d6-4031-b810-9415101f2e21" providerId="ADAL" clId="{25D85872-5EAE-4915-8B44-7F01E0758971}" dt="2021-03-10T17:17:55.696" v="28" actId="478"/>
          <ac:inkMkLst>
            <pc:docMk/>
            <pc:sldMk cId="0" sldId="457"/>
            <ac:inkMk id="7" creationId="{6CE5FAA8-4C92-4EA3-8255-6AEF1A03C58D}"/>
          </ac:inkMkLst>
        </pc:inkChg>
        <pc:inkChg chg="del">
          <ac:chgData name="Md. Nahid Hasan" userId="85ea5f9e-65d6-4031-b810-9415101f2e21" providerId="ADAL" clId="{25D85872-5EAE-4915-8B44-7F01E0758971}" dt="2021-03-10T17:17:55.696" v="28" actId="478"/>
          <ac:inkMkLst>
            <pc:docMk/>
            <pc:sldMk cId="0" sldId="457"/>
            <ac:inkMk id="11" creationId="{58FD71B2-7F23-44ED-9BC6-5F16E2F2304E}"/>
          </ac:inkMkLst>
        </pc:inkChg>
        <pc:inkChg chg="del">
          <ac:chgData name="Md. Nahid Hasan" userId="85ea5f9e-65d6-4031-b810-9415101f2e21" providerId="ADAL" clId="{25D85872-5EAE-4915-8B44-7F01E0758971}" dt="2021-03-10T17:17:55.696" v="28" actId="478"/>
          <ac:inkMkLst>
            <pc:docMk/>
            <pc:sldMk cId="0" sldId="457"/>
            <ac:inkMk id="12" creationId="{6D21FC3C-3A1E-4AFE-B900-1A0109A0A3A2}"/>
          </ac:inkMkLst>
        </pc:inkChg>
        <pc:inkChg chg="del">
          <ac:chgData name="Md. Nahid Hasan" userId="85ea5f9e-65d6-4031-b810-9415101f2e21" providerId="ADAL" clId="{25D85872-5EAE-4915-8B44-7F01E0758971}" dt="2021-03-10T17:17:55.696" v="28" actId="478"/>
          <ac:inkMkLst>
            <pc:docMk/>
            <pc:sldMk cId="0" sldId="457"/>
            <ac:inkMk id="13" creationId="{CD84A47A-8383-4324-BCD6-B665C6D9F1A2}"/>
          </ac:inkMkLst>
        </pc:inkChg>
        <pc:inkChg chg="del">
          <ac:chgData name="Md. Nahid Hasan" userId="85ea5f9e-65d6-4031-b810-9415101f2e21" providerId="ADAL" clId="{25D85872-5EAE-4915-8B44-7F01E0758971}" dt="2021-03-10T17:17:55.696" v="28" actId="478"/>
          <ac:inkMkLst>
            <pc:docMk/>
            <pc:sldMk cId="0" sldId="457"/>
            <ac:inkMk id="14" creationId="{B3F9DB59-9B4A-4C0D-811B-48ECB0956B0D}"/>
          </ac:inkMkLst>
        </pc:inkChg>
        <pc:inkChg chg="del">
          <ac:chgData name="Md. Nahid Hasan" userId="85ea5f9e-65d6-4031-b810-9415101f2e21" providerId="ADAL" clId="{25D85872-5EAE-4915-8B44-7F01E0758971}" dt="2021-03-10T17:17:55.696" v="28" actId="478"/>
          <ac:inkMkLst>
            <pc:docMk/>
            <pc:sldMk cId="0" sldId="457"/>
            <ac:inkMk id="15" creationId="{4CEBCBF3-9C86-431D-B96C-BF47AB51AB7D}"/>
          </ac:inkMkLst>
        </pc:inkChg>
        <pc:inkChg chg="del">
          <ac:chgData name="Md. Nahid Hasan" userId="85ea5f9e-65d6-4031-b810-9415101f2e21" providerId="ADAL" clId="{25D85872-5EAE-4915-8B44-7F01E0758971}" dt="2021-03-10T17:17:55.696" v="28" actId="478"/>
          <ac:inkMkLst>
            <pc:docMk/>
            <pc:sldMk cId="0" sldId="457"/>
            <ac:inkMk id="16" creationId="{EA8D5E5B-CBCA-44FD-908C-3CE21ABAB399}"/>
          </ac:inkMkLst>
        </pc:inkChg>
        <pc:inkChg chg="del">
          <ac:chgData name="Md. Nahid Hasan" userId="85ea5f9e-65d6-4031-b810-9415101f2e21" providerId="ADAL" clId="{25D85872-5EAE-4915-8B44-7F01E0758971}" dt="2021-03-10T17:17:55.696" v="28" actId="478"/>
          <ac:inkMkLst>
            <pc:docMk/>
            <pc:sldMk cId="0" sldId="457"/>
            <ac:inkMk id="17" creationId="{D6784651-ED5B-43E8-A4CF-2A61725977EE}"/>
          </ac:inkMkLst>
        </pc:inkChg>
        <pc:inkChg chg="del">
          <ac:chgData name="Md. Nahid Hasan" userId="85ea5f9e-65d6-4031-b810-9415101f2e21" providerId="ADAL" clId="{25D85872-5EAE-4915-8B44-7F01E0758971}" dt="2021-03-10T17:17:55.696" v="28" actId="478"/>
          <ac:inkMkLst>
            <pc:docMk/>
            <pc:sldMk cId="0" sldId="457"/>
            <ac:inkMk id="18" creationId="{E372CA5C-1B83-49FF-86C6-6A5E950B721C}"/>
          </ac:inkMkLst>
        </pc:inkChg>
        <pc:inkChg chg="del">
          <ac:chgData name="Md. Nahid Hasan" userId="85ea5f9e-65d6-4031-b810-9415101f2e21" providerId="ADAL" clId="{25D85872-5EAE-4915-8B44-7F01E0758971}" dt="2021-03-10T17:17:55.696" v="28" actId="478"/>
          <ac:inkMkLst>
            <pc:docMk/>
            <pc:sldMk cId="0" sldId="457"/>
            <ac:inkMk id="19" creationId="{C5501A71-C7F1-4B55-9D53-1220E7144B31}"/>
          </ac:inkMkLst>
        </pc:inkChg>
        <pc:inkChg chg="del">
          <ac:chgData name="Md. Nahid Hasan" userId="85ea5f9e-65d6-4031-b810-9415101f2e21" providerId="ADAL" clId="{25D85872-5EAE-4915-8B44-7F01E0758971}" dt="2021-03-10T17:17:55.696" v="28" actId="478"/>
          <ac:inkMkLst>
            <pc:docMk/>
            <pc:sldMk cId="0" sldId="457"/>
            <ac:inkMk id="20" creationId="{83E3CFDF-043D-48A2-B621-8781A7AAD2AC}"/>
          </ac:inkMkLst>
        </pc:inkChg>
        <pc:inkChg chg="del">
          <ac:chgData name="Md. Nahid Hasan" userId="85ea5f9e-65d6-4031-b810-9415101f2e21" providerId="ADAL" clId="{25D85872-5EAE-4915-8B44-7F01E0758971}" dt="2021-03-10T17:17:55.696" v="28" actId="478"/>
          <ac:inkMkLst>
            <pc:docMk/>
            <pc:sldMk cId="0" sldId="457"/>
            <ac:inkMk id="21" creationId="{1144B0BE-EFF5-4276-94A5-FFD6B13825F9}"/>
          </ac:inkMkLst>
        </pc:inkChg>
        <pc:inkChg chg="del">
          <ac:chgData name="Md. Nahid Hasan" userId="85ea5f9e-65d6-4031-b810-9415101f2e21" providerId="ADAL" clId="{25D85872-5EAE-4915-8B44-7F01E0758971}" dt="2021-03-10T17:17:55.696" v="28" actId="478"/>
          <ac:inkMkLst>
            <pc:docMk/>
            <pc:sldMk cId="0" sldId="457"/>
            <ac:inkMk id="22" creationId="{6C1955D1-9805-423D-A67E-3DB3F7C41885}"/>
          </ac:inkMkLst>
        </pc:inkChg>
        <pc:inkChg chg="del">
          <ac:chgData name="Md. Nahid Hasan" userId="85ea5f9e-65d6-4031-b810-9415101f2e21" providerId="ADAL" clId="{25D85872-5EAE-4915-8B44-7F01E0758971}" dt="2021-03-10T17:17:55.696" v="28" actId="478"/>
          <ac:inkMkLst>
            <pc:docMk/>
            <pc:sldMk cId="0" sldId="457"/>
            <ac:inkMk id="23" creationId="{FDA95995-5A5A-4000-818B-01AB1683DDB8}"/>
          </ac:inkMkLst>
        </pc:inkChg>
        <pc:inkChg chg="del">
          <ac:chgData name="Md. Nahid Hasan" userId="85ea5f9e-65d6-4031-b810-9415101f2e21" providerId="ADAL" clId="{25D85872-5EAE-4915-8B44-7F01E0758971}" dt="2021-03-10T17:17:55.696" v="28" actId="478"/>
          <ac:inkMkLst>
            <pc:docMk/>
            <pc:sldMk cId="0" sldId="457"/>
            <ac:inkMk id="24" creationId="{8EF0FD99-869F-4122-932C-5846DD248BA2}"/>
          </ac:inkMkLst>
        </pc:inkChg>
        <pc:inkChg chg="del">
          <ac:chgData name="Md. Nahid Hasan" userId="85ea5f9e-65d6-4031-b810-9415101f2e21" providerId="ADAL" clId="{25D85872-5EAE-4915-8B44-7F01E0758971}" dt="2021-03-10T17:17:55.696" v="28" actId="478"/>
          <ac:inkMkLst>
            <pc:docMk/>
            <pc:sldMk cId="0" sldId="457"/>
            <ac:inkMk id="25" creationId="{B45EC217-C61E-4108-BFCC-78352C823467}"/>
          </ac:inkMkLst>
        </pc:inkChg>
        <pc:inkChg chg="del">
          <ac:chgData name="Md. Nahid Hasan" userId="85ea5f9e-65d6-4031-b810-9415101f2e21" providerId="ADAL" clId="{25D85872-5EAE-4915-8B44-7F01E0758971}" dt="2021-03-10T17:17:55.696" v="28" actId="478"/>
          <ac:inkMkLst>
            <pc:docMk/>
            <pc:sldMk cId="0" sldId="457"/>
            <ac:inkMk id="26" creationId="{11D280B1-92AA-4A01-AEA5-C478B8B9BD05}"/>
          </ac:inkMkLst>
        </pc:inkChg>
        <pc:inkChg chg="del">
          <ac:chgData name="Md. Nahid Hasan" userId="85ea5f9e-65d6-4031-b810-9415101f2e21" providerId="ADAL" clId="{25D85872-5EAE-4915-8B44-7F01E0758971}" dt="2021-03-10T17:17:55.696" v="28" actId="478"/>
          <ac:inkMkLst>
            <pc:docMk/>
            <pc:sldMk cId="0" sldId="457"/>
            <ac:inkMk id="27" creationId="{14757C5E-A1A4-4AB6-92DC-E3F56213EC52}"/>
          </ac:inkMkLst>
        </pc:inkChg>
        <pc:inkChg chg="del">
          <ac:chgData name="Md. Nahid Hasan" userId="85ea5f9e-65d6-4031-b810-9415101f2e21" providerId="ADAL" clId="{25D85872-5EAE-4915-8B44-7F01E0758971}" dt="2021-03-10T17:17:55.696" v="28" actId="478"/>
          <ac:inkMkLst>
            <pc:docMk/>
            <pc:sldMk cId="0" sldId="457"/>
            <ac:inkMk id="28" creationId="{B431C3CD-4CBB-4E15-8A20-380E8E5699F6}"/>
          </ac:inkMkLst>
        </pc:inkChg>
        <pc:inkChg chg="del">
          <ac:chgData name="Md. Nahid Hasan" userId="85ea5f9e-65d6-4031-b810-9415101f2e21" providerId="ADAL" clId="{25D85872-5EAE-4915-8B44-7F01E0758971}" dt="2021-03-10T17:17:55.696" v="28" actId="478"/>
          <ac:inkMkLst>
            <pc:docMk/>
            <pc:sldMk cId="0" sldId="457"/>
            <ac:inkMk id="29" creationId="{5C72D07F-0320-4EF4-9319-14316BC393DF}"/>
          </ac:inkMkLst>
        </pc:inkChg>
        <pc:inkChg chg="del">
          <ac:chgData name="Md. Nahid Hasan" userId="85ea5f9e-65d6-4031-b810-9415101f2e21" providerId="ADAL" clId="{25D85872-5EAE-4915-8B44-7F01E0758971}" dt="2021-03-10T17:17:55.696" v="28" actId="478"/>
          <ac:inkMkLst>
            <pc:docMk/>
            <pc:sldMk cId="0" sldId="457"/>
            <ac:inkMk id="30" creationId="{0A7CAA57-D045-4645-A1F8-843C6ABBBE7C}"/>
          </ac:inkMkLst>
        </pc:inkChg>
        <pc:inkChg chg="del">
          <ac:chgData name="Md. Nahid Hasan" userId="85ea5f9e-65d6-4031-b810-9415101f2e21" providerId="ADAL" clId="{25D85872-5EAE-4915-8B44-7F01E0758971}" dt="2021-03-10T17:17:55.696" v="28" actId="478"/>
          <ac:inkMkLst>
            <pc:docMk/>
            <pc:sldMk cId="0" sldId="457"/>
            <ac:inkMk id="31" creationId="{B53E9DAA-63CB-4C21-ACEF-8CB0CAC6A74C}"/>
          </ac:inkMkLst>
        </pc:inkChg>
        <pc:inkChg chg="del">
          <ac:chgData name="Md. Nahid Hasan" userId="85ea5f9e-65d6-4031-b810-9415101f2e21" providerId="ADAL" clId="{25D85872-5EAE-4915-8B44-7F01E0758971}" dt="2021-03-10T17:17:55.696" v="28" actId="478"/>
          <ac:inkMkLst>
            <pc:docMk/>
            <pc:sldMk cId="0" sldId="457"/>
            <ac:inkMk id="32" creationId="{0F5FC83F-5E13-4DED-ABD8-0D8977D7253F}"/>
          </ac:inkMkLst>
        </pc:inkChg>
        <pc:inkChg chg="del">
          <ac:chgData name="Md. Nahid Hasan" userId="85ea5f9e-65d6-4031-b810-9415101f2e21" providerId="ADAL" clId="{25D85872-5EAE-4915-8B44-7F01E0758971}" dt="2021-03-10T17:17:55.696" v="28" actId="478"/>
          <ac:inkMkLst>
            <pc:docMk/>
            <pc:sldMk cId="0" sldId="457"/>
            <ac:inkMk id="33" creationId="{85DCD051-3292-4C5C-972F-4B3A0A2784A6}"/>
          </ac:inkMkLst>
        </pc:inkChg>
        <pc:inkChg chg="del">
          <ac:chgData name="Md. Nahid Hasan" userId="85ea5f9e-65d6-4031-b810-9415101f2e21" providerId="ADAL" clId="{25D85872-5EAE-4915-8B44-7F01E0758971}" dt="2021-03-10T17:17:55.696" v="28" actId="478"/>
          <ac:inkMkLst>
            <pc:docMk/>
            <pc:sldMk cId="0" sldId="457"/>
            <ac:inkMk id="34" creationId="{F3C062D9-0DC0-429A-87C9-3C4C343A410D}"/>
          </ac:inkMkLst>
        </pc:inkChg>
        <pc:inkChg chg="del">
          <ac:chgData name="Md. Nahid Hasan" userId="85ea5f9e-65d6-4031-b810-9415101f2e21" providerId="ADAL" clId="{25D85872-5EAE-4915-8B44-7F01E0758971}" dt="2021-03-10T17:17:55.696" v="28" actId="478"/>
          <ac:inkMkLst>
            <pc:docMk/>
            <pc:sldMk cId="0" sldId="457"/>
            <ac:inkMk id="35" creationId="{2EF43B13-D124-4DC2-9ECA-CF93C963FC7A}"/>
          </ac:inkMkLst>
        </pc:inkChg>
        <pc:inkChg chg="del">
          <ac:chgData name="Md. Nahid Hasan" userId="85ea5f9e-65d6-4031-b810-9415101f2e21" providerId="ADAL" clId="{25D85872-5EAE-4915-8B44-7F01E0758971}" dt="2021-03-10T17:17:55.696" v="28" actId="478"/>
          <ac:inkMkLst>
            <pc:docMk/>
            <pc:sldMk cId="0" sldId="457"/>
            <ac:inkMk id="36" creationId="{42619875-2CC5-4402-881A-F5A97A2D459D}"/>
          </ac:inkMkLst>
        </pc:inkChg>
        <pc:inkChg chg="del">
          <ac:chgData name="Md. Nahid Hasan" userId="85ea5f9e-65d6-4031-b810-9415101f2e21" providerId="ADAL" clId="{25D85872-5EAE-4915-8B44-7F01E0758971}" dt="2021-03-10T17:17:55.696" v="28" actId="478"/>
          <ac:inkMkLst>
            <pc:docMk/>
            <pc:sldMk cId="0" sldId="457"/>
            <ac:inkMk id="37" creationId="{B676C47A-4ADF-4894-8DDB-0D50DC75E64E}"/>
          </ac:inkMkLst>
        </pc:inkChg>
        <pc:inkChg chg="del">
          <ac:chgData name="Md. Nahid Hasan" userId="85ea5f9e-65d6-4031-b810-9415101f2e21" providerId="ADAL" clId="{25D85872-5EAE-4915-8B44-7F01E0758971}" dt="2021-03-10T17:17:55.696" v="28" actId="478"/>
          <ac:inkMkLst>
            <pc:docMk/>
            <pc:sldMk cId="0" sldId="457"/>
            <ac:inkMk id="38" creationId="{DF24F701-809A-4A2B-B7C2-099FB6857183}"/>
          </ac:inkMkLst>
        </pc:inkChg>
        <pc:inkChg chg="del">
          <ac:chgData name="Md. Nahid Hasan" userId="85ea5f9e-65d6-4031-b810-9415101f2e21" providerId="ADAL" clId="{25D85872-5EAE-4915-8B44-7F01E0758971}" dt="2021-03-10T17:17:55.696" v="28" actId="478"/>
          <ac:inkMkLst>
            <pc:docMk/>
            <pc:sldMk cId="0" sldId="457"/>
            <ac:inkMk id="39" creationId="{ACEECAF4-B156-4A36-BE7C-0D7EFED23D26}"/>
          </ac:inkMkLst>
        </pc:inkChg>
        <pc:inkChg chg="del">
          <ac:chgData name="Md. Nahid Hasan" userId="85ea5f9e-65d6-4031-b810-9415101f2e21" providerId="ADAL" clId="{25D85872-5EAE-4915-8B44-7F01E0758971}" dt="2021-03-10T17:17:55.696" v="28" actId="478"/>
          <ac:inkMkLst>
            <pc:docMk/>
            <pc:sldMk cId="0" sldId="457"/>
            <ac:inkMk id="40" creationId="{14835209-BCD3-4063-A197-99AA68A1B8C1}"/>
          </ac:inkMkLst>
        </pc:inkChg>
        <pc:inkChg chg="del">
          <ac:chgData name="Md. Nahid Hasan" userId="85ea5f9e-65d6-4031-b810-9415101f2e21" providerId="ADAL" clId="{25D85872-5EAE-4915-8B44-7F01E0758971}" dt="2021-03-10T17:17:55.696" v="28" actId="478"/>
          <ac:inkMkLst>
            <pc:docMk/>
            <pc:sldMk cId="0" sldId="457"/>
            <ac:inkMk id="41" creationId="{3291CEDA-5566-4C95-8DDC-630D082D552C}"/>
          </ac:inkMkLst>
        </pc:inkChg>
        <pc:inkChg chg="del">
          <ac:chgData name="Md. Nahid Hasan" userId="85ea5f9e-65d6-4031-b810-9415101f2e21" providerId="ADAL" clId="{25D85872-5EAE-4915-8B44-7F01E0758971}" dt="2021-03-10T17:17:55.696" v="28" actId="478"/>
          <ac:inkMkLst>
            <pc:docMk/>
            <pc:sldMk cId="0" sldId="457"/>
            <ac:inkMk id="42" creationId="{C7BB3802-F027-4348-8F9B-16E9514936BE}"/>
          </ac:inkMkLst>
        </pc:inkChg>
        <pc:inkChg chg="del">
          <ac:chgData name="Md. Nahid Hasan" userId="85ea5f9e-65d6-4031-b810-9415101f2e21" providerId="ADAL" clId="{25D85872-5EAE-4915-8B44-7F01E0758971}" dt="2021-03-10T17:17:55.696" v="28" actId="478"/>
          <ac:inkMkLst>
            <pc:docMk/>
            <pc:sldMk cId="0" sldId="457"/>
            <ac:inkMk id="43" creationId="{E1C8982B-F9C5-4B95-A026-3DA6941B5D98}"/>
          </ac:inkMkLst>
        </pc:inkChg>
        <pc:inkChg chg="del">
          <ac:chgData name="Md. Nahid Hasan" userId="85ea5f9e-65d6-4031-b810-9415101f2e21" providerId="ADAL" clId="{25D85872-5EAE-4915-8B44-7F01E0758971}" dt="2021-03-10T17:17:55.696" v="28" actId="478"/>
          <ac:inkMkLst>
            <pc:docMk/>
            <pc:sldMk cId="0" sldId="457"/>
            <ac:inkMk id="44" creationId="{E0E33139-E8F9-4B47-8F62-28B44796C186}"/>
          </ac:inkMkLst>
        </pc:inkChg>
        <pc:inkChg chg="del">
          <ac:chgData name="Md. Nahid Hasan" userId="85ea5f9e-65d6-4031-b810-9415101f2e21" providerId="ADAL" clId="{25D85872-5EAE-4915-8B44-7F01E0758971}" dt="2021-03-10T17:17:55.696" v="28" actId="478"/>
          <ac:inkMkLst>
            <pc:docMk/>
            <pc:sldMk cId="0" sldId="457"/>
            <ac:inkMk id="45" creationId="{A0F8FC1C-F445-4753-8049-1BAC034F223D}"/>
          </ac:inkMkLst>
        </pc:inkChg>
        <pc:inkChg chg="del">
          <ac:chgData name="Md. Nahid Hasan" userId="85ea5f9e-65d6-4031-b810-9415101f2e21" providerId="ADAL" clId="{25D85872-5EAE-4915-8B44-7F01E0758971}" dt="2021-03-10T17:17:55.696" v="28" actId="478"/>
          <ac:inkMkLst>
            <pc:docMk/>
            <pc:sldMk cId="0" sldId="457"/>
            <ac:inkMk id="46" creationId="{2870D20D-F2C7-4D14-9655-417143B6C6A6}"/>
          </ac:inkMkLst>
        </pc:inkChg>
        <pc:inkChg chg="del">
          <ac:chgData name="Md. Nahid Hasan" userId="85ea5f9e-65d6-4031-b810-9415101f2e21" providerId="ADAL" clId="{25D85872-5EAE-4915-8B44-7F01E0758971}" dt="2021-03-10T17:17:55.696" v="28" actId="478"/>
          <ac:inkMkLst>
            <pc:docMk/>
            <pc:sldMk cId="0" sldId="457"/>
            <ac:inkMk id="47" creationId="{DF095FDA-AB08-4ABB-A1DF-7C759316FCEA}"/>
          </ac:inkMkLst>
        </pc:inkChg>
        <pc:inkChg chg="del">
          <ac:chgData name="Md. Nahid Hasan" userId="85ea5f9e-65d6-4031-b810-9415101f2e21" providerId="ADAL" clId="{25D85872-5EAE-4915-8B44-7F01E0758971}" dt="2021-03-10T17:17:55.696" v="28" actId="478"/>
          <ac:inkMkLst>
            <pc:docMk/>
            <pc:sldMk cId="0" sldId="457"/>
            <ac:inkMk id="48" creationId="{93148462-72CC-400A-825F-5B5EC6BD3840}"/>
          </ac:inkMkLst>
        </pc:inkChg>
        <pc:inkChg chg="del">
          <ac:chgData name="Md. Nahid Hasan" userId="85ea5f9e-65d6-4031-b810-9415101f2e21" providerId="ADAL" clId="{25D85872-5EAE-4915-8B44-7F01E0758971}" dt="2021-03-10T17:17:55.696" v="28" actId="478"/>
          <ac:inkMkLst>
            <pc:docMk/>
            <pc:sldMk cId="0" sldId="457"/>
            <ac:inkMk id="49" creationId="{34F333C9-62FE-4BE6-86E3-08F7763ABDF9}"/>
          </ac:inkMkLst>
        </pc:inkChg>
        <pc:inkChg chg="del">
          <ac:chgData name="Md. Nahid Hasan" userId="85ea5f9e-65d6-4031-b810-9415101f2e21" providerId="ADAL" clId="{25D85872-5EAE-4915-8B44-7F01E0758971}" dt="2021-03-10T17:17:55.696" v="28" actId="478"/>
          <ac:inkMkLst>
            <pc:docMk/>
            <pc:sldMk cId="0" sldId="457"/>
            <ac:inkMk id="50" creationId="{37E4C1A5-7443-4EB3-B907-D244732F2C74}"/>
          </ac:inkMkLst>
        </pc:inkChg>
        <pc:inkChg chg="del">
          <ac:chgData name="Md. Nahid Hasan" userId="85ea5f9e-65d6-4031-b810-9415101f2e21" providerId="ADAL" clId="{25D85872-5EAE-4915-8B44-7F01E0758971}" dt="2021-03-10T17:17:55.696" v="28" actId="478"/>
          <ac:inkMkLst>
            <pc:docMk/>
            <pc:sldMk cId="0" sldId="457"/>
            <ac:inkMk id="51" creationId="{1EBF5736-5C6D-4B06-93D3-61CA3D539CF0}"/>
          </ac:inkMkLst>
        </pc:inkChg>
        <pc:inkChg chg="del">
          <ac:chgData name="Md. Nahid Hasan" userId="85ea5f9e-65d6-4031-b810-9415101f2e21" providerId="ADAL" clId="{25D85872-5EAE-4915-8B44-7F01E0758971}" dt="2021-03-10T17:17:55.696" v="28" actId="478"/>
          <ac:inkMkLst>
            <pc:docMk/>
            <pc:sldMk cId="0" sldId="457"/>
            <ac:inkMk id="52" creationId="{C379C6CF-AF70-49FE-9D66-CBF506E67A32}"/>
          </ac:inkMkLst>
        </pc:inkChg>
        <pc:inkChg chg="del">
          <ac:chgData name="Md. Nahid Hasan" userId="85ea5f9e-65d6-4031-b810-9415101f2e21" providerId="ADAL" clId="{25D85872-5EAE-4915-8B44-7F01E0758971}" dt="2021-03-10T17:17:55.696" v="28" actId="478"/>
          <ac:inkMkLst>
            <pc:docMk/>
            <pc:sldMk cId="0" sldId="457"/>
            <ac:inkMk id="53" creationId="{EC18891D-C578-49EA-A9FF-6683E1F40544}"/>
          </ac:inkMkLst>
        </pc:inkChg>
        <pc:inkChg chg="del">
          <ac:chgData name="Md. Nahid Hasan" userId="85ea5f9e-65d6-4031-b810-9415101f2e21" providerId="ADAL" clId="{25D85872-5EAE-4915-8B44-7F01E0758971}" dt="2021-03-10T17:17:55.696" v="28" actId="478"/>
          <ac:inkMkLst>
            <pc:docMk/>
            <pc:sldMk cId="0" sldId="457"/>
            <ac:inkMk id="54" creationId="{58449DB7-0A05-4119-8D7D-2D83130CAD98}"/>
          </ac:inkMkLst>
        </pc:inkChg>
        <pc:inkChg chg="del">
          <ac:chgData name="Md. Nahid Hasan" userId="85ea5f9e-65d6-4031-b810-9415101f2e21" providerId="ADAL" clId="{25D85872-5EAE-4915-8B44-7F01E0758971}" dt="2021-03-10T17:17:55.696" v="28" actId="478"/>
          <ac:inkMkLst>
            <pc:docMk/>
            <pc:sldMk cId="0" sldId="457"/>
            <ac:inkMk id="55" creationId="{03BA5FBB-B8D4-4711-838E-18C4033A17F5}"/>
          </ac:inkMkLst>
        </pc:inkChg>
        <pc:inkChg chg="del">
          <ac:chgData name="Md. Nahid Hasan" userId="85ea5f9e-65d6-4031-b810-9415101f2e21" providerId="ADAL" clId="{25D85872-5EAE-4915-8B44-7F01E0758971}" dt="2021-03-10T17:17:55.696" v="28" actId="478"/>
          <ac:inkMkLst>
            <pc:docMk/>
            <pc:sldMk cId="0" sldId="457"/>
            <ac:inkMk id="56" creationId="{259B8DEB-D054-4B2C-813B-64F97D13A286}"/>
          </ac:inkMkLst>
        </pc:inkChg>
        <pc:inkChg chg="del">
          <ac:chgData name="Md. Nahid Hasan" userId="85ea5f9e-65d6-4031-b810-9415101f2e21" providerId="ADAL" clId="{25D85872-5EAE-4915-8B44-7F01E0758971}" dt="2021-03-10T17:17:55.696" v="28" actId="478"/>
          <ac:inkMkLst>
            <pc:docMk/>
            <pc:sldMk cId="0" sldId="457"/>
            <ac:inkMk id="57" creationId="{16F0E676-A709-4ACB-AE8C-4A501FD6CC34}"/>
          </ac:inkMkLst>
        </pc:inkChg>
        <pc:inkChg chg="del">
          <ac:chgData name="Md. Nahid Hasan" userId="85ea5f9e-65d6-4031-b810-9415101f2e21" providerId="ADAL" clId="{25D85872-5EAE-4915-8B44-7F01E0758971}" dt="2021-03-10T17:17:55.696" v="28" actId="478"/>
          <ac:inkMkLst>
            <pc:docMk/>
            <pc:sldMk cId="0" sldId="457"/>
            <ac:inkMk id="58" creationId="{712CEC77-611D-4D56-85B7-78398457A69E}"/>
          </ac:inkMkLst>
        </pc:inkChg>
        <pc:inkChg chg="del">
          <ac:chgData name="Md. Nahid Hasan" userId="85ea5f9e-65d6-4031-b810-9415101f2e21" providerId="ADAL" clId="{25D85872-5EAE-4915-8B44-7F01E0758971}" dt="2021-03-10T17:17:55.696" v="28" actId="478"/>
          <ac:inkMkLst>
            <pc:docMk/>
            <pc:sldMk cId="0" sldId="457"/>
            <ac:inkMk id="59" creationId="{4E478A82-1D85-4408-9559-F606259A06D4}"/>
          </ac:inkMkLst>
        </pc:inkChg>
        <pc:inkChg chg="del">
          <ac:chgData name="Md. Nahid Hasan" userId="85ea5f9e-65d6-4031-b810-9415101f2e21" providerId="ADAL" clId="{25D85872-5EAE-4915-8B44-7F01E0758971}" dt="2021-03-10T17:17:55.696" v="28" actId="478"/>
          <ac:inkMkLst>
            <pc:docMk/>
            <pc:sldMk cId="0" sldId="457"/>
            <ac:inkMk id="60" creationId="{C5165346-BB17-4716-A5DE-97BC3A62B24B}"/>
          </ac:inkMkLst>
        </pc:inkChg>
        <pc:inkChg chg="del">
          <ac:chgData name="Md. Nahid Hasan" userId="85ea5f9e-65d6-4031-b810-9415101f2e21" providerId="ADAL" clId="{25D85872-5EAE-4915-8B44-7F01E0758971}" dt="2021-03-10T17:17:55.696" v="28" actId="478"/>
          <ac:inkMkLst>
            <pc:docMk/>
            <pc:sldMk cId="0" sldId="457"/>
            <ac:inkMk id="61" creationId="{BBD43361-1665-402A-AACA-E64CAFCEB801}"/>
          </ac:inkMkLst>
        </pc:inkChg>
        <pc:inkChg chg="del">
          <ac:chgData name="Md. Nahid Hasan" userId="85ea5f9e-65d6-4031-b810-9415101f2e21" providerId="ADAL" clId="{25D85872-5EAE-4915-8B44-7F01E0758971}" dt="2021-03-10T17:17:55.696" v="28" actId="478"/>
          <ac:inkMkLst>
            <pc:docMk/>
            <pc:sldMk cId="0" sldId="457"/>
            <ac:inkMk id="62" creationId="{4F667DE7-0174-4A43-9EB7-1F79C0C9E0C0}"/>
          </ac:inkMkLst>
        </pc:inkChg>
        <pc:inkChg chg="del">
          <ac:chgData name="Md. Nahid Hasan" userId="85ea5f9e-65d6-4031-b810-9415101f2e21" providerId="ADAL" clId="{25D85872-5EAE-4915-8B44-7F01E0758971}" dt="2021-03-10T17:17:55.696" v="28" actId="478"/>
          <ac:inkMkLst>
            <pc:docMk/>
            <pc:sldMk cId="0" sldId="457"/>
            <ac:inkMk id="63" creationId="{0ABA1767-DE2B-4D4A-9F44-01B8F4D2D19E}"/>
          </ac:inkMkLst>
        </pc:inkChg>
        <pc:inkChg chg="del">
          <ac:chgData name="Md. Nahid Hasan" userId="85ea5f9e-65d6-4031-b810-9415101f2e21" providerId="ADAL" clId="{25D85872-5EAE-4915-8B44-7F01E0758971}" dt="2021-03-10T17:17:55.696" v="28" actId="478"/>
          <ac:inkMkLst>
            <pc:docMk/>
            <pc:sldMk cId="0" sldId="457"/>
            <ac:inkMk id="62464" creationId="{0AD93E26-B708-4014-B19B-9F26DD0BFAF5}"/>
          </ac:inkMkLst>
        </pc:inkChg>
        <pc:inkChg chg="del">
          <ac:chgData name="Md. Nahid Hasan" userId="85ea5f9e-65d6-4031-b810-9415101f2e21" providerId="ADAL" clId="{25D85872-5EAE-4915-8B44-7F01E0758971}" dt="2021-03-10T17:17:55.696" v="28" actId="478"/>
          <ac:inkMkLst>
            <pc:docMk/>
            <pc:sldMk cId="0" sldId="457"/>
            <ac:inkMk id="62465" creationId="{ABED5063-97D8-47A4-A91F-2107419E0187}"/>
          </ac:inkMkLst>
        </pc:inkChg>
        <pc:inkChg chg="del">
          <ac:chgData name="Md. Nahid Hasan" userId="85ea5f9e-65d6-4031-b810-9415101f2e21" providerId="ADAL" clId="{25D85872-5EAE-4915-8B44-7F01E0758971}" dt="2021-03-10T17:17:55.696" v="28" actId="478"/>
          <ac:inkMkLst>
            <pc:docMk/>
            <pc:sldMk cId="0" sldId="457"/>
            <ac:inkMk id="62466" creationId="{06647E8D-C85F-4DA7-9A64-FF4D3E42741E}"/>
          </ac:inkMkLst>
        </pc:inkChg>
        <pc:inkChg chg="del">
          <ac:chgData name="Md. Nahid Hasan" userId="85ea5f9e-65d6-4031-b810-9415101f2e21" providerId="ADAL" clId="{25D85872-5EAE-4915-8B44-7F01E0758971}" dt="2021-03-10T17:17:55.696" v="28" actId="478"/>
          <ac:inkMkLst>
            <pc:docMk/>
            <pc:sldMk cId="0" sldId="457"/>
            <ac:inkMk id="62468" creationId="{FE247CA5-A1C3-44BA-8F06-E45E8C29AA1C}"/>
          </ac:inkMkLst>
        </pc:inkChg>
        <pc:inkChg chg="del">
          <ac:chgData name="Md. Nahid Hasan" userId="85ea5f9e-65d6-4031-b810-9415101f2e21" providerId="ADAL" clId="{25D85872-5EAE-4915-8B44-7F01E0758971}" dt="2021-03-10T17:17:55.696" v="28" actId="478"/>
          <ac:inkMkLst>
            <pc:docMk/>
            <pc:sldMk cId="0" sldId="457"/>
            <ac:inkMk id="62469" creationId="{C2073DB7-8A9B-4BD0-844A-B18BAEDABA0A}"/>
          </ac:inkMkLst>
        </pc:inkChg>
        <pc:inkChg chg="del">
          <ac:chgData name="Md. Nahid Hasan" userId="85ea5f9e-65d6-4031-b810-9415101f2e21" providerId="ADAL" clId="{25D85872-5EAE-4915-8B44-7F01E0758971}" dt="2021-03-10T17:17:55.696" v="28" actId="478"/>
          <ac:inkMkLst>
            <pc:docMk/>
            <pc:sldMk cId="0" sldId="457"/>
            <ac:inkMk id="62470" creationId="{61DD1291-1906-43AE-93EF-9B62BD5CB7A9}"/>
          </ac:inkMkLst>
        </pc:inkChg>
        <pc:inkChg chg="del">
          <ac:chgData name="Md. Nahid Hasan" userId="85ea5f9e-65d6-4031-b810-9415101f2e21" providerId="ADAL" clId="{25D85872-5EAE-4915-8B44-7F01E0758971}" dt="2021-03-10T17:17:55.696" v="28" actId="478"/>
          <ac:inkMkLst>
            <pc:docMk/>
            <pc:sldMk cId="0" sldId="457"/>
            <ac:inkMk id="62471" creationId="{16B41030-E77B-45AC-A3D6-A2C57937504F}"/>
          </ac:inkMkLst>
        </pc:inkChg>
        <pc:inkChg chg="del">
          <ac:chgData name="Md. Nahid Hasan" userId="85ea5f9e-65d6-4031-b810-9415101f2e21" providerId="ADAL" clId="{25D85872-5EAE-4915-8B44-7F01E0758971}" dt="2021-03-10T17:17:55.696" v="28" actId="478"/>
          <ac:inkMkLst>
            <pc:docMk/>
            <pc:sldMk cId="0" sldId="457"/>
            <ac:inkMk id="62472" creationId="{20924956-591A-4BAB-819B-2EBE52FF7EF1}"/>
          </ac:inkMkLst>
        </pc:inkChg>
        <pc:inkChg chg="del">
          <ac:chgData name="Md. Nahid Hasan" userId="85ea5f9e-65d6-4031-b810-9415101f2e21" providerId="ADAL" clId="{25D85872-5EAE-4915-8B44-7F01E0758971}" dt="2021-03-10T17:17:55.696" v="28" actId="478"/>
          <ac:inkMkLst>
            <pc:docMk/>
            <pc:sldMk cId="0" sldId="457"/>
            <ac:inkMk id="62473" creationId="{5F0271CF-23A9-4C8F-890C-FA1AACF27ECC}"/>
          </ac:inkMkLst>
        </pc:inkChg>
        <pc:inkChg chg="del">
          <ac:chgData name="Md. Nahid Hasan" userId="85ea5f9e-65d6-4031-b810-9415101f2e21" providerId="ADAL" clId="{25D85872-5EAE-4915-8B44-7F01E0758971}" dt="2021-03-10T17:17:55.696" v="28" actId="478"/>
          <ac:inkMkLst>
            <pc:docMk/>
            <pc:sldMk cId="0" sldId="457"/>
            <ac:inkMk id="62474" creationId="{9B3EAD5E-B450-4FF6-893A-C64074648CED}"/>
          </ac:inkMkLst>
        </pc:inkChg>
        <pc:inkChg chg="del">
          <ac:chgData name="Md. Nahid Hasan" userId="85ea5f9e-65d6-4031-b810-9415101f2e21" providerId="ADAL" clId="{25D85872-5EAE-4915-8B44-7F01E0758971}" dt="2021-03-10T17:17:55.696" v="28" actId="478"/>
          <ac:inkMkLst>
            <pc:docMk/>
            <pc:sldMk cId="0" sldId="457"/>
            <ac:inkMk id="62475" creationId="{21354119-1F4E-4398-A3DA-D40AC79DC602}"/>
          </ac:inkMkLst>
        </pc:inkChg>
        <pc:inkChg chg="del">
          <ac:chgData name="Md. Nahid Hasan" userId="85ea5f9e-65d6-4031-b810-9415101f2e21" providerId="ADAL" clId="{25D85872-5EAE-4915-8B44-7F01E0758971}" dt="2021-03-10T17:17:55.696" v="28" actId="478"/>
          <ac:inkMkLst>
            <pc:docMk/>
            <pc:sldMk cId="0" sldId="457"/>
            <ac:inkMk id="62476" creationId="{F24FC240-633C-4A87-9E6E-883DB07C01ED}"/>
          </ac:inkMkLst>
        </pc:inkChg>
        <pc:inkChg chg="del">
          <ac:chgData name="Md. Nahid Hasan" userId="85ea5f9e-65d6-4031-b810-9415101f2e21" providerId="ADAL" clId="{25D85872-5EAE-4915-8B44-7F01E0758971}" dt="2021-03-10T17:17:55.696" v="28" actId="478"/>
          <ac:inkMkLst>
            <pc:docMk/>
            <pc:sldMk cId="0" sldId="457"/>
            <ac:inkMk id="62477" creationId="{651AE3AE-5844-43DD-A0F3-3578CF6E9C6C}"/>
          </ac:inkMkLst>
        </pc:inkChg>
        <pc:inkChg chg="del">
          <ac:chgData name="Md. Nahid Hasan" userId="85ea5f9e-65d6-4031-b810-9415101f2e21" providerId="ADAL" clId="{25D85872-5EAE-4915-8B44-7F01E0758971}" dt="2021-03-10T17:17:55.696" v="28" actId="478"/>
          <ac:inkMkLst>
            <pc:docMk/>
            <pc:sldMk cId="0" sldId="457"/>
            <ac:inkMk id="62478" creationId="{799EB976-574E-4F9B-BD11-47F143261786}"/>
          </ac:inkMkLst>
        </pc:inkChg>
        <pc:inkChg chg="del">
          <ac:chgData name="Md. Nahid Hasan" userId="85ea5f9e-65d6-4031-b810-9415101f2e21" providerId="ADAL" clId="{25D85872-5EAE-4915-8B44-7F01E0758971}" dt="2021-03-10T17:17:55.696" v="28" actId="478"/>
          <ac:inkMkLst>
            <pc:docMk/>
            <pc:sldMk cId="0" sldId="457"/>
            <ac:inkMk id="62479" creationId="{717AB883-24C3-46BC-AAC7-6048F25555D6}"/>
          </ac:inkMkLst>
        </pc:inkChg>
        <pc:inkChg chg="del">
          <ac:chgData name="Md. Nahid Hasan" userId="85ea5f9e-65d6-4031-b810-9415101f2e21" providerId="ADAL" clId="{25D85872-5EAE-4915-8B44-7F01E0758971}" dt="2021-03-10T17:17:55.696" v="28" actId="478"/>
          <ac:inkMkLst>
            <pc:docMk/>
            <pc:sldMk cId="0" sldId="457"/>
            <ac:inkMk id="62480" creationId="{EBDDDB0E-AD15-4766-8E0E-331A19C5D80D}"/>
          </ac:inkMkLst>
        </pc:inkChg>
        <pc:inkChg chg="del">
          <ac:chgData name="Md. Nahid Hasan" userId="85ea5f9e-65d6-4031-b810-9415101f2e21" providerId="ADAL" clId="{25D85872-5EAE-4915-8B44-7F01E0758971}" dt="2021-03-10T17:17:55.696" v="28" actId="478"/>
          <ac:inkMkLst>
            <pc:docMk/>
            <pc:sldMk cId="0" sldId="457"/>
            <ac:inkMk id="62481" creationId="{9DFEAF68-8757-409D-8C6B-5C0B884F17FC}"/>
          </ac:inkMkLst>
        </pc:inkChg>
        <pc:inkChg chg="del">
          <ac:chgData name="Md. Nahid Hasan" userId="85ea5f9e-65d6-4031-b810-9415101f2e21" providerId="ADAL" clId="{25D85872-5EAE-4915-8B44-7F01E0758971}" dt="2021-03-10T17:17:55.696" v="28" actId="478"/>
          <ac:inkMkLst>
            <pc:docMk/>
            <pc:sldMk cId="0" sldId="457"/>
            <ac:inkMk id="62482" creationId="{5BC06023-6D0B-415B-B9F7-B685B420E302}"/>
          </ac:inkMkLst>
        </pc:inkChg>
        <pc:inkChg chg="del">
          <ac:chgData name="Md. Nahid Hasan" userId="85ea5f9e-65d6-4031-b810-9415101f2e21" providerId="ADAL" clId="{25D85872-5EAE-4915-8B44-7F01E0758971}" dt="2021-03-10T17:17:55.696" v="28" actId="478"/>
          <ac:inkMkLst>
            <pc:docMk/>
            <pc:sldMk cId="0" sldId="457"/>
            <ac:inkMk id="62483" creationId="{C0E5AABD-6F73-46E1-8928-D5E997DBD752}"/>
          </ac:inkMkLst>
        </pc:inkChg>
        <pc:inkChg chg="del">
          <ac:chgData name="Md. Nahid Hasan" userId="85ea5f9e-65d6-4031-b810-9415101f2e21" providerId="ADAL" clId="{25D85872-5EAE-4915-8B44-7F01E0758971}" dt="2021-03-10T17:17:55.696" v="28" actId="478"/>
          <ac:inkMkLst>
            <pc:docMk/>
            <pc:sldMk cId="0" sldId="457"/>
            <ac:inkMk id="62484" creationId="{D9E937F0-4CDE-4AB1-8F03-E56E518DFAFD}"/>
          </ac:inkMkLst>
        </pc:inkChg>
        <pc:inkChg chg="del">
          <ac:chgData name="Md. Nahid Hasan" userId="85ea5f9e-65d6-4031-b810-9415101f2e21" providerId="ADAL" clId="{25D85872-5EAE-4915-8B44-7F01E0758971}" dt="2021-03-10T17:17:55.696" v="28" actId="478"/>
          <ac:inkMkLst>
            <pc:docMk/>
            <pc:sldMk cId="0" sldId="457"/>
            <ac:inkMk id="62485" creationId="{914E1EDB-B36E-46F3-B9CF-CD498ADBAF7C}"/>
          </ac:inkMkLst>
        </pc:inkChg>
        <pc:inkChg chg="del">
          <ac:chgData name="Md. Nahid Hasan" userId="85ea5f9e-65d6-4031-b810-9415101f2e21" providerId="ADAL" clId="{25D85872-5EAE-4915-8B44-7F01E0758971}" dt="2021-03-10T17:17:55.696" v="28" actId="478"/>
          <ac:inkMkLst>
            <pc:docMk/>
            <pc:sldMk cId="0" sldId="457"/>
            <ac:inkMk id="62486" creationId="{9A9AF63D-67AA-4CC2-BE3E-A43685306086}"/>
          </ac:inkMkLst>
        </pc:inkChg>
        <pc:inkChg chg="del">
          <ac:chgData name="Md. Nahid Hasan" userId="85ea5f9e-65d6-4031-b810-9415101f2e21" providerId="ADAL" clId="{25D85872-5EAE-4915-8B44-7F01E0758971}" dt="2021-03-10T17:17:55.696" v="28" actId="478"/>
          <ac:inkMkLst>
            <pc:docMk/>
            <pc:sldMk cId="0" sldId="457"/>
            <ac:inkMk id="62487" creationId="{A00BAEAA-3F4F-453B-A8E0-24954EDDA12A}"/>
          </ac:inkMkLst>
        </pc:inkChg>
        <pc:inkChg chg="del">
          <ac:chgData name="Md. Nahid Hasan" userId="85ea5f9e-65d6-4031-b810-9415101f2e21" providerId="ADAL" clId="{25D85872-5EAE-4915-8B44-7F01E0758971}" dt="2021-03-10T17:17:55.696" v="28" actId="478"/>
          <ac:inkMkLst>
            <pc:docMk/>
            <pc:sldMk cId="0" sldId="457"/>
            <ac:inkMk id="62488" creationId="{90803610-4E37-4341-AB5B-19FAA50D61B1}"/>
          </ac:inkMkLst>
        </pc:inkChg>
        <pc:inkChg chg="del">
          <ac:chgData name="Md. Nahid Hasan" userId="85ea5f9e-65d6-4031-b810-9415101f2e21" providerId="ADAL" clId="{25D85872-5EAE-4915-8B44-7F01E0758971}" dt="2021-03-10T17:17:55.696" v="28" actId="478"/>
          <ac:inkMkLst>
            <pc:docMk/>
            <pc:sldMk cId="0" sldId="457"/>
            <ac:inkMk id="62489" creationId="{9680C384-A4BB-4399-A7F9-F8F56EDB2B43}"/>
          </ac:inkMkLst>
        </pc:inkChg>
        <pc:inkChg chg="del">
          <ac:chgData name="Md. Nahid Hasan" userId="85ea5f9e-65d6-4031-b810-9415101f2e21" providerId="ADAL" clId="{25D85872-5EAE-4915-8B44-7F01E0758971}" dt="2021-03-10T17:17:55.696" v="28" actId="478"/>
          <ac:inkMkLst>
            <pc:docMk/>
            <pc:sldMk cId="0" sldId="457"/>
            <ac:inkMk id="62490" creationId="{BB3AF611-9E4A-4BD5-9B4A-9D8A2A86EAC0}"/>
          </ac:inkMkLst>
        </pc:inkChg>
      </pc:sldChg>
      <pc:sldChg chg="delSp mod">
        <pc:chgData name="Md. Nahid Hasan" userId="85ea5f9e-65d6-4031-b810-9415101f2e21" providerId="ADAL" clId="{25D85872-5EAE-4915-8B44-7F01E0758971}" dt="2021-03-10T17:17:59.937" v="29" actId="478"/>
        <pc:sldMkLst>
          <pc:docMk/>
          <pc:sldMk cId="0" sldId="458"/>
        </pc:sldMkLst>
        <pc:inkChg chg="del">
          <ac:chgData name="Md. Nahid Hasan" userId="85ea5f9e-65d6-4031-b810-9415101f2e21" providerId="ADAL" clId="{25D85872-5EAE-4915-8B44-7F01E0758971}" dt="2021-03-10T17:17:59.937" v="29" actId="478"/>
          <ac:inkMkLst>
            <pc:docMk/>
            <pc:sldMk cId="0" sldId="458"/>
            <ac:inkMk id="2" creationId="{937FF970-62DB-4B77-82BB-9316DE326762}"/>
          </ac:inkMkLst>
        </pc:inkChg>
        <pc:inkChg chg="del">
          <ac:chgData name="Md. Nahid Hasan" userId="85ea5f9e-65d6-4031-b810-9415101f2e21" providerId="ADAL" clId="{25D85872-5EAE-4915-8B44-7F01E0758971}" dt="2021-03-10T17:17:59.937" v="29" actId="478"/>
          <ac:inkMkLst>
            <pc:docMk/>
            <pc:sldMk cId="0" sldId="458"/>
            <ac:inkMk id="3" creationId="{FAB23D6F-54AA-43C2-90F3-6CFDD73479B7}"/>
          </ac:inkMkLst>
        </pc:inkChg>
        <pc:inkChg chg="del">
          <ac:chgData name="Md. Nahid Hasan" userId="85ea5f9e-65d6-4031-b810-9415101f2e21" providerId="ADAL" clId="{25D85872-5EAE-4915-8B44-7F01E0758971}" dt="2021-03-10T17:17:59.937" v="29" actId="478"/>
          <ac:inkMkLst>
            <pc:docMk/>
            <pc:sldMk cId="0" sldId="458"/>
            <ac:inkMk id="4" creationId="{73A6E7C5-584B-4676-8E5D-38A4FCBE7405}"/>
          </ac:inkMkLst>
        </pc:inkChg>
        <pc:inkChg chg="del">
          <ac:chgData name="Md. Nahid Hasan" userId="85ea5f9e-65d6-4031-b810-9415101f2e21" providerId="ADAL" clId="{25D85872-5EAE-4915-8B44-7F01E0758971}" dt="2021-03-10T17:17:59.937" v="29" actId="478"/>
          <ac:inkMkLst>
            <pc:docMk/>
            <pc:sldMk cId="0" sldId="458"/>
            <ac:inkMk id="5" creationId="{040F1122-419A-4C7B-AD90-E7AF903F803F}"/>
          </ac:inkMkLst>
        </pc:inkChg>
        <pc:inkChg chg="del">
          <ac:chgData name="Md. Nahid Hasan" userId="85ea5f9e-65d6-4031-b810-9415101f2e21" providerId="ADAL" clId="{25D85872-5EAE-4915-8B44-7F01E0758971}" dt="2021-03-10T17:17:59.937" v="29" actId="478"/>
          <ac:inkMkLst>
            <pc:docMk/>
            <pc:sldMk cId="0" sldId="458"/>
            <ac:inkMk id="6" creationId="{C4DEF157-60C7-41A8-8BB2-B24C45080767}"/>
          </ac:inkMkLst>
        </pc:inkChg>
        <pc:inkChg chg="del">
          <ac:chgData name="Md. Nahid Hasan" userId="85ea5f9e-65d6-4031-b810-9415101f2e21" providerId="ADAL" clId="{25D85872-5EAE-4915-8B44-7F01E0758971}" dt="2021-03-10T17:17:59.937" v="29" actId="478"/>
          <ac:inkMkLst>
            <pc:docMk/>
            <pc:sldMk cId="0" sldId="458"/>
            <ac:inkMk id="7" creationId="{EDBA6D14-8CB0-42BE-BD14-64BD03CE73AB}"/>
          </ac:inkMkLst>
        </pc:inkChg>
        <pc:inkChg chg="del">
          <ac:chgData name="Md. Nahid Hasan" userId="85ea5f9e-65d6-4031-b810-9415101f2e21" providerId="ADAL" clId="{25D85872-5EAE-4915-8B44-7F01E0758971}" dt="2021-03-10T17:17:59.937" v="29" actId="478"/>
          <ac:inkMkLst>
            <pc:docMk/>
            <pc:sldMk cId="0" sldId="458"/>
            <ac:inkMk id="8" creationId="{E93EB284-D78F-42C3-8826-FE01685F3C3D}"/>
          </ac:inkMkLst>
        </pc:inkChg>
        <pc:inkChg chg="del">
          <ac:chgData name="Md. Nahid Hasan" userId="85ea5f9e-65d6-4031-b810-9415101f2e21" providerId="ADAL" clId="{25D85872-5EAE-4915-8B44-7F01E0758971}" dt="2021-03-10T17:17:59.937" v="29" actId="478"/>
          <ac:inkMkLst>
            <pc:docMk/>
            <pc:sldMk cId="0" sldId="458"/>
            <ac:inkMk id="9" creationId="{3FFB99D6-36AF-44B5-AE5D-27981E41A8F4}"/>
          </ac:inkMkLst>
        </pc:inkChg>
        <pc:inkChg chg="del">
          <ac:chgData name="Md. Nahid Hasan" userId="85ea5f9e-65d6-4031-b810-9415101f2e21" providerId="ADAL" clId="{25D85872-5EAE-4915-8B44-7F01E0758971}" dt="2021-03-10T17:17:59.937" v="29" actId="478"/>
          <ac:inkMkLst>
            <pc:docMk/>
            <pc:sldMk cId="0" sldId="458"/>
            <ac:inkMk id="10" creationId="{7A7236A6-F1A6-4D9D-B9F8-FEA9CA5AB12B}"/>
          </ac:inkMkLst>
        </pc:inkChg>
        <pc:inkChg chg="del">
          <ac:chgData name="Md. Nahid Hasan" userId="85ea5f9e-65d6-4031-b810-9415101f2e21" providerId="ADAL" clId="{25D85872-5EAE-4915-8B44-7F01E0758971}" dt="2021-03-10T17:17:59.937" v="29" actId="478"/>
          <ac:inkMkLst>
            <pc:docMk/>
            <pc:sldMk cId="0" sldId="458"/>
            <ac:inkMk id="11" creationId="{2AD856A1-3456-4061-B847-B75276CDBA89}"/>
          </ac:inkMkLst>
        </pc:inkChg>
      </pc:sldChg>
      <pc:sldChg chg="delSp mod">
        <pc:chgData name="Md. Nahid Hasan" userId="85ea5f9e-65d6-4031-b810-9415101f2e21" providerId="ADAL" clId="{25D85872-5EAE-4915-8B44-7F01E0758971}" dt="2021-03-10T17:18:27.274" v="34" actId="478"/>
        <pc:sldMkLst>
          <pc:docMk/>
          <pc:sldMk cId="0" sldId="460"/>
        </pc:sldMkLst>
        <pc:inkChg chg="del">
          <ac:chgData name="Md. Nahid Hasan" userId="85ea5f9e-65d6-4031-b810-9415101f2e21" providerId="ADAL" clId="{25D85872-5EAE-4915-8B44-7F01E0758971}" dt="2021-03-10T17:18:27.274" v="34" actId="478"/>
          <ac:inkMkLst>
            <pc:docMk/>
            <pc:sldMk cId="0" sldId="460"/>
            <ac:inkMk id="2" creationId="{D646B406-3363-4463-A540-78819A0D6FF2}"/>
          </ac:inkMkLst>
        </pc:inkChg>
        <pc:inkChg chg="del">
          <ac:chgData name="Md. Nahid Hasan" userId="85ea5f9e-65d6-4031-b810-9415101f2e21" providerId="ADAL" clId="{25D85872-5EAE-4915-8B44-7F01E0758971}" dt="2021-03-10T17:18:27.274" v="34" actId="478"/>
          <ac:inkMkLst>
            <pc:docMk/>
            <pc:sldMk cId="0" sldId="460"/>
            <ac:inkMk id="5" creationId="{6B9ED722-08C8-406A-8CED-150CA9A918D4}"/>
          </ac:inkMkLst>
        </pc:inkChg>
        <pc:inkChg chg="del">
          <ac:chgData name="Md. Nahid Hasan" userId="85ea5f9e-65d6-4031-b810-9415101f2e21" providerId="ADAL" clId="{25D85872-5EAE-4915-8B44-7F01E0758971}" dt="2021-03-10T17:18:27.274" v="34" actId="478"/>
          <ac:inkMkLst>
            <pc:docMk/>
            <pc:sldMk cId="0" sldId="460"/>
            <ac:inkMk id="32" creationId="{C8120F9B-2EC4-4A62-9564-85F5EF913AB4}"/>
          </ac:inkMkLst>
        </pc:inkChg>
        <pc:inkChg chg="del">
          <ac:chgData name="Md. Nahid Hasan" userId="85ea5f9e-65d6-4031-b810-9415101f2e21" providerId="ADAL" clId="{25D85872-5EAE-4915-8B44-7F01E0758971}" dt="2021-03-10T17:18:27.274" v="34" actId="478"/>
          <ac:inkMkLst>
            <pc:docMk/>
            <pc:sldMk cId="0" sldId="460"/>
            <ac:inkMk id="33" creationId="{7875FFBF-0834-498A-BC05-CC84E5D3572F}"/>
          </ac:inkMkLst>
        </pc:inkChg>
        <pc:inkChg chg="del">
          <ac:chgData name="Md. Nahid Hasan" userId="85ea5f9e-65d6-4031-b810-9415101f2e21" providerId="ADAL" clId="{25D85872-5EAE-4915-8B44-7F01E0758971}" dt="2021-03-10T17:18:27.274" v="34" actId="478"/>
          <ac:inkMkLst>
            <pc:docMk/>
            <pc:sldMk cId="0" sldId="460"/>
            <ac:inkMk id="34" creationId="{22DBE56E-3316-454D-9275-33C08BB87D34}"/>
          </ac:inkMkLst>
        </pc:inkChg>
        <pc:inkChg chg="del">
          <ac:chgData name="Md. Nahid Hasan" userId="85ea5f9e-65d6-4031-b810-9415101f2e21" providerId="ADAL" clId="{25D85872-5EAE-4915-8B44-7F01E0758971}" dt="2021-03-10T17:18:27.274" v="34" actId="478"/>
          <ac:inkMkLst>
            <pc:docMk/>
            <pc:sldMk cId="0" sldId="460"/>
            <ac:inkMk id="35" creationId="{4ED3BB0A-2A82-4867-B252-3D520D254D4C}"/>
          </ac:inkMkLst>
        </pc:inkChg>
        <pc:inkChg chg="del">
          <ac:chgData name="Md. Nahid Hasan" userId="85ea5f9e-65d6-4031-b810-9415101f2e21" providerId="ADAL" clId="{25D85872-5EAE-4915-8B44-7F01E0758971}" dt="2021-03-10T17:18:27.274" v="34" actId="478"/>
          <ac:inkMkLst>
            <pc:docMk/>
            <pc:sldMk cId="0" sldId="460"/>
            <ac:inkMk id="36" creationId="{E3C237F3-8B54-468B-8669-766A262264B5}"/>
          </ac:inkMkLst>
        </pc:inkChg>
        <pc:inkChg chg="del">
          <ac:chgData name="Md. Nahid Hasan" userId="85ea5f9e-65d6-4031-b810-9415101f2e21" providerId="ADAL" clId="{25D85872-5EAE-4915-8B44-7F01E0758971}" dt="2021-03-10T17:18:27.274" v="34" actId="478"/>
          <ac:inkMkLst>
            <pc:docMk/>
            <pc:sldMk cId="0" sldId="460"/>
            <ac:inkMk id="37" creationId="{0839CE04-14B0-4956-8FB9-E15B3E31F211}"/>
          </ac:inkMkLst>
        </pc:inkChg>
        <pc:inkChg chg="del">
          <ac:chgData name="Md. Nahid Hasan" userId="85ea5f9e-65d6-4031-b810-9415101f2e21" providerId="ADAL" clId="{25D85872-5EAE-4915-8B44-7F01E0758971}" dt="2021-03-10T17:18:27.274" v="34" actId="478"/>
          <ac:inkMkLst>
            <pc:docMk/>
            <pc:sldMk cId="0" sldId="460"/>
            <ac:inkMk id="38" creationId="{2E5CA594-6A8A-4504-BBC5-3FE4CA6EDE5F}"/>
          </ac:inkMkLst>
        </pc:inkChg>
        <pc:inkChg chg="del">
          <ac:chgData name="Md. Nahid Hasan" userId="85ea5f9e-65d6-4031-b810-9415101f2e21" providerId="ADAL" clId="{25D85872-5EAE-4915-8B44-7F01E0758971}" dt="2021-03-10T17:18:27.274" v="34" actId="478"/>
          <ac:inkMkLst>
            <pc:docMk/>
            <pc:sldMk cId="0" sldId="460"/>
            <ac:inkMk id="39" creationId="{F0F06422-0D89-492E-91D9-391D16C1100A}"/>
          </ac:inkMkLst>
        </pc:inkChg>
        <pc:inkChg chg="del">
          <ac:chgData name="Md. Nahid Hasan" userId="85ea5f9e-65d6-4031-b810-9415101f2e21" providerId="ADAL" clId="{25D85872-5EAE-4915-8B44-7F01E0758971}" dt="2021-03-10T17:18:27.274" v="34" actId="478"/>
          <ac:inkMkLst>
            <pc:docMk/>
            <pc:sldMk cId="0" sldId="460"/>
            <ac:inkMk id="40" creationId="{7AE34E8E-E574-4CA5-A368-1EA7A7B8240F}"/>
          </ac:inkMkLst>
        </pc:inkChg>
        <pc:inkChg chg="del">
          <ac:chgData name="Md. Nahid Hasan" userId="85ea5f9e-65d6-4031-b810-9415101f2e21" providerId="ADAL" clId="{25D85872-5EAE-4915-8B44-7F01E0758971}" dt="2021-03-10T17:18:27.274" v="34" actId="478"/>
          <ac:inkMkLst>
            <pc:docMk/>
            <pc:sldMk cId="0" sldId="460"/>
            <ac:inkMk id="41" creationId="{24420CED-1482-4478-8B3C-3B1D3A5E290D}"/>
          </ac:inkMkLst>
        </pc:inkChg>
        <pc:inkChg chg="del">
          <ac:chgData name="Md. Nahid Hasan" userId="85ea5f9e-65d6-4031-b810-9415101f2e21" providerId="ADAL" clId="{25D85872-5EAE-4915-8B44-7F01E0758971}" dt="2021-03-10T17:18:27.274" v="34" actId="478"/>
          <ac:inkMkLst>
            <pc:docMk/>
            <pc:sldMk cId="0" sldId="460"/>
            <ac:inkMk id="42" creationId="{B05F6382-DCF0-4851-B399-A812CD962ADA}"/>
          </ac:inkMkLst>
        </pc:inkChg>
        <pc:inkChg chg="del">
          <ac:chgData name="Md. Nahid Hasan" userId="85ea5f9e-65d6-4031-b810-9415101f2e21" providerId="ADAL" clId="{25D85872-5EAE-4915-8B44-7F01E0758971}" dt="2021-03-10T17:18:27.274" v="34" actId="478"/>
          <ac:inkMkLst>
            <pc:docMk/>
            <pc:sldMk cId="0" sldId="460"/>
            <ac:inkMk id="43" creationId="{3A20FA13-EC2C-47BC-9FB7-3454C803D793}"/>
          </ac:inkMkLst>
        </pc:inkChg>
        <pc:inkChg chg="del">
          <ac:chgData name="Md. Nahid Hasan" userId="85ea5f9e-65d6-4031-b810-9415101f2e21" providerId="ADAL" clId="{25D85872-5EAE-4915-8B44-7F01E0758971}" dt="2021-03-10T17:18:27.274" v="34" actId="478"/>
          <ac:inkMkLst>
            <pc:docMk/>
            <pc:sldMk cId="0" sldId="460"/>
            <ac:inkMk id="44" creationId="{CF37641B-D153-4F4F-8563-E34F2E665222}"/>
          </ac:inkMkLst>
        </pc:inkChg>
        <pc:inkChg chg="del">
          <ac:chgData name="Md. Nahid Hasan" userId="85ea5f9e-65d6-4031-b810-9415101f2e21" providerId="ADAL" clId="{25D85872-5EAE-4915-8B44-7F01E0758971}" dt="2021-03-10T17:18:27.274" v="34" actId="478"/>
          <ac:inkMkLst>
            <pc:docMk/>
            <pc:sldMk cId="0" sldId="460"/>
            <ac:inkMk id="45" creationId="{027C64B8-2956-4D1C-B8AB-376DCB7F1D37}"/>
          </ac:inkMkLst>
        </pc:inkChg>
        <pc:inkChg chg="del">
          <ac:chgData name="Md. Nahid Hasan" userId="85ea5f9e-65d6-4031-b810-9415101f2e21" providerId="ADAL" clId="{25D85872-5EAE-4915-8B44-7F01E0758971}" dt="2021-03-10T17:18:27.274" v="34" actId="478"/>
          <ac:inkMkLst>
            <pc:docMk/>
            <pc:sldMk cId="0" sldId="460"/>
            <ac:inkMk id="46" creationId="{834FCC0F-F34E-4CEA-8B39-93769E929922}"/>
          </ac:inkMkLst>
        </pc:inkChg>
        <pc:inkChg chg="del">
          <ac:chgData name="Md. Nahid Hasan" userId="85ea5f9e-65d6-4031-b810-9415101f2e21" providerId="ADAL" clId="{25D85872-5EAE-4915-8B44-7F01E0758971}" dt="2021-03-10T17:18:27.274" v="34" actId="478"/>
          <ac:inkMkLst>
            <pc:docMk/>
            <pc:sldMk cId="0" sldId="460"/>
            <ac:inkMk id="47" creationId="{53028D83-07F4-4242-9F7F-1D1058FC09A9}"/>
          </ac:inkMkLst>
        </pc:inkChg>
        <pc:inkChg chg="del">
          <ac:chgData name="Md. Nahid Hasan" userId="85ea5f9e-65d6-4031-b810-9415101f2e21" providerId="ADAL" clId="{25D85872-5EAE-4915-8B44-7F01E0758971}" dt="2021-03-10T17:18:27.274" v="34" actId="478"/>
          <ac:inkMkLst>
            <pc:docMk/>
            <pc:sldMk cId="0" sldId="460"/>
            <ac:inkMk id="48" creationId="{624360FD-C0E2-41FB-B677-6F2921EF99C8}"/>
          </ac:inkMkLst>
        </pc:inkChg>
        <pc:inkChg chg="del">
          <ac:chgData name="Md. Nahid Hasan" userId="85ea5f9e-65d6-4031-b810-9415101f2e21" providerId="ADAL" clId="{25D85872-5EAE-4915-8B44-7F01E0758971}" dt="2021-03-10T17:18:27.274" v="34" actId="478"/>
          <ac:inkMkLst>
            <pc:docMk/>
            <pc:sldMk cId="0" sldId="460"/>
            <ac:inkMk id="49" creationId="{AEC55ACD-4C21-4753-9535-4A8AB5157D8D}"/>
          </ac:inkMkLst>
        </pc:inkChg>
        <pc:inkChg chg="del">
          <ac:chgData name="Md. Nahid Hasan" userId="85ea5f9e-65d6-4031-b810-9415101f2e21" providerId="ADAL" clId="{25D85872-5EAE-4915-8B44-7F01E0758971}" dt="2021-03-10T17:18:27.274" v="34" actId="478"/>
          <ac:inkMkLst>
            <pc:docMk/>
            <pc:sldMk cId="0" sldId="460"/>
            <ac:inkMk id="50" creationId="{C50B1849-9434-46CF-B7B1-FE23B7BD298F}"/>
          </ac:inkMkLst>
        </pc:inkChg>
        <pc:inkChg chg="del">
          <ac:chgData name="Md. Nahid Hasan" userId="85ea5f9e-65d6-4031-b810-9415101f2e21" providerId="ADAL" clId="{25D85872-5EAE-4915-8B44-7F01E0758971}" dt="2021-03-10T17:18:27.274" v="34" actId="478"/>
          <ac:inkMkLst>
            <pc:docMk/>
            <pc:sldMk cId="0" sldId="460"/>
            <ac:inkMk id="51" creationId="{85171E4F-3A53-450C-8601-70AFCBE70D5F}"/>
          </ac:inkMkLst>
        </pc:inkChg>
        <pc:inkChg chg="del">
          <ac:chgData name="Md. Nahid Hasan" userId="85ea5f9e-65d6-4031-b810-9415101f2e21" providerId="ADAL" clId="{25D85872-5EAE-4915-8B44-7F01E0758971}" dt="2021-03-10T17:18:27.274" v="34" actId="478"/>
          <ac:inkMkLst>
            <pc:docMk/>
            <pc:sldMk cId="0" sldId="460"/>
            <ac:inkMk id="52" creationId="{51B9F161-01A8-43ED-84E7-1C29E5C75E6F}"/>
          </ac:inkMkLst>
        </pc:inkChg>
        <pc:inkChg chg="del">
          <ac:chgData name="Md. Nahid Hasan" userId="85ea5f9e-65d6-4031-b810-9415101f2e21" providerId="ADAL" clId="{25D85872-5EAE-4915-8B44-7F01E0758971}" dt="2021-03-10T17:18:27.274" v="34" actId="478"/>
          <ac:inkMkLst>
            <pc:docMk/>
            <pc:sldMk cId="0" sldId="460"/>
            <ac:inkMk id="53" creationId="{D8642EC4-112B-4B37-B5B9-A479E3620F14}"/>
          </ac:inkMkLst>
        </pc:inkChg>
        <pc:inkChg chg="del">
          <ac:chgData name="Md. Nahid Hasan" userId="85ea5f9e-65d6-4031-b810-9415101f2e21" providerId="ADAL" clId="{25D85872-5EAE-4915-8B44-7F01E0758971}" dt="2021-03-10T17:18:27.274" v="34" actId="478"/>
          <ac:inkMkLst>
            <pc:docMk/>
            <pc:sldMk cId="0" sldId="460"/>
            <ac:inkMk id="54" creationId="{02B97539-E67A-4A7F-AC1C-B5B93DC280AB}"/>
          </ac:inkMkLst>
        </pc:inkChg>
        <pc:inkChg chg="del">
          <ac:chgData name="Md. Nahid Hasan" userId="85ea5f9e-65d6-4031-b810-9415101f2e21" providerId="ADAL" clId="{25D85872-5EAE-4915-8B44-7F01E0758971}" dt="2021-03-10T17:18:27.274" v="34" actId="478"/>
          <ac:inkMkLst>
            <pc:docMk/>
            <pc:sldMk cId="0" sldId="460"/>
            <ac:inkMk id="55" creationId="{ED7F0503-1565-4CBB-B623-28C46B4A1C90}"/>
          </ac:inkMkLst>
        </pc:inkChg>
        <pc:inkChg chg="del">
          <ac:chgData name="Md. Nahid Hasan" userId="85ea5f9e-65d6-4031-b810-9415101f2e21" providerId="ADAL" clId="{25D85872-5EAE-4915-8B44-7F01E0758971}" dt="2021-03-10T17:18:27.274" v="34" actId="478"/>
          <ac:inkMkLst>
            <pc:docMk/>
            <pc:sldMk cId="0" sldId="460"/>
            <ac:inkMk id="56" creationId="{F7BFC801-6451-4450-9B41-67660E1B855C}"/>
          </ac:inkMkLst>
        </pc:inkChg>
        <pc:inkChg chg="del">
          <ac:chgData name="Md. Nahid Hasan" userId="85ea5f9e-65d6-4031-b810-9415101f2e21" providerId="ADAL" clId="{25D85872-5EAE-4915-8B44-7F01E0758971}" dt="2021-03-10T17:18:27.274" v="34" actId="478"/>
          <ac:inkMkLst>
            <pc:docMk/>
            <pc:sldMk cId="0" sldId="460"/>
            <ac:inkMk id="57" creationId="{2622D4A9-A93B-497E-BE83-0BCA85958741}"/>
          </ac:inkMkLst>
        </pc:inkChg>
        <pc:inkChg chg="del">
          <ac:chgData name="Md. Nahid Hasan" userId="85ea5f9e-65d6-4031-b810-9415101f2e21" providerId="ADAL" clId="{25D85872-5EAE-4915-8B44-7F01E0758971}" dt="2021-03-10T17:18:27.274" v="34" actId="478"/>
          <ac:inkMkLst>
            <pc:docMk/>
            <pc:sldMk cId="0" sldId="460"/>
            <ac:inkMk id="58" creationId="{EDE63916-A7F0-42FD-A8A5-BEFA875069C7}"/>
          </ac:inkMkLst>
        </pc:inkChg>
        <pc:inkChg chg="del">
          <ac:chgData name="Md. Nahid Hasan" userId="85ea5f9e-65d6-4031-b810-9415101f2e21" providerId="ADAL" clId="{25D85872-5EAE-4915-8B44-7F01E0758971}" dt="2021-03-10T17:18:27.274" v="34" actId="478"/>
          <ac:inkMkLst>
            <pc:docMk/>
            <pc:sldMk cId="0" sldId="460"/>
            <ac:inkMk id="59" creationId="{001310BD-D9ED-4D23-80C6-5BB45836A2E9}"/>
          </ac:inkMkLst>
        </pc:inkChg>
        <pc:inkChg chg="del">
          <ac:chgData name="Md. Nahid Hasan" userId="85ea5f9e-65d6-4031-b810-9415101f2e21" providerId="ADAL" clId="{25D85872-5EAE-4915-8B44-7F01E0758971}" dt="2021-03-10T17:18:27.274" v="34" actId="478"/>
          <ac:inkMkLst>
            <pc:docMk/>
            <pc:sldMk cId="0" sldId="460"/>
            <ac:inkMk id="60" creationId="{6A6122B6-6FBD-4CCA-8FF1-BF641E861711}"/>
          </ac:inkMkLst>
        </pc:inkChg>
        <pc:inkChg chg="del">
          <ac:chgData name="Md. Nahid Hasan" userId="85ea5f9e-65d6-4031-b810-9415101f2e21" providerId="ADAL" clId="{25D85872-5EAE-4915-8B44-7F01E0758971}" dt="2021-03-10T17:18:27.274" v="34" actId="478"/>
          <ac:inkMkLst>
            <pc:docMk/>
            <pc:sldMk cId="0" sldId="460"/>
            <ac:inkMk id="61" creationId="{1E072F37-D95C-486E-923A-56B8F7617B2B}"/>
          </ac:inkMkLst>
        </pc:inkChg>
        <pc:inkChg chg="del">
          <ac:chgData name="Md. Nahid Hasan" userId="85ea5f9e-65d6-4031-b810-9415101f2e21" providerId="ADAL" clId="{25D85872-5EAE-4915-8B44-7F01E0758971}" dt="2021-03-10T17:18:27.274" v="34" actId="478"/>
          <ac:inkMkLst>
            <pc:docMk/>
            <pc:sldMk cId="0" sldId="460"/>
            <ac:inkMk id="62" creationId="{93F19A7B-FCC4-4BC2-834F-25D345075270}"/>
          </ac:inkMkLst>
        </pc:inkChg>
        <pc:inkChg chg="del">
          <ac:chgData name="Md. Nahid Hasan" userId="85ea5f9e-65d6-4031-b810-9415101f2e21" providerId="ADAL" clId="{25D85872-5EAE-4915-8B44-7F01E0758971}" dt="2021-03-10T17:18:27.274" v="34" actId="478"/>
          <ac:inkMkLst>
            <pc:docMk/>
            <pc:sldMk cId="0" sldId="460"/>
            <ac:inkMk id="63" creationId="{82F0B151-2E37-49A1-AE82-92C62934E70C}"/>
          </ac:inkMkLst>
        </pc:inkChg>
        <pc:inkChg chg="del">
          <ac:chgData name="Md. Nahid Hasan" userId="85ea5f9e-65d6-4031-b810-9415101f2e21" providerId="ADAL" clId="{25D85872-5EAE-4915-8B44-7F01E0758971}" dt="2021-03-10T17:18:27.274" v="34" actId="478"/>
          <ac:inkMkLst>
            <pc:docMk/>
            <pc:sldMk cId="0" sldId="460"/>
            <ac:inkMk id="71680" creationId="{1306C3BB-841A-431F-B3D5-366B76BA37A1}"/>
          </ac:inkMkLst>
        </pc:inkChg>
        <pc:inkChg chg="del">
          <ac:chgData name="Md. Nahid Hasan" userId="85ea5f9e-65d6-4031-b810-9415101f2e21" providerId="ADAL" clId="{25D85872-5EAE-4915-8B44-7F01E0758971}" dt="2021-03-10T17:18:27.274" v="34" actId="478"/>
          <ac:inkMkLst>
            <pc:docMk/>
            <pc:sldMk cId="0" sldId="460"/>
            <ac:inkMk id="71681" creationId="{A7A114E4-CCC9-42AF-8E00-562F0C49C312}"/>
          </ac:inkMkLst>
        </pc:inkChg>
        <pc:inkChg chg="del">
          <ac:chgData name="Md. Nahid Hasan" userId="85ea5f9e-65d6-4031-b810-9415101f2e21" providerId="ADAL" clId="{25D85872-5EAE-4915-8B44-7F01E0758971}" dt="2021-03-10T17:18:27.274" v="34" actId="478"/>
          <ac:inkMkLst>
            <pc:docMk/>
            <pc:sldMk cId="0" sldId="460"/>
            <ac:inkMk id="71684" creationId="{C349A199-D86B-436B-AE37-3A3CE285B890}"/>
          </ac:inkMkLst>
        </pc:inkChg>
        <pc:inkChg chg="del">
          <ac:chgData name="Md. Nahid Hasan" userId="85ea5f9e-65d6-4031-b810-9415101f2e21" providerId="ADAL" clId="{25D85872-5EAE-4915-8B44-7F01E0758971}" dt="2021-03-10T17:18:27.274" v="34" actId="478"/>
          <ac:inkMkLst>
            <pc:docMk/>
            <pc:sldMk cId="0" sldId="460"/>
            <ac:inkMk id="71685" creationId="{74E73A0A-9C82-44D4-B3E9-B6B81E2AF55A}"/>
          </ac:inkMkLst>
        </pc:inkChg>
        <pc:inkChg chg="del">
          <ac:chgData name="Md. Nahid Hasan" userId="85ea5f9e-65d6-4031-b810-9415101f2e21" providerId="ADAL" clId="{25D85872-5EAE-4915-8B44-7F01E0758971}" dt="2021-03-10T17:18:27.274" v="34" actId="478"/>
          <ac:inkMkLst>
            <pc:docMk/>
            <pc:sldMk cId="0" sldId="460"/>
            <ac:inkMk id="71686" creationId="{88850D05-3EA8-450D-8F8F-C88FBE80E152}"/>
          </ac:inkMkLst>
        </pc:inkChg>
        <pc:inkChg chg="del">
          <ac:chgData name="Md. Nahid Hasan" userId="85ea5f9e-65d6-4031-b810-9415101f2e21" providerId="ADAL" clId="{25D85872-5EAE-4915-8B44-7F01E0758971}" dt="2021-03-10T17:18:27.274" v="34" actId="478"/>
          <ac:inkMkLst>
            <pc:docMk/>
            <pc:sldMk cId="0" sldId="460"/>
            <ac:inkMk id="71687" creationId="{184AA925-B273-4823-9C0F-0877D0ADFAB6}"/>
          </ac:inkMkLst>
        </pc:inkChg>
        <pc:inkChg chg="del">
          <ac:chgData name="Md. Nahid Hasan" userId="85ea5f9e-65d6-4031-b810-9415101f2e21" providerId="ADAL" clId="{25D85872-5EAE-4915-8B44-7F01E0758971}" dt="2021-03-10T17:18:27.274" v="34" actId="478"/>
          <ac:inkMkLst>
            <pc:docMk/>
            <pc:sldMk cId="0" sldId="460"/>
            <ac:inkMk id="71689" creationId="{2B363A69-BC9F-4C0F-B7BF-B621E4A11654}"/>
          </ac:inkMkLst>
        </pc:inkChg>
        <pc:inkChg chg="del">
          <ac:chgData name="Md. Nahid Hasan" userId="85ea5f9e-65d6-4031-b810-9415101f2e21" providerId="ADAL" clId="{25D85872-5EAE-4915-8B44-7F01E0758971}" dt="2021-03-10T17:18:27.274" v="34" actId="478"/>
          <ac:inkMkLst>
            <pc:docMk/>
            <pc:sldMk cId="0" sldId="460"/>
            <ac:inkMk id="71690" creationId="{89BAD414-1D7D-44E2-90E0-913D0360A385}"/>
          </ac:inkMkLst>
        </pc:inkChg>
        <pc:inkChg chg="del">
          <ac:chgData name="Md. Nahid Hasan" userId="85ea5f9e-65d6-4031-b810-9415101f2e21" providerId="ADAL" clId="{25D85872-5EAE-4915-8B44-7F01E0758971}" dt="2021-03-10T17:18:27.274" v="34" actId="478"/>
          <ac:inkMkLst>
            <pc:docMk/>
            <pc:sldMk cId="0" sldId="460"/>
            <ac:inkMk id="71695" creationId="{D4809433-47B6-46A0-B964-8B161855AADC}"/>
          </ac:inkMkLst>
        </pc:inkChg>
        <pc:inkChg chg="del">
          <ac:chgData name="Md. Nahid Hasan" userId="85ea5f9e-65d6-4031-b810-9415101f2e21" providerId="ADAL" clId="{25D85872-5EAE-4915-8B44-7F01E0758971}" dt="2021-03-10T17:18:27.274" v="34" actId="478"/>
          <ac:inkMkLst>
            <pc:docMk/>
            <pc:sldMk cId="0" sldId="460"/>
            <ac:inkMk id="71696" creationId="{A986E1C5-6710-4384-8772-034D0180B2AB}"/>
          </ac:inkMkLst>
        </pc:inkChg>
        <pc:inkChg chg="del">
          <ac:chgData name="Md. Nahid Hasan" userId="85ea5f9e-65d6-4031-b810-9415101f2e21" providerId="ADAL" clId="{25D85872-5EAE-4915-8B44-7F01E0758971}" dt="2021-03-10T17:18:27.274" v="34" actId="478"/>
          <ac:inkMkLst>
            <pc:docMk/>
            <pc:sldMk cId="0" sldId="460"/>
            <ac:inkMk id="71697" creationId="{80D99581-9930-490A-A500-576CDB3B842A}"/>
          </ac:inkMkLst>
        </pc:inkChg>
        <pc:inkChg chg="del">
          <ac:chgData name="Md. Nahid Hasan" userId="85ea5f9e-65d6-4031-b810-9415101f2e21" providerId="ADAL" clId="{25D85872-5EAE-4915-8B44-7F01E0758971}" dt="2021-03-10T17:18:27.274" v="34" actId="478"/>
          <ac:inkMkLst>
            <pc:docMk/>
            <pc:sldMk cId="0" sldId="460"/>
            <ac:inkMk id="71698" creationId="{514D34DD-2919-49EA-95B2-43065B1291EC}"/>
          </ac:inkMkLst>
        </pc:inkChg>
        <pc:inkChg chg="del">
          <ac:chgData name="Md. Nahid Hasan" userId="85ea5f9e-65d6-4031-b810-9415101f2e21" providerId="ADAL" clId="{25D85872-5EAE-4915-8B44-7F01E0758971}" dt="2021-03-10T17:18:27.274" v="34" actId="478"/>
          <ac:inkMkLst>
            <pc:docMk/>
            <pc:sldMk cId="0" sldId="460"/>
            <ac:inkMk id="71699" creationId="{16E1DAB6-FD0F-4054-B874-7F8E79BA7F90}"/>
          </ac:inkMkLst>
        </pc:inkChg>
        <pc:inkChg chg="del">
          <ac:chgData name="Md. Nahid Hasan" userId="85ea5f9e-65d6-4031-b810-9415101f2e21" providerId="ADAL" clId="{25D85872-5EAE-4915-8B44-7F01E0758971}" dt="2021-03-10T17:18:27.274" v="34" actId="478"/>
          <ac:inkMkLst>
            <pc:docMk/>
            <pc:sldMk cId="0" sldId="460"/>
            <ac:inkMk id="71700" creationId="{ABD0B3A2-8979-4EF0-BF68-D3FE1AB988AE}"/>
          </ac:inkMkLst>
        </pc:inkChg>
        <pc:inkChg chg="del">
          <ac:chgData name="Md. Nahid Hasan" userId="85ea5f9e-65d6-4031-b810-9415101f2e21" providerId="ADAL" clId="{25D85872-5EAE-4915-8B44-7F01E0758971}" dt="2021-03-10T17:18:27.274" v="34" actId="478"/>
          <ac:inkMkLst>
            <pc:docMk/>
            <pc:sldMk cId="0" sldId="460"/>
            <ac:inkMk id="71701" creationId="{7DC3E0A0-7383-43C3-B237-8A965F80BF5E}"/>
          </ac:inkMkLst>
        </pc:inkChg>
        <pc:inkChg chg="del">
          <ac:chgData name="Md. Nahid Hasan" userId="85ea5f9e-65d6-4031-b810-9415101f2e21" providerId="ADAL" clId="{25D85872-5EAE-4915-8B44-7F01E0758971}" dt="2021-03-10T17:18:27.274" v="34" actId="478"/>
          <ac:inkMkLst>
            <pc:docMk/>
            <pc:sldMk cId="0" sldId="460"/>
            <ac:inkMk id="71712" creationId="{BBEDC61B-9B57-4B71-A0AE-5AB6767123E9}"/>
          </ac:inkMkLst>
        </pc:inkChg>
        <pc:inkChg chg="del">
          <ac:chgData name="Md. Nahid Hasan" userId="85ea5f9e-65d6-4031-b810-9415101f2e21" providerId="ADAL" clId="{25D85872-5EAE-4915-8B44-7F01E0758971}" dt="2021-03-10T17:18:27.274" v="34" actId="478"/>
          <ac:inkMkLst>
            <pc:docMk/>
            <pc:sldMk cId="0" sldId="460"/>
            <ac:inkMk id="71713" creationId="{B7921187-8D20-4D10-9A52-061D3896D523}"/>
          </ac:inkMkLst>
        </pc:inkChg>
        <pc:inkChg chg="del">
          <ac:chgData name="Md. Nahid Hasan" userId="85ea5f9e-65d6-4031-b810-9415101f2e21" providerId="ADAL" clId="{25D85872-5EAE-4915-8B44-7F01E0758971}" dt="2021-03-10T17:18:27.274" v="34" actId="478"/>
          <ac:inkMkLst>
            <pc:docMk/>
            <pc:sldMk cId="0" sldId="460"/>
            <ac:inkMk id="71714" creationId="{5FF9DAAA-DB45-4C0E-B230-1D0F2185F4C0}"/>
          </ac:inkMkLst>
        </pc:inkChg>
        <pc:inkChg chg="del">
          <ac:chgData name="Md. Nahid Hasan" userId="85ea5f9e-65d6-4031-b810-9415101f2e21" providerId="ADAL" clId="{25D85872-5EAE-4915-8B44-7F01E0758971}" dt="2021-03-10T17:18:27.274" v="34" actId="478"/>
          <ac:inkMkLst>
            <pc:docMk/>
            <pc:sldMk cId="0" sldId="460"/>
            <ac:inkMk id="71715" creationId="{BD975FBA-4E3B-4966-B280-29499F1BDB54}"/>
          </ac:inkMkLst>
        </pc:inkChg>
        <pc:inkChg chg="del">
          <ac:chgData name="Md. Nahid Hasan" userId="85ea5f9e-65d6-4031-b810-9415101f2e21" providerId="ADAL" clId="{25D85872-5EAE-4915-8B44-7F01E0758971}" dt="2021-03-10T17:18:27.274" v="34" actId="478"/>
          <ac:inkMkLst>
            <pc:docMk/>
            <pc:sldMk cId="0" sldId="460"/>
            <ac:inkMk id="71716" creationId="{EF1823D0-6974-4B98-90BE-A18A82CEBB18}"/>
          </ac:inkMkLst>
        </pc:inkChg>
        <pc:inkChg chg="del">
          <ac:chgData name="Md. Nahid Hasan" userId="85ea5f9e-65d6-4031-b810-9415101f2e21" providerId="ADAL" clId="{25D85872-5EAE-4915-8B44-7F01E0758971}" dt="2021-03-10T17:18:27.274" v="34" actId="478"/>
          <ac:inkMkLst>
            <pc:docMk/>
            <pc:sldMk cId="0" sldId="460"/>
            <ac:inkMk id="71717" creationId="{1864ECFD-D4B5-4E2D-893F-A8B5D17DA7CA}"/>
          </ac:inkMkLst>
        </pc:inkChg>
        <pc:inkChg chg="del">
          <ac:chgData name="Md. Nahid Hasan" userId="85ea5f9e-65d6-4031-b810-9415101f2e21" providerId="ADAL" clId="{25D85872-5EAE-4915-8B44-7F01E0758971}" dt="2021-03-10T17:18:27.274" v="34" actId="478"/>
          <ac:inkMkLst>
            <pc:docMk/>
            <pc:sldMk cId="0" sldId="460"/>
            <ac:inkMk id="71718" creationId="{E8D9FC68-A381-4A8C-A8C9-86E33D9A37AD}"/>
          </ac:inkMkLst>
        </pc:inkChg>
        <pc:inkChg chg="del">
          <ac:chgData name="Md. Nahid Hasan" userId="85ea5f9e-65d6-4031-b810-9415101f2e21" providerId="ADAL" clId="{25D85872-5EAE-4915-8B44-7F01E0758971}" dt="2021-03-10T17:18:27.274" v="34" actId="478"/>
          <ac:inkMkLst>
            <pc:docMk/>
            <pc:sldMk cId="0" sldId="460"/>
            <ac:inkMk id="71719" creationId="{4DF3F3B1-5987-4D61-90AD-6888579CF335}"/>
          </ac:inkMkLst>
        </pc:inkChg>
        <pc:inkChg chg="del">
          <ac:chgData name="Md. Nahid Hasan" userId="85ea5f9e-65d6-4031-b810-9415101f2e21" providerId="ADAL" clId="{25D85872-5EAE-4915-8B44-7F01E0758971}" dt="2021-03-10T17:18:27.274" v="34" actId="478"/>
          <ac:inkMkLst>
            <pc:docMk/>
            <pc:sldMk cId="0" sldId="460"/>
            <ac:inkMk id="71720" creationId="{524FAE10-59AE-4290-A3D0-FD93C6C456CB}"/>
          </ac:inkMkLst>
        </pc:inkChg>
        <pc:inkChg chg="del">
          <ac:chgData name="Md. Nahid Hasan" userId="85ea5f9e-65d6-4031-b810-9415101f2e21" providerId="ADAL" clId="{25D85872-5EAE-4915-8B44-7F01E0758971}" dt="2021-03-10T17:18:27.274" v="34" actId="478"/>
          <ac:inkMkLst>
            <pc:docMk/>
            <pc:sldMk cId="0" sldId="460"/>
            <ac:inkMk id="71721" creationId="{BD4A42AD-6A25-471E-A892-4E4AB32E47EC}"/>
          </ac:inkMkLst>
        </pc:inkChg>
        <pc:inkChg chg="del">
          <ac:chgData name="Md. Nahid Hasan" userId="85ea5f9e-65d6-4031-b810-9415101f2e21" providerId="ADAL" clId="{25D85872-5EAE-4915-8B44-7F01E0758971}" dt="2021-03-10T17:18:27.274" v="34" actId="478"/>
          <ac:inkMkLst>
            <pc:docMk/>
            <pc:sldMk cId="0" sldId="460"/>
            <ac:inkMk id="71722" creationId="{6D17EB06-2C99-424D-AC4F-5F33079AE21D}"/>
          </ac:inkMkLst>
        </pc:inkChg>
        <pc:inkChg chg="del">
          <ac:chgData name="Md. Nahid Hasan" userId="85ea5f9e-65d6-4031-b810-9415101f2e21" providerId="ADAL" clId="{25D85872-5EAE-4915-8B44-7F01E0758971}" dt="2021-03-10T17:18:27.274" v="34" actId="478"/>
          <ac:inkMkLst>
            <pc:docMk/>
            <pc:sldMk cId="0" sldId="460"/>
            <ac:inkMk id="71723" creationId="{06277197-E339-473D-87B3-987A4367A636}"/>
          </ac:inkMkLst>
        </pc:inkChg>
        <pc:inkChg chg="del">
          <ac:chgData name="Md. Nahid Hasan" userId="85ea5f9e-65d6-4031-b810-9415101f2e21" providerId="ADAL" clId="{25D85872-5EAE-4915-8B44-7F01E0758971}" dt="2021-03-10T17:18:27.274" v="34" actId="478"/>
          <ac:inkMkLst>
            <pc:docMk/>
            <pc:sldMk cId="0" sldId="460"/>
            <ac:inkMk id="71724" creationId="{3F0679F4-4CFF-49C0-AFF1-1BCBB0F8832F}"/>
          </ac:inkMkLst>
        </pc:inkChg>
        <pc:inkChg chg="del">
          <ac:chgData name="Md. Nahid Hasan" userId="85ea5f9e-65d6-4031-b810-9415101f2e21" providerId="ADAL" clId="{25D85872-5EAE-4915-8B44-7F01E0758971}" dt="2021-03-10T17:18:27.274" v="34" actId="478"/>
          <ac:inkMkLst>
            <pc:docMk/>
            <pc:sldMk cId="0" sldId="460"/>
            <ac:inkMk id="71725" creationId="{E1B6B646-123D-44A7-942B-94AE05273E7B}"/>
          </ac:inkMkLst>
        </pc:inkChg>
        <pc:inkChg chg="del">
          <ac:chgData name="Md. Nahid Hasan" userId="85ea5f9e-65d6-4031-b810-9415101f2e21" providerId="ADAL" clId="{25D85872-5EAE-4915-8B44-7F01E0758971}" dt="2021-03-10T17:18:27.274" v="34" actId="478"/>
          <ac:inkMkLst>
            <pc:docMk/>
            <pc:sldMk cId="0" sldId="460"/>
            <ac:inkMk id="71726" creationId="{B0C6F944-26D3-44D9-99AE-239624D61D60}"/>
          </ac:inkMkLst>
        </pc:inkChg>
        <pc:inkChg chg="del">
          <ac:chgData name="Md. Nahid Hasan" userId="85ea5f9e-65d6-4031-b810-9415101f2e21" providerId="ADAL" clId="{25D85872-5EAE-4915-8B44-7F01E0758971}" dt="2021-03-10T17:18:27.274" v="34" actId="478"/>
          <ac:inkMkLst>
            <pc:docMk/>
            <pc:sldMk cId="0" sldId="460"/>
            <ac:inkMk id="71727" creationId="{B828B3C4-9DCB-4C57-9DE3-B56AC9A680BF}"/>
          </ac:inkMkLst>
        </pc:inkChg>
        <pc:inkChg chg="del">
          <ac:chgData name="Md. Nahid Hasan" userId="85ea5f9e-65d6-4031-b810-9415101f2e21" providerId="ADAL" clId="{25D85872-5EAE-4915-8B44-7F01E0758971}" dt="2021-03-10T17:18:27.274" v="34" actId="478"/>
          <ac:inkMkLst>
            <pc:docMk/>
            <pc:sldMk cId="0" sldId="460"/>
            <ac:inkMk id="71728" creationId="{723F3CBB-4E34-4914-B9FB-9C2B4E4AA01A}"/>
          </ac:inkMkLst>
        </pc:inkChg>
        <pc:inkChg chg="del">
          <ac:chgData name="Md. Nahid Hasan" userId="85ea5f9e-65d6-4031-b810-9415101f2e21" providerId="ADAL" clId="{25D85872-5EAE-4915-8B44-7F01E0758971}" dt="2021-03-10T17:18:27.274" v="34" actId="478"/>
          <ac:inkMkLst>
            <pc:docMk/>
            <pc:sldMk cId="0" sldId="460"/>
            <ac:inkMk id="71729" creationId="{5E558DCF-587E-44F1-B6C0-D8FEEC3212BF}"/>
          </ac:inkMkLst>
        </pc:inkChg>
        <pc:inkChg chg="del">
          <ac:chgData name="Md. Nahid Hasan" userId="85ea5f9e-65d6-4031-b810-9415101f2e21" providerId="ADAL" clId="{25D85872-5EAE-4915-8B44-7F01E0758971}" dt="2021-03-10T17:18:27.274" v="34" actId="478"/>
          <ac:inkMkLst>
            <pc:docMk/>
            <pc:sldMk cId="0" sldId="460"/>
            <ac:inkMk id="71730" creationId="{E9DB1571-E90D-418B-9460-2961DEC863ED}"/>
          </ac:inkMkLst>
        </pc:inkChg>
        <pc:inkChg chg="del">
          <ac:chgData name="Md. Nahid Hasan" userId="85ea5f9e-65d6-4031-b810-9415101f2e21" providerId="ADAL" clId="{25D85872-5EAE-4915-8B44-7F01E0758971}" dt="2021-03-10T17:18:27.274" v="34" actId="478"/>
          <ac:inkMkLst>
            <pc:docMk/>
            <pc:sldMk cId="0" sldId="460"/>
            <ac:inkMk id="71731" creationId="{99902DB4-953F-42D0-ADBA-456644F567BA}"/>
          </ac:inkMkLst>
        </pc:inkChg>
        <pc:inkChg chg="del">
          <ac:chgData name="Md. Nahid Hasan" userId="85ea5f9e-65d6-4031-b810-9415101f2e21" providerId="ADAL" clId="{25D85872-5EAE-4915-8B44-7F01E0758971}" dt="2021-03-10T17:18:27.274" v="34" actId="478"/>
          <ac:inkMkLst>
            <pc:docMk/>
            <pc:sldMk cId="0" sldId="460"/>
            <ac:inkMk id="71732" creationId="{C5F50F99-969E-4F6F-9152-F6E847D67641}"/>
          </ac:inkMkLst>
        </pc:inkChg>
        <pc:inkChg chg="del">
          <ac:chgData name="Md. Nahid Hasan" userId="85ea5f9e-65d6-4031-b810-9415101f2e21" providerId="ADAL" clId="{25D85872-5EAE-4915-8B44-7F01E0758971}" dt="2021-03-10T17:18:27.274" v="34" actId="478"/>
          <ac:inkMkLst>
            <pc:docMk/>
            <pc:sldMk cId="0" sldId="460"/>
            <ac:inkMk id="71733" creationId="{E671242D-AF61-4EDA-9379-F95B6EE5DCA5}"/>
          </ac:inkMkLst>
        </pc:inkChg>
        <pc:inkChg chg="del">
          <ac:chgData name="Md. Nahid Hasan" userId="85ea5f9e-65d6-4031-b810-9415101f2e21" providerId="ADAL" clId="{25D85872-5EAE-4915-8B44-7F01E0758971}" dt="2021-03-10T17:18:27.274" v="34" actId="478"/>
          <ac:inkMkLst>
            <pc:docMk/>
            <pc:sldMk cId="0" sldId="460"/>
            <ac:inkMk id="71734" creationId="{340833C6-F1B8-4899-9C68-31829901FD83}"/>
          </ac:inkMkLst>
        </pc:inkChg>
        <pc:inkChg chg="del">
          <ac:chgData name="Md. Nahid Hasan" userId="85ea5f9e-65d6-4031-b810-9415101f2e21" providerId="ADAL" clId="{25D85872-5EAE-4915-8B44-7F01E0758971}" dt="2021-03-10T17:18:27.274" v="34" actId="478"/>
          <ac:inkMkLst>
            <pc:docMk/>
            <pc:sldMk cId="0" sldId="460"/>
            <ac:inkMk id="71735" creationId="{F4FB4FF3-FC13-4E48-91E5-2C78DACA9731}"/>
          </ac:inkMkLst>
        </pc:inkChg>
        <pc:inkChg chg="del">
          <ac:chgData name="Md. Nahid Hasan" userId="85ea5f9e-65d6-4031-b810-9415101f2e21" providerId="ADAL" clId="{25D85872-5EAE-4915-8B44-7F01E0758971}" dt="2021-03-10T17:18:27.274" v="34" actId="478"/>
          <ac:inkMkLst>
            <pc:docMk/>
            <pc:sldMk cId="0" sldId="460"/>
            <ac:inkMk id="71736" creationId="{E2081A86-B8A6-442D-95BC-6C284389F061}"/>
          </ac:inkMkLst>
        </pc:inkChg>
        <pc:inkChg chg="del">
          <ac:chgData name="Md. Nahid Hasan" userId="85ea5f9e-65d6-4031-b810-9415101f2e21" providerId="ADAL" clId="{25D85872-5EAE-4915-8B44-7F01E0758971}" dt="2021-03-10T17:18:27.274" v="34" actId="478"/>
          <ac:inkMkLst>
            <pc:docMk/>
            <pc:sldMk cId="0" sldId="460"/>
            <ac:inkMk id="71737" creationId="{D4807D6E-1999-4849-8C62-A77D05888466}"/>
          </ac:inkMkLst>
        </pc:inkChg>
        <pc:inkChg chg="del">
          <ac:chgData name="Md. Nahid Hasan" userId="85ea5f9e-65d6-4031-b810-9415101f2e21" providerId="ADAL" clId="{25D85872-5EAE-4915-8B44-7F01E0758971}" dt="2021-03-10T17:18:27.274" v="34" actId="478"/>
          <ac:inkMkLst>
            <pc:docMk/>
            <pc:sldMk cId="0" sldId="460"/>
            <ac:inkMk id="71738" creationId="{32ED1594-09D4-4F10-B5EF-9E8BBEF8FF0C}"/>
          </ac:inkMkLst>
        </pc:inkChg>
        <pc:inkChg chg="del">
          <ac:chgData name="Md. Nahid Hasan" userId="85ea5f9e-65d6-4031-b810-9415101f2e21" providerId="ADAL" clId="{25D85872-5EAE-4915-8B44-7F01E0758971}" dt="2021-03-10T17:18:27.274" v="34" actId="478"/>
          <ac:inkMkLst>
            <pc:docMk/>
            <pc:sldMk cId="0" sldId="460"/>
            <ac:inkMk id="71739" creationId="{3A8006F0-7FFA-4E97-80E0-A71B752E2A7D}"/>
          </ac:inkMkLst>
        </pc:inkChg>
        <pc:inkChg chg="del">
          <ac:chgData name="Md. Nahid Hasan" userId="85ea5f9e-65d6-4031-b810-9415101f2e21" providerId="ADAL" clId="{25D85872-5EAE-4915-8B44-7F01E0758971}" dt="2021-03-10T17:18:27.274" v="34" actId="478"/>
          <ac:inkMkLst>
            <pc:docMk/>
            <pc:sldMk cId="0" sldId="460"/>
            <ac:inkMk id="71740" creationId="{4922216C-22F4-44A3-926F-2B471240C39D}"/>
          </ac:inkMkLst>
        </pc:inkChg>
        <pc:inkChg chg="del">
          <ac:chgData name="Md. Nahid Hasan" userId="85ea5f9e-65d6-4031-b810-9415101f2e21" providerId="ADAL" clId="{25D85872-5EAE-4915-8B44-7F01E0758971}" dt="2021-03-10T17:18:27.274" v="34" actId="478"/>
          <ac:inkMkLst>
            <pc:docMk/>
            <pc:sldMk cId="0" sldId="460"/>
            <ac:inkMk id="71741" creationId="{89971C60-8398-4E04-A5EA-C2A0360861DD}"/>
          </ac:inkMkLst>
        </pc:inkChg>
        <pc:inkChg chg="del">
          <ac:chgData name="Md. Nahid Hasan" userId="85ea5f9e-65d6-4031-b810-9415101f2e21" providerId="ADAL" clId="{25D85872-5EAE-4915-8B44-7F01E0758971}" dt="2021-03-10T17:18:27.274" v="34" actId="478"/>
          <ac:inkMkLst>
            <pc:docMk/>
            <pc:sldMk cId="0" sldId="460"/>
            <ac:inkMk id="71742" creationId="{11C7A797-F5B8-48D6-BD85-F5E5F6724936}"/>
          </ac:inkMkLst>
        </pc:inkChg>
        <pc:inkChg chg="del">
          <ac:chgData name="Md. Nahid Hasan" userId="85ea5f9e-65d6-4031-b810-9415101f2e21" providerId="ADAL" clId="{25D85872-5EAE-4915-8B44-7F01E0758971}" dt="2021-03-10T17:18:27.274" v="34" actId="478"/>
          <ac:inkMkLst>
            <pc:docMk/>
            <pc:sldMk cId="0" sldId="460"/>
            <ac:inkMk id="71743" creationId="{5EB75AE7-ED71-4A95-8942-37B7ADA82931}"/>
          </ac:inkMkLst>
        </pc:inkChg>
        <pc:inkChg chg="del">
          <ac:chgData name="Md. Nahid Hasan" userId="85ea5f9e-65d6-4031-b810-9415101f2e21" providerId="ADAL" clId="{25D85872-5EAE-4915-8B44-7F01E0758971}" dt="2021-03-10T17:18:27.274" v="34" actId="478"/>
          <ac:inkMkLst>
            <pc:docMk/>
            <pc:sldMk cId="0" sldId="460"/>
            <ac:inkMk id="71744" creationId="{DD80CEBC-7868-4115-857D-3F64E7505888}"/>
          </ac:inkMkLst>
        </pc:inkChg>
        <pc:inkChg chg="del">
          <ac:chgData name="Md. Nahid Hasan" userId="85ea5f9e-65d6-4031-b810-9415101f2e21" providerId="ADAL" clId="{25D85872-5EAE-4915-8B44-7F01E0758971}" dt="2021-03-10T17:18:27.274" v="34" actId="478"/>
          <ac:inkMkLst>
            <pc:docMk/>
            <pc:sldMk cId="0" sldId="460"/>
            <ac:inkMk id="71745" creationId="{1173BCE6-BC83-47B9-A879-6517508BA1D1}"/>
          </ac:inkMkLst>
        </pc:inkChg>
        <pc:inkChg chg="del">
          <ac:chgData name="Md. Nahid Hasan" userId="85ea5f9e-65d6-4031-b810-9415101f2e21" providerId="ADAL" clId="{25D85872-5EAE-4915-8B44-7F01E0758971}" dt="2021-03-10T17:18:27.274" v="34" actId="478"/>
          <ac:inkMkLst>
            <pc:docMk/>
            <pc:sldMk cId="0" sldId="460"/>
            <ac:inkMk id="71746" creationId="{75D8CA0B-DAEF-441C-A12E-F0952C6B6383}"/>
          </ac:inkMkLst>
        </pc:inkChg>
        <pc:inkChg chg="del">
          <ac:chgData name="Md. Nahid Hasan" userId="85ea5f9e-65d6-4031-b810-9415101f2e21" providerId="ADAL" clId="{25D85872-5EAE-4915-8B44-7F01E0758971}" dt="2021-03-10T17:18:27.274" v="34" actId="478"/>
          <ac:inkMkLst>
            <pc:docMk/>
            <pc:sldMk cId="0" sldId="460"/>
            <ac:inkMk id="71747" creationId="{1CD9076F-2ACC-468A-BC37-2E8E617956AD}"/>
          </ac:inkMkLst>
        </pc:inkChg>
        <pc:inkChg chg="del">
          <ac:chgData name="Md. Nahid Hasan" userId="85ea5f9e-65d6-4031-b810-9415101f2e21" providerId="ADAL" clId="{25D85872-5EAE-4915-8B44-7F01E0758971}" dt="2021-03-10T17:18:27.274" v="34" actId="478"/>
          <ac:inkMkLst>
            <pc:docMk/>
            <pc:sldMk cId="0" sldId="460"/>
            <ac:inkMk id="71748" creationId="{0F569B86-94D3-49D0-8B71-0AE52F28D3A8}"/>
          </ac:inkMkLst>
        </pc:inkChg>
        <pc:inkChg chg="del">
          <ac:chgData name="Md. Nahid Hasan" userId="85ea5f9e-65d6-4031-b810-9415101f2e21" providerId="ADAL" clId="{25D85872-5EAE-4915-8B44-7F01E0758971}" dt="2021-03-10T17:18:27.274" v="34" actId="478"/>
          <ac:inkMkLst>
            <pc:docMk/>
            <pc:sldMk cId="0" sldId="460"/>
            <ac:inkMk id="71749" creationId="{7DD54DB9-096B-4893-A5B3-3658919E533B}"/>
          </ac:inkMkLst>
        </pc:inkChg>
        <pc:inkChg chg="del">
          <ac:chgData name="Md. Nahid Hasan" userId="85ea5f9e-65d6-4031-b810-9415101f2e21" providerId="ADAL" clId="{25D85872-5EAE-4915-8B44-7F01E0758971}" dt="2021-03-10T17:18:27.274" v="34" actId="478"/>
          <ac:inkMkLst>
            <pc:docMk/>
            <pc:sldMk cId="0" sldId="460"/>
            <ac:inkMk id="71750" creationId="{3209C013-1459-4B69-93FA-9A78681BF925}"/>
          </ac:inkMkLst>
        </pc:inkChg>
        <pc:inkChg chg="del">
          <ac:chgData name="Md. Nahid Hasan" userId="85ea5f9e-65d6-4031-b810-9415101f2e21" providerId="ADAL" clId="{25D85872-5EAE-4915-8B44-7F01E0758971}" dt="2021-03-10T17:18:27.274" v="34" actId="478"/>
          <ac:inkMkLst>
            <pc:docMk/>
            <pc:sldMk cId="0" sldId="460"/>
            <ac:inkMk id="71751" creationId="{2196542D-2334-4939-884E-7570D0A3141E}"/>
          </ac:inkMkLst>
        </pc:inkChg>
        <pc:inkChg chg="del">
          <ac:chgData name="Md. Nahid Hasan" userId="85ea5f9e-65d6-4031-b810-9415101f2e21" providerId="ADAL" clId="{25D85872-5EAE-4915-8B44-7F01E0758971}" dt="2021-03-10T17:18:27.274" v="34" actId="478"/>
          <ac:inkMkLst>
            <pc:docMk/>
            <pc:sldMk cId="0" sldId="460"/>
            <ac:inkMk id="71752" creationId="{0FEA33A7-2547-4824-8AF8-4006FE3CB2C8}"/>
          </ac:inkMkLst>
        </pc:inkChg>
        <pc:inkChg chg="del">
          <ac:chgData name="Md. Nahid Hasan" userId="85ea5f9e-65d6-4031-b810-9415101f2e21" providerId="ADAL" clId="{25D85872-5EAE-4915-8B44-7F01E0758971}" dt="2021-03-10T17:18:27.274" v="34" actId="478"/>
          <ac:inkMkLst>
            <pc:docMk/>
            <pc:sldMk cId="0" sldId="460"/>
            <ac:inkMk id="71753" creationId="{A2BE61B1-806E-4FA4-A13C-C9665FBA6BAE}"/>
          </ac:inkMkLst>
        </pc:inkChg>
        <pc:inkChg chg="del">
          <ac:chgData name="Md. Nahid Hasan" userId="85ea5f9e-65d6-4031-b810-9415101f2e21" providerId="ADAL" clId="{25D85872-5EAE-4915-8B44-7F01E0758971}" dt="2021-03-10T17:18:27.274" v="34" actId="478"/>
          <ac:inkMkLst>
            <pc:docMk/>
            <pc:sldMk cId="0" sldId="460"/>
            <ac:inkMk id="71754" creationId="{2E803F37-9385-4B94-AD60-5CB3E5622444}"/>
          </ac:inkMkLst>
        </pc:inkChg>
        <pc:inkChg chg="del">
          <ac:chgData name="Md. Nahid Hasan" userId="85ea5f9e-65d6-4031-b810-9415101f2e21" providerId="ADAL" clId="{25D85872-5EAE-4915-8B44-7F01E0758971}" dt="2021-03-10T17:18:27.274" v="34" actId="478"/>
          <ac:inkMkLst>
            <pc:docMk/>
            <pc:sldMk cId="0" sldId="460"/>
            <ac:inkMk id="71755" creationId="{7A4959F3-B364-4F75-8B82-EF58B31440C9}"/>
          </ac:inkMkLst>
        </pc:inkChg>
        <pc:inkChg chg="del">
          <ac:chgData name="Md. Nahid Hasan" userId="85ea5f9e-65d6-4031-b810-9415101f2e21" providerId="ADAL" clId="{25D85872-5EAE-4915-8B44-7F01E0758971}" dt="2021-03-10T17:18:27.274" v="34" actId="478"/>
          <ac:inkMkLst>
            <pc:docMk/>
            <pc:sldMk cId="0" sldId="460"/>
            <ac:inkMk id="71756" creationId="{CD9F9DF3-A745-450D-8340-C66FF2057C99}"/>
          </ac:inkMkLst>
        </pc:inkChg>
        <pc:inkChg chg="del">
          <ac:chgData name="Md. Nahid Hasan" userId="85ea5f9e-65d6-4031-b810-9415101f2e21" providerId="ADAL" clId="{25D85872-5EAE-4915-8B44-7F01E0758971}" dt="2021-03-10T17:18:27.274" v="34" actId="478"/>
          <ac:inkMkLst>
            <pc:docMk/>
            <pc:sldMk cId="0" sldId="460"/>
            <ac:inkMk id="71757" creationId="{2F392278-2411-4EAE-A5D5-DE347EC296B1}"/>
          </ac:inkMkLst>
        </pc:inkChg>
        <pc:inkChg chg="del">
          <ac:chgData name="Md. Nahid Hasan" userId="85ea5f9e-65d6-4031-b810-9415101f2e21" providerId="ADAL" clId="{25D85872-5EAE-4915-8B44-7F01E0758971}" dt="2021-03-10T17:18:27.274" v="34" actId="478"/>
          <ac:inkMkLst>
            <pc:docMk/>
            <pc:sldMk cId="0" sldId="460"/>
            <ac:inkMk id="71758" creationId="{D2655BC4-B965-4E65-846F-0E9DC6945E54}"/>
          </ac:inkMkLst>
        </pc:inkChg>
        <pc:inkChg chg="del">
          <ac:chgData name="Md. Nahid Hasan" userId="85ea5f9e-65d6-4031-b810-9415101f2e21" providerId="ADAL" clId="{25D85872-5EAE-4915-8B44-7F01E0758971}" dt="2021-03-10T17:18:27.274" v="34" actId="478"/>
          <ac:inkMkLst>
            <pc:docMk/>
            <pc:sldMk cId="0" sldId="460"/>
            <ac:inkMk id="71759" creationId="{A1C6879A-9720-49C9-98DB-77308E73ED00}"/>
          </ac:inkMkLst>
        </pc:inkChg>
        <pc:inkChg chg="del">
          <ac:chgData name="Md. Nahid Hasan" userId="85ea5f9e-65d6-4031-b810-9415101f2e21" providerId="ADAL" clId="{25D85872-5EAE-4915-8B44-7F01E0758971}" dt="2021-03-10T17:18:27.274" v="34" actId="478"/>
          <ac:inkMkLst>
            <pc:docMk/>
            <pc:sldMk cId="0" sldId="460"/>
            <ac:inkMk id="71760" creationId="{E8909144-1DE0-4E7B-A254-68C1D47A7E66}"/>
          </ac:inkMkLst>
        </pc:inkChg>
        <pc:inkChg chg="del">
          <ac:chgData name="Md. Nahid Hasan" userId="85ea5f9e-65d6-4031-b810-9415101f2e21" providerId="ADAL" clId="{25D85872-5EAE-4915-8B44-7F01E0758971}" dt="2021-03-10T17:18:27.274" v="34" actId="478"/>
          <ac:inkMkLst>
            <pc:docMk/>
            <pc:sldMk cId="0" sldId="460"/>
            <ac:inkMk id="71761" creationId="{424E4BEB-CFC8-4F56-A5E9-0447D16EBBCE}"/>
          </ac:inkMkLst>
        </pc:inkChg>
        <pc:inkChg chg="del">
          <ac:chgData name="Md. Nahid Hasan" userId="85ea5f9e-65d6-4031-b810-9415101f2e21" providerId="ADAL" clId="{25D85872-5EAE-4915-8B44-7F01E0758971}" dt="2021-03-10T17:18:27.274" v="34" actId="478"/>
          <ac:inkMkLst>
            <pc:docMk/>
            <pc:sldMk cId="0" sldId="460"/>
            <ac:inkMk id="71762" creationId="{720B5212-5682-4477-94AF-D90A9B531EA1}"/>
          </ac:inkMkLst>
        </pc:inkChg>
        <pc:inkChg chg="del">
          <ac:chgData name="Md. Nahid Hasan" userId="85ea5f9e-65d6-4031-b810-9415101f2e21" providerId="ADAL" clId="{25D85872-5EAE-4915-8B44-7F01E0758971}" dt="2021-03-10T17:18:27.274" v="34" actId="478"/>
          <ac:inkMkLst>
            <pc:docMk/>
            <pc:sldMk cId="0" sldId="460"/>
            <ac:inkMk id="71763" creationId="{46893E34-F052-4908-9D39-1588D9BCA1F6}"/>
          </ac:inkMkLst>
        </pc:inkChg>
        <pc:inkChg chg="del">
          <ac:chgData name="Md. Nahid Hasan" userId="85ea5f9e-65d6-4031-b810-9415101f2e21" providerId="ADAL" clId="{25D85872-5EAE-4915-8B44-7F01E0758971}" dt="2021-03-10T17:18:27.274" v="34" actId="478"/>
          <ac:inkMkLst>
            <pc:docMk/>
            <pc:sldMk cId="0" sldId="460"/>
            <ac:inkMk id="71764" creationId="{EEF90FE1-043A-497E-98EA-344BB7C68495}"/>
          </ac:inkMkLst>
        </pc:inkChg>
        <pc:inkChg chg="del">
          <ac:chgData name="Md. Nahid Hasan" userId="85ea5f9e-65d6-4031-b810-9415101f2e21" providerId="ADAL" clId="{25D85872-5EAE-4915-8B44-7F01E0758971}" dt="2021-03-10T17:18:27.274" v="34" actId="478"/>
          <ac:inkMkLst>
            <pc:docMk/>
            <pc:sldMk cId="0" sldId="460"/>
            <ac:inkMk id="71765" creationId="{CC5FBED0-56D4-4DC6-8A6B-70E4F57700CA}"/>
          </ac:inkMkLst>
        </pc:inkChg>
        <pc:inkChg chg="del">
          <ac:chgData name="Md. Nahid Hasan" userId="85ea5f9e-65d6-4031-b810-9415101f2e21" providerId="ADAL" clId="{25D85872-5EAE-4915-8B44-7F01E0758971}" dt="2021-03-10T17:18:27.274" v="34" actId="478"/>
          <ac:inkMkLst>
            <pc:docMk/>
            <pc:sldMk cId="0" sldId="460"/>
            <ac:inkMk id="71766" creationId="{7DD47F73-48A8-4182-87E1-E77F08ECD5AE}"/>
          </ac:inkMkLst>
        </pc:inkChg>
        <pc:inkChg chg="del">
          <ac:chgData name="Md. Nahid Hasan" userId="85ea5f9e-65d6-4031-b810-9415101f2e21" providerId="ADAL" clId="{25D85872-5EAE-4915-8B44-7F01E0758971}" dt="2021-03-10T17:18:27.274" v="34" actId="478"/>
          <ac:inkMkLst>
            <pc:docMk/>
            <pc:sldMk cId="0" sldId="460"/>
            <ac:inkMk id="71767" creationId="{B39AD9AA-5E9F-4C89-A5F2-30C032381892}"/>
          </ac:inkMkLst>
        </pc:inkChg>
        <pc:inkChg chg="del">
          <ac:chgData name="Md. Nahid Hasan" userId="85ea5f9e-65d6-4031-b810-9415101f2e21" providerId="ADAL" clId="{25D85872-5EAE-4915-8B44-7F01E0758971}" dt="2021-03-10T17:18:27.274" v="34" actId="478"/>
          <ac:inkMkLst>
            <pc:docMk/>
            <pc:sldMk cId="0" sldId="460"/>
            <ac:inkMk id="71769" creationId="{CC914CEC-7810-4212-A972-E8F87A67D5AB}"/>
          </ac:inkMkLst>
        </pc:inkChg>
        <pc:inkChg chg="del">
          <ac:chgData name="Md. Nahid Hasan" userId="85ea5f9e-65d6-4031-b810-9415101f2e21" providerId="ADAL" clId="{25D85872-5EAE-4915-8B44-7F01E0758971}" dt="2021-03-10T17:18:27.274" v="34" actId="478"/>
          <ac:inkMkLst>
            <pc:docMk/>
            <pc:sldMk cId="0" sldId="460"/>
            <ac:inkMk id="71770" creationId="{6C9B5FB9-A683-4A3D-96E2-9DBB3CDDCCDD}"/>
          </ac:inkMkLst>
        </pc:inkChg>
        <pc:inkChg chg="del">
          <ac:chgData name="Md. Nahid Hasan" userId="85ea5f9e-65d6-4031-b810-9415101f2e21" providerId="ADAL" clId="{25D85872-5EAE-4915-8B44-7F01E0758971}" dt="2021-03-10T17:18:27.274" v="34" actId="478"/>
          <ac:inkMkLst>
            <pc:docMk/>
            <pc:sldMk cId="0" sldId="460"/>
            <ac:inkMk id="71771" creationId="{BB8C83F2-6E33-4A7C-9018-FDFC878C1E44}"/>
          </ac:inkMkLst>
        </pc:inkChg>
        <pc:inkChg chg="del">
          <ac:chgData name="Md. Nahid Hasan" userId="85ea5f9e-65d6-4031-b810-9415101f2e21" providerId="ADAL" clId="{25D85872-5EAE-4915-8B44-7F01E0758971}" dt="2021-03-10T17:18:27.274" v="34" actId="478"/>
          <ac:inkMkLst>
            <pc:docMk/>
            <pc:sldMk cId="0" sldId="460"/>
            <ac:inkMk id="71772" creationId="{C13DC10E-C4A2-4920-A0A8-47C3FFBA0F86}"/>
          </ac:inkMkLst>
        </pc:inkChg>
        <pc:inkChg chg="del">
          <ac:chgData name="Md. Nahid Hasan" userId="85ea5f9e-65d6-4031-b810-9415101f2e21" providerId="ADAL" clId="{25D85872-5EAE-4915-8B44-7F01E0758971}" dt="2021-03-10T17:18:27.274" v="34" actId="478"/>
          <ac:inkMkLst>
            <pc:docMk/>
            <pc:sldMk cId="0" sldId="460"/>
            <ac:inkMk id="71773" creationId="{F3891093-5EE0-47E5-B6C4-D6A717D222F6}"/>
          </ac:inkMkLst>
        </pc:inkChg>
        <pc:inkChg chg="del">
          <ac:chgData name="Md. Nahid Hasan" userId="85ea5f9e-65d6-4031-b810-9415101f2e21" providerId="ADAL" clId="{25D85872-5EAE-4915-8B44-7F01E0758971}" dt="2021-03-10T17:18:27.274" v="34" actId="478"/>
          <ac:inkMkLst>
            <pc:docMk/>
            <pc:sldMk cId="0" sldId="460"/>
            <ac:inkMk id="71774" creationId="{763CDF68-E70F-450B-99E0-B84A11AAA117}"/>
          </ac:inkMkLst>
        </pc:inkChg>
        <pc:inkChg chg="del">
          <ac:chgData name="Md. Nahid Hasan" userId="85ea5f9e-65d6-4031-b810-9415101f2e21" providerId="ADAL" clId="{25D85872-5EAE-4915-8B44-7F01E0758971}" dt="2021-03-10T17:18:27.274" v="34" actId="478"/>
          <ac:inkMkLst>
            <pc:docMk/>
            <pc:sldMk cId="0" sldId="460"/>
            <ac:inkMk id="71775" creationId="{64C6012B-71FB-4DF2-B2FE-6F1844AEDF13}"/>
          </ac:inkMkLst>
        </pc:inkChg>
        <pc:inkChg chg="del">
          <ac:chgData name="Md. Nahid Hasan" userId="85ea5f9e-65d6-4031-b810-9415101f2e21" providerId="ADAL" clId="{25D85872-5EAE-4915-8B44-7F01E0758971}" dt="2021-03-10T17:18:27.274" v="34" actId="478"/>
          <ac:inkMkLst>
            <pc:docMk/>
            <pc:sldMk cId="0" sldId="460"/>
            <ac:inkMk id="71776" creationId="{C469162F-474A-46F7-B979-2B24A35B132B}"/>
          </ac:inkMkLst>
        </pc:inkChg>
        <pc:inkChg chg="del">
          <ac:chgData name="Md. Nahid Hasan" userId="85ea5f9e-65d6-4031-b810-9415101f2e21" providerId="ADAL" clId="{25D85872-5EAE-4915-8B44-7F01E0758971}" dt="2021-03-10T17:18:27.274" v="34" actId="478"/>
          <ac:inkMkLst>
            <pc:docMk/>
            <pc:sldMk cId="0" sldId="460"/>
            <ac:inkMk id="71777" creationId="{8B522FBF-FF17-4C37-8089-D387056B050A}"/>
          </ac:inkMkLst>
        </pc:inkChg>
        <pc:inkChg chg="del">
          <ac:chgData name="Md. Nahid Hasan" userId="85ea5f9e-65d6-4031-b810-9415101f2e21" providerId="ADAL" clId="{25D85872-5EAE-4915-8B44-7F01E0758971}" dt="2021-03-10T17:18:27.274" v="34" actId="478"/>
          <ac:inkMkLst>
            <pc:docMk/>
            <pc:sldMk cId="0" sldId="460"/>
            <ac:inkMk id="71778" creationId="{C979410E-ED8A-4E5D-AD73-CC4792D88B19}"/>
          </ac:inkMkLst>
        </pc:inkChg>
        <pc:inkChg chg="del">
          <ac:chgData name="Md. Nahid Hasan" userId="85ea5f9e-65d6-4031-b810-9415101f2e21" providerId="ADAL" clId="{25D85872-5EAE-4915-8B44-7F01E0758971}" dt="2021-03-10T17:18:27.274" v="34" actId="478"/>
          <ac:inkMkLst>
            <pc:docMk/>
            <pc:sldMk cId="0" sldId="460"/>
            <ac:inkMk id="71779" creationId="{44B90B5D-B5CE-4AB4-978A-877E9AED1D71}"/>
          </ac:inkMkLst>
        </pc:inkChg>
        <pc:inkChg chg="del">
          <ac:chgData name="Md. Nahid Hasan" userId="85ea5f9e-65d6-4031-b810-9415101f2e21" providerId="ADAL" clId="{25D85872-5EAE-4915-8B44-7F01E0758971}" dt="2021-03-10T17:18:27.274" v="34" actId="478"/>
          <ac:inkMkLst>
            <pc:docMk/>
            <pc:sldMk cId="0" sldId="460"/>
            <ac:inkMk id="71780" creationId="{A4BE349C-FC32-4087-9F88-F1206B6D8AF4}"/>
          </ac:inkMkLst>
        </pc:inkChg>
        <pc:inkChg chg="del">
          <ac:chgData name="Md. Nahid Hasan" userId="85ea5f9e-65d6-4031-b810-9415101f2e21" providerId="ADAL" clId="{25D85872-5EAE-4915-8B44-7F01E0758971}" dt="2021-03-10T17:18:27.274" v="34" actId="478"/>
          <ac:inkMkLst>
            <pc:docMk/>
            <pc:sldMk cId="0" sldId="460"/>
            <ac:inkMk id="71781" creationId="{302E157A-6A5A-44B1-A988-1B5B8FA711D4}"/>
          </ac:inkMkLst>
        </pc:inkChg>
        <pc:inkChg chg="del">
          <ac:chgData name="Md. Nahid Hasan" userId="85ea5f9e-65d6-4031-b810-9415101f2e21" providerId="ADAL" clId="{25D85872-5EAE-4915-8B44-7F01E0758971}" dt="2021-03-10T17:18:27.274" v="34" actId="478"/>
          <ac:inkMkLst>
            <pc:docMk/>
            <pc:sldMk cId="0" sldId="460"/>
            <ac:inkMk id="71782" creationId="{5C92DD94-EB4F-4D0F-824F-AC7CE2BEC482}"/>
          </ac:inkMkLst>
        </pc:inkChg>
        <pc:inkChg chg="del">
          <ac:chgData name="Md. Nahid Hasan" userId="85ea5f9e-65d6-4031-b810-9415101f2e21" providerId="ADAL" clId="{25D85872-5EAE-4915-8B44-7F01E0758971}" dt="2021-03-10T17:18:27.274" v="34" actId="478"/>
          <ac:inkMkLst>
            <pc:docMk/>
            <pc:sldMk cId="0" sldId="460"/>
            <ac:inkMk id="71783" creationId="{34BC429F-A29F-42A3-87CF-5F1FD52CD72F}"/>
          </ac:inkMkLst>
        </pc:inkChg>
        <pc:inkChg chg="del">
          <ac:chgData name="Md. Nahid Hasan" userId="85ea5f9e-65d6-4031-b810-9415101f2e21" providerId="ADAL" clId="{25D85872-5EAE-4915-8B44-7F01E0758971}" dt="2021-03-10T17:18:27.274" v="34" actId="478"/>
          <ac:inkMkLst>
            <pc:docMk/>
            <pc:sldMk cId="0" sldId="460"/>
            <ac:inkMk id="71784" creationId="{3DCC7A80-DA79-4267-92C9-59ACD7EB3739}"/>
          </ac:inkMkLst>
        </pc:inkChg>
        <pc:inkChg chg="del">
          <ac:chgData name="Md. Nahid Hasan" userId="85ea5f9e-65d6-4031-b810-9415101f2e21" providerId="ADAL" clId="{25D85872-5EAE-4915-8B44-7F01E0758971}" dt="2021-03-10T17:18:27.274" v="34" actId="478"/>
          <ac:inkMkLst>
            <pc:docMk/>
            <pc:sldMk cId="0" sldId="460"/>
            <ac:inkMk id="71785" creationId="{C4D0FA17-7B86-4BA3-9A4F-55CD08A0BE2E}"/>
          </ac:inkMkLst>
        </pc:inkChg>
        <pc:inkChg chg="del">
          <ac:chgData name="Md. Nahid Hasan" userId="85ea5f9e-65d6-4031-b810-9415101f2e21" providerId="ADAL" clId="{25D85872-5EAE-4915-8B44-7F01E0758971}" dt="2021-03-10T17:18:27.274" v="34" actId="478"/>
          <ac:inkMkLst>
            <pc:docMk/>
            <pc:sldMk cId="0" sldId="460"/>
            <ac:inkMk id="71786" creationId="{EFCC4C7E-D956-46C1-97C8-7FF806F83669}"/>
          </ac:inkMkLst>
        </pc:inkChg>
        <pc:inkChg chg="del">
          <ac:chgData name="Md. Nahid Hasan" userId="85ea5f9e-65d6-4031-b810-9415101f2e21" providerId="ADAL" clId="{25D85872-5EAE-4915-8B44-7F01E0758971}" dt="2021-03-10T17:18:27.274" v="34" actId="478"/>
          <ac:inkMkLst>
            <pc:docMk/>
            <pc:sldMk cId="0" sldId="460"/>
            <ac:inkMk id="71787" creationId="{637A162E-B8D7-485E-8196-9663DD787205}"/>
          </ac:inkMkLst>
        </pc:inkChg>
        <pc:inkChg chg="del">
          <ac:chgData name="Md. Nahid Hasan" userId="85ea5f9e-65d6-4031-b810-9415101f2e21" providerId="ADAL" clId="{25D85872-5EAE-4915-8B44-7F01E0758971}" dt="2021-03-10T17:18:27.274" v="34" actId="478"/>
          <ac:inkMkLst>
            <pc:docMk/>
            <pc:sldMk cId="0" sldId="460"/>
            <ac:inkMk id="71788" creationId="{805035F6-D2D2-45E5-94E4-25E64F003B70}"/>
          </ac:inkMkLst>
        </pc:inkChg>
        <pc:inkChg chg="del">
          <ac:chgData name="Md. Nahid Hasan" userId="85ea5f9e-65d6-4031-b810-9415101f2e21" providerId="ADAL" clId="{25D85872-5EAE-4915-8B44-7F01E0758971}" dt="2021-03-10T17:18:27.274" v="34" actId="478"/>
          <ac:inkMkLst>
            <pc:docMk/>
            <pc:sldMk cId="0" sldId="460"/>
            <ac:inkMk id="71789" creationId="{B9FF2635-C06E-4B3D-A508-9BDFC5EFCB1A}"/>
          </ac:inkMkLst>
        </pc:inkChg>
        <pc:inkChg chg="del">
          <ac:chgData name="Md. Nahid Hasan" userId="85ea5f9e-65d6-4031-b810-9415101f2e21" providerId="ADAL" clId="{25D85872-5EAE-4915-8B44-7F01E0758971}" dt="2021-03-10T17:18:27.274" v="34" actId="478"/>
          <ac:inkMkLst>
            <pc:docMk/>
            <pc:sldMk cId="0" sldId="460"/>
            <ac:inkMk id="71790" creationId="{7D956658-058B-42A7-AEEB-A0CC0788895F}"/>
          </ac:inkMkLst>
        </pc:inkChg>
        <pc:inkChg chg="del">
          <ac:chgData name="Md. Nahid Hasan" userId="85ea5f9e-65d6-4031-b810-9415101f2e21" providerId="ADAL" clId="{25D85872-5EAE-4915-8B44-7F01E0758971}" dt="2021-03-10T17:18:27.274" v="34" actId="478"/>
          <ac:inkMkLst>
            <pc:docMk/>
            <pc:sldMk cId="0" sldId="460"/>
            <ac:inkMk id="71791" creationId="{6BA7D88E-162A-4BE5-838C-3609DE8B52DE}"/>
          </ac:inkMkLst>
        </pc:inkChg>
        <pc:inkChg chg="del">
          <ac:chgData name="Md. Nahid Hasan" userId="85ea5f9e-65d6-4031-b810-9415101f2e21" providerId="ADAL" clId="{25D85872-5EAE-4915-8B44-7F01E0758971}" dt="2021-03-10T17:18:27.274" v="34" actId="478"/>
          <ac:inkMkLst>
            <pc:docMk/>
            <pc:sldMk cId="0" sldId="460"/>
            <ac:inkMk id="71792" creationId="{01EC5694-FF3D-4866-8BF7-3667B51105E9}"/>
          </ac:inkMkLst>
        </pc:inkChg>
        <pc:inkChg chg="del">
          <ac:chgData name="Md. Nahid Hasan" userId="85ea5f9e-65d6-4031-b810-9415101f2e21" providerId="ADAL" clId="{25D85872-5EAE-4915-8B44-7F01E0758971}" dt="2021-03-10T17:18:27.274" v="34" actId="478"/>
          <ac:inkMkLst>
            <pc:docMk/>
            <pc:sldMk cId="0" sldId="460"/>
            <ac:inkMk id="71793" creationId="{C780EB34-4510-454A-8EE5-013BE731F0CB}"/>
          </ac:inkMkLst>
        </pc:inkChg>
        <pc:inkChg chg="del">
          <ac:chgData name="Md. Nahid Hasan" userId="85ea5f9e-65d6-4031-b810-9415101f2e21" providerId="ADAL" clId="{25D85872-5EAE-4915-8B44-7F01E0758971}" dt="2021-03-10T17:18:27.274" v="34" actId="478"/>
          <ac:inkMkLst>
            <pc:docMk/>
            <pc:sldMk cId="0" sldId="460"/>
            <ac:inkMk id="71794" creationId="{7BA355EA-1937-4F03-8238-6035D69CD967}"/>
          </ac:inkMkLst>
        </pc:inkChg>
        <pc:inkChg chg="del">
          <ac:chgData name="Md. Nahid Hasan" userId="85ea5f9e-65d6-4031-b810-9415101f2e21" providerId="ADAL" clId="{25D85872-5EAE-4915-8B44-7F01E0758971}" dt="2021-03-10T17:18:27.274" v="34" actId="478"/>
          <ac:inkMkLst>
            <pc:docMk/>
            <pc:sldMk cId="0" sldId="460"/>
            <ac:inkMk id="71795" creationId="{1F9DA8E6-5523-45DE-B36F-4DF0D33D5775}"/>
          </ac:inkMkLst>
        </pc:inkChg>
        <pc:inkChg chg="del">
          <ac:chgData name="Md. Nahid Hasan" userId="85ea5f9e-65d6-4031-b810-9415101f2e21" providerId="ADAL" clId="{25D85872-5EAE-4915-8B44-7F01E0758971}" dt="2021-03-10T17:18:27.274" v="34" actId="478"/>
          <ac:inkMkLst>
            <pc:docMk/>
            <pc:sldMk cId="0" sldId="460"/>
            <ac:inkMk id="71796" creationId="{6302FC3C-7AD9-4114-B153-658E231AB491}"/>
          </ac:inkMkLst>
        </pc:inkChg>
        <pc:inkChg chg="del">
          <ac:chgData name="Md. Nahid Hasan" userId="85ea5f9e-65d6-4031-b810-9415101f2e21" providerId="ADAL" clId="{25D85872-5EAE-4915-8B44-7F01E0758971}" dt="2021-03-10T17:18:27.274" v="34" actId="478"/>
          <ac:inkMkLst>
            <pc:docMk/>
            <pc:sldMk cId="0" sldId="460"/>
            <ac:inkMk id="71797" creationId="{67210086-0237-4769-B0BD-9ED27AD850AF}"/>
          </ac:inkMkLst>
        </pc:inkChg>
        <pc:inkChg chg="del">
          <ac:chgData name="Md. Nahid Hasan" userId="85ea5f9e-65d6-4031-b810-9415101f2e21" providerId="ADAL" clId="{25D85872-5EAE-4915-8B44-7F01E0758971}" dt="2021-03-10T17:18:27.274" v="34" actId="478"/>
          <ac:inkMkLst>
            <pc:docMk/>
            <pc:sldMk cId="0" sldId="460"/>
            <ac:inkMk id="71798" creationId="{0B0AED52-C279-4B8A-81EB-4B70C7BC48D5}"/>
          </ac:inkMkLst>
        </pc:inkChg>
        <pc:inkChg chg="del">
          <ac:chgData name="Md. Nahid Hasan" userId="85ea5f9e-65d6-4031-b810-9415101f2e21" providerId="ADAL" clId="{25D85872-5EAE-4915-8B44-7F01E0758971}" dt="2021-03-10T17:18:27.274" v="34" actId="478"/>
          <ac:inkMkLst>
            <pc:docMk/>
            <pc:sldMk cId="0" sldId="460"/>
            <ac:inkMk id="71799" creationId="{7313614D-37A0-4B79-87B3-8D2A83BD037B}"/>
          </ac:inkMkLst>
        </pc:inkChg>
        <pc:inkChg chg="del">
          <ac:chgData name="Md. Nahid Hasan" userId="85ea5f9e-65d6-4031-b810-9415101f2e21" providerId="ADAL" clId="{25D85872-5EAE-4915-8B44-7F01E0758971}" dt="2021-03-10T17:18:27.274" v="34" actId="478"/>
          <ac:inkMkLst>
            <pc:docMk/>
            <pc:sldMk cId="0" sldId="460"/>
            <ac:inkMk id="71800" creationId="{542C9554-E98A-4DC0-A0DE-BB43939F2B96}"/>
          </ac:inkMkLst>
        </pc:inkChg>
        <pc:inkChg chg="del">
          <ac:chgData name="Md. Nahid Hasan" userId="85ea5f9e-65d6-4031-b810-9415101f2e21" providerId="ADAL" clId="{25D85872-5EAE-4915-8B44-7F01E0758971}" dt="2021-03-10T17:18:27.274" v="34" actId="478"/>
          <ac:inkMkLst>
            <pc:docMk/>
            <pc:sldMk cId="0" sldId="460"/>
            <ac:inkMk id="71801" creationId="{CF0BBE7D-D70F-48B4-A004-14E1F9734373}"/>
          </ac:inkMkLst>
        </pc:inkChg>
        <pc:inkChg chg="del">
          <ac:chgData name="Md. Nahid Hasan" userId="85ea5f9e-65d6-4031-b810-9415101f2e21" providerId="ADAL" clId="{25D85872-5EAE-4915-8B44-7F01E0758971}" dt="2021-03-10T17:18:27.274" v="34" actId="478"/>
          <ac:inkMkLst>
            <pc:docMk/>
            <pc:sldMk cId="0" sldId="460"/>
            <ac:inkMk id="71802" creationId="{5260D259-D0CA-4996-BE69-DB4100FCC7F2}"/>
          </ac:inkMkLst>
        </pc:inkChg>
        <pc:inkChg chg="del">
          <ac:chgData name="Md. Nahid Hasan" userId="85ea5f9e-65d6-4031-b810-9415101f2e21" providerId="ADAL" clId="{25D85872-5EAE-4915-8B44-7F01E0758971}" dt="2021-03-10T17:18:27.274" v="34" actId="478"/>
          <ac:inkMkLst>
            <pc:docMk/>
            <pc:sldMk cId="0" sldId="460"/>
            <ac:inkMk id="71803" creationId="{42546679-708E-4CA0-9719-ACE165908D4F}"/>
          </ac:inkMkLst>
        </pc:inkChg>
        <pc:inkChg chg="del">
          <ac:chgData name="Md. Nahid Hasan" userId="85ea5f9e-65d6-4031-b810-9415101f2e21" providerId="ADAL" clId="{25D85872-5EAE-4915-8B44-7F01E0758971}" dt="2021-03-10T17:18:27.274" v="34" actId="478"/>
          <ac:inkMkLst>
            <pc:docMk/>
            <pc:sldMk cId="0" sldId="460"/>
            <ac:inkMk id="71804" creationId="{7E300FDF-B2BD-4D41-93FA-44E4EE5F9462}"/>
          </ac:inkMkLst>
        </pc:inkChg>
        <pc:inkChg chg="del">
          <ac:chgData name="Md. Nahid Hasan" userId="85ea5f9e-65d6-4031-b810-9415101f2e21" providerId="ADAL" clId="{25D85872-5EAE-4915-8B44-7F01E0758971}" dt="2021-03-10T17:18:27.274" v="34" actId="478"/>
          <ac:inkMkLst>
            <pc:docMk/>
            <pc:sldMk cId="0" sldId="460"/>
            <ac:inkMk id="71805" creationId="{26B31611-DF32-40C2-B106-60E5D79280D2}"/>
          </ac:inkMkLst>
        </pc:inkChg>
        <pc:inkChg chg="del">
          <ac:chgData name="Md. Nahid Hasan" userId="85ea5f9e-65d6-4031-b810-9415101f2e21" providerId="ADAL" clId="{25D85872-5EAE-4915-8B44-7F01E0758971}" dt="2021-03-10T17:18:27.274" v="34" actId="478"/>
          <ac:inkMkLst>
            <pc:docMk/>
            <pc:sldMk cId="0" sldId="460"/>
            <ac:inkMk id="71806" creationId="{BEB0D33B-3BD6-409E-978C-6FBAA32121A4}"/>
          </ac:inkMkLst>
        </pc:inkChg>
        <pc:inkChg chg="del">
          <ac:chgData name="Md. Nahid Hasan" userId="85ea5f9e-65d6-4031-b810-9415101f2e21" providerId="ADAL" clId="{25D85872-5EAE-4915-8B44-7F01E0758971}" dt="2021-03-10T17:18:27.274" v="34" actId="478"/>
          <ac:inkMkLst>
            <pc:docMk/>
            <pc:sldMk cId="0" sldId="460"/>
            <ac:inkMk id="71807" creationId="{2F320074-8202-4FC7-9016-F110FB8F4919}"/>
          </ac:inkMkLst>
        </pc:inkChg>
        <pc:inkChg chg="del">
          <ac:chgData name="Md. Nahid Hasan" userId="85ea5f9e-65d6-4031-b810-9415101f2e21" providerId="ADAL" clId="{25D85872-5EAE-4915-8B44-7F01E0758971}" dt="2021-03-10T17:18:27.274" v="34" actId="478"/>
          <ac:inkMkLst>
            <pc:docMk/>
            <pc:sldMk cId="0" sldId="460"/>
            <ac:inkMk id="71808" creationId="{B317346F-1AD4-47DF-9B69-80ADE4524ACF}"/>
          </ac:inkMkLst>
        </pc:inkChg>
        <pc:inkChg chg="del">
          <ac:chgData name="Md. Nahid Hasan" userId="85ea5f9e-65d6-4031-b810-9415101f2e21" providerId="ADAL" clId="{25D85872-5EAE-4915-8B44-7F01E0758971}" dt="2021-03-10T17:18:27.274" v="34" actId="478"/>
          <ac:inkMkLst>
            <pc:docMk/>
            <pc:sldMk cId="0" sldId="460"/>
            <ac:inkMk id="71809" creationId="{75624A6E-4A69-4CCE-B34F-BECCC89FEE13}"/>
          </ac:inkMkLst>
        </pc:inkChg>
        <pc:inkChg chg="del">
          <ac:chgData name="Md. Nahid Hasan" userId="85ea5f9e-65d6-4031-b810-9415101f2e21" providerId="ADAL" clId="{25D85872-5EAE-4915-8B44-7F01E0758971}" dt="2021-03-10T17:18:27.274" v="34" actId="478"/>
          <ac:inkMkLst>
            <pc:docMk/>
            <pc:sldMk cId="0" sldId="460"/>
            <ac:inkMk id="71810" creationId="{115DEDB2-CCD3-4C7E-954E-4E0FDDDF0030}"/>
          </ac:inkMkLst>
        </pc:inkChg>
        <pc:inkChg chg="del">
          <ac:chgData name="Md. Nahid Hasan" userId="85ea5f9e-65d6-4031-b810-9415101f2e21" providerId="ADAL" clId="{25D85872-5EAE-4915-8B44-7F01E0758971}" dt="2021-03-10T17:18:27.274" v="34" actId="478"/>
          <ac:inkMkLst>
            <pc:docMk/>
            <pc:sldMk cId="0" sldId="460"/>
            <ac:inkMk id="71811" creationId="{7011474C-E56E-42B5-8CFC-DCC5497B64EF}"/>
          </ac:inkMkLst>
        </pc:inkChg>
        <pc:inkChg chg="del">
          <ac:chgData name="Md. Nahid Hasan" userId="85ea5f9e-65d6-4031-b810-9415101f2e21" providerId="ADAL" clId="{25D85872-5EAE-4915-8B44-7F01E0758971}" dt="2021-03-10T17:18:27.274" v="34" actId="478"/>
          <ac:inkMkLst>
            <pc:docMk/>
            <pc:sldMk cId="0" sldId="460"/>
            <ac:inkMk id="71812" creationId="{1B4C6E9A-905C-4DF8-AAEF-1134F4637634}"/>
          </ac:inkMkLst>
        </pc:inkChg>
        <pc:inkChg chg="del">
          <ac:chgData name="Md. Nahid Hasan" userId="85ea5f9e-65d6-4031-b810-9415101f2e21" providerId="ADAL" clId="{25D85872-5EAE-4915-8B44-7F01E0758971}" dt="2021-03-10T17:18:27.274" v="34" actId="478"/>
          <ac:inkMkLst>
            <pc:docMk/>
            <pc:sldMk cId="0" sldId="460"/>
            <ac:inkMk id="71813" creationId="{522F8DF9-E518-41AB-AB62-BABD008A2F1A}"/>
          </ac:inkMkLst>
        </pc:inkChg>
        <pc:inkChg chg="del">
          <ac:chgData name="Md. Nahid Hasan" userId="85ea5f9e-65d6-4031-b810-9415101f2e21" providerId="ADAL" clId="{25D85872-5EAE-4915-8B44-7F01E0758971}" dt="2021-03-10T17:18:27.274" v="34" actId="478"/>
          <ac:inkMkLst>
            <pc:docMk/>
            <pc:sldMk cId="0" sldId="460"/>
            <ac:inkMk id="71814" creationId="{A32C52B3-2C95-4EFB-AAB1-BD3475B7FBA5}"/>
          </ac:inkMkLst>
        </pc:inkChg>
        <pc:inkChg chg="del">
          <ac:chgData name="Md. Nahid Hasan" userId="85ea5f9e-65d6-4031-b810-9415101f2e21" providerId="ADAL" clId="{25D85872-5EAE-4915-8B44-7F01E0758971}" dt="2021-03-10T17:18:27.274" v="34" actId="478"/>
          <ac:inkMkLst>
            <pc:docMk/>
            <pc:sldMk cId="0" sldId="460"/>
            <ac:inkMk id="71815" creationId="{6754945E-CF9D-4728-B20C-2F6196769FAD}"/>
          </ac:inkMkLst>
        </pc:inkChg>
        <pc:inkChg chg="del">
          <ac:chgData name="Md. Nahid Hasan" userId="85ea5f9e-65d6-4031-b810-9415101f2e21" providerId="ADAL" clId="{25D85872-5EAE-4915-8B44-7F01E0758971}" dt="2021-03-10T17:18:27.274" v="34" actId="478"/>
          <ac:inkMkLst>
            <pc:docMk/>
            <pc:sldMk cId="0" sldId="460"/>
            <ac:inkMk id="71816" creationId="{F5E52B91-81F5-417D-A6C5-E65171EDAD57}"/>
          </ac:inkMkLst>
        </pc:inkChg>
        <pc:inkChg chg="del">
          <ac:chgData name="Md. Nahid Hasan" userId="85ea5f9e-65d6-4031-b810-9415101f2e21" providerId="ADAL" clId="{25D85872-5EAE-4915-8B44-7F01E0758971}" dt="2021-03-10T17:18:27.274" v="34" actId="478"/>
          <ac:inkMkLst>
            <pc:docMk/>
            <pc:sldMk cId="0" sldId="460"/>
            <ac:inkMk id="71817" creationId="{96317B4E-B2F9-440A-BE09-A7371E1444BB}"/>
          </ac:inkMkLst>
        </pc:inkChg>
        <pc:inkChg chg="del">
          <ac:chgData name="Md. Nahid Hasan" userId="85ea5f9e-65d6-4031-b810-9415101f2e21" providerId="ADAL" clId="{25D85872-5EAE-4915-8B44-7F01E0758971}" dt="2021-03-10T17:18:27.274" v="34" actId="478"/>
          <ac:inkMkLst>
            <pc:docMk/>
            <pc:sldMk cId="0" sldId="460"/>
            <ac:inkMk id="71818" creationId="{662858BA-0BA9-4175-9F1E-6E6D0478B6ED}"/>
          </ac:inkMkLst>
        </pc:inkChg>
        <pc:inkChg chg="del">
          <ac:chgData name="Md. Nahid Hasan" userId="85ea5f9e-65d6-4031-b810-9415101f2e21" providerId="ADAL" clId="{25D85872-5EAE-4915-8B44-7F01E0758971}" dt="2021-03-10T17:18:27.274" v="34" actId="478"/>
          <ac:inkMkLst>
            <pc:docMk/>
            <pc:sldMk cId="0" sldId="460"/>
            <ac:inkMk id="71819" creationId="{E4C8662C-FDE9-4BE4-B21E-B7826DAE4DF1}"/>
          </ac:inkMkLst>
        </pc:inkChg>
        <pc:inkChg chg="del">
          <ac:chgData name="Md. Nahid Hasan" userId="85ea5f9e-65d6-4031-b810-9415101f2e21" providerId="ADAL" clId="{25D85872-5EAE-4915-8B44-7F01E0758971}" dt="2021-03-10T17:18:27.274" v="34" actId="478"/>
          <ac:inkMkLst>
            <pc:docMk/>
            <pc:sldMk cId="0" sldId="460"/>
            <ac:inkMk id="71820" creationId="{6020D438-EE09-4E25-A45C-A68CDDA60CE4}"/>
          </ac:inkMkLst>
        </pc:inkChg>
        <pc:inkChg chg="del">
          <ac:chgData name="Md. Nahid Hasan" userId="85ea5f9e-65d6-4031-b810-9415101f2e21" providerId="ADAL" clId="{25D85872-5EAE-4915-8B44-7F01E0758971}" dt="2021-03-10T17:18:27.274" v="34" actId="478"/>
          <ac:inkMkLst>
            <pc:docMk/>
            <pc:sldMk cId="0" sldId="460"/>
            <ac:inkMk id="71821" creationId="{ADB5109D-B158-4B29-A74E-2209CAA043C8}"/>
          </ac:inkMkLst>
        </pc:inkChg>
        <pc:inkChg chg="del">
          <ac:chgData name="Md. Nahid Hasan" userId="85ea5f9e-65d6-4031-b810-9415101f2e21" providerId="ADAL" clId="{25D85872-5EAE-4915-8B44-7F01E0758971}" dt="2021-03-10T17:18:27.274" v="34" actId="478"/>
          <ac:inkMkLst>
            <pc:docMk/>
            <pc:sldMk cId="0" sldId="460"/>
            <ac:inkMk id="71822" creationId="{AF2E59A1-65B7-4275-A7D2-40ABB908C9EA}"/>
          </ac:inkMkLst>
        </pc:inkChg>
        <pc:inkChg chg="del">
          <ac:chgData name="Md. Nahid Hasan" userId="85ea5f9e-65d6-4031-b810-9415101f2e21" providerId="ADAL" clId="{25D85872-5EAE-4915-8B44-7F01E0758971}" dt="2021-03-10T17:18:27.274" v="34" actId="478"/>
          <ac:inkMkLst>
            <pc:docMk/>
            <pc:sldMk cId="0" sldId="460"/>
            <ac:inkMk id="71823" creationId="{4F427F4F-2DAD-4448-849B-B1FE33EEAC5D}"/>
          </ac:inkMkLst>
        </pc:inkChg>
        <pc:inkChg chg="del">
          <ac:chgData name="Md. Nahid Hasan" userId="85ea5f9e-65d6-4031-b810-9415101f2e21" providerId="ADAL" clId="{25D85872-5EAE-4915-8B44-7F01E0758971}" dt="2021-03-10T17:18:27.274" v="34" actId="478"/>
          <ac:inkMkLst>
            <pc:docMk/>
            <pc:sldMk cId="0" sldId="460"/>
            <ac:inkMk id="71824" creationId="{9FB8F758-7A4C-4E5E-93FA-E9EB6187D979}"/>
          </ac:inkMkLst>
        </pc:inkChg>
        <pc:inkChg chg="del">
          <ac:chgData name="Md. Nahid Hasan" userId="85ea5f9e-65d6-4031-b810-9415101f2e21" providerId="ADAL" clId="{25D85872-5EAE-4915-8B44-7F01E0758971}" dt="2021-03-10T17:18:27.274" v="34" actId="478"/>
          <ac:inkMkLst>
            <pc:docMk/>
            <pc:sldMk cId="0" sldId="460"/>
            <ac:inkMk id="71825" creationId="{75BA801A-93DD-4D23-AFC0-7D8CA7990348}"/>
          </ac:inkMkLst>
        </pc:inkChg>
        <pc:inkChg chg="del">
          <ac:chgData name="Md. Nahid Hasan" userId="85ea5f9e-65d6-4031-b810-9415101f2e21" providerId="ADAL" clId="{25D85872-5EAE-4915-8B44-7F01E0758971}" dt="2021-03-10T17:18:27.274" v="34" actId="478"/>
          <ac:inkMkLst>
            <pc:docMk/>
            <pc:sldMk cId="0" sldId="460"/>
            <ac:inkMk id="71826" creationId="{1ED3A466-5CB5-406B-9A6A-58EA2366C438}"/>
          </ac:inkMkLst>
        </pc:inkChg>
        <pc:inkChg chg="del">
          <ac:chgData name="Md. Nahid Hasan" userId="85ea5f9e-65d6-4031-b810-9415101f2e21" providerId="ADAL" clId="{25D85872-5EAE-4915-8B44-7F01E0758971}" dt="2021-03-10T17:18:27.274" v="34" actId="478"/>
          <ac:inkMkLst>
            <pc:docMk/>
            <pc:sldMk cId="0" sldId="460"/>
            <ac:inkMk id="71827" creationId="{CCE8D3B8-EE03-4141-8806-A117BE6D6F92}"/>
          </ac:inkMkLst>
        </pc:inkChg>
        <pc:inkChg chg="del">
          <ac:chgData name="Md. Nahid Hasan" userId="85ea5f9e-65d6-4031-b810-9415101f2e21" providerId="ADAL" clId="{25D85872-5EAE-4915-8B44-7F01E0758971}" dt="2021-03-10T17:18:27.274" v="34" actId="478"/>
          <ac:inkMkLst>
            <pc:docMk/>
            <pc:sldMk cId="0" sldId="460"/>
            <ac:inkMk id="71828" creationId="{569F621D-56A4-4835-9785-6BCB03A2907B}"/>
          </ac:inkMkLst>
        </pc:inkChg>
        <pc:inkChg chg="del">
          <ac:chgData name="Md. Nahid Hasan" userId="85ea5f9e-65d6-4031-b810-9415101f2e21" providerId="ADAL" clId="{25D85872-5EAE-4915-8B44-7F01E0758971}" dt="2021-03-10T17:18:27.274" v="34" actId="478"/>
          <ac:inkMkLst>
            <pc:docMk/>
            <pc:sldMk cId="0" sldId="460"/>
            <ac:inkMk id="71829" creationId="{60F387E8-7298-451C-B2AC-8A46AC32058B}"/>
          </ac:inkMkLst>
        </pc:inkChg>
        <pc:inkChg chg="del">
          <ac:chgData name="Md. Nahid Hasan" userId="85ea5f9e-65d6-4031-b810-9415101f2e21" providerId="ADAL" clId="{25D85872-5EAE-4915-8B44-7F01E0758971}" dt="2021-03-10T17:18:27.274" v="34" actId="478"/>
          <ac:inkMkLst>
            <pc:docMk/>
            <pc:sldMk cId="0" sldId="460"/>
            <ac:inkMk id="71830" creationId="{571E238C-5F5B-402D-94C5-43CA8E137777}"/>
          </ac:inkMkLst>
        </pc:inkChg>
        <pc:inkChg chg="del">
          <ac:chgData name="Md. Nahid Hasan" userId="85ea5f9e-65d6-4031-b810-9415101f2e21" providerId="ADAL" clId="{25D85872-5EAE-4915-8B44-7F01E0758971}" dt="2021-03-10T17:18:27.274" v="34" actId="478"/>
          <ac:inkMkLst>
            <pc:docMk/>
            <pc:sldMk cId="0" sldId="460"/>
            <ac:inkMk id="71831" creationId="{66DC44A0-021D-47D0-B222-9253DAF1090B}"/>
          </ac:inkMkLst>
        </pc:inkChg>
        <pc:inkChg chg="del">
          <ac:chgData name="Md. Nahid Hasan" userId="85ea5f9e-65d6-4031-b810-9415101f2e21" providerId="ADAL" clId="{25D85872-5EAE-4915-8B44-7F01E0758971}" dt="2021-03-10T17:18:27.274" v="34" actId="478"/>
          <ac:inkMkLst>
            <pc:docMk/>
            <pc:sldMk cId="0" sldId="460"/>
            <ac:inkMk id="71832" creationId="{20AD7A62-147F-4E2F-959B-3079D0B41F72}"/>
          </ac:inkMkLst>
        </pc:inkChg>
        <pc:inkChg chg="del">
          <ac:chgData name="Md. Nahid Hasan" userId="85ea5f9e-65d6-4031-b810-9415101f2e21" providerId="ADAL" clId="{25D85872-5EAE-4915-8B44-7F01E0758971}" dt="2021-03-10T17:18:27.274" v="34" actId="478"/>
          <ac:inkMkLst>
            <pc:docMk/>
            <pc:sldMk cId="0" sldId="460"/>
            <ac:inkMk id="71833" creationId="{F986BDA0-3E7D-4EFB-8651-CED2D650A1DE}"/>
          </ac:inkMkLst>
        </pc:inkChg>
        <pc:inkChg chg="del">
          <ac:chgData name="Md. Nahid Hasan" userId="85ea5f9e-65d6-4031-b810-9415101f2e21" providerId="ADAL" clId="{25D85872-5EAE-4915-8B44-7F01E0758971}" dt="2021-03-10T17:18:27.274" v="34" actId="478"/>
          <ac:inkMkLst>
            <pc:docMk/>
            <pc:sldMk cId="0" sldId="460"/>
            <ac:inkMk id="71834" creationId="{D4601FDF-472D-466A-A4C9-2FFC636E6AE3}"/>
          </ac:inkMkLst>
        </pc:inkChg>
        <pc:inkChg chg="del">
          <ac:chgData name="Md. Nahid Hasan" userId="85ea5f9e-65d6-4031-b810-9415101f2e21" providerId="ADAL" clId="{25D85872-5EAE-4915-8B44-7F01E0758971}" dt="2021-03-10T17:18:27.274" v="34" actId="478"/>
          <ac:inkMkLst>
            <pc:docMk/>
            <pc:sldMk cId="0" sldId="460"/>
            <ac:inkMk id="71835" creationId="{F008E55F-E05F-421F-92BD-4CFBD0A6B181}"/>
          </ac:inkMkLst>
        </pc:inkChg>
        <pc:inkChg chg="del">
          <ac:chgData name="Md. Nahid Hasan" userId="85ea5f9e-65d6-4031-b810-9415101f2e21" providerId="ADAL" clId="{25D85872-5EAE-4915-8B44-7F01E0758971}" dt="2021-03-10T17:18:27.274" v="34" actId="478"/>
          <ac:inkMkLst>
            <pc:docMk/>
            <pc:sldMk cId="0" sldId="460"/>
            <ac:inkMk id="71836" creationId="{811E6CF5-0254-4FCE-B3BC-2308F9B5CFC6}"/>
          </ac:inkMkLst>
        </pc:inkChg>
        <pc:inkChg chg="del">
          <ac:chgData name="Md. Nahid Hasan" userId="85ea5f9e-65d6-4031-b810-9415101f2e21" providerId="ADAL" clId="{25D85872-5EAE-4915-8B44-7F01E0758971}" dt="2021-03-10T17:18:27.274" v="34" actId="478"/>
          <ac:inkMkLst>
            <pc:docMk/>
            <pc:sldMk cId="0" sldId="460"/>
            <ac:inkMk id="71837" creationId="{818039A9-1622-4014-BDF7-2F527B9FEB14}"/>
          </ac:inkMkLst>
        </pc:inkChg>
        <pc:inkChg chg="del">
          <ac:chgData name="Md. Nahid Hasan" userId="85ea5f9e-65d6-4031-b810-9415101f2e21" providerId="ADAL" clId="{25D85872-5EAE-4915-8B44-7F01E0758971}" dt="2021-03-10T17:18:27.274" v="34" actId="478"/>
          <ac:inkMkLst>
            <pc:docMk/>
            <pc:sldMk cId="0" sldId="460"/>
            <ac:inkMk id="71838" creationId="{AD65BABC-941F-4693-8C99-4C9BB444E7F4}"/>
          </ac:inkMkLst>
        </pc:inkChg>
        <pc:inkChg chg="del">
          <ac:chgData name="Md. Nahid Hasan" userId="85ea5f9e-65d6-4031-b810-9415101f2e21" providerId="ADAL" clId="{25D85872-5EAE-4915-8B44-7F01E0758971}" dt="2021-03-10T17:18:27.274" v="34" actId="478"/>
          <ac:inkMkLst>
            <pc:docMk/>
            <pc:sldMk cId="0" sldId="460"/>
            <ac:inkMk id="71839" creationId="{31590EC2-24D8-49F1-A82D-1B8DA096B721}"/>
          </ac:inkMkLst>
        </pc:inkChg>
        <pc:inkChg chg="del">
          <ac:chgData name="Md. Nahid Hasan" userId="85ea5f9e-65d6-4031-b810-9415101f2e21" providerId="ADAL" clId="{25D85872-5EAE-4915-8B44-7F01E0758971}" dt="2021-03-10T17:18:27.274" v="34" actId="478"/>
          <ac:inkMkLst>
            <pc:docMk/>
            <pc:sldMk cId="0" sldId="460"/>
            <ac:inkMk id="71840" creationId="{1B4E47E5-2A0A-4C3C-A0C3-63F7A2F6AC86}"/>
          </ac:inkMkLst>
        </pc:inkChg>
        <pc:inkChg chg="del">
          <ac:chgData name="Md. Nahid Hasan" userId="85ea5f9e-65d6-4031-b810-9415101f2e21" providerId="ADAL" clId="{25D85872-5EAE-4915-8B44-7F01E0758971}" dt="2021-03-10T17:18:27.274" v="34" actId="478"/>
          <ac:inkMkLst>
            <pc:docMk/>
            <pc:sldMk cId="0" sldId="460"/>
            <ac:inkMk id="71841" creationId="{CAE13B93-A77C-49DD-BBF1-5D5E6A222B9D}"/>
          </ac:inkMkLst>
        </pc:inkChg>
        <pc:inkChg chg="del">
          <ac:chgData name="Md. Nahid Hasan" userId="85ea5f9e-65d6-4031-b810-9415101f2e21" providerId="ADAL" clId="{25D85872-5EAE-4915-8B44-7F01E0758971}" dt="2021-03-10T17:18:27.274" v="34" actId="478"/>
          <ac:inkMkLst>
            <pc:docMk/>
            <pc:sldMk cId="0" sldId="460"/>
            <ac:inkMk id="71842" creationId="{6B1EFA49-AE7B-4332-B1AA-C4EA286F3A44}"/>
          </ac:inkMkLst>
        </pc:inkChg>
        <pc:inkChg chg="del">
          <ac:chgData name="Md. Nahid Hasan" userId="85ea5f9e-65d6-4031-b810-9415101f2e21" providerId="ADAL" clId="{25D85872-5EAE-4915-8B44-7F01E0758971}" dt="2021-03-10T17:18:27.274" v="34" actId="478"/>
          <ac:inkMkLst>
            <pc:docMk/>
            <pc:sldMk cId="0" sldId="460"/>
            <ac:inkMk id="71843" creationId="{171526FF-92F7-4248-B945-A59417EDA7B8}"/>
          </ac:inkMkLst>
        </pc:inkChg>
        <pc:inkChg chg="del">
          <ac:chgData name="Md. Nahid Hasan" userId="85ea5f9e-65d6-4031-b810-9415101f2e21" providerId="ADAL" clId="{25D85872-5EAE-4915-8B44-7F01E0758971}" dt="2021-03-10T17:18:27.274" v="34" actId="478"/>
          <ac:inkMkLst>
            <pc:docMk/>
            <pc:sldMk cId="0" sldId="460"/>
            <ac:inkMk id="71844" creationId="{2D272A53-322F-4116-A259-EB2522592923}"/>
          </ac:inkMkLst>
        </pc:inkChg>
        <pc:inkChg chg="del">
          <ac:chgData name="Md. Nahid Hasan" userId="85ea5f9e-65d6-4031-b810-9415101f2e21" providerId="ADAL" clId="{25D85872-5EAE-4915-8B44-7F01E0758971}" dt="2021-03-10T17:18:27.274" v="34" actId="478"/>
          <ac:inkMkLst>
            <pc:docMk/>
            <pc:sldMk cId="0" sldId="460"/>
            <ac:inkMk id="71846" creationId="{64587B65-476C-4AE2-A1C9-CCDD896A72D0}"/>
          </ac:inkMkLst>
        </pc:inkChg>
        <pc:inkChg chg="del">
          <ac:chgData name="Md. Nahid Hasan" userId="85ea5f9e-65d6-4031-b810-9415101f2e21" providerId="ADAL" clId="{25D85872-5EAE-4915-8B44-7F01E0758971}" dt="2021-03-10T17:18:27.274" v="34" actId="478"/>
          <ac:inkMkLst>
            <pc:docMk/>
            <pc:sldMk cId="0" sldId="460"/>
            <ac:inkMk id="71847" creationId="{44C8076A-2857-4A81-A89A-9C123780FA98}"/>
          </ac:inkMkLst>
        </pc:inkChg>
        <pc:inkChg chg="del">
          <ac:chgData name="Md. Nahid Hasan" userId="85ea5f9e-65d6-4031-b810-9415101f2e21" providerId="ADAL" clId="{25D85872-5EAE-4915-8B44-7F01E0758971}" dt="2021-03-10T17:18:27.274" v="34" actId="478"/>
          <ac:inkMkLst>
            <pc:docMk/>
            <pc:sldMk cId="0" sldId="460"/>
            <ac:inkMk id="71848" creationId="{DD8A4022-CBD6-441D-872B-ACC5186CFC4A}"/>
          </ac:inkMkLst>
        </pc:inkChg>
        <pc:inkChg chg="del">
          <ac:chgData name="Md. Nahid Hasan" userId="85ea5f9e-65d6-4031-b810-9415101f2e21" providerId="ADAL" clId="{25D85872-5EAE-4915-8B44-7F01E0758971}" dt="2021-03-10T17:18:27.274" v="34" actId="478"/>
          <ac:inkMkLst>
            <pc:docMk/>
            <pc:sldMk cId="0" sldId="460"/>
            <ac:inkMk id="71849" creationId="{A4DED213-337D-45E3-B7AF-C604115A18E8}"/>
          </ac:inkMkLst>
        </pc:inkChg>
        <pc:inkChg chg="del">
          <ac:chgData name="Md. Nahid Hasan" userId="85ea5f9e-65d6-4031-b810-9415101f2e21" providerId="ADAL" clId="{25D85872-5EAE-4915-8B44-7F01E0758971}" dt="2021-03-10T17:18:27.274" v="34" actId="478"/>
          <ac:inkMkLst>
            <pc:docMk/>
            <pc:sldMk cId="0" sldId="460"/>
            <ac:inkMk id="71850" creationId="{D8869127-ABD5-49E2-AA6F-FCBF4A2CD2FB}"/>
          </ac:inkMkLst>
        </pc:inkChg>
        <pc:inkChg chg="del">
          <ac:chgData name="Md. Nahid Hasan" userId="85ea5f9e-65d6-4031-b810-9415101f2e21" providerId="ADAL" clId="{25D85872-5EAE-4915-8B44-7F01E0758971}" dt="2021-03-10T17:18:27.274" v="34" actId="478"/>
          <ac:inkMkLst>
            <pc:docMk/>
            <pc:sldMk cId="0" sldId="460"/>
            <ac:inkMk id="71851" creationId="{667FED17-7FE9-4488-931B-DEA86999DEE1}"/>
          </ac:inkMkLst>
        </pc:inkChg>
        <pc:inkChg chg="del">
          <ac:chgData name="Md. Nahid Hasan" userId="85ea5f9e-65d6-4031-b810-9415101f2e21" providerId="ADAL" clId="{25D85872-5EAE-4915-8B44-7F01E0758971}" dt="2021-03-10T17:18:27.274" v="34" actId="478"/>
          <ac:inkMkLst>
            <pc:docMk/>
            <pc:sldMk cId="0" sldId="460"/>
            <ac:inkMk id="71852" creationId="{6C6C6E3E-BE9C-4F0D-8833-61E8D5D2BFE1}"/>
          </ac:inkMkLst>
        </pc:inkChg>
        <pc:inkChg chg="del">
          <ac:chgData name="Md. Nahid Hasan" userId="85ea5f9e-65d6-4031-b810-9415101f2e21" providerId="ADAL" clId="{25D85872-5EAE-4915-8B44-7F01E0758971}" dt="2021-03-10T17:18:27.274" v="34" actId="478"/>
          <ac:inkMkLst>
            <pc:docMk/>
            <pc:sldMk cId="0" sldId="460"/>
            <ac:inkMk id="71853" creationId="{259C51BD-6B30-4872-BAAC-7A1712033C73}"/>
          </ac:inkMkLst>
        </pc:inkChg>
        <pc:inkChg chg="del">
          <ac:chgData name="Md. Nahid Hasan" userId="85ea5f9e-65d6-4031-b810-9415101f2e21" providerId="ADAL" clId="{25D85872-5EAE-4915-8B44-7F01E0758971}" dt="2021-03-10T17:18:27.274" v="34" actId="478"/>
          <ac:inkMkLst>
            <pc:docMk/>
            <pc:sldMk cId="0" sldId="460"/>
            <ac:inkMk id="71854" creationId="{26685E84-905C-49CE-B694-DE66EB1508FE}"/>
          </ac:inkMkLst>
        </pc:inkChg>
        <pc:inkChg chg="del">
          <ac:chgData name="Md. Nahid Hasan" userId="85ea5f9e-65d6-4031-b810-9415101f2e21" providerId="ADAL" clId="{25D85872-5EAE-4915-8B44-7F01E0758971}" dt="2021-03-10T17:18:27.274" v="34" actId="478"/>
          <ac:inkMkLst>
            <pc:docMk/>
            <pc:sldMk cId="0" sldId="460"/>
            <ac:inkMk id="71855" creationId="{24ADB295-383F-4CA7-95BC-0F8DB2CD670E}"/>
          </ac:inkMkLst>
        </pc:inkChg>
        <pc:inkChg chg="del">
          <ac:chgData name="Md. Nahid Hasan" userId="85ea5f9e-65d6-4031-b810-9415101f2e21" providerId="ADAL" clId="{25D85872-5EAE-4915-8B44-7F01E0758971}" dt="2021-03-10T17:18:27.274" v="34" actId="478"/>
          <ac:inkMkLst>
            <pc:docMk/>
            <pc:sldMk cId="0" sldId="460"/>
            <ac:inkMk id="71856" creationId="{081EA563-860E-447C-BF79-7FB76041DD3E}"/>
          </ac:inkMkLst>
        </pc:inkChg>
        <pc:inkChg chg="del">
          <ac:chgData name="Md. Nahid Hasan" userId="85ea5f9e-65d6-4031-b810-9415101f2e21" providerId="ADAL" clId="{25D85872-5EAE-4915-8B44-7F01E0758971}" dt="2021-03-10T17:18:27.274" v="34" actId="478"/>
          <ac:inkMkLst>
            <pc:docMk/>
            <pc:sldMk cId="0" sldId="460"/>
            <ac:inkMk id="71857" creationId="{3D1B4BEA-3414-4B97-961D-F8BB67B223CD}"/>
          </ac:inkMkLst>
        </pc:inkChg>
        <pc:inkChg chg="del">
          <ac:chgData name="Md. Nahid Hasan" userId="85ea5f9e-65d6-4031-b810-9415101f2e21" providerId="ADAL" clId="{25D85872-5EAE-4915-8B44-7F01E0758971}" dt="2021-03-10T17:18:27.274" v="34" actId="478"/>
          <ac:inkMkLst>
            <pc:docMk/>
            <pc:sldMk cId="0" sldId="460"/>
            <ac:inkMk id="71858" creationId="{55BB7310-F1C6-4401-84FE-913D899DE2E9}"/>
          </ac:inkMkLst>
        </pc:inkChg>
      </pc:sldChg>
      <pc:sldChg chg="delSp mod">
        <pc:chgData name="Md. Nahid Hasan" userId="85ea5f9e-65d6-4031-b810-9415101f2e21" providerId="ADAL" clId="{25D85872-5EAE-4915-8B44-7F01E0758971}" dt="2021-03-10T17:17:08.740" v="17" actId="478"/>
        <pc:sldMkLst>
          <pc:docMk/>
          <pc:sldMk cId="0" sldId="466"/>
        </pc:sldMkLst>
        <pc:inkChg chg="del">
          <ac:chgData name="Md. Nahid Hasan" userId="85ea5f9e-65d6-4031-b810-9415101f2e21" providerId="ADAL" clId="{25D85872-5EAE-4915-8B44-7F01E0758971}" dt="2021-03-10T17:17:08.740" v="17" actId="478"/>
          <ac:inkMkLst>
            <pc:docMk/>
            <pc:sldMk cId="0" sldId="466"/>
            <ac:inkMk id="48181" creationId="{F91DEFE5-8BD4-4515-9582-453DA7517B13}"/>
          </ac:inkMkLst>
        </pc:inkChg>
        <pc:inkChg chg="del">
          <ac:chgData name="Md. Nahid Hasan" userId="85ea5f9e-65d6-4031-b810-9415101f2e21" providerId="ADAL" clId="{25D85872-5EAE-4915-8B44-7F01E0758971}" dt="2021-03-10T17:17:08.740" v="17" actId="478"/>
          <ac:inkMkLst>
            <pc:docMk/>
            <pc:sldMk cId="0" sldId="466"/>
            <ac:inkMk id="48208" creationId="{033F6AA8-41D7-49C8-9F59-4B19A30C2B38}"/>
          </ac:inkMkLst>
        </pc:inkChg>
        <pc:inkChg chg="del">
          <ac:chgData name="Md. Nahid Hasan" userId="85ea5f9e-65d6-4031-b810-9415101f2e21" providerId="ADAL" clId="{25D85872-5EAE-4915-8B44-7F01E0758971}" dt="2021-03-10T17:17:08.740" v="17" actId="478"/>
          <ac:inkMkLst>
            <pc:docMk/>
            <pc:sldMk cId="0" sldId="466"/>
            <ac:inkMk id="48209" creationId="{071A01AA-0AA4-4DF9-88DF-1C311EE0ABE2}"/>
          </ac:inkMkLst>
        </pc:inkChg>
        <pc:inkChg chg="del">
          <ac:chgData name="Md. Nahid Hasan" userId="85ea5f9e-65d6-4031-b810-9415101f2e21" providerId="ADAL" clId="{25D85872-5EAE-4915-8B44-7F01E0758971}" dt="2021-03-10T17:17:08.740" v="17" actId="478"/>
          <ac:inkMkLst>
            <pc:docMk/>
            <pc:sldMk cId="0" sldId="466"/>
            <ac:inkMk id="48210" creationId="{066AFD7F-7890-404C-998C-65A8D570191A}"/>
          </ac:inkMkLst>
        </pc:inkChg>
        <pc:inkChg chg="del">
          <ac:chgData name="Md. Nahid Hasan" userId="85ea5f9e-65d6-4031-b810-9415101f2e21" providerId="ADAL" clId="{25D85872-5EAE-4915-8B44-7F01E0758971}" dt="2021-03-10T17:17:08.740" v="17" actId="478"/>
          <ac:inkMkLst>
            <pc:docMk/>
            <pc:sldMk cId="0" sldId="466"/>
            <ac:inkMk id="48212" creationId="{6A3F3B52-22AA-491D-A871-4DFF342B7C91}"/>
          </ac:inkMkLst>
        </pc:inkChg>
        <pc:inkChg chg="del">
          <ac:chgData name="Md. Nahid Hasan" userId="85ea5f9e-65d6-4031-b810-9415101f2e21" providerId="ADAL" clId="{25D85872-5EAE-4915-8B44-7F01E0758971}" dt="2021-03-10T17:17:08.740" v="17" actId="478"/>
          <ac:inkMkLst>
            <pc:docMk/>
            <pc:sldMk cId="0" sldId="466"/>
            <ac:inkMk id="48213" creationId="{2C404F9D-3F5E-4BB1-89A6-EAA7E1998465}"/>
          </ac:inkMkLst>
        </pc:inkChg>
        <pc:inkChg chg="del">
          <ac:chgData name="Md. Nahid Hasan" userId="85ea5f9e-65d6-4031-b810-9415101f2e21" providerId="ADAL" clId="{25D85872-5EAE-4915-8B44-7F01E0758971}" dt="2021-03-10T17:17:08.740" v="17" actId="478"/>
          <ac:inkMkLst>
            <pc:docMk/>
            <pc:sldMk cId="0" sldId="466"/>
            <ac:inkMk id="48214" creationId="{0B650A76-FA8C-4D46-910C-F834EA15F9AA}"/>
          </ac:inkMkLst>
        </pc:inkChg>
        <pc:inkChg chg="del">
          <ac:chgData name="Md. Nahid Hasan" userId="85ea5f9e-65d6-4031-b810-9415101f2e21" providerId="ADAL" clId="{25D85872-5EAE-4915-8B44-7F01E0758971}" dt="2021-03-10T17:17:08.740" v="17" actId="478"/>
          <ac:inkMkLst>
            <pc:docMk/>
            <pc:sldMk cId="0" sldId="466"/>
            <ac:inkMk id="48215" creationId="{848D68AF-9496-4063-9D35-EC4715A145F3}"/>
          </ac:inkMkLst>
        </pc:inkChg>
        <pc:inkChg chg="del">
          <ac:chgData name="Md. Nahid Hasan" userId="85ea5f9e-65d6-4031-b810-9415101f2e21" providerId="ADAL" clId="{25D85872-5EAE-4915-8B44-7F01E0758971}" dt="2021-03-10T17:17:08.740" v="17" actId="478"/>
          <ac:inkMkLst>
            <pc:docMk/>
            <pc:sldMk cId="0" sldId="466"/>
            <ac:inkMk id="48216" creationId="{E11F8A74-46B0-46F1-8214-3CF9502438E2}"/>
          </ac:inkMkLst>
        </pc:inkChg>
        <pc:inkChg chg="del">
          <ac:chgData name="Md. Nahid Hasan" userId="85ea5f9e-65d6-4031-b810-9415101f2e21" providerId="ADAL" clId="{25D85872-5EAE-4915-8B44-7F01E0758971}" dt="2021-03-10T17:17:08.740" v="17" actId="478"/>
          <ac:inkMkLst>
            <pc:docMk/>
            <pc:sldMk cId="0" sldId="466"/>
            <ac:inkMk id="48217" creationId="{9E04AEB4-B09B-4186-9C19-4934C7204EF8}"/>
          </ac:inkMkLst>
        </pc:inkChg>
        <pc:inkChg chg="del">
          <ac:chgData name="Md. Nahid Hasan" userId="85ea5f9e-65d6-4031-b810-9415101f2e21" providerId="ADAL" clId="{25D85872-5EAE-4915-8B44-7F01E0758971}" dt="2021-03-10T17:17:08.740" v="17" actId="478"/>
          <ac:inkMkLst>
            <pc:docMk/>
            <pc:sldMk cId="0" sldId="466"/>
            <ac:inkMk id="48218" creationId="{3A068C84-1119-4878-BFD1-D18D1B5674E9}"/>
          </ac:inkMkLst>
        </pc:inkChg>
        <pc:inkChg chg="del">
          <ac:chgData name="Md. Nahid Hasan" userId="85ea5f9e-65d6-4031-b810-9415101f2e21" providerId="ADAL" clId="{25D85872-5EAE-4915-8B44-7F01E0758971}" dt="2021-03-10T17:17:08.740" v="17" actId="478"/>
          <ac:inkMkLst>
            <pc:docMk/>
            <pc:sldMk cId="0" sldId="466"/>
            <ac:inkMk id="48261" creationId="{3C3D9419-D40E-44E2-B024-DB9D67675781}"/>
          </ac:inkMkLst>
        </pc:inkChg>
        <pc:inkChg chg="del">
          <ac:chgData name="Md. Nahid Hasan" userId="85ea5f9e-65d6-4031-b810-9415101f2e21" providerId="ADAL" clId="{25D85872-5EAE-4915-8B44-7F01E0758971}" dt="2021-03-10T17:17:08.740" v="17" actId="478"/>
          <ac:inkMkLst>
            <pc:docMk/>
            <pc:sldMk cId="0" sldId="466"/>
            <ac:inkMk id="48262" creationId="{EED216EB-B6F4-46D3-B087-161D62768873}"/>
          </ac:inkMkLst>
        </pc:inkChg>
        <pc:inkChg chg="del">
          <ac:chgData name="Md. Nahid Hasan" userId="85ea5f9e-65d6-4031-b810-9415101f2e21" providerId="ADAL" clId="{25D85872-5EAE-4915-8B44-7F01E0758971}" dt="2021-03-10T17:17:08.740" v="17" actId="478"/>
          <ac:inkMkLst>
            <pc:docMk/>
            <pc:sldMk cId="0" sldId="466"/>
            <ac:inkMk id="48263" creationId="{E0B27D6F-0877-47BF-ACE3-300D02798355}"/>
          </ac:inkMkLst>
        </pc:inkChg>
        <pc:inkChg chg="del">
          <ac:chgData name="Md. Nahid Hasan" userId="85ea5f9e-65d6-4031-b810-9415101f2e21" providerId="ADAL" clId="{25D85872-5EAE-4915-8B44-7F01E0758971}" dt="2021-03-10T17:17:08.740" v="17" actId="478"/>
          <ac:inkMkLst>
            <pc:docMk/>
            <pc:sldMk cId="0" sldId="466"/>
            <ac:inkMk id="48264" creationId="{EDBF9FCB-FA61-432A-BE2D-E48A13D8F0FF}"/>
          </ac:inkMkLst>
        </pc:inkChg>
        <pc:inkChg chg="del">
          <ac:chgData name="Md. Nahid Hasan" userId="85ea5f9e-65d6-4031-b810-9415101f2e21" providerId="ADAL" clId="{25D85872-5EAE-4915-8B44-7F01E0758971}" dt="2021-03-10T17:17:08.740" v="17" actId="478"/>
          <ac:inkMkLst>
            <pc:docMk/>
            <pc:sldMk cId="0" sldId="466"/>
            <ac:inkMk id="48265" creationId="{9B855273-C50C-4796-82E3-6590F1CA1C9E}"/>
          </ac:inkMkLst>
        </pc:inkChg>
        <pc:inkChg chg="del">
          <ac:chgData name="Md. Nahid Hasan" userId="85ea5f9e-65d6-4031-b810-9415101f2e21" providerId="ADAL" clId="{25D85872-5EAE-4915-8B44-7F01E0758971}" dt="2021-03-10T17:17:08.740" v="17" actId="478"/>
          <ac:inkMkLst>
            <pc:docMk/>
            <pc:sldMk cId="0" sldId="466"/>
            <ac:inkMk id="48266" creationId="{043D474B-7457-4500-8357-0882DEE807AE}"/>
          </ac:inkMkLst>
        </pc:inkChg>
        <pc:inkChg chg="del">
          <ac:chgData name="Md. Nahid Hasan" userId="85ea5f9e-65d6-4031-b810-9415101f2e21" providerId="ADAL" clId="{25D85872-5EAE-4915-8B44-7F01E0758971}" dt="2021-03-10T17:17:08.740" v="17" actId="478"/>
          <ac:inkMkLst>
            <pc:docMk/>
            <pc:sldMk cId="0" sldId="466"/>
            <ac:inkMk id="48267" creationId="{B3A3EF9C-57CD-46E1-B094-0C5DEC146C3B}"/>
          </ac:inkMkLst>
        </pc:inkChg>
        <pc:inkChg chg="del">
          <ac:chgData name="Md. Nahid Hasan" userId="85ea5f9e-65d6-4031-b810-9415101f2e21" providerId="ADAL" clId="{25D85872-5EAE-4915-8B44-7F01E0758971}" dt="2021-03-10T17:17:08.740" v="17" actId="478"/>
          <ac:inkMkLst>
            <pc:docMk/>
            <pc:sldMk cId="0" sldId="466"/>
            <ac:inkMk id="48268" creationId="{F159CF52-6E64-4FFF-93F3-209A66CD8EAB}"/>
          </ac:inkMkLst>
        </pc:inkChg>
        <pc:inkChg chg="del">
          <ac:chgData name="Md. Nahid Hasan" userId="85ea5f9e-65d6-4031-b810-9415101f2e21" providerId="ADAL" clId="{25D85872-5EAE-4915-8B44-7F01E0758971}" dt="2021-03-10T17:17:08.740" v="17" actId="478"/>
          <ac:inkMkLst>
            <pc:docMk/>
            <pc:sldMk cId="0" sldId="466"/>
            <ac:inkMk id="48269" creationId="{6A091A34-5083-45E5-868A-3FCA16811B9B}"/>
          </ac:inkMkLst>
        </pc:inkChg>
        <pc:inkChg chg="del">
          <ac:chgData name="Md. Nahid Hasan" userId="85ea5f9e-65d6-4031-b810-9415101f2e21" providerId="ADAL" clId="{25D85872-5EAE-4915-8B44-7F01E0758971}" dt="2021-03-10T17:17:08.740" v="17" actId="478"/>
          <ac:inkMkLst>
            <pc:docMk/>
            <pc:sldMk cId="0" sldId="466"/>
            <ac:inkMk id="48270" creationId="{6CCD5B84-D926-4D0F-8CB8-68759AE56134}"/>
          </ac:inkMkLst>
        </pc:inkChg>
        <pc:inkChg chg="del">
          <ac:chgData name="Md. Nahid Hasan" userId="85ea5f9e-65d6-4031-b810-9415101f2e21" providerId="ADAL" clId="{25D85872-5EAE-4915-8B44-7F01E0758971}" dt="2021-03-10T17:17:08.740" v="17" actId="478"/>
          <ac:inkMkLst>
            <pc:docMk/>
            <pc:sldMk cId="0" sldId="466"/>
            <ac:inkMk id="48271" creationId="{7AE0AF18-51AB-4ED8-8E81-3EE73CFD6034}"/>
          </ac:inkMkLst>
        </pc:inkChg>
        <pc:inkChg chg="del">
          <ac:chgData name="Md. Nahid Hasan" userId="85ea5f9e-65d6-4031-b810-9415101f2e21" providerId="ADAL" clId="{25D85872-5EAE-4915-8B44-7F01E0758971}" dt="2021-03-10T17:17:08.740" v="17" actId="478"/>
          <ac:inkMkLst>
            <pc:docMk/>
            <pc:sldMk cId="0" sldId="466"/>
            <ac:inkMk id="48272" creationId="{16A4CAEE-94B1-4C55-9E68-385CDA7D11DD}"/>
          </ac:inkMkLst>
        </pc:inkChg>
        <pc:inkChg chg="del">
          <ac:chgData name="Md. Nahid Hasan" userId="85ea5f9e-65d6-4031-b810-9415101f2e21" providerId="ADAL" clId="{25D85872-5EAE-4915-8B44-7F01E0758971}" dt="2021-03-10T17:17:08.740" v="17" actId="478"/>
          <ac:inkMkLst>
            <pc:docMk/>
            <pc:sldMk cId="0" sldId="466"/>
            <ac:inkMk id="48273" creationId="{F1A6F913-D7DE-44BE-AD92-D3F5760171A2}"/>
          </ac:inkMkLst>
        </pc:inkChg>
        <pc:inkChg chg="del">
          <ac:chgData name="Md. Nahid Hasan" userId="85ea5f9e-65d6-4031-b810-9415101f2e21" providerId="ADAL" clId="{25D85872-5EAE-4915-8B44-7F01E0758971}" dt="2021-03-10T17:17:08.740" v="17" actId="478"/>
          <ac:inkMkLst>
            <pc:docMk/>
            <pc:sldMk cId="0" sldId="466"/>
            <ac:inkMk id="48274" creationId="{CFA98D31-6436-4B87-B5BE-1A194D4FBC35}"/>
          </ac:inkMkLst>
        </pc:inkChg>
        <pc:inkChg chg="del">
          <ac:chgData name="Md. Nahid Hasan" userId="85ea5f9e-65d6-4031-b810-9415101f2e21" providerId="ADAL" clId="{25D85872-5EAE-4915-8B44-7F01E0758971}" dt="2021-03-10T17:17:08.740" v="17" actId="478"/>
          <ac:inkMkLst>
            <pc:docMk/>
            <pc:sldMk cId="0" sldId="466"/>
            <ac:inkMk id="48275" creationId="{3E18FDA2-66A8-47C1-8BC3-E043710BC0BB}"/>
          </ac:inkMkLst>
        </pc:inkChg>
        <pc:inkChg chg="del">
          <ac:chgData name="Md. Nahid Hasan" userId="85ea5f9e-65d6-4031-b810-9415101f2e21" providerId="ADAL" clId="{25D85872-5EAE-4915-8B44-7F01E0758971}" dt="2021-03-10T17:17:08.740" v="17" actId="478"/>
          <ac:inkMkLst>
            <pc:docMk/>
            <pc:sldMk cId="0" sldId="466"/>
            <ac:inkMk id="48276" creationId="{E60C0C12-82DD-4B8D-8A2D-A1AB16292E91}"/>
          </ac:inkMkLst>
        </pc:inkChg>
        <pc:inkChg chg="del">
          <ac:chgData name="Md. Nahid Hasan" userId="85ea5f9e-65d6-4031-b810-9415101f2e21" providerId="ADAL" clId="{25D85872-5EAE-4915-8B44-7F01E0758971}" dt="2021-03-10T17:17:08.740" v="17" actId="478"/>
          <ac:inkMkLst>
            <pc:docMk/>
            <pc:sldMk cId="0" sldId="466"/>
            <ac:inkMk id="48277" creationId="{15627F95-6620-4CF9-94B0-EB7450560270}"/>
          </ac:inkMkLst>
        </pc:inkChg>
        <pc:inkChg chg="del">
          <ac:chgData name="Md. Nahid Hasan" userId="85ea5f9e-65d6-4031-b810-9415101f2e21" providerId="ADAL" clId="{25D85872-5EAE-4915-8B44-7F01E0758971}" dt="2021-03-10T17:17:08.740" v="17" actId="478"/>
          <ac:inkMkLst>
            <pc:docMk/>
            <pc:sldMk cId="0" sldId="466"/>
            <ac:inkMk id="48278" creationId="{53619618-A2C2-4EB4-A94E-27E32E1D0A24}"/>
          </ac:inkMkLst>
        </pc:inkChg>
        <pc:inkChg chg="del">
          <ac:chgData name="Md. Nahid Hasan" userId="85ea5f9e-65d6-4031-b810-9415101f2e21" providerId="ADAL" clId="{25D85872-5EAE-4915-8B44-7F01E0758971}" dt="2021-03-10T17:17:08.740" v="17" actId="478"/>
          <ac:inkMkLst>
            <pc:docMk/>
            <pc:sldMk cId="0" sldId="466"/>
            <ac:inkMk id="48279" creationId="{0EBE1063-0EBF-4145-9EEF-9CB7C77789B5}"/>
          </ac:inkMkLst>
        </pc:inkChg>
        <pc:inkChg chg="del">
          <ac:chgData name="Md. Nahid Hasan" userId="85ea5f9e-65d6-4031-b810-9415101f2e21" providerId="ADAL" clId="{25D85872-5EAE-4915-8B44-7F01E0758971}" dt="2021-03-10T17:17:08.740" v="17" actId="478"/>
          <ac:inkMkLst>
            <pc:docMk/>
            <pc:sldMk cId="0" sldId="466"/>
            <ac:inkMk id="48280" creationId="{EF8641B0-A703-4E69-85AD-6EDE28683172}"/>
          </ac:inkMkLst>
        </pc:inkChg>
        <pc:inkChg chg="del">
          <ac:chgData name="Md. Nahid Hasan" userId="85ea5f9e-65d6-4031-b810-9415101f2e21" providerId="ADAL" clId="{25D85872-5EAE-4915-8B44-7F01E0758971}" dt="2021-03-10T17:17:08.740" v="17" actId="478"/>
          <ac:inkMkLst>
            <pc:docMk/>
            <pc:sldMk cId="0" sldId="466"/>
            <ac:inkMk id="48281" creationId="{6189ED7F-9BB5-47BC-9ADC-C71B4C7722DE}"/>
          </ac:inkMkLst>
        </pc:inkChg>
        <pc:inkChg chg="del">
          <ac:chgData name="Md. Nahid Hasan" userId="85ea5f9e-65d6-4031-b810-9415101f2e21" providerId="ADAL" clId="{25D85872-5EAE-4915-8B44-7F01E0758971}" dt="2021-03-10T17:17:08.740" v="17" actId="478"/>
          <ac:inkMkLst>
            <pc:docMk/>
            <pc:sldMk cId="0" sldId="466"/>
            <ac:inkMk id="48282" creationId="{9ABFB718-62B7-4C81-BDF2-01A718078EE7}"/>
          </ac:inkMkLst>
        </pc:inkChg>
        <pc:inkChg chg="del">
          <ac:chgData name="Md. Nahid Hasan" userId="85ea5f9e-65d6-4031-b810-9415101f2e21" providerId="ADAL" clId="{25D85872-5EAE-4915-8B44-7F01E0758971}" dt="2021-03-10T17:17:08.740" v="17" actId="478"/>
          <ac:inkMkLst>
            <pc:docMk/>
            <pc:sldMk cId="0" sldId="466"/>
            <ac:inkMk id="48283" creationId="{4D49583B-DF01-4300-B632-3FD1118E8E35}"/>
          </ac:inkMkLst>
        </pc:inkChg>
        <pc:inkChg chg="del">
          <ac:chgData name="Md. Nahid Hasan" userId="85ea5f9e-65d6-4031-b810-9415101f2e21" providerId="ADAL" clId="{25D85872-5EAE-4915-8B44-7F01E0758971}" dt="2021-03-10T17:17:08.740" v="17" actId="478"/>
          <ac:inkMkLst>
            <pc:docMk/>
            <pc:sldMk cId="0" sldId="466"/>
            <ac:inkMk id="48284" creationId="{649A3E41-5D3C-4521-BFBD-C3392DC21F53}"/>
          </ac:inkMkLst>
        </pc:inkChg>
        <pc:inkChg chg="del">
          <ac:chgData name="Md. Nahid Hasan" userId="85ea5f9e-65d6-4031-b810-9415101f2e21" providerId="ADAL" clId="{25D85872-5EAE-4915-8B44-7F01E0758971}" dt="2021-03-10T17:17:08.740" v="17" actId="478"/>
          <ac:inkMkLst>
            <pc:docMk/>
            <pc:sldMk cId="0" sldId="466"/>
            <ac:inkMk id="48304" creationId="{A3A04B8A-6728-4DF7-B897-CF9535C7E657}"/>
          </ac:inkMkLst>
        </pc:inkChg>
        <pc:inkChg chg="del">
          <ac:chgData name="Md. Nahid Hasan" userId="85ea5f9e-65d6-4031-b810-9415101f2e21" providerId="ADAL" clId="{25D85872-5EAE-4915-8B44-7F01E0758971}" dt="2021-03-10T17:17:08.740" v="17" actId="478"/>
          <ac:inkMkLst>
            <pc:docMk/>
            <pc:sldMk cId="0" sldId="466"/>
            <ac:inkMk id="48305" creationId="{89626ED1-9DF1-4315-A6E3-DEBEDA7828E8}"/>
          </ac:inkMkLst>
        </pc:inkChg>
        <pc:inkChg chg="del">
          <ac:chgData name="Md. Nahid Hasan" userId="85ea5f9e-65d6-4031-b810-9415101f2e21" providerId="ADAL" clId="{25D85872-5EAE-4915-8B44-7F01E0758971}" dt="2021-03-10T17:17:08.740" v="17" actId="478"/>
          <ac:inkMkLst>
            <pc:docMk/>
            <pc:sldMk cId="0" sldId="466"/>
            <ac:inkMk id="48306" creationId="{BD2085B1-AA69-434A-A6C1-62B36BA9A7B8}"/>
          </ac:inkMkLst>
        </pc:inkChg>
        <pc:inkChg chg="del">
          <ac:chgData name="Md. Nahid Hasan" userId="85ea5f9e-65d6-4031-b810-9415101f2e21" providerId="ADAL" clId="{25D85872-5EAE-4915-8B44-7F01E0758971}" dt="2021-03-10T17:17:08.740" v="17" actId="478"/>
          <ac:inkMkLst>
            <pc:docMk/>
            <pc:sldMk cId="0" sldId="466"/>
            <ac:inkMk id="48307" creationId="{B9633853-644A-4CC9-A4D0-FCF4AF8D3979}"/>
          </ac:inkMkLst>
        </pc:inkChg>
        <pc:inkChg chg="del">
          <ac:chgData name="Md. Nahid Hasan" userId="85ea5f9e-65d6-4031-b810-9415101f2e21" providerId="ADAL" clId="{25D85872-5EAE-4915-8B44-7F01E0758971}" dt="2021-03-10T17:17:08.740" v="17" actId="478"/>
          <ac:inkMkLst>
            <pc:docMk/>
            <pc:sldMk cId="0" sldId="466"/>
            <ac:inkMk id="48308" creationId="{C09A25CE-8490-4ADE-8EB8-1B6A0FA88017}"/>
          </ac:inkMkLst>
        </pc:inkChg>
        <pc:inkChg chg="del">
          <ac:chgData name="Md. Nahid Hasan" userId="85ea5f9e-65d6-4031-b810-9415101f2e21" providerId="ADAL" clId="{25D85872-5EAE-4915-8B44-7F01E0758971}" dt="2021-03-10T17:17:08.740" v="17" actId="478"/>
          <ac:inkMkLst>
            <pc:docMk/>
            <pc:sldMk cId="0" sldId="466"/>
            <ac:inkMk id="48309" creationId="{75DA728B-1D67-4917-95BC-4339EC83AF66}"/>
          </ac:inkMkLst>
        </pc:inkChg>
        <pc:inkChg chg="del">
          <ac:chgData name="Md. Nahid Hasan" userId="85ea5f9e-65d6-4031-b810-9415101f2e21" providerId="ADAL" clId="{25D85872-5EAE-4915-8B44-7F01E0758971}" dt="2021-03-10T17:17:08.740" v="17" actId="478"/>
          <ac:inkMkLst>
            <pc:docMk/>
            <pc:sldMk cId="0" sldId="466"/>
            <ac:inkMk id="48310" creationId="{CB494D46-E078-40F7-95C2-A2011FA1CF4E}"/>
          </ac:inkMkLst>
        </pc:inkChg>
        <pc:inkChg chg="del">
          <ac:chgData name="Md. Nahid Hasan" userId="85ea5f9e-65d6-4031-b810-9415101f2e21" providerId="ADAL" clId="{25D85872-5EAE-4915-8B44-7F01E0758971}" dt="2021-03-10T17:17:08.740" v="17" actId="478"/>
          <ac:inkMkLst>
            <pc:docMk/>
            <pc:sldMk cId="0" sldId="466"/>
            <ac:inkMk id="48311" creationId="{93BBFAFE-3647-4973-A5B8-A094283766E1}"/>
          </ac:inkMkLst>
        </pc:inkChg>
        <pc:inkChg chg="del">
          <ac:chgData name="Md. Nahid Hasan" userId="85ea5f9e-65d6-4031-b810-9415101f2e21" providerId="ADAL" clId="{25D85872-5EAE-4915-8B44-7F01E0758971}" dt="2021-03-10T17:17:08.740" v="17" actId="478"/>
          <ac:inkMkLst>
            <pc:docMk/>
            <pc:sldMk cId="0" sldId="466"/>
            <ac:inkMk id="48312" creationId="{1D31570B-0396-4779-B3C1-4739687073F5}"/>
          </ac:inkMkLst>
        </pc:inkChg>
        <pc:inkChg chg="del">
          <ac:chgData name="Md. Nahid Hasan" userId="85ea5f9e-65d6-4031-b810-9415101f2e21" providerId="ADAL" clId="{25D85872-5EAE-4915-8B44-7F01E0758971}" dt="2021-03-10T17:17:08.740" v="17" actId="478"/>
          <ac:inkMkLst>
            <pc:docMk/>
            <pc:sldMk cId="0" sldId="466"/>
            <ac:inkMk id="48313" creationId="{1E686677-B606-4E3D-B661-E65A77F08387}"/>
          </ac:inkMkLst>
        </pc:inkChg>
        <pc:inkChg chg="del">
          <ac:chgData name="Md. Nahid Hasan" userId="85ea5f9e-65d6-4031-b810-9415101f2e21" providerId="ADAL" clId="{25D85872-5EAE-4915-8B44-7F01E0758971}" dt="2021-03-10T17:17:08.740" v="17" actId="478"/>
          <ac:inkMkLst>
            <pc:docMk/>
            <pc:sldMk cId="0" sldId="466"/>
            <ac:inkMk id="48314" creationId="{0482E1B6-3035-4167-9448-E36B29D0DCC2}"/>
          </ac:inkMkLst>
        </pc:inkChg>
        <pc:inkChg chg="del">
          <ac:chgData name="Md. Nahid Hasan" userId="85ea5f9e-65d6-4031-b810-9415101f2e21" providerId="ADAL" clId="{25D85872-5EAE-4915-8B44-7F01E0758971}" dt="2021-03-10T17:17:08.740" v="17" actId="478"/>
          <ac:inkMkLst>
            <pc:docMk/>
            <pc:sldMk cId="0" sldId="466"/>
            <ac:inkMk id="48315" creationId="{DA60A1A6-6AFF-41D3-A673-FE07946B6641}"/>
          </ac:inkMkLst>
        </pc:inkChg>
        <pc:inkChg chg="del">
          <ac:chgData name="Md. Nahid Hasan" userId="85ea5f9e-65d6-4031-b810-9415101f2e21" providerId="ADAL" clId="{25D85872-5EAE-4915-8B44-7F01E0758971}" dt="2021-03-10T17:17:08.740" v="17" actId="478"/>
          <ac:inkMkLst>
            <pc:docMk/>
            <pc:sldMk cId="0" sldId="466"/>
            <ac:inkMk id="48316" creationId="{29DCCF04-A6D7-413C-AE65-9CDF492EFB4D}"/>
          </ac:inkMkLst>
        </pc:inkChg>
        <pc:inkChg chg="del">
          <ac:chgData name="Md. Nahid Hasan" userId="85ea5f9e-65d6-4031-b810-9415101f2e21" providerId="ADAL" clId="{25D85872-5EAE-4915-8B44-7F01E0758971}" dt="2021-03-10T17:17:08.740" v="17" actId="478"/>
          <ac:inkMkLst>
            <pc:docMk/>
            <pc:sldMk cId="0" sldId="466"/>
            <ac:inkMk id="48317" creationId="{F68F17C3-3BC4-4D32-855B-F97AF85D955B}"/>
          </ac:inkMkLst>
        </pc:inkChg>
        <pc:inkChg chg="del">
          <ac:chgData name="Md. Nahid Hasan" userId="85ea5f9e-65d6-4031-b810-9415101f2e21" providerId="ADAL" clId="{25D85872-5EAE-4915-8B44-7F01E0758971}" dt="2021-03-10T17:17:08.740" v="17" actId="478"/>
          <ac:inkMkLst>
            <pc:docMk/>
            <pc:sldMk cId="0" sldId="466"/>
            <ac:inkMk id="48318" creationId="{49DDBB9B-6B6F-4D40-9F46-2DEBF2E4F9BE}"/>
          </ac:inkMkLst>
        </pc:inkChg>
        <pc:inkChg chg="del">
          <ac:chgData name="Md. Nahid Hasan" userId="85ea5f9e-65d6-4031-b810-9415101f2e21" providerId="ADAL" clId="{25D85872-5EAE-4915-8B44-7F01E0758971}" dt="2021-03-10T17:17:08.740" v="17" actId="478"/>
          <ac:inkMkLst>
            <pc:docMk/>
            <pc:sldMk cId="0" sldId="466"/>
            <ac:inkMk id="48319" creationId="{11DA1660-75EB-4A1F-8763-FC69532C878A}"/>
          </ac:inkMkLst>
        </pc:inkChg>
        <pc:inkChg chg="del">
          <ac:chgData name="Md. Nahid Hasan" userId="85ea5f9e-65d6-4031-b810-9415101f2e21" providerId="ADAL" clId="{25D85872-5EAE-4915-8B44-7F01E0758971}" dt="2021-03-10T17:17:08.740" v="17" actId="478"/>
          <ac:inkMkLst>
            <pc:docMk/>
            <pc:sldMk cId="0" sldId="466"/>
            <ac:inkMk id="48320" creationId="{EEAF8700-B8B4-499A-A36E-76C6F94D2AFB}"/>
          </ac:inkMkLst>
        </pc:inkChg>
        <pc:inkChg chg="del">
          <ac:chgData name="Md. Nahid Hasan" userId="85ea5f9e-65d6-4031-b810-9415101f2e21" providerId="ADAL" clId="{25D85872-5EAE-4915-8B44-7F01E0758971}" dt="2021-03-10T17:17:08.740" v="17" actId="478"/>
          <ac:inkMkLst>
            <pc:docMk/>
            <pc:sldMk cId="0" sldId="466"/>
            <ac:inkMk id="48321" creationId="{310C2FA1-B7FB-4C15-B277-778F97381529}"/>
          </ac:inkMkLst>
        </pc:inkChg>
        <pc:inkChg chg="del">
          <ac:chgData name="Md. Nahid Hasan" userId="85ea5f9e-65d6-4031-b810-9415101f2e21" providerId="ADAL" clId="{25D85872-5EAE-4915-8B44-7F01E0758971}" dt="2021-03-10T17:17:08.740" v="17" actId="478"/>
          <ac:inkMkLst>
            <pc:docMk/>
            <pc:sldMk cId="0" sldId="466"/>
            <ac:inkMk id="48322" creationId="{326AF06A-CF93-4573-A1BA-F66A1B9FD72C}"/>
          </ac:inkMkLst>
        </pc:inkChg>
        <pc:inkChg chg="del">
          <ac:chgData name="Md. Nahid Hasan" userId="85ea5f9e-65d6-4031-b810-9415101f2e21" providerId="ADAL" clId="{25D85872-5EAE-4915-8B44-7F01E0758971}" dt="2021-03-10T17:17:08.740" v="17" actId="478"/>
          <ac:inkMkLst>
            <pc:docMk/>
            <pc:sldMk cId="0" sldId="466"/>
            <ac:inkMk id="48323" creationId="{7D42E09E-5834-4458-9A59-0526D520505F}"/>
          </ac:inkMkLst>
        </pc:inkChg>
        <pc:inkChg chg="del">
          <ac:chgData name="Md. Nahid Hasan" userId="85ea5f9e-65d6-4031-b810-9415101f2e21" providerId="ADAL" clId="{25D85872-5EAE-4915-8B44-7F01E0758971}" dt="2021-03-10T17:17:08.740" v="17" actId="478"/>
          <ac:inkMkLst>
            <pc:docMk/>
            <pc:sldMk cId="0" sldId="466"/>
            <ac:inkMk id="48324" creationId="{CE4C6CCC-B04C-45F5-BE63-4F2A9430CDE3}"/>
          </ac:inkMkLst>
        </pc:inkChg>
        <pc:inkChg chg="del">
          <ac:chgData name="Md. Nahid Hasan" userId="85ea5f9e-65d6-4031-b810-9415101f2e21" providerId="ADAL" clId="{25D85872-5EAE-4915-8B44-7F01E0758971}" dt="2021-03-10T17:17:08.740" v="17" actId="478"/>
          <ac:inkMkLst>
            <pc:docMk/>
            <pc:sldMk cId="0" sldId="466"/>
            <ac:inkMk id="48325" creationId="{58E90DD9-F103-4811-BD40-7C8240A97B8D}"/>
          </ac:inkMkLst>
        </pc:inkChg>
        <pc:inkChg chg="del">
          <ac:chgData name="Md. Nahid Hasan" userId="85ea5f9e-65d6-4031-b810-9415101f2e21" providerId="ADAL" clId="{25D85872-5EAE-4915-8B44-7F01E0758971}" dt="2021-03-10T17:17:08.740" v="17" actId="478"/>
          <ac:inkMkLst>
            <pc:docMk/>
            <pc:sldMk cId="0" sldId="466"/>
            <ac:inkMk id="48326" creationId="{1141B3E6-0963-47A3-B185-850DAB08562A}"/>
          </ac:inkMkLst>
        </pc:inkChg>
        <pc:inkChg chg="del">
          <ac:chgData name="Md. Nahid Hasan" userId="85ea5f9e-65d6-4031-b810-9415101f2e21" providerId="ADAL" clId="{25D85872-5EAE-4915-8B44-7F01E0758971}" dt="2021-03-10T17:17:08.740" v="17" actId="478"/>
          <ac:inkMkLst>
            <pc:docMk/>
            <pc:sldMk cId="0" sldId="466"/>
            <ac:inkMk id="48327" creationId="{A3AC93BD-B40B-45F8-924D-BB926902578C}"/>
          </ac:inkMkLst>
        </pc:inkChg>
        <pc:inkChg chg="del">
          <ac:chgData name="Md. Nahid Hasan" userId="85ea5f9e-65d6-4031-b810-9415101f2e21" providerId="ADAL" clId="{25D85872-5EAE-4915-8B44-7F01E0758971}" dt="2021-03-10T17:17:08.740" v="17" actId="478"/>
          <ac:inkMkLst>
            <pc:docMk/>
            <pc:sldMk cId="0" sldId="466"/>
            <ac:inkMk id="48328" creationId="{04CD9655-F327-4B3E-9093-39570A26436E}"/>
          </ac:inkMkLst>
        </pc:inkChg>
        <pc:inkChg chg="del">
          <ac:chgData name="Md. Nahid Hasan" userId="85ea5f9e-65d6-4031-b810-9415101f2e21" providerId="ADAL" clId="{25D85872-5EAE-4915-8B44-7F01E0758971}" dt="2021-03-10T17:17:08.740" v="17" actId="478"/>
          <ac:inkMkLst>
            <pc:docMk/>
            <pc:sldMk cId="0" sldId="466"/>
            <ac:inkMk id="48329" creationId="{17999F30-F74D-42EB-904E-D320C4E832FE}"/>
          </ac:inkMkLst>
        </pc:inkChg>
        <pc:inkChg chg="del">
          <ac:chgData name="Md. Nahid Hasan" userId="85ea5f9e-65d6-4031-b810-9415101f2e21" providerId="ADAL" clId="{25D85872-5EAE-4915-8B44-7F01E0758971}" dt="2021-03-10T17:17:08.740" v="17" actId="478"/>
          <ac:inkMkLst>
            <pc:docMk/>
            <pc:sldMk cId="0" sldId="466"/>
            <ac:inkMk id="48330" creationId="{3211659A-7123-4494-A877-2433DD0264E5}"/>
          </ac:inkMkLst>
        </pc:inkChg>
        <pc:inkChg chg="del">
          <ac:chgData name="Md. Nahid Hasan" userId="85ea5f9e-65d6-4031-b810-9415101f2e21" providerId="ADAL" clId="{25D85872-5EAE-4915-8B44-7F01E0758971}" dt="2021-03-10T17:17:08.740" v="17" actId="478"/>
          <ac:inkMkLst>
            <pc:docMk/>
            <pc:sldMk cId="0" sldId="466"/>
            <ac:inkMk id="48331" creationId="{41477923-9234-42D6-9DE1-0CB5D17473F2}"/>
          </ac:inkMkLst>
        </pc:inkChg>
        <pc:inkChg chg="del">
          <ac:chgData name="Md. Nahid Hasan" userId="85ea5f9e-65d6-4031-b810-9415101f2e21" providerId="ADAL" clId="{25D85872-5EAE-4915-8B44-7F01E0758971}" dt="2021-03-10T17:17:08.740" v="17" actId="478"/>
          <ac:inkMkLst>
            <pc:docMk/>
            <pc:sldMk cId="0" sldId="466"/>
            <ac:inkMk id="48332" creationId="{EDE0363E-FCCB-4B3C-B766-0DADB6FBCB0D}"/>
          </ac:inkMkLst>
        </pc:inkChg>
        <pc:inkChg chg="del">
          <ac:chgData name="Md. Nahid Hasan" userId="85ea5f9e-65d6-4031-b810-9415101f2e21" providerId="ADAL" clId="{25D85872-5EAE-4915-8B44-7F01E0758971}" dt="2021-03-10T17:17:08.740" v="17" actId="478"/>
          <ac:inkMkLst>
            <pc:docMk/>
            <pc:sldMk cId="0" sldId="466"/>
            <ac:inkMk id="48333" creationId="{792D9BC1-4193-4168-9F82-CCDC4B727861}"/>
          </ac:inkMkLst>
        </pc:inkChg>
        <pc:inkChg chg="del">
          <ac:chgData name="Md. Nahid Hasan" userId="85ea5f9e-65d6-4031-b810-9415101f2e21" providerId="ADAL" clId="{25D85872-5EAE-4915-8B44-7F01E0758971}" dt="2021-03-10T17:17:08.740" v="17" actId="478"/>
          <ac:inkMkLst>
            <pc:docMk/>
            <pc:sldMk cId="0" sldId="466"/>
            <ac:inkMk id="48334" creationId="{4885E009-0734-4D37-A37D-6F5B75F4B1D9}"/>
          </ac:inkMkLst>
        </pc:inkChg>
        <pc:inkChg chg="del">
          <ac:chgData name="Md. Nahid Hasan" userId="85ea5f9e-65d6-4031-b810-9415101f2e21" providerId="ADAL" clId="{25D85872-5EAE-4915-8B44-7F01E0758971}" dt="2021-03-10T17:17:08.740" v="17" actId="478"/>
          <ac:inkMkLst>
            <pc:docMk/>
            <pc:sldMk cId="0" sldId="466"/>
            <ac:inkMk id="48335" creationId="{0FB0FF70-0C99-44B9-94BF-474D60195B6D}"/>
          </ac:inkMkLst>
        </pc:inkChg>
        <pc:inkChg chg="del">
          <ac:chgData name="Md. Nahid Hasan" userId="85ea5f9e-65d6-4031-b810-9415101f2e21" providerId="ADAL" clId="{25D85872-5EAE-4915-8B44-7F01E0758971}" dt="2021-03-10T17:17:08.740" v="17" actId="478"/>
          <ac:inkMkLst>
            <pc:docMk/>
            <pc:sldMk cId="0" sldId="466"/>
            <ac:inkMk id="48336" creationId="{41A059AD-63FD-4408-A380-46D61869111D}"/>
          </ac:inkMkLst>
        </pc:inkChg>
        <pc:inkChg chg="del">
          <ac:chgData name="Md. Nahid Hasan" userId="85ea5f9e-65d6-4031-b810-9415101f2e21" providerId="ADAL" clId="{25D85872-5EAE-4915-8B44-7F01E0758971}" dt="2021-03-10T17:17:08.740" v="17" actId="478"/>
          <ac:inkMkLst>
            <pc:docMk/>
            <pc:sldMk cId="0" sldId="466"/>
            <ac:inkMk id="48337" creationId="{36A34F25-6A9C-43D9-8D0F-324AE511E0D0}"/>
          </ac:inkMkLst>
        </pc:inkChg>
        <pc:inkChg chg="del">
          <ac:chgData name="Md. Nahid Hasan" userId="85ea5f9e-65d6-4031-b810-9415101f2e21" providerId="ADAL" clId="{25D85872-5EAE-4915-8B44-7F01E0758971}" dt="2021-03-10T17:17:08.740" v="17" actId="478"/>
          <ac:inkMkLst>
            <pc:docMk/>
            <pc:sldMk cId="0" sldId="466"/>
            <ac:inkMk id="48338" creationId="{C246E4F6-D207-42C1-84F0-2B5D9A3BBB5D}"/>
          </ac:inkMkLst>
        </pc:inkChg>
        <pc:inkChg chg="del">
          <ac:chgData name="Md. Nahid Hasan" userId="85ea5f9e-65d6-4031-b810-9415101f2e21" providerId="ADAL" clId="{25D85872-5EAE-4915-8B44-7F01E0758971}" dt="2021-03-10T17:17:08.740" v="17" actId="478"/>
          <ac:inkMkLst>
            <pc:docMk/>
            <pc:sldMk cId="0" sldId="466"/>
            <ac:inkMk id="48339" creationId="{0F2118EB-B887-4DE5-BC36-7C3E5CF39110}"/>
          </ac:inkMkLst>
        </pc:inkChg>
        <pc:inkChg chg="del">
          <ac:chgData name="Md. Nahid Hasan" userId="85ea5f9e-65d6-4031-b810-9415101f2e21" providerId="ADAL" clId="{25D85872-5EAE-4915-8B44-7F01E0758971}" dt="2021-03-10T17:17:08.740" v="17" actId="478"/>
          <ac:inkMkLst>
            <pc:docMk/>
            <pc:sldMk cId="0" sldId="466"/>
            <ac:inkMk id="48340" creationId="{2E3B00E7-F7B1-461A-B3EF-7ED32AA68920}"/>
          </ac:inkMkLst>
        </pc:inkChg>
        <pc:inkChg chg="del">
          <ac:chgData name="Md. Nahid Hasan" userId="85ea5f9e-65d6-4031-b810-9415101f2e21" providerId="ADAL" clId="{25D85872-5EAE-4915-8B44-7F01E0758971}" dt="2021-03-10T17:17:08.740" v="17" actId="478"/>
          <ac:inkMkLst>
            <pc:docMk/>
            <pc:sldMk cId="0" sldId="466"/>
            <ac:inkMk id="48341" creationId="{451CB3CD-FCD8-41F6-BB2D-BA966BCE8367}"/>
          </ac:inkMkLst>
        </pc:inkChg>
        <pc:inkChg chg="del">
          <ac:chgData name="Md. Nahid Hasan" userId="85ea5f9e-65d6-4031-b810-9415101f2e21" providerId="ADAL" clId="{25D85872-5EAE-4915-8B44-7F01E0758971}" dt="2021-03-10T17:17:08.740" v="17" actId="478"/>
          <ac:inkMkLst>
            <pc:docMk/>
            <pc:sldMk cId="0" sldId="466"/>
            <ac:inkMk id="48342" creationId="{7B38CE1C-D900-4A44-8ED8-3BD659B31D08}"/>
          </ac:inkMkLst>
        </pc:inkChg>
        <pc:inkChg chg="del">
          <ac:chgData name="Md. Nahid Hasan" userId="85ea5f9e-65d6-4031-b810-9415101f2e21" providerId="ADAL" clId="{25D85872-5EAE-4915-8B44-7F01E0758971}" dt="2021-03-10T17:17:08.740" v="17" actId="478"/>
          <ac:inkMkLst>
            <pc:docMk/>
            <pc:sldMk cId="0" sldId="466"/>
            <ac:inkMk id="48343" creationId="{DBE71809-F242-4C49-8F97-8665F7EACA5C}"/>
          </ac:inkMkLst>
        </pc:inkChg>
        <pc:inkChg chg="del">
          <ac:chgData name="Md. Nahid Hasan" userId="85ea5f9e-65d6-4031-b810-9415101f2e21" providerId="ADAL" clId="{25D85872-5EAE-4915-8B44-7F01E0758971}" dt="2021-03-10T17:17:08.740" v="17" actId="478"/>
          <ac:inkMkLst>
            <pc:docMk/>
            <pc:sldMk cId="0" sldId="466"/>
            <ac:inkMk id="48344" creationId="{E0A72301-80CD-4378-8D70-12F2101C0574}"/>
          </ac:inkMkLst>
        </pc:inkChg>
        <pc:inkChg chg="del">
          <ac:chgData name="Md. Nahid Hasan" userId="85ea5f9e-65d6-4031-b810-9415101f2e21" providerId="ADAL" clId="{25D85872-5EAE-4915-8B44-7F01E0758971}" dt="2021-03-10T17:17:08.740" v="17" actId="478"/>
          <ac:inkMkLst>
            <pc:docMk/>
            <pc:sldMk cId="0" sldId="466"/>
            <ac:inkMk id="48345" creationId="{CE5E578A-AFB7-42E7-8943-21F3D83A40AE}"/>
          </ac:inkMkLst>
        </pc:inkChg>
        <pc:inkChg chg="del">
          <ac:chgData name="Md. Nahid Hasan" userId="85ea5f9e-65d6-4031-b810-9415101f2e21" providerId="ADAL" clId="{25D85872-5EAE-4915-8B44-7F01E0758971}" dt="2021-03-10T17:17:08.740" v="17" actId="478"/>
          <ac:inkMkLst>
            <pc:docMk/>
            <pc:sldMk cId="0" sldId="466"/>
            <ac:inkMk id="48346" creationId="{1400468C-FF89-4E9F-AE11-8D592F87CEE5}"/>
          </ac:inkMkLst>
        </pc:inkChg>
        <pc:inkChg chg="del">
          <ac:chgData name="Md. Nahid Hasan" userId="85ea5f9e-65d6-4031-b810-9415101f2e21" providerId="ADAL" clId="{25D85872-5EAE-4915-8B44-7F01E0758971}" dt="2021-03-10T17:17:08.740" v="17" actId="478"/>
          <ac:inkMkLst>
            <pc:docMk/>
            <pc:sldMk cId="0" sldId="466"/>
            <ac:inkMk id="48347" creationId="{84ADD385-8654-4EF6-A471-0D0A538AE27E}"/>
          </ac:inkMkLst>
        </pc:inkChg>
        <pc:inkChg chg="del">
          <ac:chgData name="Md. Nahid Hasan" userId="85ea5f9e-65d6-4031-b810-9415101f2e21" providerId="ADAL" clId="{25D85872-5EAE-4915-8B44-7F01E0758971}" dt="2021-03-10T17:17:08.740" v="17" actId="478"/>
          <ac:inkMkLst>
            <pc:docMk/>
            <pc:sldMk cId="0" sldId="466"/>
            <ac:inkMk id="48348" creationId="{7C67A9F0-E300-4FF6-BF14-921D488EA259}"/>
          </ac:inkMkLst>
        </pc:inkChg>
        <pc:inkChg chg="del">
          <ac:chgData name="Md. Nahid Hasan" userId="85ea5f9e-65d6-4031-b810-9415101f2e21" providerId="ADAL" clId="{25D85872-5EAE-4915-8B44-7F01E0758971}" dt="2021-03-10T17:17:08.740" v="17" actId="478"/>
          <ac:inkMkLst>
            <pc:docMk/>
            <pc:sldMk cId="0" sldId="466"/>
            <ac:inkMk id="48349" creationId="{9C457D59-03F5-40BB-B050-4096EFC7B6DB}"/>
          </ac:inkMkLst>
        </pc:inkChg>
        <pc:inkChg chg="del">
          <ac:chgData name="Md. Nahid Hasan" userId="85ea5f9e-65d6-4031-b810-9415101f2e21" providerId="ADAL" clId="{25D85872-5EAE-4915-8B44-7F01E0758971}" dt="2021-03-10T17:17:08.740" v="17" actId="478"/>
          <ac:inkMkLst>
            <pc:docMk/>
            <pc:sldMk cId="0" sldId="466"/>
            <ac:inkMk id="48350" creationId="{0D99FFE2-BC4E-445E-BAEF-36FA8BA9B00F}"/>
          </ac:inkMkLst>
        </pc:inkChg>
        <pc:inkChg chg="del">
          <ac:chgData name="Md. Nahid Hasan" userId="85ea5f9e-65d6-4031-b810-9415101f2e21" providerId="ADAL" clId="{25D85872-5EAE-4915-8B44-7F01E0758971}" dt="2021-03-10T17:17:08.740" v="17" actId="478"/>
          <ac:inkMkLst>
            <pc:docMk/>
            <pc:sldMk cId="0" sldId="466"/>
            <ac:inkMk id="48351" creationId="{6177306D-32A7-4C5A-BB2A-198AADAA4C88}"/>
          </ac:inkMkLst>
        </pc:inkChg>
        <pc:inkChg chg="del">
          <ac:chgData name="Md. Nahid Hasan" userId="85ea5f9e-65d6-4031-b810-9415101f2e21" providerId="ADAL" clId="{25D85872-5EAE-4915-8B44-7F01E0758971}" dt="2021-03-10T17:17:08.740" v="17" actId="478"/>
          <ac:inkMkLst>
            <pc:docMk/>
            <pc:sldMk cId="0" sldId="466"/>
            <ac:inkMk id="48352" creationId="{0F7821CD-22FE-4EEA-A7C0-3D6C615B63A8}"/>
          </ac:inkMkLst>
        </pc:inkChg>
        <pc:inkChg chg="del">
          <ac:chgData name="Md. Nahid Hasan" userId="85ea5f9e-65d6-4031-b810-9415101f2e21" providerId="ADAL" clId="{25D85872-5EAE-4915-8B44-7F01E0758971}" dt="2021-03-10T17:17:08.740" v="17" actId="478"/>
          <ac:inkMkLst>
            <pc:docMk/>
            <pc:sldMk cId="0" sldId="466"/>
            <ac:inkMk id="48353" creationId="{8DFB42EF-A836-44CF-BAF7-774484CA3E38}"/>
          </ac:inkMkLst>
        </pc:inkChg>
        <pc:inkChg chg="del">
          <ac:chgData name="Md. Nahid Hasan" userId="85ea5f9e-65d6-4031-b810-9415101f2e21" providerId="ADAL" clId="{25D85872-5EAE-4915-8B44-7F01E0758971}" dt="2021-03-10T17:17:08.740" v="17" actId="478"/>
          <ac:inkMkLst>
            <pc:docMk/>
            <pc:sldMk cId="0" sldId="466"/>
            <ac:inkMk id="48354" creationId="{FF8F7378-2617-41D9-AA4C-79A943BE9917}"/>
          </ac:inkMkLst>
        </pc:inkChg>
        <pc:inkChg chg="del">
          <ac:chgData name="Md. Nahid Hasan" userId="85ea5f9e-65d6-4031-b810-9415101f2e21" providerId="ADAL" clId="{25D85872-5EAE-4915-8B44-7F01E0758971}" dt="2021-03-10T17:17:08.740" v="17" actId="478"/>
          <ac:inkMkLst>
            <pc:docMk/>
            <pc:sldMk cId="0" sldId="466"/>
            <ac:inkMk id="48355" creationId="{55795135-BC1F-43D8-9046-4DF2963CDF37}"/>
          </ac:inkMkLst>
        </pc:inkChg>
        <pc:inkChg chg="del">
          <ac:chgData name="Md. Nahid Hasan" userId="85ea5f9e-65d6-4031-b810-9415101f2e21" providerId="ADAL" clId="{25D85872-5EAE-4915-8B44-7F01E0758971}" dt="2021-03-10T17:17:08.740" v="17" actId="478"/>
          <ac:inkMkLst>
            <pc:docMk/>
            <pc:sldMk cId="0" sldId="466"/>
            <ac:inkMk id="48356" creationId="{F984872C-3687-47E5-BC43-3CCA84329370}"/>
          </ac:inkMkLst>
        </pc:inkChg>
        <pc:inkChg chg="del">
          <ac:chgData name="Md. Nahid Hasan" userId="85ea5f9e-65d6-4031-b810-9415101f2e21" providerId="ADAL" clId="{25D85872-5EAE-4915-8B44-7F01E0758971}" dt="2021-03-10T17:17:08.740" v="17" actId="478"/>
          <ac:inkMkLst>
            <pc:docMk/>
            <pc:sldMk cId="0" sldId="466"/>
            <ac:inkMk id="48357" creationId="{D56E167B-6DD6-43A8-9A08-58063C23B781}"/>
          </ac:inkMkLst>
        </pc:inkChg>
        <pc:inkChg chg="del">
          <ac:chgData name="Md. Nahid Hasan" userId="85ea5f9e-65d6-4031-b810-9415101f2e21" providerId="ADAL" clId="{25D85872-5EAE-4915-8B44-7F01E0758971}" dt="2021-03-10T17:17:08.740" v="17" actId="478"/>
          <ac:inkMkLst>
            <pc:docMk/>
            <pc:sldMk cId="0" sldId="466"/>
            <ac:inkMk id="48358" creationId="{26E53B63-AAF9-404C-AE41-D3054FB6EB8C}"/>
          </ac:inkMkLst>
        </pc:inkChg>
        <pc:inkChg chg="del">
          <ac:chgData name="Md. Nahid Hasan" userId="85ea5f9e-65d6-4031-b810-9415101f2e21" providerId="ADAL" clId="{25D85872-5EAE-4915-8B44-7F01E0758971}" dt="2021-03-10T17:17:08.740" v="17" actId="478"/>
          <ac:inkMkLst>
            <pc:docMk/>
            <pc:sldMk cId="0" sldId="466"/>
            <ac:inkMk id="48359" creationId="{F9D81104-590D-4CDE-971E-CD7C8D2E9A71}"/>
          </ac:inkMkLst>
        </pc:inkChg>
        <pc:inkChg chg="del">
          <ac:chgData name="Md. Nahid Hasan" userId="85ea5f9e-65d6-4031-b810-9415101f2e21" providerId="ADAL" clId="{25D85872-5EAE-4915-8B44-7F01E0758971}" dt="2021-03-10T17:17:08.740" v="17" actId="478"/>
          <ac:inkMkLst>
            <pc:docMk/>
            <pc:sldMk cId="0" sldId="466"/>
            <ac:inkMk id="48360" creationId="{5C343140-AE6A-4C96-8888-16B98BE5AFD6}"/>
          </ac:inkMkLst>
        </pc:inkChg>
        <pc:inkChg chg="del">
          <ac:chgData name="Md. Nahid Hasan" userId="85ea5f9e-65d6-4031-b810-9415101f2e21" providerId="ADAL" clId="{25D85872-5EAE-4915-8B44-7F01E0758971}" dt="2021-03-10T17:17:08.740" v="17" actId="478"/>
          <ac:inkMkLst>
            <pc:docMk/>
            <pc:sldMk cId="0" sldId="466"/>
            <ac:inkMk id="48361" creationId="{418A080C-F385-41E4-8036-763316D2E687}"/>
          </ac:inkMkLst>
        </pc:inkChg>
        <pc:inkChg chg="del">
          <ac:chgData name="Md. Nahid Hasan" userId="85ea5f9e-65d6-4031-b810-9415101f2e21" providerId="ADAL" clId="{25D85872-5EAE-4915-8B44-7F01E0758971}" dt="2021-03-10T17:17:08.740" v="17" actId="478"/>
          <ac:inkMkLst>
            <pc:docMk/>
            <pc:sldMk cId="0" sldId="466"/>
            <ac:inkMk id="48362" creationId="{7D574BD3-807D-4068-AB85-69516C2EF2BD}"/>
          </ac:inkMkLst>
        </pc:inkChg>
        <pc:inkChg chg="del">
          <ac:chgData name="Md. Nahid Hasan" userId="85ea5f9e-65d6-4031-b810-9415101f2e21" providerId="ADAL" clId="{25D85872-5EAE-4915-8B44-7F01E0758971}" dt="2021-03-10T17:17:08.740" v="17" actId="478"/>
          <ac:inkMkLst>
            <pc:docMk/>
            <pc:sldMk cId="0" sldId="466"/>
            <ac:inkMk id="48363" creationId="{F910F693-D8EC-4515-B86C-60AFD64DB085}"/>
          </ac:inkMkLst>
        </pc:inkChg>
        <pc:inkChg chg="del">
          <ac:chgData name="Md. Nahid Hasan" userId="85ea5f9e-65d6-4031-b810-9415101f2e21" providerId="ADAL" clId="{25D85872-5EAE-4915-8B44-7F01E0758971}" dt="2021-03-10T17:17:08.740" v="17" actId="478"/>
          <ac:inkMkLst>
            <pc:docMk/>
            <pc:sldMk cId="0" sldId="466"/>
            <ac:inkMk id="48364" creationId="{EE22F780-FE91-4B73-9F9F-E2227FB451F4}"/>
          </ac:inkMkLst>
        </pc:inkChg>
        <pc:inkChg chg="del">
          <ac:chgData name="Md. Nahid Hasan" userId="85ea5f9e-65d6-4031-b810-9415101f2e21" providerId="ADAL" clId="{25D85872-5EAE-4915-8B44-7F01E0758971}" dt="2021-03-10T17:17:08.740" v="17" actId="478"/>
          <ac:inkMkLst>
            <pc:docMk/>
            <pc:sldMk cId="0" sldId="466"/>
            <ac:inkMk id="48365" creationId="{C34AA2F1-9012-47D1-9FFD-EC164385799D}"/>
          </ac:inkMkLst>
        </pc:inkChg>
        <pc:inkChg chg="del">
          <ac:chgData name="Md. Nahid Hasan" userId="85ea5f9e-65d6-4031-b810-9415101f2e21" providerId="ADAL" clId="{25D85872-5EAE-4915-8B44-7F01E0758971}" dt="2021-03-10T17:17:08.740" v="17" actId="478"/>
          <ac:inkMkLst>
            <pc:docMk/>
            <pc:sldMk cId="0" sldId="466"/>
            <ac:inkMk id="48366" creationId="{9CBF0990-EB73-41B5-B281-1CB5016B11EE}"/>
          </ac:inkMkLst>
        </pc:inkChg>
        <pc:inkChg chg="del">
          <ac:chgData name="Md. Nahid Hasan" userId="85ea5f9e-65d6-4031-b810-9415101f2e21" providerId="ADAL" clId="{25D85872-5EAE-4915-8B44-7F01E0758971}" dt="2021-03-10T17:17:08.740" v="17" actId="478"/>
          <ac:inkMkLst>
            <pc:docMk/>
            <pc:sldMk cId="0" sldId="466"/>
            <ac:inkMk id="48367" creationId="{5342E86D-957E-4262-9054-B84CF2C416A2}"/>
          </ac:inkMkLst>
        </pc:inkChg>
        <pc:inkChg chg="del">
          <ac:chgData name="Md. Nahid Hasan" userId="85ea5f9e-65d6-4031-b810-9415101f2e21" providerId="ADAL" clId="{25D85872-5EAE-4915-8B44-7F01E0758971}" dt="2021-03-10T17:17:08.740" v="17" actId="478"/>
          <ac:inkMkLst>
            <pc:docMk/>
            <pc:sldMk cId="0" sldId="466"/>
            <ac:inkMk id="48368" creationId="{7F431F76-4646-4597-B686-0F789286AE2C}"/>
          </ac:inkMkLst>
        </pc:inkChg>
        <pc:inkChg chg="del">
          <ac:chgData name="Md. Nahid Hasan" userId="85ea5f9e-65d6-4031-b810-9415101f2e21" providerId="ADAL" clId="{25D85872-5EAE-4915-8B44-7F01E0758971}" dt="2021-03-10T17:17:08.740" v="17" actId="478"/>
          <ac:inkMkLst>
            <pc:docMk/>
            <pc:sldMk cId="0" sldId="466"/>
            <ac:inkMk id="48369" creationId="{A8F427ED-9E9D-4A04-81E9-7F861D0F42EF}"/>
          </ac:inkMkLst>
        </pc:inkChg>
        <pc:inkChg chg="del">
          <ac:chgData name="Md. Nahid Hasan" userId="85ea5f9e-65d6-4031-b810-9415101f2e21" providerId="ADAL" clId="{25D85872-5EAE-4915-8B44-7F01E0758971}" dt="2021-03-10T17:17:08.740" v="17" actId="478"/>
          <ac:inkMkLst>
            <pc:docMk/>
            <pc:sldMk cId="0" sldId="466"/>
            <ac:inkMk id="48370" creationId="{E9287471-FB45-4138-BAAA-DDFF8CCA70C4}"/>
          </ac:inkMkLst>
        </pc:inkChg>
        <pc:inkChg chg="del">
          <ac:chgData name="Md. Nahid Hasan" userId="85ea5f9e-65d6-4031-b810-9415101f2e21" providerId="ADAL" clId="{25D85872-5EAE-4915-8B44-7F01E0758971}" dt="2021-03-10T17:17:08.740" v="17" actId="478"/>
          <ac:inkMkLst>
            <pc:docMk/>
            <pc:sldMk cId="0" sldId="466"/>
            <ac:inkMk id="48371" creationId="{47C0EFAB-5A50-4839-A910-1F17EA69EDF5}"/>
          </ac:inkMkLst>
        </pc:inkChg>
        <pc:inkChg chg="del">
          <ac:chgData name="Md. Nahid Hasan" userId="85ea5f9e-65d6-4031-b810-9415101f2e21" providerId="ADAL" clId="{25D85872-5EAE-4915-8B44-7F01E0758971}" dt="2021-03-10T17:17:08.740" v="17" actId="478"/>
          <ac:inkMkLst>
            <pc:docMk/>
            <pc:sldMk cId="0" sldId="466"/>
            <ac:inkMk id="48372" creationId="{8F76C876-280E-41E6-BC2A-B99D2435A4D3}"/>
          </ac:inkMkLst>
        </pc:inkChg>
        <pc:inkChg chg="del">
          <ac:chgData name="Md. Nahid Hasan" userId="85ea5f9e-65d6-4031-b810-9415101f2e21" providerId="ADAL" clId="{25D85872-5EAE-4915-8B44-7F01E0758971}" dt="2021-03-10T17:17:08.740" v="17" actId="478"/>
          <ac:inkMkLst>
            <pc:docMk/>
            <pc:sldMk cId="0" sldId="466"/>
            <ac:inkMk id="48373" creationId="{125DC57C-1D49-4C44-A53B-EC1B6FAAA0CB}"/>
          </ac:inkMkLst>
        </pc:inkChg>
        <pc:inkChg chg="del">
          <ac:chgData name="Md. Nahid Hasan" userId="85ea5f9e-65d6-4031-b810-9415101f2e21" providerId="ADAL" clId="{25D85872-5EAE-4915-8B44-7F01E0758971}" dt="2021-03-10T17:17:08.740" v="17" actId="478"/>
          <ac:inkMkLst>
            <pc:docMk/>
            <pc:sldMk cId="0" sldId="466"/>
            <ac:inkMk id="48374" creationId="{9F573AE1-BAD9-4D80-A595-B78E16BC0F21}"/>
          </ac:inkMkLst>
        </pc:inkChg>
        <pc:inkChg chg="del">
          <ac:chgData name="Md. Nahid Hasan" userId="85ea5f9e-65d6-4031-b810-9415101f2e21" providerId="ADAL" clId="{25D85872-5EAE-4915-8B44-7F01E0758971}" dt="2021-03-10T17:17:08.740" v="17" actId="478"/>
          <ac:inkMkLst>
            <pc:docMk/>
            <pc:sldMk cId="0" sldId="466"/>
            <ac:inkMk id="48375" creationId="{EBDCECD7-8D58-4A97-8350-84EC6A0924BC}"/>
          </ac:inkMkLst>
        </pc:inkChg>
        <pc:inkChg chg="del">
          <ac:chgData name="Md. Nahid Hasan" userId="85ea5f9e-65d6-4031-b810-9415101f2e21" providerId="ADAL" clId="{25D85872-5EAE-4915-8B44-7F01E0758971}" dt="2021-03-10T17:17:08.740" v="17" actId="478"/>
          <ac:inkMkLst>
            <pc:docMk/>
            <pc:sldMk cId="0" sldId="466"/>
            <ac:inkMk id="48376" creationId="{91A95CE3-B9C8-40E6-8035-4E24DD5D294D}"/>
          </ac:inkMkLst>
        </pc:inkChg>
        <pc:inkChg chg="del">
          <ac:chgData name="Md. Nahid Hasan" userId="85ea5f9e-65d6-4031-b810-9415101f2e21" providerId="ADAL" clId="{25D85872-5EAE-4915-8B44-7F01E0758971}" dt="2021-03-10T17:17:08.740" v="17" actId="478"/>
          <ac:inkMkLst>
            <pc:docMk/>
            <pc:sldMk cId="0" sldId="466"/>
            <ac:inkMk id="48377" creationId="{870170BA-BD87-4EA1-A731-4C2CF5AC9C99}"/>
          </ac:inkMkLst>
        </pc:inkChg>
        <pc:inkChg chg="del">
          <ac:chgData name="Md. Nahid Hasan" userId="85ea5f9e-65d6-4031-b810-9415101f2e21" providerId="ADAL" clId="{25D85872-5EAE-4915-8B44-7F01E0758971}" dt="2021-03-10T17:17:08.740" v="17" actId="478"/>
          <ac:inkMkLst>
            <pc:docMk/>
            <pc:sldMk cId="0" sldId="466"/>
            <ac:inkMk id="48378" creationId="{D9F1140C-EDBF-4FEC-AD54-B6ED16D860D7}"/>
          </ac:inkMkLst>
        </pc:inkChg>
        <pc:inkChg chg="del">
          <ac:chgData name="Md. Nahid Hasan" userId="85ea5f9e-65d6-4031-b810-9415101f2e21" providerId="ADAL" clId="{25D85872-5EAE-4915-8B44-7F01E0758971}" dt="2021-03-10T17:17:08.740" v="17" actId="478"/>
          <ac:inkMkLst>
            <pc:docMk/>
            <pc:sldMk cId="0" sldId="466"/>
            <ac:inkMk id="48379" creationId="{F12C430B-1180-4F63-BC89-AA9202B0BD89}"/>
          </ac:inkMkLst>
        </pc:inkChg>
        <pc:inkChg chg="del">
          <ac:chgData name="Md. Nahid Hasan" userId="85ea5f9e-65d6-4031-b810-9415101f2e21" providerId="ADAL" clId="{25D85872-5EAE-4915-8B44-7F01E0758971}" dt="2021-03-10T17:17:08.740" v="17" actId="478"/>
          <ac:inkMkLst>
            <pc:docMk/>
            <pc:sldMk cId="0" sldId="466"/>
            <ac:inkMk id="48380" creationId="{964E62C3-FC77-445D-833F-1483BD99D26D}"/>
          </ac:inkMkLst>
        </pc:inkChg>
        <pc:inkChg chg="del">
          <ac:chgData name="Md. Nahid Hasan" userId="85ea5f9e-65d6-4031-b810-9415101f2e21" providerId="ADAL" clId="{25D85872-5EAE-4915-8B44-7F01E0758971}" dt="2021-03-10T17:17:08.740" v="17" actId="478"/>
          <ac:inkMkLst>
            <pc:docMk/>
            <pc:sldMk cId="0" sldId="466"/>
            <ac:inkMk id="48381" creationId="{8458A9BA-C553-4A97-A84B-97C974FB6A06}"/>
          </ac:inkMkLst>
        </pc:inkChg>
        <pc:inkChg chg="del">
          <ac:chgData name="Md. Nahid Hasan" userId="85ea5f9e-65d6-4031-b810-9415101f2e21" providerId="ADAL" clId="{25D85872-5EAE-4915-8B44-7F01E0758971}" dt="2021-03-10T17:17:08.740" v="17" actId="478"/>
          <ac:inkMkLst>
            <pc:docMk/>
            <pc:sldMk cId="0" sldId="466"/>
            <ac:inkMk id="48382" creationId="{B0434C5D-061F-4CFA-8D32-AE9400CDD8A2}"/>
          </ac:inkMkLst>
        </pc:inkChg>
        <pc:inkChg chg="del">
          <ac:chgData name="Md. Nahid Hasan" userId="85ea5f9e-65d6-4031-b810-9415101f2e21" providerId="ADAL" clId="{25D85872-5EAE-4915-8B44-7F01E0758971}" dt="2021-03-10T17:17:08.740" v="17" actId="478"/>
          <ac:inkMkLst>
            <pc:docMk/>
            <pc:sldMk cId="0" sldId="466"/>
            <ac:inkMk id="48383" creationId="{63CD8FCE-681D-4F1C-96B7-C5555A4C1019}"/>
          </ac:inkMkLst>
        </pc:inkChg>
        <pc:inkChg chg="del">
          <ac:chgData name="Md. Nahid Hasan" userId="85ea5f9e-65d6-4031-b810-9415101f2e21" providerId="ADAL" clId="{25D85872-5EAE-4915-8B44-7F01E0758971}" dt="2021-03-10T17:17:08.740" v="17" actId="478"/>
          <ac:inkMkLst>
            <pc:docMk/>
            <pc:sldMk cId="0" sldId="466"/>
            <ac:inkMk id="48384" creationId="{88E5153B-3146-4581-BADD-C0DEDABF8864}"/>
          </ac:inkMkLst>
        </pc:inkChg>
        <pc:inkChg chg="del">
          <ac:chgData name="Md. Nahid Hasan" userId="85ea5f9e-65d6-4031-b810-9415101f2e21" providerId="ADAL" clId="{25D85872-5EAE-4915-8B44-7F01E0758971}" dt="2021-03-10T17:17:08.740" v="17" actId="478"/>
          <ac:inkMkLst>
            <pc:docMk/>
            <pc:sldMk cId="0" sldId="466"/>
            <ac:inkMk id="48385" creationId="{AA2B3395-62C2-458E-8DBC-4C233688D961}"/>
          </ac:inkMkLst>
        </pc:inkChg>
        <pc:inkChg chg="del">
          <ac:chgData name="Md. Nahid Hasan" userId="85ea5f9e-65d6-4031-b810-9415101f2e21" providerId="ADAL" clId="{25D85872-5EAE-4915-8B44-7F01E0758971}" dt="2021-03-10T17:17:08.740" v="17" actId="478"/>
          <ac:inkMkLst>
            <pc:docMk/>
            <pc:sldMk cId="0" sldId="466"/>
            <ac:inkMk id="48386" creationId="{C21545B3-2E94-4F2F-999A-E0376B7FC3A5}"/>
          </ac:inkMkLst>
        </pc:inkChg>
        <pc:inkChg chg="del">
          <ac:chgData name="Md. Nahid Hasan" userId="85ea5f9e-65d6-4031-b810-9415101f2e21" providerId="ADAL" clId="{25D85872-5EAE-4915-8B44-7F01E0758971}" dt="2021-03-10T17:17:08.740" v="17" actId="478"/>
          <ac:inkMkLst>
            <pc:docMk/>
            <pc:sldMk cId="0" sldId="466"/>
            <ac:inkMk id="48387" creationId="{E8618F5A-2C50-4000-9C4D-67F3889E2715}"/>
          </ac:inkMkLst>
        </pc:inkChg>
        <pc:inkChg chg="del">
          <ac:chgData name="Md. Nahid Hasan" userId="85ea5f9e-65d6-4031-b810-9415101f2e21" providerId="ADAL" clId="{25D85872-5EAE-4915-8B44-7F01E0758971}" dt="2021-03-10T17:17:08.740" v="17" actId="478"/>
          <ac:inkMkLst>
            <pc:docMk/>
            <pc:sldMk cId="0" sldId="466"/>
            <ac:inkMk id="48388" creationId="{89296530-19E3-4152-B02F-31FD1B08BC8C}"/>
          </ac:inkMkLst>
        </pc:inkChg>
        <pc:inkChg chg="del">
          <ac:chgData name="Md. Nahid Hasan" userId="85ea5f9e-65d6-4031-b810-9415101f2e21" providerId="ADAL" clId="{25D85872-5EAE-4915-8B44-7F01E0758971}" dt="2021-03-10T17:17:08.740" v="17" actId="478"/>
          <ac:inkMkLst>
            <pc:docMk/>
            <pc:sldMk cId="0" sldId="466"/>
            <ac:inkMk id="48389" creationId="{3F76A5FE-937E-4B8E-A050-030789AF7EA0}"/>
          </ac:inkMkLst>
        </pc:inkChg>
        <pc:inkChg chg="del">
          <ac:chgData name="Md. Nahid Hasan" userId="85ea5f9e-65d6-4031-b810-9415101f2e21" providerId="ADAL" clId="{25D85872-5EAE-4915-8B44-7F01E0758971}" dt="2021-03-10T17:17:08.740" v="17" actId="478"/>
          <ac:inkMkLst>
            <pc:docMk/>
            <pc:sldMk cId="0" sldId="466"/>
            <ac:inkMk id="48390" creationId="{E8F40824-1070-4E3C-B931-4F0C022F9F02}"/>
          </ac:inkMkLst>
        </pc:inkChg>
        <pc:inkChg chg="del">
          <ac:chgData name="Md. Nahid Hasan" userId="85ea5f9e-65d6-4031-b810-9415101f2e21" providerId="ADAL" clId="{25D85872-5EAE-4915-8B44-7F01E0758971}" dt="2021-03-10T17:17:08.740" v="17" actId="478"/>
          <ac:inkMkLst>
            <pc:docMk/>
            <pc:sldMk cId="0" sldId="466"/>
            <ac:inkMk id="48391" creationId="{AA1B5CF2-CA20-4166-ABCB-CE09DA5978A9}"/>
          </ac:inkMkLst>
        </pc:inkChg>
        <pc:inkChg chg="del">
          <ac:chgData name="Md. Nahid Hasan" userId="85ea5f9e-65d6-4031-b810-9415101f2e21" providerId="ADAL" clId="{25D85872-5EAE-4915-8B44-7F01E0758971}" dt="2021-03-10T17:17:08.740" v="17" actId="478"/>
          <ac:inkMkLst>
            <pc:docMk/>
            <pc:sldMk cId="0" sldId="466"/>
            <ac:inkMk id="48392" creationId="{9013F7C9-3A75-4299-A155-510F8B133D49}"/>
          </ac:inkMkLst>
        </pc:inkChg>
        <pc:inkChg chg="del">
          <ac:chgData name="Md. Nahid Hasan" userId="85ea5f9e-65d6-4031-b810-9415101f2e21" providerId="ADAL" clId="{25D85872-5EAE-4915-8B44-7F01E0758971}" dt="2021-03-10T17:17:08.740" v="17" actId="478"/>
          <ac:inkMkLst>
            <pc:docMk/>
            <pc:sldMk cId="0" sldId="466"/>
            <ac:inkMk id="48393" creationId="{D06FF4A0-FB19-4352-B2BF-C8F71E8A2490}"/>
          </ac:inkMkLst>
        </pc:inkChg>
        <pc:inkChg chg="del">
          <ac:chgData name="Md. Nahid Hasan" userId="85ea5f9e-65d6-4031-b810-9415101f2e21" providerId="ADAL" clId="{25D85872-5EAE-4915-8B44-7F01E0758971}" dt="2021-03-10T17:17:08.740" v="17" actId="478"/>
          <ac:inkMkLst>
            <pc:docMk/>
            <pc:sldMk cId="0" sldId="466"/>
            <ac:inkMk id="48394" creationId="{3554AB51-D076-4671-AB2E-ECFAB94AC7A5}"/>
          </ac:inkMkLst>
        </pc:inkChg>
        <pc:inkChg chg="del">
          <ac:chgData name="Md. Nahid Hasan" userId="85ea5f9e-65d6-4031-b810-9415101f2e21" providerId="ADAL" clId="{25D85872-5EAE-4915-8B44-7F01E0758971}" dt="2021-03-10T17:17:08.740" v="17" actId="478"/>
          <ac:inkMkLst>
            <pc:docMk/>
            <pc:sldMk cId="0" sldId="466"/>
            <ac:inkMk id="48395" creationId="{EDB9DB52-EC6C-464C-9BCE-546B39A485AB}"/>
          </ac:inkMkLst>
        </pc:inkChg>
        <pc:inkChg chg="del">
          <ac:chgData name="Md. Nahid Hasan" userId="85ea5f9e-65d6-4031-b810-9415101f2e21" providerId="ADAL" clId="{25D85872-5EAE-4915-8B44-7F01E0758971}" dt="2021-03-10T17:17:08.740" v="17" actId="478"/>
          <ac:inkMkLst>
            <pc:docMk/>
            <pc:sldMk cId="0" sldId="466"/>
            <ac:inkMk id="48396" creationId="{0733D755-4483-43AF-85E0-A3EB32B2ADE2}"/>
          </ac:inkMkLst>
        </pc:inkChg>
        <pc:inkChg chg="del">
          <ac:chgData name="Md. Nahid Hasan" userId="85ea5f9e-65d6-4031-b810-9415101f2e21" providerId="ADAL" clId="{25D85872-5EAE-4915-8B44-7F01E0758971}" dt="2021-03-10T17:17:08.740" v="17" actId="478"/>
          <ac:inkMkLst>
            <pc:docMk/>
            <pc:sldMk cId="0" sldId="466"/>
            <ac:inkMk id="48397" creationId="{6A8291D8-6D6E-49C6-B78E-73564E0F9BDD}"/>
          </ac:inkMkLst>
        </pc:inkChg>
        <pc:inkChg chg="del">
          <ac:chgData name="Md. Nahid Hasan" userId="85ea5f9e-65d6-4031-b810-9415101f2e21" providerId="ADAL" clId="{25D85872-5EAE-4915-8B44-7F01E0758971}" dt="2021-03-10T17:17:08.740" v="17" actId="478"/>
          <ac:inkMkLst>
            <pc:docMk/>
            <pc:sldMk cId="0" sldId="466"/>
            <ac:inkMk id="48398" creationId="{C05A2BD7-1DE3-4983-98F2-37FB000A620D}"/>
          </ac:inkMkLst>
        </pc:inkChg>
        <pc:inkChg chg="del">
          <ac:chgData name="Md. Nahid Hasan" userId="85ea5f9e-65d6-4031-b810-9415101f2e21" providerId="ADAL" clId="{25D85872-5EAE-4915-8B44-7F01E0758971}" dt="2021-03-10T17:17:08.740" v="17" actId="478"/>
          <ac:inkMkLst>
            <pc:docMk/>
            <pc:sldMk cId="0" sldId="466"/>
            <ac:inkMk id="48399" creationId="{BE7972E5-0DC3-42C2-B49C-7050EFE156D3}"/>
          </ac:inkMkLst>
        </pc:inkChg>
        <pc:inkChg chg="del">
          <ac:chgData name="Md. Nahid Hasan" userId="85ea5f9e-65d6-4031-b810-9415101f2e21" providerId="ADAL" clId="{25D85872-5EAE-4915-8B44-7F01E0758971}" dt="2021-03-10T17:17:08.740" v="17" actId="478"/>
          <ac:inkMkLst>
            <pc:docMk/>
            <pc:sldMk cId="0" sldId="466"/>
            <ac:inkMk id="48400" creationId="{3C07C268-1C7E-4EBA-911A-57322C4575B2}"/>
          </ac:inkMkLst>
        </pc:inkChg>
        <pc:inkChg chg="del">
          <ac:chgData name="Md. Nahid Hasan" userId="85ea5f9e-65d6-4031-b810-9415101f2e21" providerId="ADAL" clId="{25D85872-5EAE-4915-8B44-7F01E0758971}" dt="2021-03-10T17:17:08.740" v="17" actId="478"/>
          <ac:inkMkLst>
            <pc:docMk/>
            <pc:sldMk cId="0" sldId="466"/>
            <ac:inkMk id="48401" creationId="{C71A51BA-9C0A-444C-B70F-8806A5117035}"/>
          </ac:inkMkLst>
        </pc:inkChg>
        <pc:inkChg chg="del">
          <ac:chgData name="Md. Nahid Hasan" userId="85ea5f9e-65d6-4031-b810-9415101f2e21" providerId="ADAL" clId="{25D85872-5EAE-4915-8B44-7F01E0758971}" dt="2021-03-10T17:17:08.740" v="17" actId="478"/>
          <ac:inkMkLst>
            <pc:docMk/>
            <pc:sldMk cId="0" sldId="466"/>
            <ac:inkMk id="48402" creationId="{1BC85754-B23E-4AF9-BD42-8E70EDF97FB3}"/>
          </ac:inkMkLst>
        </pc:inkChg>
        <pc:inkChg chg="del">
          <ac:chgData name="Md. Nahid Hasan" userId="85ea5f9e-65d6-4031-b810-9415101f2e21" providerId="ADAL" clId="{25D85872-5EAE-4915-8B44-7F01E0758971}" dt="2021-03-10T17:17:08.740" v="17" actId="478"/>
          <ac:inkMkLst>
            <pc:docMk/>
            <pc:sldMk cId="0" sldId="466"/>
            <ac:inkMk id="48403" creationId="{4A5563A0-FDF0-4A79-A0F0-CDFFDD5A78A2}"/>
          </ac:inkMkLst>
        </pc:inkChg>
        <pc:inkChg chg="del">
          <ac:chgData name="Md. Nahid Hasan" userId="85ea5f9e-65d6-4031-b810-9415101f2e21" providerId="ADAL" clId="{25D85872-5EAE-4915-8B44-7F01E0758971}" dt="2021-03-10T17:17:08.740" v="17" actId="478"/>
          <ac:inkMkLst>
            <pc:docMk/>
            <pc:sldMk cId="0" sldId="466"/>
            <ac:inkMk id="48404" creationId="{7FF13DC9-1FB0-420A-B683-942DF373E182}"/>
          </ac:inkMkLst>
        </pc:inkChg>
        <pc:inkChg chg="del">
          <ac:chgData name="Md. Nahid Hasan" userId="85ea5f9e-65d6-4031-b810-9415101f2e21" providerId="ADAL" clId="{25D85872-5EAE-4915-8B44-7F01E0758971}" dt="2021-03-10T17:17:08.740" v="17" actId="478"/>
          <ac:inkMkLst>
            <pc:docMk/>
            <pc:sldMk cId="0" sldId="466"/>
            <ac:inkMk id="48405" creationId="{88C40D0F-407E-40C7-B0F2-B8F312A5513E}"/>
          </ac:inkMkLst>
        </pc:inkChg>
        <pc:inkChg chg="del">
          <ac:chgData name="Md. Nahid Hasan" userId="85ea5f9e-65d6-4031-b810-9415101f2e21" providerId="ADAL" clId="{25D85872-5EAE-4915-8B44-7F01E0758971}" dt="2021-03-10T17:17:08.740" v="17" actId="478"/>
          <ac:inkMkLst>
            <pc:docMk/>
            <pc:sldMk cId="0" sldId="466"/>
            <ac:inkMk id="48406" creationId="{DDCE30F2-6F47-407A-A393-197DB42EAA99}"/>
          </ac:inkMkLst>
        </pc:inkChg>
        <pc:inkChg chg="del">
          <ac:chgData name="Md. Nahid Hasan" userId="85ea5f9e-65d6-4031-b810-9415101f2e21" providerId="ADAL" clId="{25D85872-5EAE-4915-8B44-7F01E0758971}" dt="2021-03-10T17:17:08.740" v="17" actId="478"/>
          <ac:inkMkLst>
            <pc:docMk/>
            <pc:sldMk cId="0" sldId="466"/>
            <ac:inkMk id="48407" creationId="{5AFA709C-DD32-49D8-97E5-7C37FFEE5E29}"/>
          </ac:inkMkLst>
        </pc:inkChg>
        <pc:inkChg chg="del">
          <ac:chgData name="Md. Nahid Hasan" userId="85ea5f9e-65d6-4031-b810-9415101f2e21" providerId="ADAL" clId="{25D85872-5EAE-4915-8B44-7F01E0758971}" dt="2021-03-10T17:17:08.740" v="17" actId="478"/>
          <ac:inkMkLst>
            <pc:docMk/>
            <pc:sldMk cId="0" sldId="466"/>
            <ac:inkMk id="48408" creationId="{6260BBE6-7A07-4C57-B57E-446E729BBCAE}"/>
          </ac:inkMkLst>
        </pc:inkChg>
        <pc:inkChg chg="del">
          <ac:chgData name="Md. Nahid Hasan" userId="85ea5f9e-65d6-4031-b810-9415101f2e21" providerId="ADAL" clId="{25D85872-5EAE-4915-8B44-7F01E0758971}" dt="2021-03-10T17:17:08.740" v="17" actId="478"/>
          <ac:inkMkLst>
            <pc:docMk/>
            <pc:sldMk cId="0" sldId="466"/>
            <ac:inkMk id="48409" creationId="{38279F21-0E21-4286-9450-0ED2DD5C515D}"/>
          </ac:inkMkLst>
        </pc:inkChg>
        <pc:inkChg chg="del">
          <ac:chgData name="Md. Nahid Hasan" userId="85ea5f9e-65d6-4031-b810-9415101f2e21" providerId="ADAL" clId="{25D85872-5EAE-4915-8B44-7F01E0758971}" dt="2021-03-10T17:17:08.740" v="17" actId="478"/>
          <ac:inkMkLst>
            <pc:docMk/>
            <pc:sldMk cId="0" sldId="466"/>
            <ac:inkMk id="48410" creationId="{6C6E5813-5065-451F-9891-4C920602BF88}"/>
          </ac:inkMkLst>
        </pc:inkChg>
        <pc:inkChg chg="del">
          <ac:chgData name="Md. Nahid Hasan" userId="85ea5f9e-65d6-4031-b810-9415101f2e21" providerId="ADAL" clId="{25D85872-5EAE-4915-8B44-7F01E0758971}" dt="2021-03-10T17:17:08.740" v="17" actId="478"/>
          <ac:inkMkLst>
            <pc:docMk/>
            <pc:sldMk cId="0" sldId="466"/>
            <ac:inkMk id="48411" creationId="{A754A43C-4F7E-4221-A9DB-6A92DE791E33}"/>
          </ac:inkMkLst>
        </pc:inkChg>
        <pc:inkChg chg="del">
          <ac:chgData name="Md. Nahid Hasan" userId="85ea5f9e-65d6-4031-b810-9415101f2e21" providerId="ADAL" clId="{25D85872-5EAE-4915-8B44-7F01E0758971}" dt="2021-03-10T17:17:08.740" v="17" actId="478"/>
          <ac:inkMkLst>
            <pc:docMk/>
            <pc:sldMk cId="0" sldId="466"/>
            <ac:inkMk id="48412" creationId="{EA2F78D6-7B27-4677-990C-90A99CA8F4B9}"/>
          </ac:inkMkLst>
        </pc:inkChg>
        <pc:inkChg chg="del">
          <ac:chgData name="Md. Nahid Hasan" userId="85ea5f9e-65d6-4031-b810-9415101f2e21" providerId="ADAL" clId="{25D85872-5EAE-4915-8B44-7F01E0758971}" dt="2021-03-10T17:17:08.740" v="17" actId="478"/>
          <ac:inkMkLst>
            <pc:docMk/>
            <pc:sldMk cId="0" sldId="466"/>
            <ac:inkMk id="48413" creationId="{7B5171CF-4ED2-48CC-9019-C3B921E36608}"/>
          </ac:inkMkLst>
        </pc:inkChg>
        <pc:inkChg chg="del">
          <ac:chgData name="Md. Nahid Hasan" userId="85ea5f9e-65d6-4031-b810-9415101f2e21" providerId="ADAL" clId="{25D85872-5EAE-4915-8B44-7F01E0758971}" dt="2021-03-10T17:17:08.740" v="17" actId="478"/>
          <ac:inkMkLst>
            <pc:docMk/>
            <pc:sldMk cId="0" sldId="466"/>
            <ac:inkMk id="48414" creationId="{7E8AFF06-9838-4767-B93C-82FBCF1D6D8F}"/>
          </ac:inkMkLst>
        </pc:inkChg>
        <pc:inkChg chg="del">
          <ac:chgData name="Md. Nahid Hasan" userId="85ea5f9e-65d6-4031-b810-9415101f2e21" providerId="ADAL" clId="{25D85872-5EAE-4915-8B44-7F01E0758971}" dt="2021-03-10T17:17:08.740" v="17" actId="478"/>
          <ac:inkMkLst>
            <pc:docMk/>
            <pc:sldMk cId="0" sldId="466"/>
            <ac:inkMk id="48415" creationId="{CFDA1BA2-ACB4-4E87-A1A5-2726D04C603E}"/>
          </ac:inkMkLst>
        </pc:inkChg>
        <pc:inkChg chg="del">
          <ac:chgData name="Md. Nahid Hasan" userId="85ea5f9e-65d6-4031-b810-9415101f2e21" providerId="ADAL" clId="{25D85872-5EAE-4915-8B44-7F01E0758971}" dt="2021-03-10T17:17:08.740" v="17" actId="478"/>
          <ac:inkMkLst>
            <pc:docMk/>
            <pc:sldMk cId="0" sldId="466"/>
            <ac:inkMk id="48416" creationId="{A6A024ED-B249-4795-B721-AA1C9C886213}"/>
          </ac:inkMkLst>
        </pc:inkChg>
        <pc:inkChg chg="del">
          <ac:chgData name="Md. Nahid Hasan" userId="85ea5f9e-65d6-4031-b810-9415101f2e21" providerId="ADAL" clId="{25D85872-5EAE-4915-8B44-7F01E0758971}" dt="2021-03-10T17:17:08.740" v="17" actId="478"/>
          <ac:inkMkLst>
            <pc:docMk/>
            <pc:sldMk cId="0" sldId="466"/>
            <ac:inkMk id="48417" creationId="{1F6CB61A-F153-4A70-8FB4-316966D49CD4}"/>
          </ac:inkMkLst>
        </pc:inkChg>
        <pc:inkChg chg="del">
          <ac:chgData name="Md. Nahid Hasan" userId="85ea5f9e-65d6-4031-b810-9415101f2e21" providerId="ADAL" clId="{25D85872-5EAE-4915-8B44-7F01E0758971}" dt="2021-03-10T17:17:08.740" v="17" actId="478"/>
          <ac:inkMkLst>
            <pc:docMk/>
            <pc:sldMk cId="0" sldId="466"/>
            <ac:inkMk id="48418" creationId="{7C55C62F-B6E9-41E3-94DC-93ED2C71063C}"/>
          </ac:inkMkLst>
        </pc:inkChg>
        <pc:inkChg chg="del">
          <ac:chgData name="Md. Nahid Hasan" userId="85ea5f9e-65d6-4031-b810-9415101f2e21" providerId="ADAL" clId="{25D85872-5EAE-4915-8B44-7F01E0758971}" dt="2021-03-10T17:17:08.740" v="17" actId="478"/>
          <ac:inkMkLst>
            <pc:docMk/>
            <pc:sldMk cId="0" sldId="466"/>
            <ac:inkMk id="48419" creationId="{CF758211-BF69-459C-9936-BC5FD44C6E32}"/>
          </ac:inkMkLst>
        </pc:inkChg>
        <pc:inkChg chg="del">
          <ac:chgData name="Md. Nahid Hasan" userId="85ea5f9e-65d6-4031-b810-9415101f2e21" providerId="ADAL" clId="{25D85872-5EAE-4915-8B44-7F01E0758971}" dt="2021-03-10T17:17:08.740" v="17" actId="478"/>
          <ac:inkMkLst>
            <pc:docMk/>
            <pc:sldMk cId="0" sldId="466"/>
            <ac:inkMk id="48420" creationId="{2ABB28A8-7800-4DE6-ADF8-3CA945240BDF}"/>
          </ac:inkMkLst>
        </pc:inkChg>
        <pc:inkChg chg="del">
          <ac:chgData name="Md. Nahid Hasan" userId="85ea5f9e-65d6-4031-b810-9415101f2e21" providerId="ADAL" clId="{25D85872-5EAE-4915-8B44-7F01E0758971}" dt="2021-03-10T17:17:08.740" v="17" actId="478"/>
          <ac:inkMkLst>
            <pc:docMk/>
            <pc:sldMk cId="0" sldId="466"/>
            <ac:inkMk id="48421" creationId="{07D1F9A5-D59E-418D-8857-E1BFF6BAE199}"/>
          </ac:inkMkLst>
        </pc:inkChg>
        <pc:inkChg chg="del">
          <ac:chgData name="Md. Nahid Hasan" userId="85ea5f9e-65d6-4031-b810-9415101f2e21" providerId="ADAL" clId="{25D85872-5EAE-4915-8B44-7F01E0758971}" dt="2021-03-10T17:17:08.740" v="17" actId="478"/>
          <ac:inkMkLst>
            <pc:docMk/>
            <pc:sldMk cId="0" sldId="466"/>
            <ac:inkMk id="48422" creationId="{4E2BBC5B-499D-4541-951C-E0FCC69DAAF3}"/>
          </ac:inkMkLst>
        </pc:inkChg>
        <pc:inkChg chg="del">
          <ac:chgData name="Md. Nahid Hasan" userId="85ea5f9e-65d6-4031-b810-9415101f2e21" providerId="ADAL" clId="{25D85872-5EAE-4915-8B44-7F01E0758971}" dt="2021-03-10T17:17:08.740" v="17" actId="478"/>
          <ac:inkMkLst>
            <pc:docMk/>
            <pc:sldMk cId="0" sldId="466"/>
            <ac:inkMk id="48423" creationId="{3CD112FB-A83E-433D-9A62-4452BD85F29B}"/>
          </ac:inkMkLst>
        </pc:inkChg>
        <pc:inkChg chg="del">
          <ac:chgData name="Md. Nahid Hasan" userId="85ea5f9e-65d6-4031-b810-9415101f2e21" providerId="ADAL" clId="{25D85872-5EAE-4915-8B44-7F01E0758971}" dt="2021-03-10T17:17:08.740" v="17" actId="478"/>
          <ac:inkMkLst>
            <pc:docMk/>
            <pc:sldMk cId="0" sldId="466"/>
            <ac:inkMk id="48424" creationId="{763CCB36-D3C9-4B0D-BC62-0DE8C9D6B848}"/>
          </ac:inkMkLst>
        </pc:inkChg>
        <pc:inkChg chg="del">
          <ac:chgData name="Md. Nahid Hasan" userId="85ea5f9e-65d6-4031-b810-9415101f2e21" providerId="ADAL" clId="{25D85872-5EAE-4915-8B44-7F01E0758971}" dt="2021-03-10T17:17:08.740" v="17" actId="478"/>
          <ac:inkMkLst>
            <pc:docMk/>
            <pc:sldMk cId="0" sldId="466"/>
            <ac:inkMk id="48425" creationId="{C7C9E613-97C9-4AD9-BBCA-BCC43D2A3FB5}"/>
          </ac:inkMkLst>
        </pc:inkChg>
        <pc:inkChg chg="del">
          <ac:chgData name="Md. Nahid Hasan" userId="85ea5f9e-65d6-4031-b810-9415101f2e21" providerId="ADAL" clId="{25D85872-5EAE-4915-8B44-7F01E0758971}" dt="2021-03-10T17:17:08.740" v="17" actId="478"/>
          <ac:inkMkLst>
            <pc:docMk/>
            <pc:sldMk cId="0" sldId="466"/>
            <ac:inkMk id="48426" creationId="{77470ADC-9D9D-443F-87EB-BF1B34F19952}"/>
          </ac:inkMkLst>
        </pc:inkChg>
        <pc:inkChg chg="del">
          <ac:chgData name="Md. Nahid Hasan" userId="85ea5f9e-65d6-4031-b810-9415101f2e21" providerId="ADAL" clId="{25D85872-5EAE-4915-8B44-7F01E0758971}" dt="2021-03-10T17:17:08.740" v="17" actId="478"/>
          <ac:inkMkLst>
            <pc:docMk/>
            <pc:sldMk cId="0" sldId="466"/>
            <ac:inkMk id="48427" creationId="{E470A07B-0770-4DA4-BA84-5AB373AAE1D0}"/>
          </ac:inkMkLst>
        </pc:inkChg>
        <pc:inkChg chg="del">
          <ac:chgData name="Md. Nahid Hasan" userId="85ea5f9e-65d6-4031-b810-9415101f2e21" providerId="ADAL" clId="{25D85872-5EAE-4915-8B44-7F01E0758971}" dt="2021-03-10T17:17:08.740" v="17" actId="478"/>
          <ac:inkMkLst>
            <pc:docMk/>
            <pc:sldMk cId="0" sldId="466"/>
            <ac:inkMk id="48428" creationId="{991E3C8E-4CEB-4D40-9E33-384B0EC34F8D}"/>
          </ac:inkMkLst>
        </pc:inkChg>
        <pc:inkChg chg="del">
          <ac:chgData name="Md. Nahid Hasan" userId="85ea5f9e-65d6-4031-b810-9415101f2e21" providerId="ADAL" clId="{25D85872-5EAE-4915-8B44-7F01E0758971}" dt="2021-03-10T17:17:08.740" v="17" actId="478"/>
          <ac:inkMkLst>
            <pc:docMk/>
            <pc:sldMk cId="0" sldId="466"/>
            <ac:inkMk id="48429" creationId="{53B15A0B-B802-4A14-8F6C-E3219007C788}"/>
          </ac:inkMkLst>
        </pc:inkChg>
        <pc:inkChg chg="del">
          <ac:chgData name="Md. Nahid Hasan" userId="85ea5f9e-65d6-4031-b810-9415101f2e21" providerId="ADAL" clId="{25D85872-5EAE-4915-8B44-7F01E0758971}" dt="2021-03-10T17:17:08.740" v="17" actId="478"/>
          <ac:inkMkLst>
            <pc:docMk/>
            <pc:sldMk cId="0" sldId="466"/>
            <ac:inkMk id="48430" creationId="{2AC298B6-DCB0-4406-A478-B2DCF6108091}"/>
          </ac:inkMkLst>
        </pc:inkChg>
        <pc:inkChg chg="del">
          <ac:chgData name="Md. Nahid Hasan" userId="85ea5f9e-65d6-4031-b810-9415101f2e21" providerId="ADAL" clId="{25D85872-5EAE-4915-8B44-7F01E0758971}" dt="2021-03-10T17:17:08.740" v="17" actId="478"/>
          <ac:inkMkLst>
            <pc:docMk/>
            <pc:sldMk cId="0" sldId="466"/>
            <ac:inkMk id="48431" creationId="{842C1F84-A314-4E2E-ADF5-EAB4C4A8AD7A}"/>
          </ac:inkMkLst>
        </pc:inkChg>
        <pc:inkChg chg="del">
          <ac:chgData name="Md. Nahid Hasan" userId="85ea5f9e-65d6-4031-b810-9415101f2e21" providerId="ADAL" clId="{25D85872-5EAE-4915-8B44-7F01E0758971}" dt="2021-03-10T17:17:08.740" v="17" actId="478"/>
          <ac:inkMkLst>
            <pc:docMk/>
            <pc:sldMk cId="0" sldId="466"/>
            <ac:inkMk id="48432" creationId="{98DD3A94-108D-47F9-9359-93476EEA2F9C}"/>
          </ac:inkMkLst>
        </pc:inkChg>
        <pc:inkChg chg="del">
          <ac:chgData name="Md. Nahid Hasan" userId="85ea5f9e-65d6-4031-b810-9415101f2e21" providerId="ADAL" clId="{25D85872-5EAE-4915-8B44-7F01E0758971}" dt="2021-03-10T17:17:08.740" v="17" actId="478"/>
          <ac:inkMkLst>
            <pc:docMk/>
            <pc:sldMk cId="0" sldId="466"/>
            <ac:inkMk id="48433" creationId="{5ED64B35-BA7C-4A5B-9C4D-A9D38F6681E5}"/>
          </ac:inkMkLst>
        </pc:inkChg>
        <pc:inkChg chg="del">
          <ac:chgData name="Md. Nahid Hasan" userId="85ea5f9e-65d6-4031-b810-9415101f2e21" providerId="ADAL" clId="{25D85872-5EAE-4915-8B44-7F01E0758971}" dt="2021-03-10T17:17:08.740" v="17" actId="478"/>
          <ac:inkMkLst>
            <pc:docMk/>
            <pc:sldMk cId="0" sldId="466"/>
            <ac:inkMk id="48434" creationId="{23630697-2CE5-4CC4-B142-7E7ADEE1C4DC}"/>
          </ac:inkMkLst>
        </pc:inkChg>
        <pc:inkChg chg="del">
          <ac:chgData name="Md. Nahid Hasan" userId="85ea5f9e-65d6-4031-b810-9415101f2e21" providerId="ADAL" clId="{25D85872-5EAE-4915-8B44-7F01E0758971}" dt="2021-03-10T17:17:08.740" v="17" actId="478"/>
          <ac:inkMkLst>
            <pc:docMk/>
            <pc:sldMk cId="0" sldId="466"/>
            <ac:inkMk id="48435" creationId="{A34EB42A-E189-4232-BD5A-B5E6E33C5734}"/>
          </ac:inkMkLst>
        </pc:inkChg>
        <pc:inkChg chg="del">
          <ac:chgData name="Md. Nahid Hasan" userId="85ea5f9e-65d6-4031-b810-9415101f2e21" providerId="ADAL" clId="{25D85872-5EAE-4915-8B44-7F01E0758971}" dt="2021-03-10T17:17:08.740" v="17" actId="478"/>
          <ac:inkMkLst>
            <pc:docMk/>
            <pc:sldMk cId="0" sldId="466"/>
            <ac:inkMk id="48436" creationId="{FBCCB977-2572-4D33-8C38-53D9DB034DAE}"/>
          </ac:inkMkLst>
        </pc:inkChg>
        <pc:inkChg chg="del">
          <ac:chgData name="Md. Nahid Hasan" userId="85ea5f9e-65d6-4031-b810-9415101f2e21" providerId="ADAL" clId="{25D85872-5EAE-4915-8B44-7F01E0758971}" dt="2021-03-10T17:17:08.740" v="17" actId="478"/>
          <ac:inkMkLst>
            <pc:docMk/>
            <pc:sldMk cId="0" sldId="466"/>
            <ac:inkMk id="48437" creationId="{EAEFC272-B635-4856-8AD2-324590EB1610}"/>
          </ac:inkMkLst>
        </pc:inkChg>
        <pc:inkChg chg="del">
          <ac:chgData name="Md. Nahid Hasan" userId="85ea5f9e-65d6-4031-b810-9415101f2e21" providerId="ADAL" clId="{25D85872-5EAE-4915-8B44-7F01E0758971}" dt="2021-03-10T17:17:08.740" v="17" actId="478"/>
          <ac:inkMkLst>
            <pc:docMk/>
            <pc:sldMk cId="0" sldId="466"/>
            <ac:inkMk id="48438" creationId="{849C0B91-06DD-446D-B1A4-BD497FBA915F}"/>
          </ac:inkMkLst>
        </pc:inkChg>
        <pc:inkChg chg="del">
          <ac:chgData name="Md. Nahid Hasan" userId="85ea5f9e-65d6-4031-b810-9415101f2e21" providerId="ADAL" clId="{25D85872-5EAE-4915-8B44-7F01E0758971}" dt="2021-03-10T17:17:08.740" v="17" actId="478"/>
          <ac:inkMkLst>
            <pc:docMk/>
            <pc:sldMk cId="0" sldId="466"/>
            <ac:inkMk id="48439" creationId="{98D07784-CD5B-4E24-8C39-6E60DD2274E3}"/>
          </ac:inkMkLst>
        </pc:inkChg>
        <pc:inkChg chg="del">
          <ac:chgData name="Md. Nahid Hasan" userId="85ea5f9e-65d6-4031-b810-9415101f2e21" providerId="ADAL" clId="{25D85872-5EAE-4915-8B44-7F01E0758971}" dt="2021-03-10T17:17:08.740" v="17" actId="478"/>
          <ac:inkMkLst>
            <pc:docMk/>
            <pc:sldMk cId="0" sldId="466"/>
            <ac:inkMk id="48440" creationId="{A423968E-0542-4F15-8620-57FF2D07FB89}"/>
          </ac:inkMkLst>
        </pc:inkChg>
        <pc:inkChg chg="del">
          <ac:chgData name="Md. Nahid Hasan" userId="85ea5f9e-65d6-4031-b810-9415101f2e21" providerId="ADAL" clId="{25D85872-5EAE-4915-8B44-7F01E0758971}" dt="2021-03-10T17:17:08.740" v="17" actId="478"/>
          <ac:inkMkLst>
            <pc:docMk/>
            <pc:sldMk cId="0" sldId="466"/>
            <ac:inkMk id="48441" creationId="{1E9C8FAC-646F-4526-98A0-1FEF73E74820}"/>
          </ac:inkMkLst>
        </pc:inkChg>
        <pc:inkChg chg="del">
          <ac:chgData name="Md. Nahid Hasan" userId="85ea5f9e-65d6-4031-b810-9415101f2e21" providerId="ADAL" clId="{25D85872-5EAE-4915-8B44-7F01E0758971}" dt="2021-03-10T17:17:08.740" v="17" actId="478"/>
          <ac:inkMkLst>
            <pc:docMk/>
            <pc:sldMk cId="0" sldId="466"/>
            <ac:inkMk id="48442" creationId="{02E9DBAC-B26A-4641-A510-4AA1D8DD3623}"/>
          </ac:inkMkLst>
        </pc:inkChg>
        <pc:inkChg chg="del">
          <ac:chgData name="Md. Nahid Hasan" userId="85ea5f9e-65d6-4031-b810-9415101f2e21" providerId="ADAL" clId="{25D85872-5EAE-4915-8B44-7F01E0758971}" dt="2021-03-10T17:17:08.740" v="17" actId="478"/>
          <ac:inkMkLst>
            <pc:docMk/>
            <pc:sldMk cId="0" sldId="466"/>
            <ac:inkMk id="48443" creationId="{5F400C82-4F94-40FD-A6D8-B08187089238}"/>
          </ac:inkMkLst>
        </pc:inkChg>
        <pc:inkChg chg="del">
          <ac:chgData name="Md. Nahid Hasan" userId="85ea5f9e-65d6-4031-b810-9415101f2e21" providerId="ADAL" clId="{25D85872-5EAE-4915-8B44-7F01E0758971}" dt="2021-03-10T17:17:08.740" v="17" actId="478"/>
          <ac:inkMkLst>
            <pc:docMk/>
            <pc:sldMk cId="0" sldId="466"/>
            <ac:inkMk id="48444" creationId="{99D19DEC-51F0-429D-B8EB-DF248C52D7C2}"/>
          </ac:inkMkLst>
        </pc:inkChg>
        <pc:inkChg chg="del">
          <ac:chgData name="Md. Nahid Hasan" userId="85ea5f9e-65d6-4031-b810-9415101f2e21" providerId="ADAL" clId="{25D85872-5EAE-4915-8B44-7F01E0758971}" dt="2021-03-10T17:17:08.740" v="17" actId="478"/>
          <ac:inkMkLst>
            <pc:docMk/>
            <pc:sldMk cId="0" sldId="466"/>
            <ac:inkMk id="48445" creationId="{93E73E21-415D-45BD-8361-9A9D51D130B1}"/>
          </ac:inkMkLst>
        </pc:inkChg>
        <pc:inkChg chg="del">
          <ac:chgData name="Md. Nahid Hasan" userId="85ea5f9e-65d6-4031-b810-9415101f2e21" providerId="ADAL" clId="{25D85872-5EAE-4915-8B44-7F01E0758971}" dt="2021-03-10T17:17:08.740" v="17" actId="478"/>
          <ac:inkMkLst>
            <pc:docMk/>
            <pc:sldMk cId="0" sldId="466"/>
            <ac:inkMk id="48446" creationId="{642C5364-95B7-4803-9CF0-B802254E6FD7}"/>
          </ac:inkMkLst>
        </pc:inkChg>
        <pc:inkChg chg="del">
          <ac:chgData name="Md. Nahid Hasan" userId="85ea5f9e-65d6-4031-b810-9415101f2e21" providerId="ADAL" clId="{25D85872-5EAE-4915-8B44-7F01E0758971}" dt="2021-03-10T17:17:08.740" v="17" actId="478"/>
          <ac:inkMkLst>
            <pc:docMk/>
            <pc:sldMk cId="0" sldId="466"/>
            <ac:inkMk id="48447" creationId="{BA42E5AB-ECD9-441F-A7D8-EB4BC16A35F7}"/>
          </ac:inkMkLst>
        </pc:inkChg>
        <pc:inkChg chg="del">
          <ac:chgData name="Md. Nahid Hasan" userId="85ea5f9e-65d6-4031-b810-9415101f2e21" providerId="ADAL" clId="{25D85872-5EAE-4915-8B44-7F01E0758971}" dt="2021-03-10T17:17:08.740" v="17" actId="478"/>
          <ac:inkMkLst>
            <pc:docMk/>
            <pc:sldMk cId="0" sldId="466"/>
            <ac:inkMk id="48448" creationId="{467B55AE-C933-4654-92E3-45F1E1CCAA52}"/>
          </ac:inkMkLst>
        </pc:inkChg>
        <pc:inkChg chg="del">
          <ac:chgData name="Md. Nahid Hasan" userId="85ea5f9e-65d6-4031-b810-9415101f2e21" providerId="ADAL" clId="{25D85872-5EAE-4915-8B44-7F01E0758971}" dt="2021-03-10T17:17:08.740" v="17" actId="478"/>
          <ac:inkMkLst>
            <pc:docMk/>
            <pc:sldMk cId="0" sldId="466"/>
            <ac:inkMk id="48449" creationId="{F7203C2D-2064-4A37-9783-0C55E16EF0F6}"/>
          </ac:inkMkLst>
        </pc:inkChg>
        <pc:inkChg chg="del">
          <ac:chgData name="Md. Nahid Hasan" userId="85ea5f9e-65d6-4031-b810-9415101f2e21" providerId="ADAL" clId="{25D85872-5EAE-4915-8B44-7F01E0758971}" dt="2021-03-10T17:17:08.740" v="17" actId="478"/>
          <ac:inkMkLst>
            <pc:docMk/>
            <pc:sldMk cId="0" sldId="466"/>
            <ac:inkMk id="48450" creationId="{0A479A51-A3CC-4092-8477-8016776C6C97}"/>
          </ac:inkMkLst>
        </pc:inkChg>
        <pc:inkChg chg="del">
          <ac:chgData name="Md. Nahid Hasan" userId="85ea5f9e-65d6-4031-b810-9415101f2e21" providerId="ADAL" clId="{25D85872-5EAE-4915-8B44-7F01E0758971}" dt="2021-03-10T17:17:08.740" v="17" actId="478"/>
          <ac:inkMkLst>
            <pc:docMk/>
            <pc:sldMk cId="0" sldId="466"/>
            <ac:inkMk id="48451" creationId="{34909D7F-3597-40AB-B13A-818DAA1D78EC}"/>
          </ac:inkMkLst>
        </pc:inkChg>
        <pc:inkChg chg="del">
          <ac:chgData name="Md. Nahid Hasan" userId="85ea5f9e-65d6-4031-b810-9415101f2e21" providerId="ADAL" clId="{25D85872-5EAE-4915-8B44-7F01E0758971}" dt="2021-03-10T17:17:08.740" v="17" actId="478"/>
          <ac:inkMkLst>
            <pc:docMk/>
            <pc:sldMk cId="0" sldId="466"/>
            <ac:inkMk id="48452" creationId="{5ADF9A44-5D52-42DC-8381-699123770A71}"/>
          </ac:inkMkLst>
        </pc:inkChg>
        <pc:inkChg chg="del">
          <ac:chgData name="Md. Nahid Hasan" userId="85ea5f9e-65d6-4031-b810-9415101f2e21" providerId="ADAL" clId="{25D85872-5EAE-4915-8B44-7F01E0758971}" dt="2021-03-10T17:17:08.740" v="17" actId="478"/>
          <ac:inkMkLst>
            <pc:docMk/>
            <pc:sldMk cId="0" sldId="466"/>
            <ac:inkMk id="48453" creationId="{368A82D3-24B7-4FE4-A49B-CBFEDC50517F}"/>
          </ac:inkMkLst>
        </pc:inkChg>
        <pc:inkChg chg="del">
          <ac:chgData name="Md. Nahid Hasan" userId="85ea5f9e-65d6-4031-b810-9415101f2e21" providerId="ADAL" clId="{25D85872-5EAE-4915-8B44-7F01E0758971}" dt="2021-03-10T17:17:08.740" v="17" actId="478"/>
          <ac:inkMkLst>
            <pc:docMk/>
            <pc:sldMk cId="0" sldId="466"/>
            <ac:inkMk id="48454" creationId="{142786F4-B225-4D91-B9BD-6443B8283F13}"/>
          </ac:inkMkLst>
        </pc:inkChg>
        <pc:inkChg chg="del">
          <ac:chgData name="Md. Nahid Hasan" userId="85ea5f9e-65d6-4031-b810-9415101f2e21" providerId="ADAL" clId="{25D85872-5EAE-4915-8B44-7F01E0758971}" dt="2021-03-10T17:17:08.740" v="17" actId="478"/>
          <ac:inkMkLst>
            <pc:docMk/>
            <pc:sldMk cId="0" sldId="466"/>
            <ac:inkMk id="48455" creationId="{D0FCA9BB-75C3-4F6A-97C7-F575A7A8D7FE}"/>
          </ac:inkMkLst>
        </pc:inkChg>
        <pc:inkChg chg="del">
          <ac:chgData name="Md. Nahid Hasan" userId="85ea5f9e-65d6-4031-b810-9415101f2e21" providerId="ADAL" clId="{25D85872-5EAE-4915-8B44-7F01E0758971}" dt="2021-03-10T17:17:08.740" v="17" actId="478"/>
          <ac:inkMkLst>
            <pc:docMk/>
            <pc:sldMk cId="0" sldId="466"/>
            <ac:inkMk id="48456" creationId="{9EDA98C1-92F5-46C8-B60E-A5D08BC1EA37}"/>
          </ac:inkMkLst>
        </pc:inkChg>
        <pc:inkChg chg="del">
          <ac:chgData name="Md. Nahid Hasan" userId="85ea5f9e-65d6-4031-b810-9415101f2e21" providerId="ADAL" clId="{25D85872-5EAE-4915-8B44-7F01E0758971}" dt="2021-03-10T17:17:08.740" v="17" actId="478"/>
          <ac:inkMkLst>
            <pc:docMk/>
            <pc:sldMk cId="0" sldId="466"/>
            <ac:inkMk id="48457" creationId="{FA837E86-C152-4EAA-A5AA-F80868BFF6EB}"/>
          </ac:inkMkLst>
        </pc:inkChg>
        <pc:inkChg chg="del">
          <ac:chgData name="Md. Nahid Hasan" userId="85ea5f9e-65d6-4031-b810-9415101f2e21" providerId="ADAL" clId="{25D85872-5EAE-4915-8B44-7F01E0758971}" dt="2021-03-10T17:17:08.740" v="17" actId="478"/>
          <ac:inkMkLst>
            <pc:docMk/>
            <pc:sldMk cId="0" sldId="466"/>
            <ac:inkMk id="48458" creationId="{D500CF26-99D0-4B1B-A68C-2892C6AEC6BE}"/>
          </ac:inkMkLst>
        </pc:inkChg>
        <pc:inkChg chg="del">
          <ac:chgData name="Md. Nahid Hasan" userId="85ea5f9e-65d6-4031-b810-9415101f2e21" providerId="ADAL" clId="{25D85872-5EAE-4915-8B44-7F01E0758971}" dt="2021-03-10T17:17:08.740" v="17" actId="478"/>
          <ac:inkMkLst>
            <pc:docMk/>
            <pc:sldMk cId="0" sldId="466"/>
            <ac:inkMk id="48459" creationId="{CC7E9859-ED68-4FBF-BD3F-9CA3B8A70834}"/>
          </ac:inkMkLst>
        </pc:inkChg>
        <pc:inkChg chg="del">
          <ac:chgData name="Md. Nahid Hasan" userId="85ea5f9e-65d6-4031-b810-9415101f2e21" providerId="ADAL" clId="{25D85872-5EAE-4915-8B44-7F01E0758971}" dt="2021-03-10T17:17:08.740" v="17" actId="478"/>
          <ac:inkMkLst>
            <pc:docMk/>
            <pc:sldMk cId="0" sldId="466"/>
            <ac:inkMk id="48460" creationId="{3D80D475-C659-43E1-A645-9DAB5B851497}"/>
          </ac:inkMkLst>
        </pc:inkChg>
        <pc:inkChg chg="del">
          <ac:chgData name="Md. Nahid Hasan" userId="85ea5f9e-65d6-4031-b810-9415101f2e21" providerId="ADAL" clId="{25D85872-5EAE-4915-8B44-7F01E0758971}" dt="2021-03-10T17:17:08.740" v="17" actId="478"/>
          <ac:inkMkLst>
            <pc:docMk/>
            <pc:sldMk cId="0" sldId="466"/>
            <ac:inkMk id="48461" creationId="{CBB214EE-915A-4089-9109-663018D04821}"/>
          </ac:inkMkLst>
        </pc:inkChg>
        <pc:inkChg chg="del">
          <ac:chgData name="Md. Nahid Hasan" userId="85ea5f9e-65d6-4031-b810-9415101f2e21" providerId="ADAL" clId="{25D85872-5EAE-4915-8B44-7F01E0758971}" dt="2021-03-10T17:17:08.740" v="17" actId="478"/>
          <ac:inkMkLst>
            <pc:docMk/>
            <pc:sldMk cId="0" sldId="466"/>
            <ac:inkMk id="48462" creationId="{867A8D16-52E7-4BDF-B2FD-5E7D90B5D252}"/>
          </ac:inkMkLst>
        </pc:inkChg>
        <pc:inkChg chg="del">
          <ac:chgData name="Md. Nahid Hasan" userId="85ea5f9e-65d6-4031-b810-9415101f2e21" providerId="ADAL" clId="{25D85872-5EAE-4915-8B44-7F01E0758971}" dt="2021-03-10T17:17:08.740" v="17" actId="478"/>
          <ac:inkMkLst>
            <pc:docMk/>
            <pc:sldMk cId="0" sldId="466"/>
            <ac:inkMk id="48463" creationId="{B78102AC-AF9A-4565-B9DD-CF9DF04F20E0}"/>
          </ac:inkMkLst>
        </pc:inkChg>
        <pc:inkChg chg="del">
          <ac:chgData name="Md. Nahid Hasan" userId="85ea5f9e-65d6-4031-b810-9415101f2e21" providerId="ADAL" clId="{25D85872-5EAE-4915-8B44-7F01E0758971}" dt="2021-03-10T17:17:08.740" v="17" actId="478"/>
          <ac:inkMkLst>
            <pc:docMk/>
            <pc:sldMk cId="0" sldId="466"/>
            <ac:inkMk id="48464" creationId="{2576B331-5CED-483B-B831-3214625BE2BA}"/>
          </ac:inkMkLst>
        </pc:inkChg>
      </pc:sldChg>
      <pc:sldChg chg="delSp mod">
        <pc:chgData name="Md. Nahid Hasan" userId="85ea5f9e-65d6-4031-b810-9415101f2e21" providerId="ADAL" clId="{25D85872-5EAE-4915-8B44-7F01E0758971}" dt="2021-03-10T17:17:15.553" v="18" actId="478"/>
        <pc:sldMkLst>
          <pc:docMk/>
          <pc:sldMk cId="0" sldId="467"/>
        </pc:sldMkLst>
        <pc:inkChg chg="del">
          <ac:chgData name="Md. Nahid Hasan" userId="85ea5f9e-65d6-4031-b810-9415101f2e21" providerId="ADAL" clId="{25D85872-5EAE-4915-8B44-7F01E0758971}" dt="2021-03-10T17:17:15.553" v="18" actId="478"/>
          <ac:inkMkLst>
            <pc:docMk/>
            <pc:sldMk cId="0" sldId="467"/>
            <ac:inkMk id="2" creationId="{1AE80EBF-2063-45B4-8256-FE9A1FF5B003}"/>
          </ac:inkMkLst>
        </pc:inkChg>
        <pc:inkChg chg="del">
          <ac:chgData name="Md. Nahid Hasan" userId="85ea5f9e-65d6-4031-b810-9415101f2e21" providerId="ADAL" clId="{25D85872-5EAE-4915-8B44-7F01E0758971}" dt="2021-03-10T17:17:15.553" v="18" actId="478"/>
          <ac:inkMkLst>
            <pc:docMk/>
            <pc:sldMk cId="0" sldId="467"/>
            <ac:inkMk id="3" creationId="{AC207BBA-C32C-4ECE-9FEE-3C3F5B72D3EA}"/>
          </ac:inkMkLst>
        </pc:inkChg>
        <pc:inkChg chg="del">
          <ac:chgData name="Md. Nahid Hasan" userId="85ea5f9e-65d6-4031-b810-9415101f2e21" providerId="ADAL" clId="{25D85872-5EAE-4915-8B44-7F01E0758971}" dt="2021-03-10T17:17:15.553" v="18" actId="478"/>
          <ac:inkMkLst>
            <pc:docMk/>
            <pc:sldMk cId="0" sldId="467"/>
            <ac:inkMk id="4" creationId="{15A76F1A-58EB-4DA5-AA26-E9E03F6F5D20}"/>
          </ac:inkMkLst>
        </pc:inkChg>
      </pc:sldChg>
      <pc:sldChg chg="delSp mod">
        <pc:chgData name="Md. Nahid Hasan" userId="85ea5f9e-65d6-4031-b810-9415101f2e21" providerId="ADAL" clId="{25D85872-5EAE-4915-8B44-7F01E0758971}" dt="2021-03-10T17:17:24.748" v="20" actId="478"/>
        <pc:sldMkLst>
          <pc:docMk/>
          <pc:sldMk cId="0" sldId="468"/>
        </pc:sldMkLst>
        <pc:inkChg chg="del">
          <ac:chgData name="Md. Nahid Hasan" userId="85ea5f9e-65d6-4031-b810-9415101f2e21" providerId="ADAL" clId="{25D85872-5EAE-4915-8B44-7F01E0758971}" dt="2021-03-10T17:17:22.711" v="19" actId="478"/>
          <ac:inkMkLst>
            <pc:docMk/>
            <pc:sldMk cId="0" sldId="468"/>
            <ac:inkMk id="9" creationId="{A5431030-5583-48C1-A7B6-4AEBB35F0EEF}"/>
          </ac:inkMkLst>
        </pc:inkChg>
        <pc:inkChg chg="del">
          <ac:chgData name="Md. Nahid Hasan" userId="85ea5f9e-65d6-4031-b810-9415101f2e21" providerId="ADAL" clId="{25D85872-5EAE-4915-8B44-7F01E0758971}" dt="2021-03-10T17:17:22.711" v="19" actId="478"/>
          <ac:inkMkLst>
            <pc:docMk/>
            <pc:sldMk cId="0" sldId="468"/>
            <ac:inkMk id="14" creationId="{0A2E6AD0-C080-43D9-BB62-6F96F5319248}"/>
          </ac:inkMkLst>
        </pc:inkChg>
        <pc:inkChg chg="del">
          <ac:chgData name="Md. Nahid Hasan" userId="85ea5f9e-65d6-4031-b810-9415101f2e21" providerId="ADAL" clId="{25D85872-5EAE-4915-8B44-7F01E0758971}" dt="2021-03-10T17:17:22.711" v="19" actId="478"/>
          <ac:inkMkLst>
            <pc:docMk/>
            <pc:sldMk cId="0" sldId="468"/>
            <ac:inkMk id="36" creationId="{870E5F62-47E3-4AA2-91F2-C2625C206D58}"/>
          </ac:inkMkLst>
        </pc:inkChg>
        <pc:inkChg chg="del">
          <ac:chgData name="Md. Nahid Hasan" userId="85ea5f9e-65d6-4031-b810-9415101f2e21" providerId="ADAL" clId="{25D85872-5EAE-4915-8B44-7F01E0758971}" dt="2021-03-10T17:17:22.711" v="19" actId="478"/>
          <ac:inkMkLst>
            <pc:docMk/>
            <pc:sldMk cId="0" sldId="468"/>
            <ac:inkMk id="50" creationId="{74F72F19-F1C3-4311-802E-44C996CFF504}"/>
          </ac:inkMkLst>
        </pc:inkChg>
        <pc:inkChg chg="del">
          <ac:chgData name="Md. Nahid Hasan" userId="85ea5f9e-65d6-4031-b810-9415101f2e21" providerId="ADAL" clId="{25D85872-5EAE-4915-8B44-7F01E0758971}" dt="2021-03-10T17:17:22.711" v="19" actId="478"/>
          <ac:inkMkLst>
            <pc:docMk/>
            <pc:sldMk cId="0" sldId="468"/>
            <ac:inkMk id="52" creationId="{C42AB3E5-B9BB-4BF0-93EB-AE511FA1B3DF}"/>
          </ac:inkMkLst>
        </pc:inkChg>
        <pc:inkChg chg="del">
          <ac:chgData name="Md. Nahid Hasan" userId="85ea5f9e-65d6-4031-b810-9415101f2e21" providerId="ADAL" clId="{25D85872-5EAE-4915-8B44-7F01E0758971}" dt="2021-03-10T17:17:22.711" v="19" actId="478"/>
          <ac:inkMkLst>
            <pc:docMk/>
            <pc:sldMk cId="0" sldId="468"/>
            <ac:inkMk id="53" creationId="{3149D6A6-A8C1-4F00-B5D3-80B4479ACA1E}"/>
          </ac:inkMkLst>
        </pc:inkChg>
        <pc:inkChg chg="del">
          <ac:chgData name="Md. Nahid Hasan" userId="85ea5f9e-65d6-4031-b810-9415101f2e21" providerId="ADAL" clId="{25D85872-5EAE-4915-8B44-7F01E0758971}" dt="2021-03-10T17:17:22.711" v="19" actId="478"/>
          <ac:inkMkLst>
            <pc:docMk/>
            <pc:sldMk cId="0" sldId="468"/>
            <ac:inkMk id="51245" creationId="{EF276CC7-81D4-4DE8-81F5-27C094C585BC}"/>
          </ac:inkMkLst>
        </pc:inkChg>
        <pc:inkChg chg="del">
          <ac:chgData name="Md. Nahid Hasan" userId="85ea5f9e-65d6-4031-b810-9415101f2e21" providerId="ADAL" clId="{25D85872-5EAE-4915-8B44-7F01E0758971}" dt="2021-03-10T17:17:22.711" v="19" actId="478"/>
          <ac:inkMkLst>
            <pc:docMk/>
            <pc:sldMk cId="0" sldId="468"/>
            <ac:inkMk id="51246" creationId="{6EDE865E-688E-41A9-962D-01255D660C0B}"/>
          </ac:inkMkLst>
        </pc:inkChg>
        <pc:inkChg chg="del">
          <ac:chgData name="Md. Nahid Hasan" userId="85ea5f9e-65d6-4031-b810-9415101f2e21" providerId="ADAL" clId="{25D85872-5EAE-4915-8B44-7F01E0758971}" dt="2021-03-10T17:17:22.711" v="19" actId="478"/>
          <ac:inkMkLst>
            <pc:docMk/>
            <pc:sldMk cId="0" sldId="468"/>
            <ac:inkMk id="51247" creationId="{9871460D-DC30-4983-B5F3-2FC4BA641BB3}"/>
          </ac:inkMkLst>
        </pc:inkChg>
        <pc:inkChg chg="del">
          <ac:chgData name="Md. Nahid Hasan" userId="85ea5f9e-65d6-4031-b810-9415101f2e21" providerId="ADAL" clId="{25D85872-5EAE-4915-8B44-7F01E0758971}" dt="2021-03-10T17:17:22.711" v="19" actId="478"/>
          <ac:inkMkLst>
            <pc:docMk/>
            <pc:sldMk cId="0" sldId="468"/>
            <ac:inkMk id="51248" creationId="{56DC8114-2736-4E6C-996D-7B77E210A939}"/>
          </ac:inkMkLst>
        </pc:inkChg>
        <pc:inkChg chg="del">
          <ac:chgData name="Md. Nahid Hasan" userId="85ea5f9e-65d6-4031-b810-9415101f2e21" providerId="ADAL" clId="{25D85872-5EAE-4915-8B44-7F01E0758971}" dt="2021-03-10T17:17:22.711" v="19" actId="478"/>
          <ac:inkMkLst>
            <pc:docMk/>
            <pc:sldMk cId="0" sldId="468"/>
            <ac:inkMk id="51249" creationId="{3FA500BE-F37A-4A43-B30D-96EC92191088}"/>
          </ac:inkMkLst>
        </pc:inkChg>
        <pc:inkChg chg="del">
          <ac:chgData name="Md. Nahid Hasan" userId="85ea5f9e-65d6-4031-b810-9415101f2e21" providerId="ADAL" clId="{25D85872-5EAE-4915-8B44-7F01E0758971}" dt="2021-03-10T17:17:22.711" v="19" actId="478"/>
          <ac:inkMkLst>
            <pc:docMk/>
            <pc:sldMk cId="0" sldId="468"/>
            <ac:inkMk id="51250" creationId="{3F0A798E-3626-42CE-8DEB-BE82DB6C0390}"/>
          </ac:inkMkLst>
        </pc:inkChg>
        <pc:inkChg chg="del">
          <ac:chgData name="Md. Nahid Hasan" userId="85ea5f9e-65d6-4031-b810-9415101f2e21" providerId="ADAL" clId="{25D85872-5EAE-4915-8B44-7F01E0758971}" dt="2021-03-10T17:17:22.711" v="19" actId="478"/>
          <ac:inkMkLst>
            <pc:docMk/>
            <pc:sldMk cId="0" sldId="468"/>
            <ac:inkMk id="51251" creationId="{9310C142-36DC-4649-94FA-3F137D6DCA70}"/>
          </ac:inkMkLst>
        </pc:inkChg>
        <pc:inkChg chg="del">
          <ac:chgData name="Md. Nahid Hasan" userId="85ea5f9e-65d6-4031-b810-9415101f2e21" providerId="ADAL" clId="{25D85872-5EAE-4915-8B44-7F01E0758971}" dt="2021-03-10T17:17:22.711" v="19" actId="478"/>
          <ac:inkMkLst>
            <pc:docMk/>
            <pc:sldMk cId="0" sldId="468"/>
            <ac:inkMk id="51252" creationId="{DF479BD9-930F-45A1-B16B-CDCFE60F0400}"/>
          </ac:inkMkLst>
        </pc:inkChg>
        <pc:inkChg chg="del">
          <ac:chgData name="Md. Nahid Hasan" userId="85ea5f9e-65d6-4031-b810-9415101f2e21" providerId="ADAL" clId="{25D85872-5EAE-4915-8B44-7F01E0758971}" dt="2021-03-10T17:17:22.711" v="19" actId="478"/>
          <ac:inkMkLst>
            <pc:docMk/>
            <pc:sldMk cId="0" sldId="468"/>
            <ac:inkMk id="51253" creationId="{6F5CE3A4-D8BA-45FC-8DB0-7D23078EC9C0}"/>
          </ac:inkMkLst>
        </pc:inkChg>
        <pc:inkChg chg="del">
          <ac:chgData name="Md. Nahid Hasan" userId="85ea5f9e-65d6-4031-b810-9415101f2e21" providerId="ADAL" clId="{25D85872-5EAE-4915-8B44-7F01E0758971}" dt="2021-03-10T17:17:22.711" v="19" actId="478"/>
          <ac:inkMkLst>
            <pc:docMk/>
            <pc:sldMk cId="0" sldId="468"/>
            <ac:inkMk id="51254" creationId="{665971EF-050A-4C48-B408-6ED35D972A8D}"/>
          </ac:inkMkLst>
        </pc:inkChg>
        <pc:inkChg chg="del">
          <ac:chgData name="Md. Nahid Hasan" userId="85ea5f9e-65d6-4031-b810-9415101f2e21" providerId="ADAL" clId="{25D85872-5EAE-4915-8B44-7F01E0758971}" dt="2021-03-10T17:17:22.711" v="19" actId="478"/>
          <ac:inkMkLst>
            <pc:docMk/>
            <pc:sldMk cId="0" sldId="468"/>
            <ac:inkMk id="51255" creationId="{F920DCF5-D909-4F41-BFF7-557000F13355}"/>
          </ac:inkMkLst>
        </pc:inkChg>
        <pc:inkChg chg="del">
          <ac:chgData name="Md. Nahid Hasan" userId="85ea5f9e-65d6-4031-b810-9415101f2e21" providerId="ADAL" clId="{25D85872-5EAE-4915-8B44-7F01E0758971}" dt="2021-03-10T17:17:22.711" v="19" actId="478"/>
          <ac:inkMkLst>
            <pc:docMk/>
            <pc:sldMk cId="0" sldId="468"/>
            <ac:inkMk id="51256" creationId="{EFDF7236-8E7E-4E28-9DC9-006D21FB04DC}"/>
          </ac:inkMkLst>
        </pc:inkChg>
        <pc:inkChg chg="del">
          <ac:chgData name="Md. Nahid Hasan" userId="85ea5f9e-65d6-4031-b810-9415101f2e21" providerId="ADAL" clId="{25D85872-5EAE-4915-8B44-7F01E0758971}" dt="2021-03-10T17:17:22.711" v="19" actId="478"/>
          <ac:inkMkLst>
            <pc:docMk/>
            <pc:sldMk cId="0" sldId="468"/>
            <ac:inkMk id="51257" creationId="{A9EC5BC9-48B0-41AF-A7EF-43FDFEB1E697}"/>
          </ac:inkMkLst>
        </pc:inkChg>
        <pc:inkChg chg="del">
          <ac:chgData name="Md. Nahid Hasan" userId="85ea5f9e-65d6-4031-b810-9415101f2e21" providerId="ADAL" clId="{25D85872-5EAE-4915-8B44-7F01E0758971}" dt="2021-03-10T17:17:22.711" v="19" actId="478"/>
          <ac:inkMkLst>
            <pc:docMk/>
            <pc:sldMk cId="0" sldId="468"/>
            <ac:inkMk id="51258" creationId="{DA1928BF-5A90-4573-863B-622BF07D8403}"/>
          </ac:inkMkLst>
        </pc:inkChg>
        <pc:inkChg chg="del">
          <ac:chgData name="Md. Nahid Hasan" userId="85ea5f9e-65d6-4031-b810-9415101f2e21" providerId="ADAL" clId="{25D85872-5EAE-4915-8B44-7F01E0758971}" dt="2021-03-10T17:17:22.711" v="19" actId="478"/>
          <ac:inkMkLst>
            <pc:docMk/>
            <pc:sldMk cId="0" sldId="468"/>
            <ac:inkMk id="51259" creationId="{862B6C53-6696-4098-81A0-5D98F3432592}"/>
          </ac:inkMkLst>
        </pc:inkChg>
        <pc:inkChg chg="del">
          <ac:chgData name="Md. Nahid Hasan" userId="85ea5f9e-65d6-4031-b810-9415101f2e21" providerId="ADAL" clId="{25D85872-5EAE-4915-8B44-7F01E0758971}" dt="2021-03-10T17:17:22.711" v="19" actId="478"/>
          <ac:inkMkLst>
            <pc:docMk/>
            <pc:sldMk cId="0" sldId="468"/>
            <ac:inkMk id="51260" creationId="{453A0178-5546-4CA9-BFA5-C12DE41D1C0B}"/>
          </ac:inkMkLst>
        </pc:inkChg>
        <pc:inkChg chg="del">
          <ac:chgData name="Md. Nahid Hasan" userId="85ea5f9e-65d6-4031-b810-9415101f2e21" providerId="ADAL" clId="{25D85872-5EAE-4915-8B44-7F01E0758971}" dt="2021-03-10T17:17:22.711" v="19" actId="478"/>
          <ac:inkMkLst>
            <pc:docMk/>
            <pc:sldMk cId="0" sldId="468"/>
            <ac:inkMk id="51261" creationId="{798D45B4-5E22-42B0-A591-48681F0D5A8F}"/>
          </ac:inkMkLst>
        </pc:inkChg>
        <pc:inkChg chg="del">
          <ac:chgData name="Md. Nahid Hasan" userId="85ea5f9e-65d6-4031-b810-9415101f2e21" providerId="ADAL" clId="{25D85872-5EAE-4915-8B44-7F01E0758971}" dt="2021-03-10T17:17:22.711" v="19" actId="478"/>
          <ac:inkMkLst>
            <pc:docMk/>
            <pc:sldMk cId="0" sldId="468"/>
            <ac:inkMk id="51262" creationId="{B7C3EEE4-67D9-4BA2-A32B-5266290A84CC}"/>
          </ac:inkMkLst>
        </pc:inkChg>
        <pc:inkChg chg="del">
          <ac:chgData name="Md. Nahid Hasan" userId="85ea5f9e-65d6-4031-b810-9415101f2e21" providerId="ADAL" clId="{25D85872-5EAE-4915-8B44-7F01E0758971}" dt="2021-03-10T17:17:22.711" v="19" actId="478"/>
          <ac:inkMkLst>
            <pc:docMk/>
            <pc:sldMk cId="0" sldId="468"/>
            <ac:inkMk id="51263" creationId="{B8056E92-C3E5-4664-B391-E2925ADE75CD}"/>
          </ac:inkMkLst>
        </pc:inkChg>
        <pc:inkChg chg="del">
          <ac:chgData name="Md. Nahid Hasan" userId="85ea5f9e-65d6-4031-b810-9415101f2e21" providerId="ADAL" clId="{25D85872-5EAE-4915-8B44-7F01E0758971}" dt="2021-03-10T17:17:22.711" v="19" actId="478"/>
          <ac:inkMkLst>
            <pc:docMk/>
            <pc:sldMk cId="0" sldId="468"/>
            <ac:inkMk id="51264" creationId="{7E8A3B91-A1AE-44FF-9D54-46660885D919}"/>
          </ac:inkMkLst>
        </pc:inkChg>
        <pc:inkChg chg="del">
          <ac:chgData name="Md. Nahid Hasan" userId="85ea5f9e-65d6-4031-b810-9415101f2e21" providerId="ADAL" clId="{25D85872-5EAE-4915-8B44-7F01E0758971}" dt="2021-03-10T17:17:22.711" v="19" actId="478"/>
          <ac:inkMkLst>
            <pc:docMk/>
            <pc:sldMk cId="0" sldId="468"/>
            <ac:inkMk id="51265" creationId="{C55DE748-72E5-4DD3-9168-A0E919BB92F6}"/>
          </ac:inkMkLst>
        </pc:inkChg>
        <pc:inkChg chg="del">
          <ac:chgData name="Md. Nahid Hasan" userId="85ea5f9e-65d6-4031-b810-9415101f2e21" providerId="ADAL" clId="{25D85872-5EAE-4915-8B44-7F01E0758971}" dt="2021-03-10T17:17:22.711" v="19" actId="478"/>
          <ac:inkMkLst>
            <pc:docMk/>
            <pc:sldMk cId="0" sldId="468"/>
            <ac:inkMk id="51266" creationId="{03C533F4-D89E-4A98-9AD0-6FD9A5D1F533}"/>
          </ac:inkMkLst>
        </pc:inkChg>
        <pc:inkChg chg="del">
          <ac:chgData name="Md. Nahid Hasan" userId="85ea5f9e-65d6-4031-b810-9415101f2e21" providerId="ADAL" clId="{25D85872-5EAE-4915-8B44-7F01E0758971}" dt="2021-03-10T17:17:22.711" v="19" actId="478"/>
          <ac:inkMkLst>
            <pc:docMk/>
            <pc:sldMk cId="0" sldId="468"/>
            <ac:inkMk id="51267" creationId="{CE471E32-886C-47C4-8B8F-F50601EDE2A2}"/>
          </ac:inkMkLst>
        </pc:inkChg>
        <pc:inkChg chg="del">
          <ac:chgData name="Md. Nahid Hasan" userId="85ea5f9e-65d6-4031-b810-9415101f2e21" providerId="ADAL" clId="{25D85872-5EAE-4915-8B44-7F01E0758971}" dt="2021-03-10T17:17:22.711" v="19" actId="478"/>
          <ac:inkMkLst>
            <pc:docMk/>
            <pc:sldMk cId="0" sldId="468"/>
            <ac:inkMk id="51268" creationId="{1A6DD8D5-AC38-4197-A8F9-A54F26D0F3DA}"/>
          </ac:inkMkLst>
        </pc:inkChg>
        <pc:inkChg chg="del">
          <ac:chgData name="Md. Nahid Hasan" userId="85ea5f9e-65d6-4031-b810-9415101f2e21" providerId="ADAL" clId="{25D85872-5EAE-4915-8B44-7F01E0758971}" dt="2021-03-10T17:17:22.711" v="19" actId="478"/>
          <ac:inkMkLst>
            <pc:docMk/>
            <pc:sldMk cId="0" sldId="468"/>
            <ac:inkMk id="51269" creationId="{B2B80B4E-067E-42E1-AA78-413326DC4046}"/>
          </ac:inkMkLst>
        </pc:inkChg>
        <pc:inkChg chg="del">
          <ac:chgData name="Md. Nahid Hasan" userId="85ea5f9e-65d6-4031-b810-9415101f2e21" providerId="ADAL" clId="{25D85872-5EAE-4915-8B44-7F01E0758971}" dt="2021-03-10T17:17:22.711" v="19" actId="478"/>
          <ac:inkMkLst>
            <pc:docMk/>
            <pc:sldMk cId="0" sldId="468"/>
            <ac:inkMk id="51270" creationId="{8F02F820-69D8-44D3-9946-A3692CEBE1AA}"/>
          </ac:inkMkLst>
        </pc:inkChg>
        <pc:inkChg chg="del">
          <ac:chgData name="Md. Nahid Hasan" userId="85ea5f9e-65d6-4031-b810-9415101f2e21" providerId="ADAL" clId="{25D85872-5EAE-4915-8B44-7F01E0758971}" dt="2021-03-10T17:17:22.711" v="19" actId="478"/>
          <ac:inkMkLst>
            <pc:docMk/>
            <pc:sldMk cId="0" sldId="468"/>
            <ac:inkMk id="51271" creationId="{8DC68463-8A52-4F0D-B445-E97F165469B6}"/>
          </ac:inkMkLst>
        </pc:inkChg>
        <pc:inkChg chg="del">
          <ac:chgData name="Md. Nahid Hasan" userId="85ea5f9e-65d6-4031-b810-9415101f2e21" providerId="ADAL" clId="{25D85872-5EAE-4915-8B44-7F01E0758971}" dt="2021-03-10T17:17:22.711" v="19" actId="478"/>
          <ac:inkMkLst>
            <pc:docMk/>
            <pc:sldMk cId="0" sldId="468"/>
            <ac:inkMk id="51272" creationId="{6CD21AB6-313A-47BF-9DC5-4A912F31119F}"/>
          </ac:inkMkLst>
        </pc:inkChg>
        <pc:inkChg chg="del">
          <ac:chgData name="Md. Nahid Hasan" userId="85ea5f9e-65d6-4031-b810-9415101f2e21" providerId="ADAL" clId="{25D85872-5EAE-4915-8B44-7F01E0758971}" dt="2021-03-10T17:17:22.711" v="19" actId="478"/>
          <ac:inkMkLst>
            <pc:docMk/>
            <pc:sldMk cId="0" sldId="468"/>
            <ac:inkMk id="51273" creationId="{EF1E319C-BC74-4D1A-86B9-FFD8F392571F}"/>
          </ac:inkMkLst>
        </pc:inkChg>
        <pc:inkChg chg="del">
          <ac:chgData name="Md. Nahid Hasan" userId="85ea5f9e-65d6-4031-b810-9415101f2e21" providerId="ADAL" clId="{25D85872-5EAE-4915-8B44-7F01E0758971}" dt="2021-03-10T17:17:22.711" v="19" actId="478"/>
          <ac:inkMkLst>
            <pc:docMk/>
            <pc:sldMk cId="0" sldId="468"/>
            <ac:inkMk id="51274" creationId="{B31FA68C-5C34-4745-8407-AE4B11EC4897}"/>
          </ac:inkMkLst>
        </pc:inkChg>
        <pc:inkChg chg="del">
          <ac:chgData name="Md. Nahid Hasan" userId="85ea5f9e-65d6-4031-b810-9415101f2e21" providerId="ADAL" clId="{25D85872-5EAE-4915-8B44-7F01E0758971}" dt="2021-03-10T17:17:22.711" v="19" actId="478"/>
          <ac:inkMkLst>
            <pc:docMk/>
            <pc:sldMk cId="0" sldId="468"/>
            <ac:inkMk id="51275" creationId="{2C3DD0BF-371F-483D-9A01-A86957A838B1}"/>
          </ac:inkMkLst>
        </pc:inkChg>
        <pc:inkChg chg="del">
          <ac:chgData name="Md. Nahid Hasan" userId="85ea5f9e-65d6-4031-b810-9415101f2e21" providerId="ADAL" clId="{25D85872-5EAE-4915-8B44-7F01E0758971}" dt="2021-03-10T17:17:22.711" v="19" actId="478"/>
          <ac:inkMkLst>
            <pc:docMk/>
            <pc:sldMk cId="0" sldId="468"/>
            <ac:inkMk id="51276" creationId="{F61F024C-E301-4D52-8AA5-8D58F6D132B7}"/>
          </ac:inkMkLst>
        </pc:inkChg>
        <pc:inkChg chg="del">
          <ac:chgData name="Md. Nahid Hasan" userId="85ea5f9e-65d6-4031-b810-9415101f2e21" providerId="ADAL" clId="{25D85872-5EAE-4915-8B44-7F01E0758971}" dt="2021-03-10T17:17:22.711" v="19" actId="478"/>
          <ac:inkMkLst>
            <pc:docMk/>
            <pc:sldMk cId="0" sldId="468"/>
            <ac:inkMk id="51277" creationId="{F77D92C4-BA60-44DE-A167-E8722D3D28C1}"/>
          </ac:inkMkLst>
        </pc:inkChg>
        <pc:inkChg chg="del">
          <ac:chgData name="Md. Nahid Hasan" userId="85ea5f9e-65d6-4031-b810-9415101f2e21" providerId="ADAL" clId="{25D85872-5EAE-4915-8B44-7F01E0758971}" dt="2021-03-10T17:17:22.711" v="19" actId="478"/>
          <ac:inkMkLst>
            <pc:docMk/>
            <pc:sldMk cId="0" sldId="468"/>
            <ac:inkMk id="51278" creationId="{5465F078-61E5-441C-A1B7-C117EC4B21BF}"/>
          </ac:inkMkLst>
        </pc:inkChg>
        <pc:inkChg chg="del">
          <ac:chgData name="Md. Nahid Hasan" userId="85ea5f9e-65d6-4031-b810-9415101f2e21" providerId="ADAL" clId="{25D85872-5EAE-4915-8B44-7F01E0758971}" dt="2021-03-10T17:17:22.711" v="19" actId="478"/>
          <ac:inkMkLst>
            <pc:docMk/>
            <pc:sldMk cId="0" sldId="468"/>
            <ac:inkMk id="51279" creationId="{C64F88F1-2095-42C9-AF01-32FF140A3F81}"/>
          </ac:inkMkLst>
        </pc:inkChg>
        <pc:inkChg chg="del">
          <ac:chgData name="Md. Nahid Hasan" userId="85ea5f9e-65d6-4031-b810-9415101f2e21" providerId="ADAL" clId="{25D85872-5EAE-4915-8B44-7F01E0758971}" dt="2021-03-10T17:17:22.711" v="19" actId="478"/>
          <ac:inkMkLst>
            <pc:docMk/>
            <pc:sldMk cId="0" sldId="468"/>
            <ac:inkMk id="51280" creationId="{9259972E-2159-4622-873A-80D2DD730D66}"/>
          </ac:inkMkLst>
        </pc:inkChg>
        <pc:inkChg chg="del">
          <ac:chgData name="Md. Nahid Hasan" userId="85ea5f9e-65d6-4031-b810-9415101f2e21" providerId="ADAL" clId="{25D85872-5EAE-4915-8B44-7F01E0758971}" dt="2021-03-10T17:17:22.711" v="19" actId="478"/>
          <ac:inkMkLst>
            <pc:docMk/>
            <pc:sldMk cId="0" sldId="468"/>
            <ac:inkMk id="51281" creationId="{E709D1D6-14F0-4F24-9B29-740E3F005F86}"/>
          </ac:inkMkLst>
        </pc:inkChg>
        <pc:inkChg chg="del">
          <ac:chgData name="Md. Nahid Hasan" userId="85ea5f9e-65d6-4031-b810-9415101f2e21" providerId="ADAL" clId="{25D85872-5EAE-4915-8B44-7F01E0758971}" dt="2021-03-10T17:17:22.711" v="19" actId="478"/>
          <ac:inkMkLst>
            <pc:docMk/>
            <pc:sldMk cId="0" sldId="468"/>
            <ac:inkMk id="51282" creationId="{FCF73614-8D8A-453F-BDE9-59A4BC27CAE7}"/>
          </ac:inkMkLst>
        </pc:inkChg>
        <pc:inkChg chg="del">
          <ac:chgData name="Md. Nahid Hasan" userId="85ea5f9e-65d6-4031-b810-9415101f2e21" providerId="ADAL" clId="{25D85872-5EAE-4915-8B44-7F01E0758971}" dt="2021-03-10T17:17:22.711" v="19" actId="478"/>
          <ac:inkMkLst>
            <pc:docMk/>
            <pc:sldMk cId="0" sldId="468"/>
            <ac:inkMk id="51283" creationId="{FC9D50FB-F585-409C-AEA1-265819F80F25}"/>
          </ac:inkMkLst>
        </pc:inkChg>
        <pc:inkChg chg="del">
          <ac:chgData name="Md. Nahid Hasan" userId="85ea5f9e-65d6-4031-b810-9415101f2e21" providerId="ADAL" clId="{25D85872-5EAE-4915-8B44-7F01E0758971}" dt="2021-03-10T17:17:22.711" v="19" actId="478"/>
          <ac:inkMkLst>
            <pc:docMk/>
            <pc:sldMk cId="0" sldId="468"/>
            <ac:inkMk id="51284" creationId="{A0745A6D-7D3E-4F93-94E0-37DB1520DA62}"/>
          </ac:inkMkLst>
        </pc:inkChg>
        <pc:inkChg chg="del">
          <ac:chgData name="Md. Nahid Hasan" userId="85ea5f9e-65d6-4031-b810-9415101f2e21" providerId="ADAL" clId="{25D85872-5EAE-4915-8B44-7F01E0758971}" dt="2021-03-10T17:17:22.711" v="19" actId="478"/>
          <ac:inkMkLst>
            <pc:docMk/>
            <pc:sldMk cId="0" sldId="468"/>
            <ac:inkMk id="51285" creationId="{FFD86BE1-1AE9-49C4-B41C-F8F138FB9A60}"/>
          </ac:inkMkLst>
        </pc:inkChg>
        <pc:inkChg chg="del">
          <ac:chgData name="Md. Nahid Hasan" userId="85ea5f9e-65d6-4031-b810-9415101f2e21" providerId="ADAL" clId="{25D85872-5EAE-4915-8B44-7F01E0758971}" dt="2021-03-10T17:17:22.711" v="19" actId="478"/>
          <ac:inkMkLst>
            <pc:docMk/>
            <pc:sldMk cId="0" sldId="468"/>
            <ac:inkMk id="51286" creationId="{8F13C0F4-C692-4E81-A355-81FA91E8670B}"/>
          </ac:inkMkLst>
        </pc:inkChg>
        <pc:inkChg chg="del">
          <ac:chgData name="Md. Nahid Hasan" userId="85ea5f9e-65d6-4031-b810-9415101f2e21" providerId="ADAL" clId="{25D85872-5EAE-4915-8B44-7F01E0758971}" dt="2021-03-10T17:17:22.711" v="19" actId="478"/>
          <ac:inkMkLst>
            <pc:docMk/>
            <pc:sldMk cId="0" sldId="468"/>
            <ac:inkMk id="51287" creationId="{30F6B026-C3D3-48B5-986E-C50D31DB77F4}"/>
          </ac:inkMkLst>
        </pc:inkChg>
        <pc:inkChg chg="del">
          <ac:chgData name="Md. Nahid Hasan" userId="85ea5f9e-65d6-4031-b810-9415101f2e21" providerId="ADAL" clId="{25D85872-5EAE-4915-8B44-7F01E0758971}" dt="2021-03-10T17:17:22.711" v="19" actId="478"/>
          <ac:inkMkLst>
            <pc:docMk/>
            <pc:sldMk cId="0" sldId="468"/>
            <ac:inkMk id="51288" creationId="{E2DED1CF-5AC9-4AE0-AA80-EEE3D80F5E80}"/>
          </ac:inkMkLst>
        </pc:inkChg>
        <pc:inkChg chg="del">
          <ac:chgData name="Md. Nahid Hasan" userId="85ea5f9e-65d6-4031-b810-9415101f2e21" providerId="ADAL" clId="{25D85872-5EAE-4915-8B44-7F01E0758971}" dt="2021-03-10T17:17:22.711" v="19" actId="478"/>
          <ac:inkMkLst>
            <pc:docMk/>
            <pc:sldMk cId="0" sldId="468"/>
            <ac:inkMk id="51289" creationId="{DB5C2546-437C-4630-BB49-F92B800152B2}"/>
          </ac:inkMkLst>
        </pc:inkChg>
        <pc:inkChg chg="del">
          <ac:chgData name="Md. Nahid Hasan" userId="85ea5f9e-65d6-4031-b810-9415101f2e21" providerId="ADAL" clId="{25D85872-5EAE-4915-8B44-7F01E0758971}" dt="2021-03-10T17:17:22.711" v="19" actId="478"/>
          <ac:inkMkLst>
            <pc:docMk/>
            <pc:sldMk cId="0" sldId="468"/>
            <ac:inkMk id="51290" creationId="{15273028-23DA-4D86-952E-6868AD62CE2A}"/>
          </ac:inkMkLst>
        </pc:inkChg>
        <pc:inkChg chg="del">
          <ac:chgData name="Md. Nahid Hasan" userId="85ea5f9e-65d6-4031-b810-9415101f2e21" providerId="ADAL" clId="{25D85872-5EAE-4915-8B44-7F01E0758971}" dt="2021-03-10T17:17:22.711" v="19" actId="478"/>
          <ac:inkMkLst>
            <pc:docMk/>
            <pc:sldMk cId="0" sldId="468"/>
            <ac:inkMk id="51291" creationId="{2C5F4030-8FFA-49A4-A0A4-FF3FE2A2D441}"/>
          </ac:inkMkLst>
        </pc:inkChg>
        <pc:inkChg chg="del">
          <ac:chgData name="Md. Nahid Hasan" userId="85ea5f9e-65d6-4031-b810-9415101f2e21" providerId="ADAL" clId="{25D85872-5EAE-4915-8B44-7F01E0758971}" dt="2021-03-10T17:17:22.711" v="19" actId="478"/>
          <ac:inkMkLst>
            <pc:docMk/>
            <pc:sldMk cId="0" sldId="468"/>
            <ac:inkMk id="51292" creationId="{37F26085-5BD2-427D-AC6D-3A08AB09622D}"/>
          </ac:inkMkLst>
        </pc:inkChg>
        <pc:inkChg chg="del">
          <ac:chgData name="Md. Nahid Hasan" userId="85ea5f9e-65d6-4031-b810-9415101f2e21" providerId="ADAL" clId="{25D85872-5EAE-4915-8B44-7F01E0758971}" dt="2021-03-10T17:17:22.711" v="19" actId="478"/>
          <ac:inkMkLst>
            <pc:docMk/>
            <pc:sldMk cId="0" sldId="468"/>
            <ac:inkMk id="51293" creationId="{A703D95B-6E89-4F80-B638-9E37AAEF63A1}"/>
          </ac:inkMkLst>
        </pc:inkChg>
        <pc:inkChg chg="del">
          <ac:chgData name="Md. Nahid Hasan" userId="85ea5f9e-65d6-4031-b810-9415101f2e21" providerId="ADAL" clId="{25D85872-5EAE-4915-8B44-7F01E0758971}" dt="2021-03-10T17:17:22.711" v="19" actId="478"/>
          <ac:inkMkLst>
            <pc:docMk/>
            <pc:sldMk cId="0" sldId="468"/>
            <ac:inkMk id="51294" creationId="{4A27C36E-7321-4726-AE1D-56B6E9A411A1}"/>
          </ac:inkMkLst>
        </pc:inkChg>
        <pc:inkChg chg="del">
          <ac:chgData name="Md. Nahid Hasan" userId="85ea5f9e-65d6-4031-b810-9415101f2e21" providerId="ADAL" clId="{25D85872-5EAE-4915-8B44-7F01E0758971}" dt="2021-03-10T17:17:22.711" v="19" actId="478"/>
          <ac:inkMkLst>
            <pc:docMk/>
            <pc:sldMk cId="0" sldId="468"/>
            <ac:inkMk id="51295" creationId="{80371DFD-0A22-4970-9300-34B98F7444AA}"/>
          </ac:inkMkLst>
        </pc:inkChg>
        <pc:inkChg chg="del">
          <ac:chgData name="Md. Nahid Hasan" userId="85ea5f9e-65d6-4031-b810-9415101f2e21" providerId="ADAL" clId="{25D85872-5EAE-4915-8B44-7F01E0758971}" dt="2021-03-10T17:17:22.711" v="19" actId="478"/>
          <ac:inkMkLst>
            <pc:docMk/>
            <pc:sldMk cId="0" sldId="468"/>
            <ac:inkMk id="51296" creationId="{8BE6816A-358C-4BA5-AE17-4158C2F5969C}"/>
          </ac:inkMkLst>
        </pc:inkChg>
        <pc:inkChg chg="del">
          <ac:chgData name="Md. Nahid Hasan" userId="85ea5f9e-65d6-4031-b810-9415101f2e21" providerId="ADAL" clId="{25D85872-5EAE-4915-8B44-7F01E0758971}" dt="2021-03-10T17:17:22.711" v="19" actId="478"/>
          <ac:inkMkLst>
            <pc:docMk/>
            <pc:sldMk cId="0" sldId="468"/>
            <ac:inkMk id="51297" creationId="{C07413A6-D86F-498C-8D7E-05C322ABB363}"/>
          </ac:inkMkLst>
        </pc:inkChg>
        <pc:inkChg chg="del">
          <ac:chgData name="Md. Nahid Hasan" userId="85ea5f9e-65d6-4031-b810-9415101f2e21" providerId="ADAL" clId="{25D85872-5EAE-4915-8B44-7F01E0758971}" dt="2021-03-10T17:17:22.711" v="19" actId="478"/>
          <ac:inkMkLst>
            <pc:docMk/>
            <pc:sldMk cId="0" sldId="468"/>
            <ac:inkMk id="51298" creationId="{0B325E52-2B4A-45E9-A517-3BA7B26BAD6C}"/>
          </ac:inkMkLst>
        </pc:inkChg>
        <pc:inkChg chg="del">
          <ac:chgData name="Md. Nahid Hasan" userId="85ea5f9e-65d6-4031-b810-9415101f2e21" providerId="ADAL" clId="{25D85872-5EAE-4915-8B44-7F01E0758971}" dt="2021-03-10T17:17:22.711" v="19" actId="478"/>
          <ac:inkMkLst>
            <pc:docMk/>
            <pc:sldMk cId="0" sldId="468"/>
            <ac:inkMk id="51299" creationId="{0228BB3B-563A-4B18-AE90-A63816C82D11}"/>
          </ac:inkMkLst>
        </pc:inkChg>
        <pc:inkChg chg="del">
          <ac:chgData name="Md. Nahid Hasan" userId="85ea5f9e-65d6-4031-b810-9415101f2e21" providerId="ADAL" clId="{25D85872-5EAE-4915-8B44-7F01E0758971}" dt="2021-03-10T17:17:22.711" v="19" actId="478"/>
          <ac:inkMkLst>
            <pc:docMk/>
            <pc:sldMk cId="0" sldId="468"/>
            <ac:inkMk id="51300" creationId="{20B4A3A6-AB9D-4E43-AFA0-B7B04A5240E5}"/>
          </ac:inkMkLst>
        </pc:inkChg>
        <pc:inkChg chg="del">
          <ac:chgData name="Md. Nahid Hasan" userId="85ea5f9e-65d6-4031-b810-9415101f2e21" providerId="ADAL" clId="{25D85872-5EAE-4915-8B44-7F01E0758971}" dt="2021-03-10T17:17:24.748" v="20" actId="478"/>
          <ac:inkMkLst>
            <pc:docMk/>
            <pc:sldMk cId="0" sldId="468"/>
            <ac:inkMk id="51301" creationId="{30BCDDC2-D0B7-4EC2-BCCA-5B2DE793F318}"/>
          </ac:inkMkLst>
        </pc:inkChg>
        <pc:inkChg chg="del">
          <ac:chgData name="Md. Nahid Hasan" userId="85ea5f9e-65d6-4031-b810-9415101f2e21" providerId="ADAL" clId="{25D85872-5EAE-4915-8B44-7F01E0758971}" dt="2021-03-10T17:17:22.711" v="19" actId="478"/>
          <ac:inkMkLst>
            <pc:docMk/>
            <pc:sldMk cId="0" sldId="468"/>
            <ac:inkMk id="51302" creationId="{1ACE8DB0-94BC-499C-87CC-5BBE810D78B8}"/>
          </ac:inkMkLst>
        </pc:inkChg>
        <pc:inkChg chg="del">
          <ac:chgData name="Md. Nahid Hasan" userId="85ea5f9e-65d6-4031-b810-9415101f2e21" providerId="ADAL" clId="{25D85872-5EAE-4915-8B44-7F01E0758971}" dt="2021-03-10T17:17:22.711" v="19" actId="478"/>
          <ac:inkMkLst>
            <pc:docMk/>
            <pc:sldMk cId="0" sldId="468"/>
            <ac:inkMk id="51303" creationId="{6D00397B-27C0-430F-AEB9-B865EBBD2A21}"/>
          </ac:inkMkLst>
        </pc:inkChg>
        <pc:inkChg chg="del">
          <ac:chgData name="Md. Nahid Hasan" userId="85ea5f9e-65d6-4031-b810-9415101f2e21" providerId="ADAL" clId="{25D85872-5EAE-4915-8B44-7F01E0758971}" dt="2021-03-10T17:17:22.711" v="19" actId="478"/>
          <ac:inkMkLst>
            <pc:docMk/>
            <pc:sldMk cId="0" sldId="468"/>
            <ac:inkMk id="51304" creationId="{DC5187BD-801E-47A4-BAC5-E9FE47BBD990}"/>
          </ac:inkMkLst>
        </pc:inkChg>
        <pc:inkChg chg="del">
          <ac:chgData name="Md. Nahid Hasan" userId="85ea5f9e-65d6-4031-b810-9415101f2e21" providerId="ADAL" clId="{25D85872-5EAE-4915-8B44-7F01E0758971}" dt="2021-03-10T17:17:22.711" v="19" actId="478"/>
          <ac:inkMkLst>
            <pc:docMk/>
            <pc:sldMk cId="0" sldId="468"/>
            <ac:inkMk id="51305" creationId="{71D277C2-6958-4D4C-A7C5-8D2903D09134}"/>
          </ac:inkMkLst>
        </pc:inkChg>
        <pc:inkChg chg="del">
          <ac:chgData name="Md. Nahid Hasan" userId="85ea5f9e-65d6-4031-b810-9415101f2e21" providerId="ADAL" clId="{25D85872-5EAE-4915-8B44-7F01E0758971}" dt="2021-03-10T17:17:22.711" v="19" actId="478"/>
          <ac:inkMkLst>
            <pc:docMk/>
            <pc:sldMk cId="0" sldId="468"/>
            <ac:inkMk id="51306" creationId="{032DB932-F9EE-4DEE-B248-9AAFD79BBF1B}"/>
          </ac:inkMkLst>
        </pc:inkChg>
        <pc:inkChg chg="del">
          <ac:chgData name="Md. Nahid Hasan" userId="85ea5f9e-65d6-4031-b810-9415101f2e21" providerId="ADAL" clId="{25D85872-5EAE-4915-8B44-7F01E0758971}" dt="2021-03-10T17:17:22.711" v="19" actId="478"/>
          <ac:inkMkLst>
            <pc:docMk/>
            <pc:sldMk cId="0" sldId="468"/>
            <ac:inkMk id="51307" creationId="{5F0E442D-65EC-4225-9500-AB85D1120D95}"/>
          </ac:inkMkLst>
        </pc:inkChg>
        <pc:inkChg chg="del">
          <ac:chgData name="Md. Nahid Hasan" userId="85ea5f9e-65d6-4031-b810-9415101f2e21" providerId="ADAL" clId="{25D85872-5EAE-4915-8B44-7F01E0758971}" dt="2021-03-10T17:17:22.711" v="19" actId="478"/>
          <ac:inkMkLst>
            <pc:docMk/>
            <pc:sldMk cId="0" sldId="468"/>
            <ac:inkMk id="51308" creationId="{3F7C16BE-48B3-4800-8323-D50E5079A0AB}"/>
          </ac:inkMkLst>
        </pc:inkChg>
        <pc:inkChg chg="del">
          <ac:chgData name="Md. Nahid Hasan" userId="85ea5f9e-65d6-4031-b810-9415101f2e21" providerId="ADAL" clId="{25D85872-5EAE-4915-8B44-7F01E0758971}" dt="2021-03-10T17:17:22.711" v="19" actId="478"/>
          <ac:inkMkLst>
            <pc:docMk/>
            <pc:sldMk cId="0" sldId="468"/>
            <ac:inkMk id="51309" creationId="{6254A467-E584-4EC9-BCAB-A466955E38B9}"/>
          </ac:inkMkLst>
        </pc:inkChg>
      </pc:sldChg>
      <pc:sldChg chg="delSp mod">
        <pc:chgData name="Md. Nahid Hasan" userId="85ea5f9e-65d6-4031-b810-9415101f2e21" providerId="ADAL" clId="{25D85872-5EAE-4915-8B44-7F01E0758971}" dt="2021-03-10T17:17:32.002" v="22" actId="478"/>
        <pc:sldMkLst>
          <pc:docMk/>
          <pc:sldMk cId="0" sldId="469"/>
        </pc:sldMkLst>
        <pc:inkChg chg="del">
          <ac:chgData name="Md. Nahid Hasan" userId="85ea5f9e-65d6-4031-b810-9415101f2e21" providerId="ADAL" clId="{25D85872-5EAE-4915-8B44-7F01E0758971}" dt="2021-03-10T17:17:32.002" v="22" actId="478"/>
          <ac:inkMkLst>
            <pc:docMk/>
            <pc:sldMk cId="0" sldId="469"/>
            <ac:inkMk id="2" creationId="{CDDA4C48-1BEB-4914-A38C-C0DE91C2A977}"/>
          </ac:inkMkLst>
        </pc:inkChg>
      </pc:sldChg>
      <pc:sldChg chg="delSp mod">
        <pc:chgData name="Md. Nahid Hasan" userId="85ea5f9e-65d6-4031-b810-9415101f2e21" providerId="ADAL" clId="{25D85872-5EAE-4915-8B44-7F01E0758971}" dt="2021-03-10T17:17:28.931" v="21" actId="478"/>
        <pc:sldMkLst>
          <pc:docMk/>
          <pc:sldMk cId="0" sldId="470"/>
        </pc:sldMkLst>
        <pc:inkChg chg="del">
          <ac:chgData name="Md. Nahid Hasan" userId="85ea5f9e-65d6-4031-b810-9415101f2e21" providerId="ADAL" clId="{25D85872-5EAE-4915-8B44-7F01E0758971}" dt="2021-03-10T17:17:28.931" v="21" actId="478"/>
          <ac:inkMkLst>
            <pc:docMk/>
            <pc:sldMk cId="0" sldId="470"/>
            <ac:inkMk id="2" creationId="{659B5287-12E1-4428-A276-FC49BD11D421}"/>
          </ac:inkMkLst>
        </pc:inkChg>
        <pc:inkChg chg="del">
          <ac:chgData name="Md. Nahid Hasan" userId="85ea5f9e-65d6-4031-b810-9415101f2e21" providerId="ADAL" clId="{25D85872-5EAE-4915-8B44-7F01E0758971}" dt="2021-03-10T17:17:28.931" v="21" actId="478"/>
          <ac:inkMkLst>
            <pc:docMk/>
            <pc:sldMk cId="0" sldId="470"/>
            <ac:inkMk id="4" creationId="{695465F8-6F30-42A7-B870-F955606161EF}"/>
          </ac:inkMkLst>
        </pc:inkChg>
        <pc:inkChg chg="del">
          <ac:chgData name="Md. Nahid Hasan" userId="85ea5f9e-65d6-4031-b810-9415101f2e21" providerId="ADAL" clId="{25D85872-5EAE-4915-8B44-7F01E0758971}" dt="2021-03-10T17:17:28.931" v="21" actId="478"/>
          <ac:inkMkLst>
            <pc:docMk/>
            <pc:sldMk cId="0" sldId="470"/>
            <ac:inkMk id="5" creationId="{1C8C7DA6-C5FC-43A8-9065-A7AD903B7A95}"/>
          </ac:inkMkLst>
        </pc:inkChg>
        <pc:inkChg chg="del">
          <ac:chgData name="Md. Nahid Hasan" userId="85ea5f9e-65d6-4031-b810-9415101f2e21" providerId="ADAL" clId="{25D85872-5EAE-4915-8B44-7F01E0758971}" dt="2021-03-10T17:17:28.931" v="21" actId="478"/>
          <ac:inkMkLst>
            <pc:docMk/>
            <pc:sldMk cId="0" sldId="470"/>
            <ac:inkMk id="6" creationId="{798A0623-A528-4EAA-A95C-3E6773C06F5E}"/>
          </ac:inkMkLst>
        </pc:inkChg>
        <pc:inkChg chg="del">
          <ac:chgData name="Md. Nahid Hasan" userId="85ea5f9e-65d6-4031-b810-9415101f2e21" providerId="ADAL" clId="{25D85872-5EAE-4915-8B44-7F01E0758971}" dt="2021-03-10T17:17:28.931" v="21" actId="478"/>
          <ac:inkMkLst>
            <pc:docMk/>
            <pc:sldMk cId="0" sldId="470"/>
            <ac:inkMk id="7" creationId="{DFB7F89C-F5AE-43E5-B1B8-D8645D2DCF09}"/>
          </ac:inkMkLst>
        </pc:inkChg>
        <pc:inkChg chg="del">
          <ac:chgData name="Md. Nahid Hasan" userId="85ea5f9e-65d6-4031-b810-9415101f2e21" providerId="ADAL" clId="{25D85872-5EAE-4915-8B44-7F01E0758971}" dt="2021-03-10T17:17:28.931" v="21" actId="478"/>
          <ac:inkMkLst>
            <pc:docMk/>
            <pc:sldMk cId="0" sldId="470"/>
            <ac:inkMk id="8" creationId="{2A176810-A7FB-410C-9410-9DA9F2C17A03}"/>
          </ac:inkMkLst>
        </pc:inkChg>
        <pc:inkChg chg="del">
          <ac:chgData name="Md. Nahid Hasan" userId="85ea5f9e-65d6-4031-b810-9415101f2e21" providerId="ADAL" clId="{25D85872-5EAE-4915-8B44-7F01E0758971}" dt="2021-03-10T17:17:28.931" v="21" actId="478"/>
          <ac:inkMkLst>
            <pc:docMk/>
            <pc:sldMk cId="0" sldId="470"/>
            <ac:inkMk id="9" creationId="{BE6E702F-DF58-4EAF-9D25-5A332DDADEA4}"/>
          </ac:inkMkLst>
        </pc:inkChg>
        <pc:inkChg chg="del">
          <ac:chgData name="Md. Nahid Hasan" userId="85ea5f9e-65d6-4031-b810-9415101f2e21" providerId="ADAL" clId="{25D85872-5EAE-4915-8B44-7F01E0758971}" dt="2021-03-10T17:17:28.931" v="21" actId="478"/>
          <ac:inkMkLst>
            <pc:docMk/>
            <pc:sldMk cId="0" sldId="470"/>
            <ac:inkMk id="10" creationId="{7C7304CC-1FF4-495A-A649-149FEB3246EA}"/>
          </ac:inkMkLst>
        </pc:inkChg>
        <pc:inkChg chg="del">
          <ac:chgData name="Md. Nahid Hasan" userId="85ea5f9e-65d6-4031-b810-9415101f2e21" providerId="ADAL" clId="{25D85872-5EAE-4915-8B44-7F01E0758971}" dt="2021-03-10T17:17:28.931" v="21" actId="478"/>
          <ac:inkMkLst>
            <pc:docMk/>
            <pc:sldMk cId="0" sldId="470"/>
            <ac:inkMk id="11" creationId="{8E1C5A02-D27D-4431-A5BB-D9D63A6C9DBE}"/>
          </ac:inkMkLst>
        </pc:inkChg>
        <pc:inkChg chg="del">
          <ac:chgData name="Md. Nahid Hasan" userId="85ea5f9e-65d6-4031-b810-9415101f2e21" providerId="ADAL" clId="{25D85872-5EAE-4915-8B44-7F01E0758971}" dt="2021-03-10T17:17:28.931" v="21" actId="478"/>
          <ac:inkMkLst>
            <pc:docMk/>
            <pc:sldMk cId="0" sldId="470"/>
            <ac:inkMk id="12" creationId="{D88AFB55-2DF5-424D-BB7F-2F2CBC597FDE}"/>
          </ac:inkMkLst>
        </pc:inkChg>
        <pc:inkChg chg="del">
          <ac:chgData name="Md. Nahid Hasan" userId="85ea5f9e-65d6-4031-b810-9415101f2e21" providerId="ADAL" clId="{25D85872-5EAE-4915-8B44-7F01E0758971}" dt="2021-03-10T17:17:28.931" v="21" actId="478"/>
          <ac:inkMkLst>
            <pc:docMk/>
            <pc:sldMk cId="0" sldId="470"/>
            <ac:inkMk id="13" creationId="{F006D4FC-D1A2-4C66-B268-3288448237D0}"/>
          </ac:inkMkLst>
        </pc:inkChg>
        <pc:inkChg chg="del">
          <ac:chgData name="Md. Nahid Hasan" userId="85ea5f9e-65d6-4031-b810-9415101f2e21" providerId="ADAL" clId="{25D85872-5EAE-4915-8B44-7F01E0758971}" dt="2021-03-10T17:17:28.931" v="21" actId="478"/>
          <ac:inkMkLst>
            <pc:docMk/>
            <pc:sldMk cId="0" sldId="470"/>
            <ac:inkMk id="14" creationId="{FD7614F4-7E4F-46ED-AF19-FBFE156235D7}"/>
          </ac:inkMkLst>
        </pc:inkChg>
        <pc:inkChg chg="del">
          <ac:chgData name="Md. Nahid Hasan" userId="85ea5f9e-65d6-4031-b810-9415101f2e21" providerId="ADAL" clId="{25D85872-5EAE-4915-8B44-7F01E0758971}" dt="2021-03-10T17:17:28.931" v="21" actId="478"/>
          <ac:inkMkLst>
            <pc:docMk/>
            <pc:sldMk cId="0" sldId="470"/>
            <ac:inkMk id="15" creationId="{58E5E0CA-3D72-4F40-81F9-C228673F5523}"/>
          </ac:inkMkLst>
        </pc:inkChg>
        <pc:inkChg chg="del">
          <ac:chgData name="Md. Nahid Hasan" userId="85ea5f9e-65d6-4031-b810-9415101f2e21" providerId="ADAL" clId="{25D85872-5EAE-4915-8B44-7F01E0758971}" dt="2021-03-10T17:17:28.931" v="21" actId="478"/>
          <ac:inkMkLst>
            <pc:docMk/>
            <pc:sldMk cId="0" sldId="470"/>
            <ac:inkMk id="16" creationId="{B895B71C-3344-4AF4-B5B9-B7EB663D3794}"/>
          </ac:inkMkLst>
        </pc:inkChg>
        <pc:inkChg chg="del">
          <ac:chgData name="Md. Nahid Hasan" userId="85ea5f9e-65d6-4031-b810-9415101f2e21" providerId="ADAL" clId="{25D85872-5EAE-4915-8B44-7F01E0758971}" dt="2021-03-10T17:17:28.931" v="21" actId="478"/>
          <ac:inkMkLst>
            <pc:docMk/>
            <pc:sldMk cId="0" sldId="470"/>
            <ac:inkMk id="17" creationId="{359F83FA-9316-40D7-AF6C-E3EEDBF585C5}"/>
          </ac:inkMkLst>
        </pc:inkChg>
        <pc:inkChg chg="del">
          <ac:chgData name="Md. Nahid Hasan" userId="85ea5f9e-65d6-4031-b810-9415101f2e21" providerId="ADAL" clId="{25D85872-5EAE-4915-8B44-7F01E0758971}" dt="2021-03-10T17:17:28.931" v="21" actId="478"/>
          <ac:inkMkLst>
            <pc:docMk/>
            <pc:sldMk cId="0" sldId="470"/>
            <ac:inkMk id="18" creationId="{1423A318-6E19-4186-99B3-FCB6B25ED00F}"/>
          </ac:inkMkLst>
        </pc:inkChg>
        <pc:inkChg chg="del">
          <ac:chgData name="Md. Nahid Hasan" userId="85ea5f9e-65d6-4031-b810-9415101f2e21" providerId="ADAL" clId="{25D85872-5EAE-4915-8B44-7F01E0758971}" dt="2021-03-10T17:17:28.931" v="21" actId="478"/>
          <ac:inkMkLst>
            <pc:docMk/>
            <pc:sldMk cId="0" sldId="470"/>
            <ac:inkMk id="19" creationId="{B1B0F3D7-126F-4529-AD1C-5BEA69830520}"/>
          </ac:inkMkLst>
        </pc:inkChg>
        <pc:inkChg chg="del">
          <ac:chgData name="Md. Nahid Hasan" userId="85ea5f9e-65d6-4031-b810-9415101f2e21" providerId="ADAL" clId="{25D85872-5EAE-4915-8B44-7F01E0758971}" dt="2021-03-10T17:17:28.931" v="21" actId="478"/>
          <ac:inkMkLst>
            <pc:docMk/>
            <pc:sldMk cId="0" sldId="470"/>
            <ac:inkMk id="20" creationId="{E3A0058D-AC40-47F9-9283-02F71655F32F}"/>
          </ac:inkMkLst>
        </pc:inkChg>
        <pc:inkChg chg="del">
          <ac:chgData name="Md. Nahid Hasan" userId="85ea5f9e-65d6-4031-b810-9415101f2e21" providerId="ADAL" clId="{25D85872-5EAE-4915-8B44-7F01E0758971}" dt="2021-03-10T17:17:28.931" v="21" actId="478"/>
          <ac:inkMkLst>
            <pc:docMk/>
            <pc:sldMk cId="0" sldId="470"/>
            <ac:inkMk id="21" creationId="{31C2606B-1CEA-4A69-8803-DB8F2F166433}"/>
          </ac:inkMkLst>
        </pc:inkChg>
        <pc:inkChg chg="del">
          <ac:chgData name="Md. Nahid Hasan" userId="85ea5f9e-65d6-4031-b810-9415101f2e21" providerId="ADAL" clId="{25D85872-5EAE-4915-8B44-7F01E0758971}" dt="2021-03-10T17:17:28.931" v="21" actId="478"/>
          <ac:inkMkLst>
            <pc:docMk/>
            <pc:sldMk cId="0" sldId="470"/>
            <ac:inkMk id="22" creationId="{AD4605FE-A41E-4205-9BEF-CA5D00719159}"/>
          </ac:inkMkLst>
        </pc:inkChg>
        <pc:inkChg chg="del">
          <ac:chgData name="Md. Nahid Hasan" userId="85ea5f9e-65d6-4031-b810-9415101f2e21" providerId="ADAL" clId="{25D85872-5EAE-4915-8B44-7F01E0758971}" dt="2021-03-10T17:17:28.931" v="21" actId="478"/>
          <ac:inkMkLst>
            <pc:docMk/>
            <pc:sldMk cId="0" sldId="470"/>
            <ac:inkMk id="23" creationId="{30550826-82D9-439F-9A4C-5E197A8B90B3}"/>
          </ac:inkMkLst>
        </pc:inkChg>
        <pc:inkChg chg="del">
          <ac:chgData name="Md. Nahid Hasan" userId="85ea5f9e-65d6-4031-b810-9415101f2e21" providerId="ADAL" clId="{25D85872-5EAE-4915-8B44-7F01E0758971}" dt="2021-03-10T17:17:28.931" v="21" actId="478"/>
          <ac:inkMkLst>
            <pc:docMk/>
            <pc:sldMk cId="0" sldId="470"/>
            <ac:inkMk id="24" creationId="{34005F76-BB48-4AA5-803D-E1E26FFDB9C8}"/>
          </ac:inkMkLst>
        </pc:inkChg>
        <pc:inkChg chg="del">
          <ac:chgData name="Md. Nahid Hasan" userId="85ea5f9e-65d6-4031-b810-9415101f2e21" providerId="ADAL" clId="{25D85872-5EAE-4915-8B44-7F01E0758971}" dt="2021-03-10T17:17:28.931" v="21" actId="478"/>
          <ac:inkMkLst>
            <pc:docMk/>
            <pc:sldMk cId="0" sldId="470"/>
            <ac:inkMk id="25" creationId="{36EB3B8A-2B52-4520-A330-A10E8811F165}"/>
          </ac:inkMkLst>
        </pc:inkChg>
        <pc:inkChg chg="del">
          <ac:chgData name="Md. Nahid Hasan" userId="85ea5f9e-65d6-4031-b810-9415101f2e21" providerId="ADAL" clId="{25D85872-5EAE-4915-8B44-7F01E0758971}" dt="2021-03-10T17:17:28.931" v="21" actId="478"/>
          <ac:inkMkLst>
            <pc:docMk/>
            <pc:sldMk cId="0" sldId="470"/>
            <ac:inkMk id="26" creationId="{5D385889-1058-4F92-BDDF-A56DB6DB01F6}"/>
          </ac:inkMkLst>
        </pc:inkChg>
        <pc:inkChg chg="del">
          <ac:chgData name="Md. Nahid Hasan" userId="85ea5f9e-65d6-4031-b810-9415101f2e21" providerId="ADAL" clId="{25D85872-5EAE-4915-8B44-7F01E0758971}" dt="2021-03-10T17:17:28.931" v="21" actId="478"/>
          <ac:inkMkLst>
            <pc:docMk/>
            <pc:sldMk cId="0" sldId="470"/>
            <ac:inkMk id="27" creationId="{78BFB483-16FB-479E-9EE6-D3A2F9B07588}"/>
          </ac:inkMkLst>
        </pc:inkChg>
        <pc:inkChg chg="del">
          <ac:chgData name="Md. Nahid Hasan" userId="85ea5f9e-65d6-4031-b810-9415101f2e21" providerId="ADAL" clId="{25D85872-5EAE-4915-8B44-7F01E0758971}" dt="2021-03-10T17:17:28.931" v="21" actId="478"/>
          <ac:inkMkLst>
            <pc:docMk/>
            <pc:sldMk cId="0" sldId="470"/>
            <ac:inkMk id="28" creationId="{C36C0FC9-7259-474E-8A4E-F181E89E73DB}"/>
          </ac:inkMkLst>
        </pc:inkChg>
        <pc:inkChg chg="del">
          <ac:chgData name="Md. Nahid Hasan" userId="85ea5f9e-65d6-4031-b810-9415101f2e21" providerId="ADAL" clId="{25D85872-5EAE-4915-8B44-7F01E0758971}" dt="2021-03-10T17:17:28.931" v="21" actId="478"/>
          <ac:inkMkLst>
            <pc:docMk/>
            <pc:sldMk cId="0" sldId="470"/>
            <ac:inkMk id="29" creationId="{552DCC45-E983-4FB2-B8F5-DCB0ED3C5F06}"/>
          </ac:inkMkLst>
        </pc:inkChg>
        <pc:inkChg chg="del">
          <ac:chgData name="Md. Nahid Hasan" userId="85ea5f9e-65d6-4031-b810-9415101f2e21" providerId="ADAL" clId="{25D85872-5EAE-4915-8B44-7F01E0758971}" dt="2021-03-10T17:17:28.931" v="21" actId="478"/>
          <ac:inkMkLst>
            <pc:docMk/>
            <pc:sldMk cId="0" sldId="470"/>
            <ac:inkMk id="30" creationId="{A88AD728-619E-4821-A6D3-626534063056}"/>
          </ac:inkMkLst>
        </pc:inkChg>
        <pc:inkChg chg="del">
          <ac:chgData name="Md. Nahid Hasan" userId="85ea5f9e-65d6-4031-b810-9415101f2e21" providerId="ADAL" clId="{25D85872-5EAE-4915-8B44-7F01E0758971}" dt="2021-03-10T17:17:28.931" v="21" actId="478"/>
          <ac:inkMkLst>
            <pc:docMk/>
            <pc:sldMk cId="0" sldId="470"/>
            <ac:inkMk id="31" creationId="{2B7A6BF1-B8FF-4E91-A744-710680AA5C2F}"/>
          </ac:inkMkLst>
        </pc:inkChg>
        <pc:inkChg chg="del">
          <ac:chgData name="Md. Nahid Hasan" userId="85ea5f9e-65d6-4031-b810-9415101f2e21" providerId="ADAL" clId="{25D85872-5EAE-4915-8B44-7F01E0758971}" dt="2021-03-10T17:17:28.931" v="21" actId="478"/>
          <ac:inkMkLst>
            <pc:docMk/>
            <pc:sldMk cId="0" sldId="470"/>
            <ac:inkMk id="32" creationId="{9B17439E-2BDA-4912-99CF-1E4953B7815A}"/>
          </ac:inkMkLst>
        </pc:inkChg>
        <pc:inkChg chg="del">
          <ac:chgData name="Md. Nahid Hasan" userId="85ea5f9e-65d6-4031-b810-9415101f2e21" providerId="ADAL" clId="{25D85872-5EAE-4915-8B44-7F01E0758971}" dt="2021-03-10T17:17:28.931" v="21" actId="478"/>
          <ac:inkMkLst>
            <pc:docMk/>
            <pc:sldMk cId="0" sldId="470"/>
            <ac:inkMk id="33" creationId="{1D314091-E575-44E3-8DAA-0CD7AA6E7665}"/>
          </ac:inkMkLst>
        </pc:inkChg>
        <pc:inkChg chg="del">
          <ac:chgData name="Md. Nahid Hasan" userId="85ea5f9e-65d6-4031-b810-9415101f2e21" providerId="ADAL" clId="{25D85872-5EAE-4915-8B44-7F01E0758971}" dt="2021-03-10T17:17:28.931" v="21" actId="478"/>
          <ac:inkMkLst>
            <pc:docMk/>
            <pc:sldMk cId="0" sldId="470"/>
            <ac:inkMk id="34" creationId="{0BAABB43-DD1E-4435-927B-38C5A689D0A9}"/>
          </ac:inkMkLst>
        </pc:inkChg>
        <pc:inkChg chg="del">
          <ac:chgData name="Md. Nahid Hasan" userId="85ea5f9e-65d6-4031-b810-9415101f2e21" providerId="ADAL" clId="{25D85872-5EAE-4915-8B44-7F01E0758971}" dt="2021-03-10T17:17:28.931" v="21" actId="478"/>
          <ac:inkMkLst>
            <pc:docMk/>
            <pc:sldMk cId="0" sldId="470"/>
            <ac:inkMk id="35" creationId="{6CA489F7-E758-4EB2-9556-4E7995149631}"/>
          </ac:inkMkLst>
        </pc:inkChg>
        <pc:inkChg chg="del">
          <ac:chgData name="Md. Nahid Hasan" userId="85ea5f9e-65d6-4031-b810-9415101f2e21" providerId="ADAL" clId="{25D85872-5EAE-4915-8B44-7F01E0758971}" dt="2021-03-10T17:17:28.931" v="21" actId="478"/>
          <ac:inkMkLst>
            <pc:docMk/>
            <pc:sldMk cId="0" sldId="470"/>
            <ac:inkMk id="36" creationId="{9B005CF7-3BA9-4EAD-AE9E-37D45E87436D}"/>
          </ac:inkMkLst>
        </pc:inkChg>
        <pc:inkChg chg="del">
          <ac:chgData name="Md. Nahid Hasan" userId="85ea5f9e-65d6-4031-b810-9415101f2e21" providerId="ADAL" clId="{25D85872-5EAE-4915-8B44-7F01E0758971}" dt="2021-03-10T17:17:28.931" v="21" actId="478"/>
          <ac:inkMkLst>
            <pc:docMk/>
            <pc:sldMk cId="0" sldId="470"/>
            <ac:inkMk id="37" creationId="{BED24ABE-02DD-4D59-A88B-1B6A42F7E4B2}"/>
          </ac:inkMkLst>
        </pc:inkChg>
        <pc:inkChg chg="del">
          <ac:chgData name="Md. Nahid Hasan" userId="85ea5f9e-65d6-4031-b810-9415101f2e21" providerId="ADAL" clId="{25D85872-5EAE-4915-8B44-7F01E0758971}" dt="2021-03-10T17:17:28.931" v="21" actId="478"/>
          <ac:inkMkLst>
            <pc:docMk/>
            <pc:sldMk cId="0" sldId="470"/>
            <ac:inkMk id="38" creationId="{CF28CC3B-42F5-4564-B112-45491D131B17}"/>
          </ac:inkMkLst>
        </pc:inkChg>
        <pc:inkChg chg="del">
          <ac:chgData name="Md. Nahid Hasan" userId="85ea5f9e-65d6-4031-b810-9415101f2e21" providerId="ADAL" clId="{25D85872-5EAE-4915-8B44-7F01E0758971}" dt="2021-03-10T17:17:28.931" v="21" actId="478"/>
          <ac:inkMkLst>
            <pc:docMk/>
            <pc:sldMk cId="0" sldId="470"/>
            <ac:inkMk id="39" creationId="{1340A329-865E-4525-B310-AEA11F213CD9}"/>
          </ac:inkMkLst>
        </pc:inkChg>
        <pc:inkChg chg="del">
          <ac:chgData name="Md. Nahid Hasan" userId="85ea5f9e-65d6-4031-b810-9415101f2e21" providerId="ADAL" clId="{25D85872-5EAE-4915-8B44-7F01E0758971}" dt="2021-03-10T17:17:28.931" v="21" actId="478"/>
          <ac:inkMkLst>
            <pc:docMk/>
            <pc:sldMk cId="0" sldId="470"/>
            <ac:inkMk id="40" creationId="{90003D00-D93E-433B-B8AC-E2A08A52AB00}"/>
          </ac:inkMkLst>
        </pc:inkChg>
        <pc:inkChg chg="del">
          <ac:chgData name="Md. Nahid Hasan" userId="85ea5f9e-65d6-4031-b810-9415101f2e21" providerId="ADAL" clId="{25D85872-5EAE-4915-8B44-7F01E0758971}" dt="2021-03-10T17:17:28.931" v="21" actId="478"/>
          <ac:inkMkLst>
            <pc:docMk/>
            <pc:sldMk cId="0" sldId="470"/>
            <ac:inkMk id="41" creationId="{AF7F40B2-A95F-409C-81AB-BD3124898EEA}"/>
          </ac:inkMkLst>
        </pc:inkChg>
      </pc:sldChg>
      <pc:sldChg chg="delSp mod">
        <pc:chgData name="Md. Nahid Hasan" userId="85ea5f9e-65d6-4031-b810-9415101f2e21" providerId="ADAL" clId="{25D85872-5EAE-4915-8B44-7F01E0758971}" dt="2021-03-10T17:17:35.804" v="23" actId="478"/>
        <pc:sldMkLst>
          <pc:docMk/>
          <pc:sldMk cId="0" sldId="472"/>
        </pc:sldMkLst>
        <pc:inkChg chg="del">
          <ac:chgData name="Md. Nahid Hasan" userId="85ea5f9e-65d6-4031-b810-9415101f2e21" providerId="ADAL" clId="{25D85872-5EAE-4915-8B44-7F01E0758971}" dt="2021-03-10T17:17:35.804" v="23" actId="478"/>
          <ac:inkMkLst>
            <pc:docMk/>
            <pc:sldMk cId="0" sldId="472"/>
            <ac:inkMk id="2" creationId="{11E5C513-29F9-4D10-81CD-549D7BF63752}"/>
          </ac:inkMkLst>
        </pc:inkChg>
      </pc:sldChg>
      <pc:sldChg chg="delSp mod">
        <pc:chgData name="Md. Nahid Hasan" userId="85ea5f9e-65d6-4031-b810-9415101f2e21" providerId="ADAL" clId="{25D85872-5EAE-4915-8B44-7F01E0758971}" dt="2021-03-10T17:17:42.511" v="25" actId="478"/>
        <pc:sldMkLst>
          <pc:docMk/>
          <pc:sldMk cId="0" sldId="473"/>
        </pc:sldMkLst>
        <pc:inkChg chg="del">
          <ac:chgData name="Md. Nahid Hasan" userId="85ea5f9e-65d6-4031-b810-9415101f2e21" providerId="ADAL" clId="{25D85872-5EAE-4915-8B44-7F01E0758971}" dt="2021-03-10T17:17:42.511" v="25" actId="478"/>
          <ac:inkMkLst>
            <pc:docMk/>
            <pc:sldMk cId="0" sldId="473"/>
            <ac:inkMk id="2" creationId="{8284EB5F-9D74-4F4C-B3D5-AAE008FB7AA6}"/>
          </ac:inkMkLst>
        </pc:inkChg>
        <pc:inkChg chg="del">
          <ac:chgData name="Md. Nahid Hasan" userId="85ea5f9e-65d6-4031-b810-9415101f2e21" providerId="ADAL" clId="{25D85872-5EAE-4915-8B44-7F01E0758971}" dt="2021-03-10T17:17:42.511" v="25" actId="478"/>
          <ac:inkMkLst>
            <pc:docMk/>
            <pc:sldMk cId="0" sldId="473"/>
            <ac:inkMk id="3" creationId="{28370B8F-408D-48D8-AF18-018AEDB156A8}"/>
          </ac:inkMkLst>
        </pc:inkChg>
        <pc:inkChg chg="del">
          <ac:chgData name="Md. Nahid Hasan" userId="85ea5f9e-65d6-4031-b810-9415101f2e21" providerId="ADAL" clId="{25D85872-5EAE-4915-8B44-7F01E0758971}" dt="2021-03-10T17:17:42.511" v="25" actId="478"/>
          <ac:inkMkLst>
            <pc:docMk/>
            <pc:sldMk cId="0" sldId="473"/>
            <ac:inkMk id="4" creationId="{0513A85E-CC85-4B7A-B2CF-A0A2E8016BB2}"/>
          </ac:inkMkLst>
        </pc:inkChg>
      </pc:sldChg>
    </pc:docChg>
  </pc:docChgLst>
  <pc:docChgLst>
    <pc:chgData name="Md. Nahid Hasan" userId="S::nahid@vu.edu.bd::85ea5f9e-65d6-4031-b810-9415101f2e21" providerId="AD" clId="Web-{E4F47990-9B63-4593-AFC8-2C6B664E5688}"/>
    <pc:docChg chg="modSld">
      <pc:chgData name="Md. Nahid Hasan" userId="S::nahid@vu.edu.bd::85ea5f9e-65d6-4031-b810-9415101f2e21" providerId="AD" clId="Web-{E4F47990-9B63-4593-AFC8-2C6B664E5688}" dt="2020-12-17T08:40:50.333" v="581"/>
      <pc:docMkLst>
        <pc:docMk/>
      </pc:docMkLst>
      <pc:sldChg chg="addSp delSp">
        <pc:chgData name="Md. Nahid Hasan" userId="S::nahid@vu.edu.bd::85ea5f9e-65d6-4031-b810-9415101f2e21" providerId="AD" clId="Web-{E4F47990-9B63-4593-AFC8-2C6B664E5688}" dt="2020-12-17T08:29:08.889" v="311"/>
        <pc:sldMkLst>
          <pc:docMk/>
          <pc:sldMk cId="0" sldId="429"/>
        </pc:sldMkLst>
        <pc:inkChg chg="del">
          <ac:chgData name="Md. Nahid Hasan" userId="S::nahid@vu.edu.bd::85ea5f9e-65d6-4031-b810-9415101f2e21" providerId="AD" clId="Web-{E4F47990-9B63-4593-AFC8-2C6B664E5688}" dt="2020-12-17T08:23:25.198" v="165"/>
          <ac:inkMkLst>
            <pc:docMk/>
            <pc:sldMk cId="0" sldId="429"/>
            <ac:inkMk id="2" creationId="{2E3D86E5-BD8B-4B5B-87C9-DD24FA319983}"/>
          </ac:inkMkLst>
        </pc:inkChg>
        <pc:inkChg chg="del">
          <ac:chgData name="Md. Nahid Hasan" userId="S::nahid@vu.edu.bd::85ea5f9e-65d6-4031-b810-9415101f2e21" providerId="AD" clId="Web-{E4F47990-9B63-4593-AFC8-2C6B664E5688}" dt="2020-12-17T08:23:25.198" v="164"/>
          <ac:inkMkLst>
            <pc:docMk/>
            <pc:sldMk cId="0" sldId="429"/>
            <ac:inkMk id="3" creationId="{84C50FC5-1559-4621-A8E7-2A12D26E94E3}"/>
          </ac:inkMkLst>
        </pc:inkChg>
        <pc:inkChg chg="del">
          <ac:chgData name="Md. Nahid Hasan" userId="S::nahid@vu.edu.bd::85ea5f9e-65d6-4031-b810-9415101f2e21" providerId="AD" clId="Web-{E4F47990-9B63-4593-AFC8-2C6B664E5688}" dt="2020-12-17T08:23:25.198" v="163"/>
          <ac:inkMkLst>
            <pc:docMk/>
            <pc:sldMk cId="0" sldId="429"/>
            <ac:inkMk id="4" creationId="{362039A9-3AF6-4907-83AE-1FF18B1208C0}"/>
          </ac:inkMkLst>
        </pc:inkChg>
        <pc:inkChg chg="del">
          <ac:chgData name="Md. Nahid Hasan" userId="S::nahid@vu.edu.bd::85ea5f9e-65d6-4031-b810-9415101f2e21" providerId="AD" clId="Web-{E4F47990-9B63-4593-AFC8-2C6B664E5688}" dt="2020-12-17T08:23:25.198" v="162"/>
          <ac:inkMkLst>
            <pc:docMk/>
            <pc:sldMk cId="0" sldId="429"/>
            <ac:inkMk id="5" creationId="{38E9E26A-D355-416C-8622-D5F7D5C85727}"/>
          </ac:inkMkLst>
        </pc:inkChg>
        <pc:inkChg chg="del">
          <ac:chgData name="Md. Nahid Hasan" userId="S::nahid@vu.edu.bd::85ea5f9e-65d6-4031-b810-9415101f2e21" providerId="AD" clId="Web-{E4F47990-9B63-4593-AFC8-2C6B664E5688}" dt="2020-12-17T08:23:25.198" v="161"/>
          <ac:inkMkLst>
            <pc:docMk/>
            <pc:sldMk cId="0" sldId="429"/>
            <ac:inkMk id="6" creationId="{02412569-5740-435B-9272-EE85FAD31873}"/>
          </ac:inkMkLst>
        </pc:inkChg>
        <pc:inkChg chg="del">
          <ac:chgData name="Md. Nahid Hasan" userId="S::nahid@vu.edu.bd::85ea5f9e-65d6-4031-b810-9415101f2e21" providerId="AD" clId="Web-{E4F47990-9B63-4593-AFC8-2C6B664E5688}" dt="2020-12-17T08:23:25.198" v="160"/>
          <ac:inkMkLst>
            <pc:docMk/>
            <pc:sldMk cId="0" sldId="429"/>
            <ac:inkMk id="7" creationId="{F0825AB7-400C-4E46-B7B0-9874FD294FF3}"/>
          </ac:inkMkLst>
        </pc:inkChg>
        <pc:inkChg chg="del">
          <ac:chgData name="Md. Nahid Hasan" userId="S::nahid@vu.edu.bd::85ea5f9e-65d6-4031-b810-9415101f2e21" providerId="AD" clId="Web-{E4F47990-9B63-4593-AFC8-2C6B664E5688}" dt="2020-12-17T08:23:25.198" v="159"/>
          <ac:inkMkLst>
            <pc:docMk/>
            <pc:sldMk cId="0" sldId="429"/>
            <ac:inkMk id="8" creationId="{AEFE69EE-5F45-4EE8-A3B0-4E78C699DD2B}"/>
          </ac:inkMkLst>
        </pc:inkChg>
        <pc:inkChg chg="del">
          <ac:chgData name="Md. Nahid Hasan" userId="S::nahid@vu.edu.bd::85ea5f9e-65d6-4031-b810-9415101f2e21" providerId="AD" clId="Web-{E4F47990-9B63-4593-AFC8-2C6B664E5688}" dt="2020-12-17T08:23:25.198" v="158"/>
          <ac:inkMkLst>
            <pc:docMk/>
            <pc:sldMk cId="0" sldId="429"/>
            <ac:inkMk id="9" creationId="{81BC23E1-D536-476C-B9B3-5A0F7D7586E6}"/>
          </ac:inkMkLst>
        </pc:inkChg>
        <pc:inkChg chg="del">
          <ac:chgData name="Md. Nahid Hasan" userId="S::nahid@vu.edu.bd::85ea5f9e-65d6-4031-b810-9415101f2e21" providerId="AD" clId="Web-{E4F47990-9B63-4593-AFC8-2C6B664E5688}" dt="2020-12-17T08:23:25.198" v="157"/>
          <ac:inkMkLst>
            <pc:docMk/>
            <pc:sldMk cId="0" sldId="429"/>
            <ac:inkMk id="10" creationId="{D65D6081-CB0F-4293-B0CB-AB1A719B8EC4}"/>
          </ac:inkMkLst>
        </pc:inkChg>
        <pc:inkChg chg="del">
          <ac:chgData name="Md. Nahid Hasan" userId="S::nahid@vu.edu.bd::85ea5f9e-65d6-4031-b810-9415101f2e21" providerId="AD" clId="Web-{E4F47990-9B63-4593-AFC8-2C6B664E5688}" dt="2020-12-17T08:23:25.198" v="156"/>
          <ac:inkMkLst>
            <pc:docMk/>
            <pc:sldMk cId="0" sldId="429"/>
            <ac:inkMk id="11" creationId="{79ED5E00-619C-4F8C-B2C9-C939B161C06E}"/>
          </ac:inkMkLst>
        </pc:inkChg>
        <pc:inkChg chg="del">
          <ac:chgData name="Md. Nahid Hasan" userId="S::nahid@vu.edu.bd::85ea5f9e-65d6-4031-b810-9415101f2e21" providerId="AD" clId="Web-{E4F47990-9B63-4593-AFC8-2C6B664E5688}" dt="2020-12-17T08:23:25.198" v="155"/>
          <ac:inkMkLst>
            <pc:docMk/>
            <pc:sldMk cId="0" sldId="429"/>
            <ac:inkMk id="12" creationId="{D91B3D6C-171E-4097-8B44-5C9E8A0B5EC8}"/>
          </ac:inkMkLst>
        </pc:inkChg>
        <pc:inkChg chg="del">
          <ac:chgData name="Md. Nahid Hasan" userId="S::nahid@vu.edu.bd::85ea5f9e-65d6-4031-b810-9415101f2e21" providerId="AD" clId="Web-{E4F47990-9B63-4593-AFC8-2C6B664E5688}" dt="2020-12-17T08:23:25.198" v="154"/>
          <ac:inkMkLst>
            <pc:docMk/>
            <pc:sldMk cId="0" sldId="429"/>
            <ac:inkMk id="13" creationId="{66792D67-2B76-4619-BB2A-E0B45C9ACCD4}"/>
          </ac:inkMkLst>
        </pc:inkChg>
        <pc:inkChg chg="del">
          <ac:chgData name="Md. Nahid Hasan" userId="S::nahid@vu.edu.bd::85ea5f9e-65d6-4031-b810-9415101f2e21" providerId="AD" clId="Web-{E4F47990-9B63-4593-AFC8-2C6B664E5688}" dt="2020-12-17T08:23:25.182" v="153"/>
          <ac:inkMkLst>
            <pc:docMk/>
            <pc:sldMk cId="0" sldId="429"/>
            <ac:inkMk id="14" creationId="{F4B269A9-11CA-41A7-B9E2-B29C31B0AB7B}"/>
          </ac:inkMkLst>
        </pc:inkChg>
        <pc:inkChg chg="del">
          <ac:chgData name="Md. Nahid Hasan" userId="S::nahid@vu.edu.bd::85ea5f9e-65d6-4031-b810-9415101f2e21" providerId="AD" clId="Web-{E4F47990-9B63-4593-AFC8-2C6B664E5688}" dt="2020-12-17T08:23:25.182" v="152"/>
          <ac:inkMkLst>
            <pc:docMk/>
            <pc:sldMk cId="0" sldId="429"/>
            <ac:inkMk id="15" creationId="{B1B20149-7778-4C0A-9798-5F63BCFC0025}"/>
          </ac:inkMkLst>
        </pc:inkChg>
        <pc:inkChg chg="del">
          <ac:chgData name="Md. Nahid Hasan" userId="S::nahid@vu.edu.bd::85ea5f9e-65d6-4031-b810-9415101f2e21" providerId="AD" clId="Web-{E4F47990-9B63-4593-AFC8-2C6B664E5688}" dt="2020-12-17T08:23:25.182" v="151"/>
          <ac:inkMkLst>
            <pc:docMk/>
            <pc:sldMk cId="0" sldId="429"/>
            <ac:inkMk id="16" creationId="{4A343D28-C545-4F2D-8C4D-BBF2D94CC70B}"/>
          </ac:inkMkLst>
        </pc:inkChg>
        <pc:inkChg chg="del">
          <ac:chgData name="Md. Nahid Hasan" userId="S::nahid@vu.edu.bd::85ea5f9e-65d6-4031-b810-9415101f2e21" providerId="AD" clId="Web-{E4F47990-9B63-4593-AFC8-2C6B664E5688}" dt="2020-12-17T08:23:25.182" v="150"/>
          <ac:inkMkLst>
            <pc:docMk/>
            <pc:sldMk cId="0" sldId="429"/>
            <ac:inkMk id="17" creationId="{6716027D-E13A-4AAC-8B1A-9B2378AD95BA}"/>
          </ac:inkMkLst>
        </pc:inkChg>
        <pc:inkChg chg="del">
          <ac:chgData name="Md. Nahid Hasan" userId="S::nahid@vu.edu.bd::85ea5f9e-65d6-4031-b810-9415101f2e21" providerId="AD" clId="Web-{E4F47990-9B63-4593-AFC8-2C6B664E5688}" dt="2020-12-17T08:23:25.182" v="149"/>
          <ac:inkMkLst>
            <pc:docMk/>
            <pc:sldMk cId="0" sldId="429"/>
            <ac:inkMk id="18" creationId="{DE729256-E7D9-4DD9-B471-0E51450B3FAB}"/>
          </ac:inkMkLst>
        </pc:inkChg>
        <pc:inkChg chg="del">
          <ac:chgData name="Md. Nahid Hasan" userId="S::nahid@vu.edu.bd::85ea5f9e-65d6-4031-b810-9415101f2e21" providerId="AD" clId="Web-{E4F47990-9B63-4593-AFC8-2C6B664E5688}" dt="2020-12-17T08:23:25.182" v="148"/>
          <ac:inkMkLst>
            <pc:docMk/>
            <pc:sldMk cId="0" sldId="429"/>
            <ac:inkMk id="19" creationId="{CCBF3261-0549-47D6-B671-D6F6E4D1E08C}"/>
          </ac:inkMkLst>
        </pc:inkChg>
        <pc:inkChg chg="del">
          <ac:chgData name="Md. Nahid Hasan" userId="S::nahid@vu.edu.bd::85ea5f9e-65d6-4031-b810-9415101f2e21" providerId="AD" clId="Web-{E4F47990-9B63-4593-AFC8-2C6B664E5688}" dt="2020-12-17T08:23:25.182" v="147"/>
          <ac:inkMkLst>
            <pc:docMk/>
            <pc:sldMk cId="0" sldId="429"/>
            <ac:inkMk id="20" creationId="{4D13560A-E5BD-4FCB-B861-388F54CC7631}"/>
          </ac:inkMkLst>
        </pc:inkChg>
        <pc:inkChg chg="del">
          <ac:chgData name="Md. Nahid Hasan" userId="S::nahid@vu.edu.bd::85ea5f9e-65d6-4031-b810-9415101f2e21" providerId="AD" clId="Web-{E4F47990-9B63-4593-AFC8-2C6B664E5688}" dt="2020-12-17T08:23:25.182" v="146"/>
          <ac:inkMkLst>
            <pc:docMk/>
            <pc:sldMk cId="0" sldId="429"/>
            <ac:inkMk id="21" creationId="{34D5F647-96D3-4007-B596-B93A7C082BE4}"/>
          </ac:inkMkLst>
        </pc:inkChg>
        <pc:inkChg chg="del">
          <ac:chgData name="Md. Nahid Hasan" userId="S::nahid@vu.edu.bd::85ea5f9e-65d6-4031-b810-9415101f2e21" providerId="AD" clId="Web-{E4F47990-9B63-4593-AFC8-2C6B664E5688}" dt="2020-12-17T08:23:25.182" v="145"/>
          <ac:inkMkLst>
            <pc:docMk/>
            <pc:sldMk cId="0" sldId="429"/>
            <ac:inkMk id="22" creationId="{A1CA2B1B-AAF9-4A2D-BA7F-483C84876287}"/>
          </ac:inkMkLst>
        </pc:inkChg>
        <pc:inkChg chg="del">
          <ac:chgData name="Md. Nahid Hasan" userId="S::nahid@vu.edu.bd::85ea5f9e-65d6-4031-b810-9415101f2e21" providerId="AD" clId="Web-{E4F47990-9B63-4593-AFC8-2C6B664E5688}" dt="2020-12-17T08:23:25.182" v="144"/>
          <ac:inkMkLst>
            <pc:docMk/>
            <pc:sldMk cId="0" sldId="429"/>
            <ac:inkMk id="23" creationId="{C1404173-B44A-4F52-8D4B-EEB73CE4148D}"/>
          </ac:inkMkLst>
        </pc:inkChg>
        <pc:inkChg chg="del">
          <ac:chgData name="Md. Nahid Hasan" userId="S::nahid@vu.edu.bd::85ea5f9e-65d6-4031-b810-9415101f2e21" providerId="AD" clId="Web-{E4F47990-9B63-4593-AFC8-2C6B664E5688}" dt="2020-12-17T08:23:25.182" v="143"/>
          <ac:inkMkLst>
            <pc:docMk/>
            <pc:sldMk cId="0" sldId="429"/>
            <ac:inkMk id="24" creationId="{7F36B7EC-DCE3-4917-B97C-B32C1A5DCF6C}"/>
          </ac:inkMkLst>
        </pc:inkChg>
        <pc:inkChg chg="del">
          <ac:chgData name="Md. Nahid Hasan" userId="S::nahid@vu.edu.bd::85ea5f9e-65d6-4031-b810-9415101f2e21" providerId="AD" clId="Web-{E4F47990-9B63-4593-AFC8-2C6B664E5688}" dt="2020-12-17T08:23:25.167" v="142"/>
          <ac:inkMkLst>
            <pc:docMk/>
            <pc:sldMk cId="0" sldId="429"/>
            <ac:inkMk id="25" creationId="{3178BB64-9886-4838-AA99-777C167336C4}"/>
          </ac:inkMkLst>
        </pc:inkChg>
        <pc:inkChg chg="del">
          <ac:chgData name="Md. Nahid Hasan" userId="S::nahid@vu.edu.bd::85ea5f9e-65d6-4031-b810-9415101f2e21" providerId="AD" clId="Web-{E4F47990-9B63-4593-AFC8-2C6B664E5688}" dt="2020-12-17T08:23:25.167" v="141"/>
          <ac:inkMkLst>
            <pc:docMk/>
            <pc:sldMk cId="0" sldId="429"/>
            <ac:inkMk id="26" creationId="{012FB491-B639-4EEF-B9D8-3F94ACA16366}"/>
          </ac:inkMkLst>
        </pc:inkChg>
        <pc:inkChg chg="del">
          <ac:chgData name="Md. Nahid Hasan" userId="S::nahid@vu.edu.bd::85ea5f9e-65d6-4031-b810-9415101f2e21" providerId="AD" clId="Web-{E4F47990-9B63-4593-AFC8-2C6B664E5688}" dt="2020-12-17T08:23:25.167" v="140"/>
          <ac:inkMkLst>
            <pc:docMk/>
            <pc:sldMk cId="0" sldId="429"/>
            <ac:inkMk id="27" creationId="{2E8F4FF2-C655-41AF-8660-6AE52012377C}"/>
          </ac:inkMkLst>
        </pc:inkChg>
        <pc:inkChg chg="del">
          <ac:chgData name="Md. Nahid Hasan" userId="S::nahid@vu.edu.bd::85ea5f9e-65d6-4031-b810-9415101f2e21" providerId="AD" clId="Web-{E4F47990-9B63-4593-AFC8-2C6B664E5688}" dt="2020-12-17T08:23:25.167" v="139"/>
          <ac:inkMkLst>
            <pc:docMk/>
            <pc:sldMk cId="0" sldId="429"/>
            <ac:inkMk id="28" creationId="{076726A1-8F32-4865-99F6-5D4450318C87}"/>
          </ac:inkMkLst>
        </pc:inkChg>
        <pc:inkChg chg="del">
          <ac:chgData name="Md. Nahid Hasan" userId="S::nahid@vu.edu.bd::85ea5f9e-65d6-4031-b810-9415101f2e21" providerId="AD" clId="Web-{E4F47990-9B63-4593-AFC8-2C6B664E5688}" dt="2020-12-17T08:23:25.167" v="138"/>
          <ac:inkMkLst>
            <pc:docMk/>
            <pc:sldMk cId="0" sldId="429"/>
            <ac:inkMk id="29" creationId="{6C5FA989-3E43-4F35-B78C-A0835968106E}"/>
          </ac:inkMkLst>
        </pc:inkChg>
        <pc:inkChg chg="del">
          <ac:chgData name="Md. Nahid Hasan" userId="S::nahid@vu.edu.bd::85ea5f9e-65d6-4031-b810-9415101f2e21" providerId="AD" clId="Web-{E4F47990-9B63-4593-AFC8-2C6B664E5688}" dt="2020-12-17T08:23:25.167" v="137"/>
          <ac:inkMkLst>
            <pc:docMk/>
            <pc:sldMk cId="0" sldId="429"/>
            <ac:inkMk id="30" creationId="{D709AA08-84B2-45FB-9CEC-635DF3FE0EA5}"/>
          </ac:inkMkLst>
        </pc:inkChg>
        <pc:inkChg chg="del">
          <ac:chgData name="Md. Nahid Hasan" userId="S::nahid@vu.edu.bd::85ea5f9e-65d6-4031-b810-9415101f2e21" providerId="AD" clId="Web-{E4F47990-9B63-4593-AFC8-2C6B664E5688}" dt="2020-12-17T08:23:25.167" v="136"/>
          <ac:inkMkLst>
            <pc:docMk/>
            <pc:sldMk cId="0" sldId="429"/>
            <ac:inkMk id="31" creationId="{63DBBFA0-66F5-47DB-93DE-1B7DC152EC3B}"/>
          </ac:inkMkLst>
        </pc:inkChg>
        <pc:inkChg chg="del">
          <ac:chgData name="Md. Nahid Hasan" userId="S::nahid@vu.edu.bd::85ea5f9e-65d6-4031-b810-9415101f2e21" providerId="AD" clId="Web-{E4F47990-9B63-4593-AFC8-2C6B664E5688}" dt="2020-12-17T08:23:25.167" v="135"/>
          <ac:inkMkLst>
            <pc:docMk/>
            <pc:sldMk cId="0" sldId="429"/>
            <ac:inkMk id="32" creationId="{78E7F750-0329-489F-8009-D4CF9807BD83}"/>
          </ac:inkMkLst>
        </pc:inkChg>
        <pc:inkChg chg="del">
          <ac:chgData name="Md. Nahid Hasan" userId="S::nahid@vu.edu.bd::85ea5f9e-65d6-4031-b810-9415101f2e21" providerId="AD" clId="Web-{E4F47990-9B63-4593-AFC8-2C6B664E5688}" dt="2020-12-17T08:23:25.167" v="134"/>
          <ac:inkMkLst>
            <pc:docMk/>
            <pc:sldMk cId="0" sldId="429"/>
            <ac:inkMk id="33" creationId="{A362D018-5E42-45C8-A7B8-7D99690D1D13}"/>
          </ac:inkMkLst>
        </pc:inkChg>
        <pc:inkChg chg="del">
          <ac:chgData name="Md. Nahid Hasan" userId="S::nahid@vu.edu.bd::85ea5f9e-65d6-4031-b810-9415101f2e21" providerId="AD" clId="Web-{E4F47990-9B63-4593-AFC8-2C6B664E5688}" dt="2020-12-17T08:23:25.167" v="133"/>
          <ac:inkMkLst>
            <pc:docMk/>
            <pc:sldMk cId="0" sldId="429"/>
            <ac:inkMk id="34" creationId="{F0A89BF2-F871-46DD-9FD3-F733C57815AD}"/>
          </ac:inkMkLst>
        </pc:inkChg>
        <pc:inkChg chg="del">
          <ac:chgData name="Md. Nahid Hasan" userId="S::nahid@vu.edu.bd::85ea5f9e-65d6-4031-b810-9415101f2e21" providerId="AD" clId="Web-{E4F47990-9B63-4593-AFC8-2C6B664E5688}" dt="2020-12-17T08:23:25.167" v="132"/>
          <ac:inkMkLst>
            <pc:docMk/>
            <pc:sldMk cId="0" sldId="429"/>
            <ac:inkMk id="35" creationId="{EA3D8A42-36EB-4687-8CF9-5D521EBED6AF}"/>
          </ac:inkMkLst>
        </pc:inkChg>
        <pc:inkChg chg="del">
          <ac:chgData name="Md. Nahid Hasan" userId="S::nahid@vu.edu.bd::85ea5f9e-65d6-4031-b810-9415101f2e21" providerId="AD" clId="Web-{E4F47990-9B63-4593-AFC8-2C6B664E5688}" dt="2020-12-17T08:23:25.167" v="131"/>
          <ac:inkMkLst>
            <pc:docMk/>
            <pc:sldMk cId="0" sldId="429"/>
            <ac:inkMk id="36" creationId="{84754B1F-8EF4-4F82-B3D7-A4F67312DCA3}"/>
          </ac:inkMkLst>
        </pc:inkChg>
        <pc:inkChg chg="del">
          <ac:chgData name="Md. Nahid Hasan" userId="S::nahid@vu.edu.bd::85ea5f9e-65d6-4031-b810-9415101f2e21" providerId="AD" clId="Web-{E4F47990-9B63-4593-AFC8-2C6B664E5688}" dt="2020-12-17T08:23:25.151" v="130"/>
          <ac:inkMkLst>
            <pc:docMk/>
            <pc:sldMk cId="0" sldId="429"/>
            <ac:inkMk id="37" creationId="{5669E6FE-85A7-4548-8367-3A158CF8B331}"/>
          </ac:inkMkLst>
        </pc:inkChg>
        <pc:inkChg chg="del">
          <ac:chgData name="Md. Nahid Hasan" userId="S::nahid@vu.edu.bd::85ea5f9e-65d6-4031-b810-9415101f2e21" providerId="AD" clId="Web-{E4F47990-9B63-4593-AFC8-2C6B664E5688}" dt="2020-12-17T08:23:25.151" v="129"/>
          <ac:inkMkLst>
            <pc:docMk/>
            <pc:sldMk cId="0" sldId="429"/>
            <ac:inkMk id="38" creationId="{A67D4872-CC78-4F93-B26C-F7E754643C89}"/>
          </ac:inkMkLst>
        </pc:inkChg>
        <pc:inkChg chg="del">
          <ac:chgData name="Md. Nahid Hasan" userId="S::nahid@vu.edu.bd::85ea5f9e-65d6-4031-b810-9415101f2e21" providerId="AD" clId="Web-{E4F47990-9B63-4593-AFC8-2C6B664E5688}" dt="2020-12-17T08:23:25.151" v="128"/>
          <ac:inkMkLst>
            <pc:docMk/>
            <pc:sldMk cId="0" sldId="429"/>
            <ac:inkMk id="39" creationId="{903020E6-1709-4347-B2ED-C36613DD572E}"/>
          </ac:inkMkLst>
        </pc:inkChg>
        <pc:inkChg chg="del">
          <ac:chgData name="Md. Nahid Hasan" userId="S::nahid@vu.edu.bd::85ea5f9e-65d6-4031-b810-9415101f2e21" providerId="AD" clId="Web-{E4F47990-9B63-4593-AFC8-2C6B664E5688}" dt="2020-12-17T08:23:25.151" v="127"/>
          <ac:inkMkLst>
            <pc:docMk/>
            <pc:sldMk cId="0" sldId="429"/>
            <ac:inkMk id="40" creationId="{D1A8413C-55FB-41F7-BD36-1AA612C3B0E0}"/>
          </ac:inkMkLst>
        </pc:inkChg>
        <pc:inkChg chg="del">
          <ac:chgData name="Md. Nahid Hasan" userId="S::nahid@vu.edu.bd::85ea5f9e-65d6-4031-b810-9415101f2e21" providerId="AD" clId="Web-{E4F47990-9B63-4593-AFC8-2C6B664E5688}" dt="2020-12-17T08:23:25.151" v="126"/>
          <ac:inkMkLst>
            <pc:docMk/>
            <pc:sldMk cId="0" sldId="429"/>
            <ac:inkMk id="41" creationId="{25C5DFC0-D9F6-4721-8DF4-FB11DA59398A}"/>
          </ac:inkMkLst>
        </pc:inkChg>
        <pc:inkChg chg="del">
          <ac:chgData name="Md. Nahid Hasan" userId="S::nahid@vu.edu.bd::85ea5f9e-65d6-4031-b810-9415101f2e21" providerId="AD" clId="Web-{E4F47990-9B63-4593-AFC8-2C6B664E5688}" dt="2020-12-17T08:23:25.151" v="125"/>
          <ac:inkMkLst>
            <pc:docMk/>
            <pc:sldMk cId="0" sldId="429"/>
            <ac:inkMk id="42" creationId="{60F6CE9F-5AA4-4C88-B6D5-4DF23E52C292}"/>
          </ac:inkMkLst>
        </pc:inkChg>
        <pc:inkChg chg="del">
          <ac:chgData name="Md. Nahid Hasan" userId="S::nahid@vu.edu.bd::85ea5f9e-65d6-4031-b810-9415101f2e21" providerId="AD" clId="Web-{E4F47990-9B63-4593-AFC8-2C6B664E5688}" dt="2020-12-17T08:23:25.151" v="124"/>
          <ac:inkMkLst>
            <pc:docMk/>
            <pc:sldMk cId="0" sldId="429"/>
            <ac:inkMk id="43" creationId="{AD81C570-4870-4C81-8A94-D44EC3C36365}"/>
          </ac:inkMkLst>
        </pc:inkChg>
        <pc:inkChg chg="del">
          <ac:chgData name="Md. Nahid Hasan" userId="S::nahid@vu.edu.bd::85ea5f9e-65d6-4031-b810-9415101f2e21" providerId="AD" clId="Web-{E4F47990-9B63-4593-AFC8-2C6B664E5688}" dt="2020-12-17T08:23:25.151" v="123"/>
          <ac:inkMkLst>
            <pc:docMk/>
            <pc:sldMk cId="0" sldId="429"/>
            <ac:inkMk id="44" creationId="{9091E28F-23E5-44AA-ABDC-651446D79659}"/>
          </ac:inkMkLst>
        </pc:inkChg>
        <pc:inkChg chg="del">
          <ac:chgData name="Md. Nahid Hasan" userId="S::nahid@vu.edu.bd::85ea5f9e-65d6-4031-b810-9415101f2e21" providerId="AD" clId="Web-{E4F47990-9B63-4593-AFC8-2C6B664E5688}" dt="2020-12-17T08:23:25.151" v="122"/>
          <ac:inkMkLst>
            <pc:docMk/>
            <pc:sldMk cId="0" sldId="429"/>
            <ac:inkMk id="45" creationId="{80AF34D9-6D0E-4276-A920-37B813E0CD5A}"/>
          </ac:inkMkLst>
        </pc:inkChg>
        <pc:inkChg chg="del">
          <ac:chgData name="Md. Nahid Hasan" userId="S::nahid@vu.edu.bd::85ea5f9e-65d6-4031-b810-9415101f2e21" providerId="AD" clId="Web-{E4F47990-9B63-4593-AFC8-2C6B664E5688}" dt="2020-12-17T08:23:25.151" v="121"/>
          <ac:inkMkLst>
            <pc:docMk/>
            <pc:sldMk cId="0" sldId="429"/>
            <ac:inkMk id="46" creationId="{5746FC8B-10F7-4F83-8093-240B4421ECCE}"/>
          </ac:inkMkLst>
        </pc:inkChg>
        <pc:inkChg chg="del">
          <ac:chgData name="Md. Nahid Hasan" userId="S::nahid@vu.edu.bd::85ea5f9e-65d6-4031-b810-9415101f2e21" providerId="AD" clId="Web-{E4F47990-9B63-4593-AFC8-2C6B664E5688}" dt="2020-12-17T08:23:25.151" v="120"/>
          <ac:inkMkLst>
            <pc:docMk/>
            <pc:sldMk cId="0" sldId="429"/>
            <ac:inkMk id="47" creationId="{5EB7AE4C-1896-42ED-A070-B20AFCFC7960}"/>
          </ac:inkMkLst>
        </pc:inkChg>
        <pc:inkChg chg="del">
          <ac:chgData name="Md. Nahid Hasan" userId="S::nahid@vu.edu.bd::85ea5f9e-65d6-4031-b810-9415101f2e21" providerId="AD" clId="Web-{E4F47990-9B63-4593-AFC8-2C6B664E5688}" dt="2020-12-17T08:23:25.136" v="119"/>
          <ac:inkMkLst>
            <pc:docMk/>
            <pc:sldMk cId="0" sldId="429"/>
            <ac:inkMk id="48" creationId="{7088CCAE-AF1A-4C95-977A-C17E3814D43E}"/>
          </ac:inkMkLst>
        </pc:inkChg>
        <pc:inkChg chg="del">
          <ac:chgData name="Md. Nahid Hasan" userId="S::nahid@vu.edu.bd::85ea5f9e-65d6-4031-b810-9415101f2e21" providerId="AD" clId="Web-{E4F47990-9B63-4593-AFC8-2C6B664E5688}" dt="2020-12-17T08:23:25.136" v="118"/>
          <ac:inkMkLst>
            <pc:docMk/>
            <pc:sldMk cId="0" sldId="429"/>
            <ac:inkMk id="49" creationId="{EEB671F2-B28A-4E5A-97DE-FDBD51522292}"/>
          </ac:inkMkLst>
        </pc:inkChg>
        <pc:inkChg chg="del">
          <ac:chgData name="Md. Nahid Hasan" userId="S::nahid@vu.edu.bd::85ea5f9e-65d6-4031-b810-9415101f2e21" providerId="AD" clId="Web-{E4F47990-9B63-4593-AFC8-2C6B664E5688}" dt="2020-12-17T08:23:25.136" v="117"/>
          <ac:inkMkLst>
            <pc:docMk/>
            <pc:sldMk cId="0" sldId="429"/>
            <ac:inkMk id="50" creationId="{6CE57609-D255-4616-ABF7-8FF05D2FD7AD}"/>
          </ac:inkMkLst>
        </pc:inkChg>
        <pc:inkChg chg="del">
          <ac:chgData name="Md. Nahid Hasan" userId="S::nahid@vu.edu.bd::85ea5f9e-65d6-4031-b810-9415101f2e21" providerId="AD" clId="Web-{E4F47990-9B63-4593-AFC8-2C6B664E5688}" dt="2020-12-17T08:23:25.136" v="116"/>
          <ac:inkMkLst>
            <pc:docMk/>
            <pc:sldMk cId="0" sldId="429"/>
            <ac:inkMk id="51" creationId="{CA6FC582-74E8-42F5-B8CB-59CC1CBC4DCE}"/>
          </ac:inkMkLst>
        </pc:inkChg>
        <pc:inkChg chg="del">
          <ac:chgData name="Md. Nahid Hasan" userId="S::nahid@vu.edu.bd::85ea5f9e-65d6-4031-b810-9415101f2e21" providerId="AD" clId="Web-{E4F47990-9B63-4593-AFC8-2C6B664E5688}" dt="2020-12-17T08:23:25.136" v="115"/>
          <ac:inkMkLst>
            <pc:docMk/>
            <pc:sldMk cId="0" sldId="429"/>
            <ac:inkMk id="52" creationId="{980BB6DF-EA61-4083-A0D4-6DCD7FC3336F}"/>
          </ac:inkMkLst>
        </pc:inkChg>
        <pc:inkChg chg="del">
          <ac:chgData name="Md. Nahid Hasan" userId="S::nahid@vu.edu.bd::85ea5f9e-65d6-4031-b810-9415101f2e21" providerId="AD" clId="Web-{E4F47990-9B63-4593-AFC8-2C6B664E5688}" dt="2020-12-17T08:23:25.136" v="114"/>
          <ac:inkMkLst>
            <pc:docMk/>
            <pc:sldMk cId="0" sldId="429"/>
            <ac:inkMk id="53" creationId="{4F919D1A-43A6-4C28-B84D-48529AD436EA}"/>
          </ac:inkMkLst>
        </pc:inkChg>
        <pc:inkChg chg="del">
          <ac:chgData name="Md. Nahid Hasan" userId="S::nahid@vu.edu.bd::85ea5f9e-65d6-4031-b810-9415101f2e21" providerId="AD" clId="Web-{E4F47990-9B63-4593-AFC8-2C6B664E5688}" dt="2020-12-17T08:23:25.136" v="113"/>
          <ac:inkMkLst>
            <pc:docMk/>
            <pc:sldMk cId="0" sldId="429"/>
            <ac:inkMk id="54" creationId="{CCB95DFC-42FE-4B94-B54F-BD6ED7061E1E}"/>
          </ac:inkMkLst>
        </pc:inkChg>
        <pc:inkChg chg="del">
          <ac:chgData name="Md. Nahid Hasan" userId="S::nahid@vu.edu.bd::85ea5f9e-65d6-4031-b810-9415101f2e21" providerId="AD" clId="Web-{E4F47990-9B63-4593-AFC8-2C6B664E5688}" dt="2020-12-17T08:23:25.136" v="112"/>
          <ac:inkMkLst>
            <pc:docMk/>
            <pc:sldMk cId="0" sldId="429"/>
            <ac:inkMk id="55" creationId="{18DD126F-5FE3-42AD-9B83-3C599B2CB48D}"/>
          </ac:inkMkLst>
        </pc:inkChg>
        <pc:inkChg chg="del">
          <ac:chgData name="Md. Nahid Hasan" userId="S::nahid@vu.edu.bd::85ea5f9e-65d6-4031-b810-9415101f2e21" providerId="AD" clId="Web-{E4F47990-9B63-4593-AFC8-2C6B664E5688}" dt="2020-12-17T08:23:25.136" v="111"/>
          <ac:inkMkLst>
            <pc:docMk/>
            <pc:sldMk cId="0" sldId="429"/>
            <ac:inkMk id="56" creationId="{EAC30547-9652-4EA5-B222-CDBE76B2879E}"/>
          </ac:inkMkLst>
        </pc:inkChg>
        <pc:inkChg chg="del">
          <ac:chgData name="Md. Nahid Hasan" userId="S::nahid@vu.edu.bd::85ea5f9e-65d6-4031-b810-9415101f2e21" providerId="AD" clId="Web-{E4F47990-9B63-4593-AFC8-2C6B664E5688}" dt="2020-12-17T08:23:25.136" v="110"/>
          <ac:inkMkLst>
            <pc:docMk/>
            <pc:sldMk cId="0" sldId="429"/>
            <ac:inkMk id="57" creationId="{C5D97444-22AE-4546-8D3D-B68F9BF46812}"/>
          </ac:inkMkLst>
        </pc:inkChg>
        <pc:inkChg chg="del">
          <ac:chgData name="Md. Nahid Hasan" userId="S::nahid@vu.edu.bd::85ea5f9e-65d6-4031-b810-9415101f2e21" providerId="AD" clId="Web-{E4F47990-9B63-4593-AFC8-2C6B664E5688}" dt="2020-12-17T08:23:25.136" v="109"/>
          <ac:inkMkLst>
            <pc:docMk/>
            <pc:sldMk cId="0" sldId="429"/>
            <ac:inkMk id="58" creationId="{1AF98FBE-7A11-4D96-B276-5CED65F6FF2F}"/>
          </ac:inkMkLst>
        </pc:inkChg>
        <pc:inkChg chg="del">
          <ac:chgData name="Md. Nahid Hasan" userId="S::nahid@vu.edu.bd::85ea5f9e-65d6-4031-b810-9415101f2e21" providerId="AD" clId="Web-{E4F47990-9B63-4593-AFC8-2C6B664E5688}" dt="2020-12-17T08:23:25.136" v="108"/>
          <ac:inkMkLst>
            <pc:docMk/>
            <pc:sldMk cId="0" sldId="429"/>
            <ac:inkMk id="59" creationId="{62DE10D1-E4D1-4AB0-A65E-78066F4291D9}"/>
          </ac:inkMkLst>
        </pc:inkChg>
        <pc:inkChg chg="del">
          <ac:chgData name="Md. Nahid Hasan" userId="S::nahid@vu.edu.bd::85ea5f9e-65d6-4031-b810-9415101f2e21" providerId="AD" clId="Web-{E4F47990-9B63-4593-AFC8-2C6B664E5688}" dt="2020-12-17T08:23:25.120" v="107"/>
          <ac:inkMkLst>
            <pc:docMk/>
            <pc:sldMk cId="0" sldId="429"/>
            <ac:inkMk id="60" creationId="{E4DBDBCD-E3B3-4894-B9D1-DB6E115D82A3}"/>
          </ac:inkMkLst>
        </pc:inkChg>
        <pc:inkChg chg="del">
          <ac:chgData name="Md. Nahid Hasan" userId="S::nahid@vu.edu.bd::85ea5f9e-65d6-4031-b810-9415101f2e21" providerId="AD" clId="Web-{E4F47990-9B63-4593-AFC8-2C6B664E5688}" dt="2020-12-17T08:23:25.120" v="106"/>
          <ac:inkMkLst>
            <pc:docMk/>
            <pc:sldMk cId="0" sldId="429"/>
            <ac:inkMk id="61" creationId="{4C7BD23F-59EE-45DE-9974-62D5E3AC949A}"/>
          </ac:inkMkLst>
        </pc:inkChg>
        <pc:inkChg chg="del">
          <ac:chgData name="Md. Nahid Hasan" userId="S::nahid@vu.edu.bd::85ea5f9e-65d6-4031-b810-9415101f2e21" providerId="AD" clId="Web-{E4F47990-9B63-4593-AFC8-2C6B664E5688}" dt="2020-12-17T08:23:25.120" v="105"/>
          <ac:inkMkLst>
            <pc:docMk/>
            <pc:sldMk cId="0" sldId="429"/>
            <ac:inkMk id="62" creationId="{C7C07968-42B6-41A8-8439-26C5E80E4E3D}"/>
          </ac:inkMkLst>
        </pc:inkChg>
        <pc:inkChg chg="del">
          <ac:chgData name="Md. Nahid Hasan" userId="S::nahid@vu.edu.bd::85ea5f9e-65d6-4031-b810-9415101f2e21" providerId="AD" clId="Web-{E4F47990-9B63-4593-AFC8-2C6B664E5688}" dt="2020-12-17T08:23:25.120" v="104"/>
          <ac:inkMkLst>
            <pc:docMk/>
            <pc:sldMk cId="0" sldId="429"/>
            <ac:inkMk id="63" creationId="{4D4AD367-17EB-4569-B0B1-3E851FC66C01}"/>
          </ac:inkMkLst>
        </pc:inkChg>
        <pc:inkChg chg="del">
          <ac:chgData name="Md. Nahid Hasan" userId="S::nahid@vu.edu.bd::85ea5f9e-65d6-4031-b810-9415101f2e21" providerId="AD" clId="Web-{E4F47990-9B63-4593-AFC8-2C6B664E5688}" dt="2020-12-17T08:23:25.120" v="103"/>
          <ac:inkMkLst>
            <pc:docMk/>
            <pc:sldMk cId="0" sldId="429"/>
            <ac:inkMk id="11264" creationId="{6EDA7EC2-90FD-43C6-A70B-285F7D0AED5D}"/>
          </ac:inkMkLst>
        </pc:inkChg>
        <pc:inkChg chg="del">
          <ac:chgData name="Md. Nahid Hasan" userId="S::nahid@vu.edu.bd::85ea5f9e-65d6-4031-b810-9415101f2e21" providerId="AD" clId="Web-{E4F47990-9B63-4593-AFC8-2C6B664E5688}" dt="2020-12-17T08:23:25.120" v="102"/>
          <ac:inkMkLst>
            <pc:docMk/>
            <pc:sldMk cId="0" sldId="429"/>
            <ac:inkMk id="11265" creationId="{32EC612F-99A0-4656-83FB-8F38A4B51201}"/>
          </ac:inkMkLst>
        </pc:inkChg>
        <pc:inkChg chg="del">
          <ac:chgData name="Md. Nahid Hasan" userId="S::nahid@vu.edu.bd::85ea5f9e-65d6-4031-b810-9415101f2e21" providerId="AD" clId="Web-{E4F47990-9B63-4593-AFC8-2C6B664E5688}" dt="2020-12-17T08:23:25.120" v="101"/>
          <ac:inkMkLst>
            <pc:docMk/>
            <pc:sldMk cId="0" sldId="429"/>
            <ac:inkMk id="11268" creationId="{2F89023C-04A2-4DC0-9D4B-5DACB4095FD5}"/>
          </ac:inkMkLst>
        </pc:inkChg>
        <pc:inkChg chg="del">
          <ac:chgData name="Md. Nahid Hasan" userId="S::nahid@vu.edu.bd::85ea5f9e-65d6-4031-b810-9415101f2e21" providerId="AD" clId="Web-{E4F47990-9B63-4593-AFC8-2C6B664E5688}" dt="2020-12-17T08:23:25.120" v="100"/>
          <ac:inkMkLst>
            <pc:docMk/>
            <pc:sldMk cId="0" sldId="429"/>
            <ac:inkMk id="11269" creationId="{C4829312-B7B2-4660-993C-016558256C3D}"/>
          </ac:inkMkLst>
        </pc:inkChg>
        <pc:inkChg chg="del">
          <ac:chgData name="Md. Nahid Hasan" userId="S::nahid@vu.edu.bd::85ea5f9e-65d6-4031-b810-9415101f2e21" providerId="AD" clId="Web-{E4F47990-9B63-4593-AFC8-2C6B664E5688}" dt="2020-12-17T08:23:25.120" v="99"/>
          <ac:inkMkLst>
            <pc:docMk/>
            <pc:sldMk cId="0" sldId="429"/>
            <ac:inkMk id="11270" creationId="{9097BF99-F35C-4916-859B-8FFDFB1DF8F4}"/>
          </ac:inkMkLst>
        </pc:inkChg>
        <pc:inkChg chg="del">
          <ac:chgData name="Md. Nahid Hasan" userId="S::nahid@vu.edu.bd::85ea5f9e-65d6-4031-b810-9415101f2e21" providerId="AD" clId="Web-{E4F47990-9B63-4593-AFC8-2C6B664E5688}" dt="2020-12-17T08:23:25.120" v="98"/>
          <ac:inkMkLst>
            <pc:docMk/>
            <pc:sldMk cId="0" sldId="429"/>
            <ac:inkMk id="11271" creationId="{60F7E24D-1BF4-4435-9336-BC423D5E2931}"/>
          </ac:inkMkLst>
        </pc:inkChg>
        <pc:inkChg chg="del">
          <ac:chgData name="Md. Nahid Hasan" userId="S::nahid@vu.edu.bd::85ea5f9e-65d6-4031-b810-9415101f2e21" providerId="AD" clId="Web-{E4F47990-9B63-4593-AFC8-2C6B664E5688}" dt="2020-12-17T08:23:25.120" v="97"/>
          <ac:inkMkLst>
            <pc:docMk/>
            <pc:sldMk cId="0" sldId="429"/>
            <ac:inkMk id="11272" creationId="{717DFC14-E8BD-4D81-8F03-BDF65FD2BD5A}"/>
          </ac:inkMkLst>
        </pc:inkChg>
        <pc:inkChg chg="del">
          <ac:chgData name="Md. Nahid Hasan" userId="S::nahid@vu.edu.bd::85ea5f9e-65d6-4031-b810-9415101f2e21" providerId="AD" clId="Web-{E4F47990-9B63-4593-AFC8-2C6B664E5688}" dt="2020-12-17T08:23:25.104" v="96"/>
          <ac:inkMkLst>
            <pc:docMk/>
            <pc:sldMk cId="0" sldId="429"/>
            <ac:inkMk id="11273" creationId="{959C5C4B-2900-48E5-815F-66541C22A80A}"/>
          </ac:inkMkLst>
        </pc:inkChg>
        <pc:inkChg chg="del">
          <ac:chgData name="Md. Nahid Hasan" userId="S::nahid@vu.edu.bd::85ea5f9e-65d6-4031-b810-9415101f2e21" providerId="AD" clId="Web-{E4F47990-9B63-4593-AFC8-2C6B664E5688}" dt="2020-12-17T08:23:25.104" v="95"/>
          <ac:inkMkLst>
            <pc:docMk/>
            <pc:sldMk cId="0" sldId="429"/>
            <ac:inkMk id="11274" creationId="{4D90C092-B8A7-4F18-AB56-BE231B9E5544}"/>
          </ac:inkMkLst>
        </pc:inkChg>
        <pc:inkChg chg="del">
          <ac:chgData name="Md. Nahid Hasan" userId="S::nahid@vu.edu.bd::85ea5f9e-65d6-4031-b810-9415101f2e21" providerId="AD" clId="Web-{E4F47990-9B63-4593-AFC8-2C6B664E5688}" dt="2020-12-17T08:23:25.104" v="94"/>
          <ac:inkMkLst>
            <pc:docMk/>
            <pc:sldMk cId="0" sldId="429"/>
            <ac:inkMk id="11275" creationId="{D62B619D-47E0-4967-B8B3-7B302C2A7818}"/>
          </ac:inkMkLst>
        </pc:inkChg>
        <pc:inkChg chg="del">
          <ac:chgData name="Md. Nahid Hasan" userId="S::nahid@vu.edu.bd::85ea5f9e-65d6-4031-b810-9415101f2e21" providerId="AD" clId="Web-{E4F47990-9B63-4593-AFC8-2C6B664E5688}" dt="2020-12-17T08:23:25.104" v="93"/>
          <ac:inkMkLst>
            <pc:docMk/>
            <pc:sldMk cId="0" sldId="429"/>
            <ac:inkMk id="11276" creationId="{60E7673C-C1AC-4AEC-8904-FEB78C3839E8}"/>
          </ac:inkMkLst>
        </pc:inkChg>
        <pc:inkChg chg="del">
          <ac:chgData name="Md. Nahid Hasan" userId="S::nahid@vu.edu.bd::85ea5f9e-65d6-4031-b810-9415101f2e21" providerId="AD" clId="Web-{E4F47990-9B63-4593-AFC8-2C6B664E5688}" dt="2020-12-17T08:23:25.104" v="92"/>
          <ac:inkMkLst>
            <pc:docMk/>
            <pc:sldMk cId="0" sldId="429"/>
            <ac:inkMk id="11277" creationId="{C53665CE-F0D5-4412-A6A3-983CFEC2BFA6}"/>
          </ac:inkMkLst>
        </pc:inkChg>
        <pc:inkChg chg="del">
          <ac:chgData name="Md. Nahid Hasan" userId="S::nahid@vu.edu.bd::85ea5f9e-65d6-4031-b810-9415101f2e21" providerId="AD" clId="Web-{E4F47990-9B63-4593-AFC8-2C6B664E5688}" dt="2020-12-17T08:23:25.104" v="91"/>
          <ac:inkMkLst>
            <pc:docMk/>
            <pc:sldMk cId="0" sldId="429"/>
            <ac:inkMk id="11278" creationId="{AD944560-EEBB-4FA5-8007-08B0AF1B8DA5}"/>
          </ac:inkMkLst>
        </pc:inkChg>
        <pc:inkChg chg="del">
          <ac:chgData name="Md. Nahid Hasan" userId="S::nahid@vu.edu.bd::85ea5f9e-65d6-4031-b810-9415101f2e21" providerId="AD" clId="Web-{E4F47990-9B63-4593-AFC8-2C6B664E5688}" dt="2020-12-17T08:23:25.104" v="90"/>
          <ac:inkMkLst>
            <pc:docMk/>
            <pc:sldMk cId="0" sldId="429"/>
            <ac:inkMk id="11279" creationId="{CE29F854-0345-41B4-B86D-81D1AFDBE9F0}"/>
          </ac:inkMkLst>
        </pc:inkChg>
        <pc:inkChg chg="del">
          <ac:chgData name="Md. Nahid Hasan" userId="S::nahid@vu.edu.bd::85ea5f9e-65d6-4031-b810-9415101f2e21" providerId="AD" clId="Web-{E4F47990-9B63-4593-AFC8-2C6B664E5688}" dt="2020-12-17T08:23:25.104" v="89"/>
          <ac:inkMkLst>
            <pc:docMk/>
            <pc:sldMk cId="0" sldId="429"/>
            <ac:inkMk id="11280" creationId="{C96D8F41-7AEF-4AA1-B994-928BBDA281B9}"/>
          </ac:inkMkLst>
        </pc:inkChg>
        <pc:inkChg chg="del">
          <ac:chgData name="Md. Nahid Hasan" userId="S::nahid@vu.edu.bd::85ea5f9e-65d6-4031-b810-9415101f2e21" providerId="AD" clId="Web-{E4F47990-9B63-4593-AFC8-2C6B664E5688}" dt="2020-12-17T08:23:25.104" v="88"/>
          <ac:inkMkLst>
            <pc:docMk/>
            <pc:sldMk cId="0" sldId="429"/>
            <ac:inkMk id="11281" creationId="{C5CAE033-D9BE-4FBC-B463-9257E5A9BE87}"/>
          </ac:inkMkLst>
        </pc:inkChg>
        <pc:inkChg chg="del">
          <ac:chgData name="Md. Nahid Hasan" userId="S::nahid@vu.edu.bd::85ea5f9e-65d6-4031-b810-9415101f2e21" providerId="AD" clId="Web-{E4F47990-9B63-4593-AFC8-2C6B664E5688}" dt="2020-12-17T08:23:25.104" v="87"/>
          <ac:inkMkLst>
            <pc:docMk/>
            <pc:sldMk cId="0" sldId="429"/>
            <ac:inkMk id="11282" creationId="{F550AF3C-75EB-4CF7-B4D2-6DD8950320D5}"/>
          </ac:inkMkLst>
        </pc:inkChg>
        <pc:inkChg chg="del">
          <ac:chgData name="Md. Nahid Hasan" userId="S::nahid@vu.edu.bd::85ea5f9e-65d6-4031-b810-9415101f2e21" providerId="AD" clId="Web-{E4F47990-9B63-4593-AFC8-2C6B664E5688}" dt="2020-12-17T08:23:25.104" v="86"/>
          <ac:inkMkLst>
            <pc:docMk/>
            <pc:sldMk cId="0" sldId="429"/>
            <ac:inkMk id="11283" creationId="{F337BE07-B79D-4388-8C90-EB9DFC758812}"/>
          </ac:inkMkLst>
        </pc:inkChg>
        <pc:inkChg chg="del">
          <ac:chgData name="Md. Nahid Hasan" userId="S::nahid@vu.edu.bd::85ea5f9e-65d6-4031-b810-9415101f2e21" providerId="AD" clId="Web-{E4F47990-9B63-4593-AFC8-2C6B664E5688}" dt="2020-12-17T08:23:25.089" v="85"/>
          <ac:inkMkLst>
            <pc:docMk/>
            <pc:sldMk cId="0" sldId="429"/>
            <ac:inkMk id="11284" creationId="{015D9DF7-6C7D-4EFC-A751-85298951C6EF}"/>
          </ac:inkMkLst>
        </pc:inkChg>
        <pc:inkChg chg="del">
          <ac:chgData name="Md. Nahid Hasan" userId="S::nahid@vu.edu.bd::85ea5f9e-65d6-4031-b810-9415101f2e21" providerId="AD" clId="Web-{E4F47990-9B63-4593-AFC8-2C6B664E5688}" dt="2020-12-17T08:23:25.089" v="84"/>
          <ac:inkMkLst>
            <pc:docMk/>
            <pc:sldMk cId="0" sldId="429"/>
            <ac:inkMk id="11285" creationId="{5C109CB3-8094-48F4-B8F0-3B5D7924229C}"/>
          </ac:inkMkLst>
        </pc:inkChg>
        <pc:inkChg chg="del">
          <ac:chgData name="Md. Nahid Hasan" userId="S::nahid@vu.edu.bd::85ea5f9e-65d6-4031-b810-9415101f2e21" providerId="AD" clId="Web-{E4F47990-9B63-4593-AFC8-2C6B664E5688}" dt="2020-12-17T08:23:25.089" v="83"/>
          <ac:inkMkLst>
            <pc:docMk/>
            <pc:sldMk cId="0" sldId="429"/>
            <ac:inkMk id="11286" creationId="{F29FD5EF-A2C1-4ED5-837D-5029DB6CEBC4}"/>
          </ac:inkMkLst>
        </pc:inkChg>
        <pc:inkChg chg="del">
          <ac:chgData name="Md. Nahid Hasan" userId="S::nahid@vu.edu.bd::85ea5f9e-65d6-4031-b810-9415101f2e21" providerId="AD" clId="Web-{E4F47990-9B63-4593-AFC8-2C6B664E5688}" dt="2020-12-17T08:23:25.089" v="82"/>
          <ac:inkMkLst>
            <pc:docMk/>
            <pc:sldMk cId="0" sldId="429"/>
            <ac:inkMk id="11287" creationId="{8A4A1C07-9B41-40F4-9322-34A1E78A18FF}"/>
          </ac:inkMkLst>
        </pc:inkChg>
        <pc:inkChg chg="del">
          <ac:chgData name="Md. Nahid Hasan" userId="S::nahid@vu.edu.bd::85ea5f9e-65d6-4031-b810-9415101f2e21" providerId="AD" clId="Web-{E4F47990-9B63-4593-AFC8-2C6B664E5688}" dt="2020-12-17T08:23:25.089" v="81"/>
          <ac:inkMkLst>
            <pc:docMk/>
            <pc:sldMk cId="0" sldId="429"/>
            <ac:inkMk id="11288" creationId="{354FA570-18F8-48E4-A73B-386ABDEB8213}"/>
          </ac:inkMkLst>
        </pc:inkChg>
        <pc:inkChg chg="del">
          <ac:chgData name="Md. Nahid Hasan" userId="S::nahid@vu.edu.bd::85ea5f9e-65d6-4031-b810-9415101f2e21" providerId="AD" clId="Web-{E4F47990-9B63-4593-AFC8-2C6B664E5688}" dt="2020-12-17T08:23:25.089" v="80"/>
          <ac:inkMkLst>
            <pc:docMk/>
            <pc:sldMk cId="0" sldId="429"/>
            <ac:inkMk id="11289" creationId="{91076A94-8D6D-4A87-91E6-2B79FBDA9045}"/>
          </ac:inkMkLst>
        </pc:inkChg>
        <pc:inkChg chg="del">
          <ac:chgData name="Md. Nahid Hasan" userId="S::nahid@vu.edu.bd::85ea5f9e-65d6-4031-b810-9415101f2e21" providerId="AD" clId="Web-{E4F47990-9B63-4593-AFC8-2C6B664E5688}" dt="2020-12-17T08:23:25.089" v="79"/>
          <ac:inkMkLst>
            <pc:docMk/>
            <pc:sldMk cId="0" sldId="429"/>
            <ac:inkMk id="11290" creationId="{EB9D8E04-4BD7-4A9A-8DBE-29FA1758945F}"/>
          </ac:inkMkLst>
        </pc:inkChg>
        <pc:inkChg chg="del">
          <ac:chgData name="Md. Nahid Hasan" userId="S::nahid@vu.edu.bd::85ea5f9e-65d6-4031-b810-9415101f2e21" providerId="AD" clId="Web-{E4F47990-9B63-4593-AFC8-2C6B664E5688}" dt="2020-12-17T08:23:25.089" v="78"/>
          <ac:inkMkLst>
            <pc:docMk/>
            <pc:sldMk cId="0" sldId="429"/>
            <ac:inkMk id="11291" creationId="{BB6DF12B-0FC7-4A7B-A21C-A0E0AA6BC3FF}"/>
          </ac:inkMkLst>
        </pc:inkChg>
        <pc:inkChg chg="del">
          <ac:chgData name="Md. Nahid Hasan" userId="S::nahid@vu.edu.bd::85ea5f9e-65d6-4031-b810-9415101f2e21" providerId="AD" clId="Web-{E4F47990-9B63-4593-AFC8-2C6B664E5688}" dt="2020-12-17T08:23:25.089" v="77"/>
          <ac:inkMkLst>
            <pc:docMk/>
            <pc:sldMk cId="0" sldId="429"/>
            <ac:inkMk id="11292" creationId="{D19F3EF3-C414-4933-8794-AED0FDA2B4E5}"/>
          </ac:inkMkLst>
        </pc:inkChg>
        <pc:inkChg chg="del">
          <ac:chgData name="Md. Nahid Hasan" userId="S::nahid@vu.edu.bd::85ea5f9e-65d6-4031-b810-9415101f2e21" providerId="AD" clId="Web-{E4F47990-9B63-4593-AFC8-2C6B664E5688}" dt="2020-12-17T08:23:25.089" v="76"/>
          <ac:inkMkLst>
            <pc:docMk/>
            <pc:sldMk cId="0" sldId="429"/>
            <ac:inkMk id="11293" creationId="{DE5DBA54-7D92-44B3-ACE0-236275D5F817}"/>
          </ac:inkMkLst>
        </pc:inkChg>
        <pc:inkChg chg="del">
          <ac:chgData name="Md. Nahid Hasan" userId="S::nahid@vu.edu.bd::85ea5f9e-65d6-4031-b810-9415101f2e21" providerId="AD" clId="Web-{E4F47990-9B63-4593-AFC8-2C6B664E5688}" dt="2020-12-17T08:23:25.073" v="75"/>
          <ac:inkMkLst>
            <pc:docMk/>
            <pc:sldMk cId="0" sldId="429"/>
            <ac:inkMk id="11294" creationId="{E622E9A8-3BBE-4243-830B-043F743650C2}"/>
          </ac:inkMkLst>
        </pc:inkChg>
        <pc:inkChg chg="del">
          <ac:chgData name="Md. Nahid Hasan" userId="S::nahid@vu.edu.bd::85ea5f9e-65d6-4031-b810-9415101f2e21" providerId="AD" clId="Web-{E4F47990-9B63-4593-AFC8-2C6B664E5688}" dt="2020-12-17T08:23:25.073" v="74"/>
          <ac:inkMkLst>
            <pc:docMk/>
            <pc:sldMk cId="0" sldId="429"/>
            <ac:inkMk id="11295" creationId="{ABCD41B1-7CDB-44E3-9206-51C7CDD0FE0F}"/>
          </ac:inkMkLst>
        </pc:inkChg>
        <pc:inkChg chg="del">
          <ac:chgData name="Md. Nahid Hasan" userId="S::nahid@vu.edu.bd::85ea5f9e-65d6-4031-b810-9415101f2e21" providerId="AD" clId="Web-{E4F47990-9B63-4593-AFC8-2C6B664E5688}" dt="2020-12-17T08:23:25.073" v="73"/>
          <ac:inkMkLst>
            <pc:docMk/>
            <pc:sldMk cId="0" sldId="429"/>
            <ac:inkMk id="11296" creationId="{26D152D8-5C43-4E52-94F9-4A52D5CE5E09}"/>
          </ac:inkMkLst>
        </pc:inkChg>
        <pc:inkChg chg="del">
          <ac:chgData name="Md. Nahid Hasan" userId="S::nahid@vu.edu.bd::85ea5f9e-65d6-4031-b810-9415101f2e21" providerId="AD" clId="Web-{E4F47990-9B63-4593-AFC8-2C6B664E5688}" dt="2020-12-17T08:23:25.073" v="72"/>
          <ac:inkMkLst>
            <pc:docMk/>
            <pc:sldMk cId="0" sldId="429"/>
            <ac:inkMk id="11297" creationId="{21CAD330-FBE4-404F-A8A0-147F07EE05D8}"/>
          </ac:inkMkLst>
        </pc:inkChg>
        <pc:inkChg chg="del">
          <ac:chgData name="Md. Nahid Hasan" userId="S::nahid@vu.edu.bd::85ea5f9e-65d6-4031-b810-9415101f2e21" providerId="AD" clId="Web-{E4F47990-9B63-4593-AFC8-2C6B664E5688}" dt="2020-12-17T08:23:25.073" v="71"/>
          <ac:inkMkLst>
            <pc:docMk/>
            <pc:sldMk cId="0" sldId="429"/>
            <ac:inkMk id="11299" creationId="{74C95694-4074-4970-8BDC-C19102FA85ED}"/>
          </ac:inkMkLst>
        </pc:inkChg>
        <pc:inkChg chg="del">
          <ac:chgData name="Md. Nahid Hasan" userId="S::nahid@vu.edu.bd::85ea5f9e-65d6-4031-b810-9415101f2e21" providerId="AD" clId="Web-{E4F47990-9B63-4593-AFC8-2C6B664E5688}" dt="2020-12-17T08:23:25.073" v="70"/>
          <ac:inkMkLst>
            <pc:docMk/>
            <pc:sldMk cId="0" sldId="429"/>
            <ac:inkMk id="11300" creationId="{0CEC8417-8D5B-44A2-916A-6336AEB5D764}"/>
          </ac:inkMkLst>
        </pc:inkChg>
        <pc:inkChg chg="del">
          <ac:chgData name="Md. Nahid Hasan" userId="S::nahid@vu.edu.bd::85ea5f9e-65d6-4031-b810-9415101f2e21" providerId="AD" clId="Web-{E4F47990-9B63-4593-AFC8-2C6B664E5688}" dt="2020-12-17T08:23:25.073" v="69"/>
          <ac:inkMkLst>
            <pc:docMk/>
            <pc:sldMk cId="0" sldId="429"/>
            <ac:inkMk id="11301" creationId="{FCEA2759-839E-4F3A-A9CF-F31CE4B2F59C}"/>
          </ac:inkMkLst>
        </pc:inkChg>
        <pc:inkChg chg="del">
          <ac:chgData name="Md. Nahid Hasan" userId="S::nahid@vu.edu.bd::85ea5f9e-65d6-4031-b810-9415101f2e21" providerId="AD" clId="Web-{E4F47990-9B63-4593-AFC8-2C6B664E5688}" dt="2020-12-17T08:23:25.073" v="68"/>
          <ac:inkMkLst>
            <pc:docMk/>
            <pc:sldMk cId="0" sldId="429"/>
            <ac:inkMk id="11302" creationId="{BB9ACAC3-531F-4D85-AC36-3482117A48A8}"/>
          </ac:inkMkLst>
        </pc:inkChg>
        <pc:inkChg chg="del">
          <ac:chgData name="Md. Nahid Hasan" userId="S::nahid@vu.edu.bd::85ea5f9e-65d6-4031-b810-9415101f2e21" providerId="AD" clId="Web-{E4F47990-9B63-4593-AFC8-2C6B664E5688}" dt="2020-12-17T08:23:25.073" v="67"/>
          <ac:inkMkLst>
            <pc:docMk/>
            <pc:sldMk cId="0" sldId="429"/>
            <ac:inkMk id="11303" creationId="{DB8FDF92-D702-40AC-839D-176265D41376}"/>
          </ac:inkMkLst>
        </pc:inkChg>
        <pc:inkChg chg="del">
          <ac:chgData name="Md. Nahid Hasan" userId="S::nahid@vu.edu.bd::85ea5f9e-65d6-4031-b810-9415101f2e21" providerId="AD" clId="Web-{E4F47990-9B63-4593-AFC8-2C6B664E5688}" dt="2020-12-17T08:23:25.073" v="66"/>
          <ac:inkMkLst>
            <pc:docMk/>
            <pc:sldMk cId="0" sldId="429"/>
            <ac:inkMk id="11304" creationId="{DC67043D-E1E4-4456-A6BA-48493AA3AACE}"/>
          </ac:inkMkLst>
        </pc:inkChg>
        <pc:inkChg chg="del">
          <ac:chgData name="Md. Nahid Hasan" userId="S::nahid@vu.edu.bd::85ea5f9e-65d6-4031-b810-9415101f2e21" providerId="AD" clId="Web-{E4F47990-9B63-4593-AFC8-2C6B664E5688}" dt="2020-12-17T08:23:25.073" v="65"/>
          <ac:inkMkLst>
            <pc:docMk/>
            <pc:sldMk cId="0" sldId="429"/>
            <ac:inkMk id="11305" creationId="{06BEBA48-34E3-4142-881A-B91DCFF2BC16}"/>
          </ac:inkMkLst>
        </pc:inkChg>
        <pc:inkChg chg="del">
          <ac:chgData name="Md. Nahid Hasan" userId="S::nahid@vu.edu.bd::85ea5f9e-65d6-4031-b810-9415101f2e21" providerId="AD" clId="Web-{E4F47990-9B63-4593-AFC8-2C6B664E5688}" dt="2020-12-17T08:23:25.057" v="64"/>
          <ac:inkMkLst>
            <pc:docMk/>
            <pc:sldMk cId="0" sldId="429"/>
            <ac:inkMk id="11306" creationId="{419E7461-0FFE-4C0A-AD8E-DF9032138C8B}"/>
          </ac:inkMkLst>
        </pc:inkChg>
        <pc:inkChg chg="del">
          <ac:chgData name="Md. Nahid Hasan" userId="S::nahid@vu.edu.bd::85ea5f9e-65d6-4031-b810-9415101f2e21" providerId="AD" clId="Web-{E4F47990-9B63-4593-AFC8-2C6B664E5688}" dt="2020-12-17T08:23:25.057" v="63"/>
          <ac:inkMkLst>
            <pc:docMk/>
            <pc:sldMk cId="0" sldId="429"/>
            <ac:inkMk id="11307" creationId="{7A648CDE-B028-4A64-96B9-43EF7264B8F2}"/>
          </ac:inkMkLst>
        </pc:inkChg>
        <pc:inkChg chg="del">
          <ac:chgData name="Md. Nahid Hasan" userId="S::nahid@vu.edu.bd::85ea5f9e-65d6-4031-b810-9415101f2e21" providerId="AD" clId="Web-{E4F47990-9B63-4593-AFC8-2C6B664E5688}" dt="2020-12-17T08:23:25.057" v="62"/>
          <ac:inkMkLst>
            <pc:docMk/>
            <pc:sldMk cId="0" sldId="429"/>
            <ac:inkMk id="11308" creationId="{B4C97276-1285-4DA5-9131-0629F8354E32}"/>
          </ac:inkMkLst>
        </pc:inkChg>
        <pc:inkChg chg="del">
          <ac:chgData name="Md. Nahid Hasan" userId="S::nahid@vu.edu.bd::85ea5f9e-65d6-4031-b810-9415101f2e21" providerId="AD" clId="Web-{E4F47990-9B63-4593-AFC8-2C6B664E5688}" dt="2020-12-17T08:23:25.057" v="61"/>
          <ac:inkMkLst>
            <pc:docMk/>
            <pc:sldMk cId="0" sldId="429"/>
            <ac:inkMk id="11309" creationId="{17559CA7-4FA3-490E-BA0C-AC35625F4E9E}"/>
          </ac:inkMkLst>
        </pc:inkChg>
        <pc:inkChg chg="del">
          <ac:chgData name="Md. Nahid Hasan" userId="S::nahid@vu.edu.bd::85ea5f9e-65d6-4031-b810-9415101f2e21" providerId="AD" clId="Web-{E4F47990-9B63-4593-AFC8-2C6B664E5688}" dt="2020-12-17T08:23:25.057" v="60"/>
          <ac:inkMkLst>
            <pc:docMk/>
            <pc:sldMk cId="0" sldId="429"/>
            <ac:inkMk id="11310" creationId="{918CABDB-6C2D-47B3-B4A7-B1D0C4DDB96F}"/>
          </ac:inkMkLst>
        </pc:inkChg>
        <pc:inkChg chg="del">
          <ac:chgData name="Md. Nahid Hasan" userId="S::nahid@vu.edu.bd::85ea5f9e-65d6-4031-b810-9415101f2e21" providerId="AD" clId="Web-{E4F47990-9B63-4593-AFC8-2C6B664E5688}" dt="2020-12-17T08:23:25.057" v="59"/>
          <ac:inkMkLst>
            <pc:docMk/>
            <pc:sldMk cId="0" sldId="429"/>
            <ac:inkMk id="11311" creationId="{87C9E199-7BB0-4A91-A0CB-6359613DAD40}"/>
          </ac:inkMkLst>
        </pc:inkChg>
        <pc:inkChg chg="del">
          <ac:chgData name="Md. Nahid Hasan" userId="S::nahid@vu.edu.bd::85ea5f9e-65d6-4031-b810-9415101f2e21" providerId="AD" clId="Web-{E4F47990-9B63-4593-AFC8-2C6B664E5688}" dt="2020-12-17T08:23:25.057" v="58"/>
          <ac:inkMkLst>
            <pc:docMk/>
            <pc:sldMk cId="0" sldId="429"/>
            <ac:inkMk id="11312" creationId="{766DB0B5-4FDF-4954-BC2A-C56DB5EB3489}"/>
          </ac:inkMkLst>
        </pc:inkChg>
        <pc:inkChg chg="del">
          <ac:chgData name="Md. Nahid Hasan" userId="S::nahid@vu.edu.bd::85ea5f9e-65d6-4031-b810-9415101f2e21" providerId="AD" clId="Web-{E4F47990-9B63-4593-AFC8-2C6B664E5688}" dt="2020-12-17T08:23:25.057" v="57"/>
          <ac:inkMkLst>
            <pc:docMk/>
            <pc:sldMk cId="0" sldId="429"/>
            <ac:inkMk id="11313" creationId="{183A5D31-D1D6-4B71-B646-CC3335EA6D8E}"/>
          </ac:inkMkLst>
        </pc:inkChg>
        <pc:inkChg chg="del">
          <ac:chgData name="Md. Nahid Hasan" userId="S::nahid@vu.edu.bd::85ea5f9e-65d6-4031-b810-9415101f2e21" providerId="AD" clId="Web-{E4F47990-9B63-4593-AFC8-2C6B664E5688}" dt="2020-12-17T08:23:25.057" v="56"/>
          <ac:inkMkLst>
            <pc:docMk/>
            <pc:sldMk cId="0" sldId="429"/>
            <ac:inkMk id="11314" creationId="{20CB9ECF-FE21-40AB-8C70-15D0970CDFB8}"/>
          </ac:inkMkLst>
        </pc:inkChg>
        <pc:inkChg chg="del">
          <ac:chgData name="Md. Nahid Hasan" userId="S::nahid@vu.edu.bd::85ea5f9e-65d6-4031-b810-9415101f2e21" providerId="AD" clId="Web-{E4F47990-9B63-4593-AFC8-2C6B664E5688}" dt="2020-12-17T08:23:25.057" v="55"/>
          <ac:inkMkLst>
            <pc:docMk/>
            <pc:sldMk cId="0" sldId="429"/>
            <ac:inkMk id="11315" creationId="{4737B31B-4001-48BD-B927-8011F1B67F5E}"/>
          </ac:inkMkLst>
        </pc:inkChg>
        <pc:inkChg chg="del">
          <ac:chgData name="Md. Nahid Hasan" userId="S::nahid@vu.edu.bd::85ea5f9e-65d6-4031-b810-9415101f2e21" providerId="AD" clId="Web-{E4F47990-9B63-4593-AFC8-2C6B664E5688}" dt="2020-12-17T08:23:25.042" v="54"/>
          <ac:inkMkLst>
            <pc:docMk/>
            <pc:sldMk cId="0" sldId="429"/>
            <ac:inkMk id="11316" creationId="{6A5D1605-210B-411D-ADDE-A65CB8B3021B}"/>
          </ac:inkMkLst>
        </pc:inkChg>
        <pc:inkChg chg="del">
          <ac:chgData name="Md. Nahid Hasan" userId="S::nahid@vu.edu.bd::85ea5f9e-65d6-4031-b810-9415101f2e21" providerId="AD" clId="Web-{E4F47990-9B63-4593-AFC8-2C6B664E5688}" dt="2020-12-17T08:23:25.042" v="53"/>
          <ac:inkMkLst>
            <pc:docMk/>
            <pc:sldMk cId="0" sldId="429"/>
            <ac:inkMk id="11317" creationId="{66AD7ECF-8408-491C-BBF1-3F8A8CF1E018}"/>
          </ac:inkMkLst>
        </pc:inkChg>
        <pc:inkChg chg="del">
          <ac:chgData name="Md. Nahid Hasan" userId="S::nahid@vu.edu.bd::85ea5f9e-65d6-4031-b810-9415101f2e21" providerId="AD" clId="Web-{E4F47990-9B63-4593-AFC8-2C6B664E5688}" dt="2020-12-17T08:23:25.042" v="52"/>
          <ac:inkMkLst>
            <pc:docMk/>
            <pc:sldMk cId="0" sldId="429"/>
            <ac:inkMk id="11318" creationId="{510D3028-BCE5-40F3-A4D8-9DA34EE8DB7A}"/>
          </ac:inkMkLst>
        </pc:inkChg>
        <pc:inkChg chg="del">
          <ac:chgData name="Md. Nahid Hasan" userId="S::nahid@vu.edu.bd::85ea5f9e-65d6-4031-b810-9415101f2e21" providerId="AD" clId="Web-{E4F47990-9B63-4593-AFC8-2C6B664E5688}" dt="2020-12-17T08:23:25.042" v="51"/>
          <ac:inkMkLst>
            <pc:docMk/>
            <pc:sldMk cId="0" sldId="429"/>
            <ac:inkMk id="11319" creationId="{D30D4168-00F9-4F4F-B8E9-96F3EB68D88F}"/>
          </ac:inkMkLst>
        </pc:inkChg>
        <pc:inkChg chg="del">
          <ac:chgData name="Md. Nahid Hasan" userId="S::nahid@vu.edu.bd::85ea5f9e-65d6-4031-b810-9415101f2e21" providerId="AD" clId="Web-{E4F47990-9B63-4593-AFC8-2C6B664E5688}" dt="2020-12-17T08:23:25.042" v="50"/>
          <ac:inkMkLst>
            <pc:docMk/>
            <pc:sldMk cId="0" sldId="429"/>
            <ac:inkMk id="11320" creationId="{3F051E98-C4F1-4441-A9AC-4A731033BFAF}"/>
          </ac:inkMkLst>
        </pc:inkChg>
        <pc:inkChg chg="del">
          <ac:chgData name="Md. Nahid Hasan" userId="S::nahid@vu.edu.bd::85ea5f9e-65d6-4031-b810-9415101f2e21" providerId="AD" clId="Web-{E4F47990-9B63-4593-AFC8-2C6B664E5688}" dt="2020-12-17T08:23:25.042" v="49"/>
          <ac:inkMkLst>
            <pc:docMk/>
            <pc:sldMk cId="0" sldId="429"/>
            <ac:inkMk id="11321" creationId="{EE72FDB4-BB9B-461D-BF10-A63B0677FC96}"/>
          </ac:inkMkLst>
        </pc:inkChg>
        <pc:inkChg chg="del">
          <ac:chgData name="Md. Nahid Hasan" userId="S::nahid@vu.edu.bd::85ea5f9e-65d6-4031-b810-9415101f2e21" providerId="AD" clId="Web-{E4F47990-9B63-4593-AFC8-2C6B664E5688}" dt="2020-12-17T08:23:25.042" v="48"/>
          <ac:inkMkLst>
            <pc:docMk/>
            <pc:sldMk cId="0" sldId="429"/>
            <ac:inkMk id="11322" creationId="{EF7B56CC-F12E-4514-B989-CBE2AF01061C}"/>
          </ac:inkMkLst>
        </pc:inkChg>
        <pc:inkChg chg="del">
          <ac:chgData name="Md. Nahid Hasan" userId="S::nahid@vu.edu.bd::85ea5f9e-65d6-4031-b810-9415101f2e21" providerId="AD" clId="Web-{E4F47990-9B63-4593-AFC8-2C6B664E5688}" dt="2020-12-17T08:23:25.042" v="47"/>
          <ac:inkMkLst>
            <pc:docMk/>
            <pc:sldMk cId="0" sldId="429"/>
            <ac:inkMk id="11323" creationId="{D8EEC20A-3725-48EC-A10A-04D1E9315391}"/>
          </ac:inkMkLst>
        </pc:inkChg>
        <pc:inkChg chg="del">
          <ac:chgData name="Md. Nahid Hasan" userId="S::nahid@vu.edu.bd::85ea5f9e-65d6-4031-b810-9415101f2e21" providerId="AD" clId="Web-{E4F47990-9B63-4593-AFC8-2C6B664E5688}" dt="2020-12-17T08:23:25.042" v="46"/>
          <ac:inkMkLst>
            <pc:docMk/>
            <pc:sldMk cId="0" sldId="429"/>
            <ac:inkMk id="11324" creationId="{EC749ECB-987F-4432-AA53-59C763145E85}"/>
          </ac:inkMkLst>
        </pc:inkChg>
        <pc:inkChg chg="del">
          <ac:chgData name="Md. Nahid Hasan" userId="S::nahid@vu.edu.bd::85ea5f9e-65d6-4031-b810-9415101f2e21" providerId="AD" clId="Web-{E4F47990-9B63-4593-AFC8-2C6B664E5688}" dt="2020-12-17T08:23:25.042" v="45"/>
          <ac:inkMkLst>
            <pc:docMk/>
            <pc:sldMk cId="0" sldId="429"/>
            <ac:inkMk id="11325" creationId="{C033021F-6ED8-4C93-91F1-4C4730CED853}"/>
          </ac:inkMkLst>
        </pc:inkChg>
        <pc:inkChg chg="del">
          <ac:chgData name="Md. Nahid Hasan" userId="S::nahid@vu.edu.bd::85ea5f9e-65d6-4031-b810-9415101f2e21" providerId="AD" clId="Web-{E4F47990-9B63-4593-AFC8-2C6B664E5688}" dt="2020-12-17T08:23:25.042" v="44"/>
          <ac:inkMkLst>
            <pc:docMk/>
            <pc:sldMk cId="0" sldId="429"/>
            <ac:inkMk id="11326" creationId="{3BFA1A2D-DA7D-4F1A-8A01-A5F3F2538F21}"/>
          </ac:inkMkLst>
        </pc:inkChg>
        <pc:inkChg chg="del">
          <ac:chgData name="Md. Nahid Hasan" userId="S::nahid@vu.edu.bd::85ea5f9e-65d6-4031-b810-9415101f2e21" providerId="AD" clId="Web-{E4F47990-9B63-4593-AFC8-2C6B664E5688}" dt="2020-12-17T08:23:25.026" v="43"/>
          <ac:inkMkLst>
            <pc:docMk/>
            <pc:sldMk cId="0" sldId="429"/>
            <ac:inkMk id="11327" creationId="{8746F115-B8BE-432D-B71C-B86DCB3CAFB8}"/>
          </ac:inkMkLst>
        </pc:inkChg>
        <pc:inkChg chg="del">
          <ac:chgData name="Md. Nahid Hasan" userId="S::nahid@vu.edu.bd::85ea5f9e-65d6-4031-b810-9415101f2e21" providerId="AD" clId="Web-{E4F47990-9B63-4593-AFC8-2C6B664E5688}" dt="2020-12-17T08:23:25.026" v="42"/>
          <ac:inkMkLst>
            <pc:docMk/>
            <pc:sldMk cId="0" sldId="429"/>
            <ac:inkMk id="11328" creationId="{76D63F57-F9DE-40E9-807A-5FBAA682D863}"/>
          </ac:inkMkLst>
        </pc:inkChg>
        <pc:inkChg chg="del">
          <ac:chgData name="Md. Nahid Hasan" userId="S::nahid@vu.edu.bd::85ea5f9e-65d6-4031-b810-9415101f2e21" providerId="AD" clId="Web-{E4F47990-9B63-4593-AFC8-2C6B664E5688}" dt="2020-12-17T08:23:25.026" v="41"/>
          <ac:inkMkLst>
            <pc:docMk/>
            <pc:sldMk cId="0" sldId="429"/>
            <ac:inkMk id="11329" creationId="{F045ADD5-5832-4016-B603-8FED2A129764}"/>
          </ac:inkMkLst>
        </pc:inkChg>
        <pc:inkChg chg="del">
          <ac:chgData name="Md. Nahid Hasan" userId="S::nahid@vu.edu.bd::85ea5f9e-65d6-4031-b810-9415101f2e21" providerId="AD" clId="Web-{E4F47990-9B63-4593-AFC8-2C6B664E5688}" dt="2020-12-17T08:23:25.026" v="40"/>
          <ac:inkMkLst>
            <pc:docMk/>
            <pc:sldMk cId="0" sldId="429"/>
            <ac:inkMk id="11330" creationId="{73DB9249-41A8-40B9-80F2-AF6F50E67ECE}"/>
          </ac:inkMkLst>
        </pc:inkChg>
        <pc:inkChg chg="del">
          <ac:chgData name="Md. Nahid Hasan" userId="S::nahid@vu.edu.bd::85ea5f9e-65d6-4031-b810-9415101f2e21" providerId="AD" clId="Web-{E4F47990-9B63-4593-AFC8-2C6B664E5688}" dt="2020-12-17T08:23:25.026" v="39"/>
          <ac:inkMkLst>
            <pc:docMk/>
            <pc:sldMk cId="0" sldId="429"/>
            <ac:inkMk id="11331" creationId="{E94307CD-1F83-4791-8441-F50D711ACC3A}"/>
          </ac:inkMkLst>
        </pc:inkChg>
        <pc:inkChg chg="del">
          <ac:chgData name="Md. Nahid Hasan" userId="S::nahid@vu.edu.bd::85ea5f9e-65d6-4031-b810-9415101f2e21" providerId="AD" clId="Web-{E4F47990-9B63-4593-AFC8-2C6B664E5688}" dt="2020-12-17T08:23:25.026" v="38"/>
          <ac:inkMkLst>
            <pc:docMk/>
            <pc:sldMk cId="0" sldId="429"/>
            <ac:inkMk id="11332" creationId="{39D42344-6729-4943-92DB-A8A32537DEDE}"/>
          </ac:inkMkLst>
        </pc:inkChg>
        <pc:inkChg chg="del">
          <ac:chgData name="Md. Nahid Hasan" userId="S::nahid@vu.edu.bd::85ea5f9e-65d6-4031-b810-9415101f2e21" providerId="AD" clId="Web-{E4F47990-9B63-4593-AFC8-2C6B664E5688}" dt="2020-12-17T08:23:25.026" v="37"/>
          <ac:inkMkLst>
            <pc:docMk/>
            <pc:sldMk cId="0" sldId="429"/>
            <ac:inkMk id="11333" creationId="{49DDC82C-D838-4DBC-98BC-4E71A9C27346}"/>
          </ac:inkMkLst>
        </pc:inkChg>
        <pc:inkChg chg="del">
          <ac:chgData name="Md. Nahid Hasan" userId="S::nahid@vu.edu.bd::85ea5f9e-65d6-4031-b810-9415101f2e21" providerId="AD" clId="Web-{E4F47990-9B63-4593-AFC8-2C6B664E5688}" dt="2020-12-17T08:23:25.026" v="36"/>
          <ac:inkMkLst>
            <pc:docMk/>
            <pc:sldMk cId="0" sldId="429"/>
            <ac:inkMk id="11334" creationId="{F379E3BB-1838-4F48-A725-7058A3FD4E42}"/>
          </ac:inkMkLst>
        </pc:inkChg>
        <pc:inkChg chg="del">
          <ac:chgData name="Md. Nahid Hasan" userId="S::nahid@vu.edu.bd::85ea5f9e-65d6-4031-b810-9415101f2e21" providerId="AD" clId="Web-{E4F47990-9B63-4593-AFC8-2C6B664E5688}" dt="2020-12-17T08:23:25.026" v="35"/>
          <ac:inkMkLst>
            <pc:docMk/>
            <pc:sldMk cId="0" sldId="429"/>
            <ac:inkMk id="11335" creationId="{44223B28-2C32-4A34-A2E4-9ADA6E480D07}"/>
          </ac:inkMkLst>
        </pc:inkChg>
        <pc:inkChg chg="del">
          <ac:chgData name="Md. Nahid Hasan" userId="S::nahid@vu.edu.bd::85ea5f9e-65d6-4031-b810-9415101f2e21" providerId="AD" clId="Web-{E4F47990-9B63-4593-AFC8-2C6B664E5688}" dt="2020-12-17T08:23:25.026" v="34"/>
          <ac:inkMkLst>
            <pc:docMk/>
            <pc:sldMk cId="0" sldId="429"/>
            <ac:inkMk id="11336" creationId="{AAAD757A-B582-4AC6-8065-396D955358FF}"/>
          </ac:inkMkLst>
        </pc:inkChg>
        <pc:inkChg chg="del">
          <ac:chgData name="Md. Nahid Hasan" userId="S::nahid@vu.edu.bd::85ea5f9e-65d6-4031-b810-9415101f2e21" providerId="AD" clId="Web-{E4F47990-9B63-4593-AFC8-2C6B664E5688}" dt="2020-12-17T08:23:25.011" v="33"/>
          <ac:inkMkLst>
            <pc:docMk/>
            <pc:sldMk cId="0" sldId="429"/>
            <ac:inkMk id="11337" creationId="{2472592C-B5B1-4F14-AE35-468C6DBD12FA}"/>
          </ac:inkMkLst>
        </pc:inkChg>
        <pc:inkChg chg="del">
          <ac:chgData name="Md. Nahid Hasan" userId="S::nahid@vu.edu.bd::85ea5f9e-65d6-4031-b810-9415101f2e21" providerId="AD" clId="Web-{E4F47990-9B63-4593-AFC8-2C6B664E5688}" dt="2020-12-17T08:23:25.011" v="32"/>
          <ac:inkMkLst>
            <pc:docMk/>
            <pc:sldMk cId="0" sldId="429"/>
            <ac:inkMk id="11338" creationId="{0F7E104E-67B8-47D2-B5A2-6D7DE3B12D1A}"/>
          </ac:inkMkLst>
        </pc:inkChg>
        <pc:inkChg chg="del">
          <ac:chgData name="Md. Nahid Hasan" userId="S::nahid@vu.edu.bd::85ea5f9e-65d6-4031-b810-9415101f2e21" providerId="AD" clId="Web-{E4F47990-9B63-4593-AFC8-2C6B664E5688}" dt="2020-12-17T08:23:25.011" v="31"/>
          <ac:inkMkLst>
            <pc:docMk/>
            <pc:sldMk cId="0" sldId="429"/>
            <ac:inkMk id="11339" creationId="{60DE392C-CB16-4194-955A-5737B26E0A9A}"/>
          </ac:inkMkLst>
        </pc:inkChg>
        <pc:inkChg chg="del">
          <ac:chgData name="Md. Nahid Hasan" userId="S::nahid@vu.edu.bd::85ea5f9e-65d6-4031-b810-9415101f2e21" providerId="AD" clId="Web-{E4F47990-9B63-4593-AFC8-2C6B664E5688}" dt="2020-12-17T08:23:25.011" v="30"/>
          <ac:inkMkLst>
            <pc:docMk/>
            <pc:sldMk cId="0" sldId="429"/>
            <ac:inkMk id="11340" creationId="{3A643877-A3DA-4CDF-89B6-09E711939ED2}"/>
          </ac:inkMkLst>
        </pc:inkChg>
        <pc:inkChg chg="del">
          <ac:chgData name="Md. Nahid Hasan" userId="S::nahid@vu.edu.bd::85ea5f9e-65d6-4031-b810-9415101f2e21" providerId="AD" clId="Web-{E4F47990-9B63-4593-AFC8-2C6B664E5688}" dt="2020-12-17T08:23:25.011" v="29"/>
          <ac:inkMkLst>
            <pc:docMk/>
            <pc:sldMk cId="0" sldId="429"/>
            <ac:inkMk id="11341" creationId="{913F6D96-105F-4792-9E78-AB1FD3B0E10C}"/>
          </ac:inkMkLst>
        </pc:inkChg>
        <pc:inkChg chg="del">
          <ac:chgData name="Md. Nahid Hasan" userId="S::nahid@vu.edu.bd::85ea5f9e-65d6-4031-b810-9415101f2e21" providerId="AD" clId="Web-{E4F47990-9B63-4593-AFC8-2C6B664E5688}" dt="2020-12-17T08:23:25.011" v="28"/>
          <ac:inkMkLst>
            <pc:docMk/>
            <pc:sldMk cId="0" sldId="429"/>
            <ac:inkMk id="11342" creationId="{B99A7B01-3A0D-4E4E-8D43-CE5E3BE1A315}"/>
          </ac:inkMkLst>
        </pc:inkChg>
        <pc:inkChg chg="del">
          <ac:chgData name="Md. Nahid Hasan" userId="S::nahid@vu.edu.bd::85ea5f9e-65d6-4031-b810-9415101f2e21" providerId="AD" clId="Web-{E4F47990-9B63-4593-AFC8-2C6B664E5688}" dt="2020-12-17T08:23:25.011" v="27"/>
          <ac:inkMkLst>
            <pc:docMk/>
            <pc:sldMk cId="0" sldId="429"/>
            <ac:inkMk id="11343" creationId="{79D76199-5653-4CF2-B4D7-7D74F0E28BF2}"/>
          </ac:inkMkLst>
        </pc:inkChg>
        <pc:inkChg chg="del">
          <ac:chgData name="Md. Nahid Hasan" userId="S::nahid@vu.edu.bd::85ea5f9e-65d6-4031-b810-9415101f2e21" providerId="AD" clId="Web-{E4F47990-9B63-4593-AFC8-2C6B664E5688}" dt="2020-12-17T08:23:25.011" v="26"/>
          <ac:inkMkLst>
            <pc:docMk/>
            <pc:sldMk cId="0" sldId="429"/>
            <ac:inkMk id="11344" creationId="{CE96915A-8CC0-4B29-B9E4-24985B3A17C8}"/>
          </ac:inkMkLst>
        </pc:inkChg>
        <pc:inkChg chg="del">
          <ac:chgData name="Md. Nahid Hasan" userId="S::nahid@vu.edu.bd::85ea5f9e-65d6-4031-b810-9415101f2e21" providerId="AD" clId="Web-{E4F47990-9B63-4593-AFC8-2C6B664E5688}" dt="2020-12-17T08:23:25.011" v="25"/>
          <ac:inkMkLst>
            <pc:docMk/>
            <pc:sldMk cId="0" sldId="429"/>
            <ac:inkMk id="11345" creationId="{3AB83CE9-AF69-49EA-A2CA-0460E56A7413}"/>
          </ac:inkMkLst>
        </pc:inkChg>
        <pc:inkChg chg="del">
          <ac:chgData name="Md. Nahid Hasan" userId="S::nahid@vu.edu.bd::85ea5f9e-65d6-4031-b810-9415101f2e21" providerId="AD" clId="Web-{E4F47990-9B63-4593-AFC8-2C6B664E5688}" dt="2020-12-17T08:23:25.011" v="24"/>
          <ac:inkMkLst>
            <pc:docMk/>
            <pc:sldMk cId="0" sldId="429"/>
            <ac:inkMk id="11346" creationId="{49382F44-3A52-46C0-91FF-1DC68BDF7D19}"/>
          </ac:inkMkLst>
        </pc:inkChg>
        <pc:inkChg chg="del">
          <ac:chgData name="Md. Nahid Hasan" userId="S::nahid@vu.edu.bd::85ea5f9e-65d6-4031-b810-9415101f2e21" providerId="AD" clId="Web-{E4F47990-9B63-4593-AFC8-2C6B664E5688}" dt="2020-12-17T08:23:25.011" v="23"/>
          <ac:inkMkLst>
            <pc:docMk/>
            <pc:sldMk cId="0" sldId="429"/>
            <ac:inkMk id="11347" creationId="{E1266460-8AC9-44F6-9096-ED9BE86D1C96}"/>
          </ac:inkMkLst>
        </pc:inkChg>
        <pc:inkChg chg="del">
          <ac:chgData name="Md. Nahid Hasan" userId="S::nahid@vu.edu.bd::85ea5f9e-65d6-4031-b810-9415101f2e21" providerId="AD" clId="Web-{E4F47990-9B63-4593-AFC8-2C6B664E5688}" dt="2020-12-17T08:23:24.995" v="22"/>
          <ac:inkMkLst>
            <pc:docMk/>
            <pc:sldMk cId="0" sldId="429"/>
            <ac:inkMk id="11348" creationId="{10E303AC-1E5F-40C8-907A-ABE71FFC1AF6}"/>
          </ac:inkMkLst>
        </pc:inkChg>
        <pc:inkChg chg="del">
          <ac:chgData name="Md. Nahid Hasan" userId="S::nahid@vu.edu.bd::85ea5f9e-65d6-4031-b810-9415101f2e21" providerId="AD" clId="Web-{E4F47990-9B63-4593-AFC8-2C6B664E5688}" dt="2020-12-17T08:23:24.995" v="21"/>
          <ac:inkMkLst>
            <pc:docMk/>
            <pc:sldMk cId="0" sldId="429"/>
            <ac:inkMk id="11349" creationId="{02FF14A3-3629-41EB-9305-E4BF3181A2F0}"/>
          </ac:inkMkLst>
        </pc:inkChg>
        <pc:inkChg chg="del">
          <ac:chgData name="Md. Nahid Hasan" userId="S::nahid@vu.edu.bd::85ea5f9e-65d6-4031-b810-9415101f2e21" providerId="AD" clId="Web-{E4F47990-9B63-4593-AFC8-2C6B664E5688}" dt="2020-12-17T08:23:24.995" v="20"/>
          <ac:inkMkLst>
            <pc:docMk/>
            <pc:sldMk cId="0" sldId="429"/>
            <ac:inkMk id="11350" creationId="{BC2820CC-8CBB-44E5-B9B5-38FA9ED11B30}"/>
          </ac:inkMkLst>
        </pc:inkChg>
        <pc:inkChg chg="del">
          <ac:chgData name="Md. Nahid Hasan" userId="S::nahid@vu.edu.bd::85ea5f9e-65d6-4031-b810-9415101f2e21" providerId="AD" clId="Web-{E4F47990-9B63-4593-AFC8-2C6B664E5688}" dt="2020-12-17T08:23:24.995" v="19"/>
          <ac:inkMkLst>
            <pc:docMk/>
            <pc:sldMk cId="0" sldId="429"/>
            <ac:inkMk id="11351" creationId="{CAC7C795-9052-4879-AE11-F27BBA7AA0FD}"/>
          </ac:inkMkLst>
        </pc:inkChg>
        <pc:inkChg chg="del">
          <ac:chgData name="Md. Nahid Hasan" userId="S::nahid@vu.edu.bd::85ea5f9e-65d6-4031-b810-9415101f2e21" providerId="AD" clId="Web-{E4F47990-9B63-4593-AFC8-2C6B664E5688}" dt="2020-12-17T08:23:24.995" v="18"/>
          <ac:inkMkLst>
            <pc:docMk/>
            <pc:sldMk cId="0" sldId="429"/>
            <ac:inkMk id="11352" creationId="{DD37D1FA-739D-48BA-8A8D-F7308CC20377}"/>
          </ac:inkMkLst>
        </pc:inkChg>
        <pc:inkChg chg="del">
          <ac:chgData name="Md. Nahid Hasan" userId="S::nahid@vu.edu.bd::85ea5f9e-65d6-4031-b810-9415101f2e21" providerId="AD" clId="Web-{E4F47990-9B63-4593-AFC8-2C6B664E5688}" dt="2020-12-17T08:23:24.995" v="17"/>
          <ac:inkMkLst>
            <pc:docMk/>
            <pc:sldMk cId="0" sldId="429"/>
            <ac:inkMk id="11353" creationId="{3CEECAA7-9C4B-430F-A922-6DE9E1A0728F}"/>
          </ac:inkMkLst>
        </pc:inkChg>
        <pc:inkChg chg="del">
          <ac:chgData name="Md. Nahid Hasan" userId="S::nahid@vu.edu.bd::85ea5f9e-65d6-4031-b810-9415101f2e21" providerId="AD" clId="Web-{E4F47990-9B63-4593-AFC8-2C6B664E5688}" dt="2020-12-17T08:23:24.995" v="16"/>
          <ac:inkMkLst>
            <pc:docMk/>
            <pc:sldMk cId="0" sldId="429"/>
            <ac:inkMk id="11354" creationId="{A00BFF41-D679-4BC5-A964-CDE6FB4D0768}"/>
          </ac:inkMkLst>
        </pc:inkChg>
        <pc:inkChg chg="del">
          <ac:chgData name="Md. Nahid Hasan" userId="S::nahid@vu.edu.bd::85ea5f9e-65d6-4031-b810-9415101f2e21" providerId="AD" clId="Web-{E4F47990-9B63-4593-AFC8-2C6B664E5688}" dt="2020-12-17T08:23:24.995" v="15"/>
          <ac:inkMkLst>
            <pc:docMk/>
            <pc:sldMk cId="0" sldId="429"/>
            <ac:inkMk id="11355" creationId="{9BB693E5-364A-4CC7-81A4-199EEC458B9F}"/>
          </ac:inkMkLst>
        </pc:inkChg>
        <pc:inkChg chg="del">
          <ac:chgData name="Md. Nahid Hasan" userId="S::nahid@vu.edu.bd::85ea5f9e-65d6-4031-b810-9415101f2e21" providerId="AD" clId="Web-{E4F47990-9B63-4593-AFC8-2C6B664E5688}" dt="2020-12-17T08:23:24.995" v="14"/>
          <ac:inkMkLst>
            <pc:docMk/>
            <pc:sldMk cId="0" sldId="429"/>
            <ac:inkMk id="11356" creationId="{D13AA13C-4A00-4330-AB30-ED3E7D2C86E8}"/>
          </ac:inkMkLst>
        </pc:inkChg>
        <pc:inkChg chg="del">
          <ac:chgData name="Md. Nahid Hasan" userId="S::nahid@vu.edu.bd::85ea5f9e-65d6-4031-b810-9415101f2e21" providerId="AD" clId="Web-{E4F47990-9B63-4593-AFC8-2C6B664E5688}" dt="2020-12-17T08:23:24.995" v="13"/>
          <ac:inkMkLst>
            <pc:docMk/>
            <pc:sldMk cId="0" sldId="429"/>
            <ac:inkMk id="11357" creationId="{AEDBDED7-FC51-4787-A33F-8FB2B462A4C4}"/>
          </ac:inkMkLst>
        </pc:inkChg>
        <pc:inkChg chg="del">
          <ac:chgData name="Md. Nahid Hasan" userId="S::nahid@vu.edu.bd::85ea5f9e-65d6-4031-b810-9415101f2e21" providerId="AD" clId="Web-{E4F47990-9B63-4593-AFC8-2C6B664E5688}" dt="2020-12-17T08:23:24.995" v="12"/>
          <ac:inkMkLst>
            <pc:docMk/>
            <pc:sldMk cId="0" sldId="429"/>
            <ac:inkMk id="11358" creationId="{2189A5C4-FE82-4D17-9E01-F245F3A57E07}"/>
          </ac:inkMkLst>
        </pc:inkChg>
        <pc:inkChg chg="del">
          <ac:chgData name="Md. Nahid Hasan" userId="S::nahid@vu.edu.bd::85ea5f9e-65d6-4031-b810-9415101f2e21" providerId="AD" clId="Web-{E4F47990-9B63-4593-AFC8-2C6B664E5688}" dt="2020-12-17T08:23:24.979" v="11"/>
          <ac:inkMkLst>
            <pc:docMk/>
            <pc:sldMk cId="0" sldId="429"/>
            <ac:inkMk id="11359" creationId="{302C5397-3595-4ED1-8864-C13022CF7935}"/>
          </ac:inkMkLst>
        </pc:inkChg>
        <pc:inkChg chg="del">
          <ac:chgData name="Md. Nahid Hasan" userId="S::nahid@vu.edu.bd::85ea5f9e-65d6-4031-b810-9415101f2e21" providerId="AD" clId="Web-{E4F47990-9B63-4593-AFC8-2C6B664E5688}" dt="2020-12-17T08:23:24.979" v="10"/>
          <ac:inkMkLst>
            <pc:docMk/>
            <pc:sldMk cId="0" sldId="429"/>
            <ac:inkMk id="11360" creationId="{F185A7C6-D625-4323-9E77-FEE1FA59DA76}"/>
          </ac:inkMkLst>
        </pc:inkChg>
        <pc:inkChg chg="del">
          <ac:chgData name="Md. Nahid Hasan" userId="S::nahid@vu.edu.bd::85ea5f9e-65d6-4031-b810-9415101f2e21" providerId="AD" clId="Web-{E4F47990-9B63-4593-AFC8-2C6B664E5688}" dt="2020-12-17T08:23:24.979" v="9"/>
          <ac:inkMkLst>
            <pc:docMk/>
            <pc:sldMk cId="0" sldId="429"/>
            <ac:inkMk id="11361" creationId="{C467FE38-58CC-4792-843F-389511545E96}"/>
          </ac:inkMkLst>
        </pc:inkChg>
        <pc:inkChg chg="del">
          <ac:chgData name="Md. Nahid Hasan" userId="S::nahid@vu.edu.bd::85ea5f9e-65d6-4031-b810-9415101f2e21" providerId="AD" clId="Web-{E4F47990-9B63-4593-AFC8-2C6B664E5688}" dt="2020-12-17T08:23:24.979" v="8"/>
          <ac:inkMkLst>
            <pc:docMk/>
            <pc:sldMk cId="0" sldId="429"/>
            <ac:inkMk id="11362" creationId="{667D5963-E16F-42D0-AD98-19E45533D06B}"/>
          </ac:inkMkLst>
        </pc:inkChg>
        <pc:inkChg chg="del">
          <ac:chgData name="Md. Nahid Hasan" userId="S::nahid@vu.edu.bd::85ea5f9e-65d6-4031-b810-9415101f2e21" providerId="AD" clId="Web-{E4F47990-9B63-4593-AFC8-2C6B664E5688}" dt="2020-12-17T08:23:24.979" v="7"/>
          <ac:inkMkLst>
            <pc:docMk/>
            <pc:sldMk cId="0" sldId="429"/>
            <ac:inkMk id="11363" creationId="{2F032A63-5395-40BA-9554-7E3139858C7D}"/>
          </ac:inkMkLst>
        </pc:inkChg>
        <pc:inkChg chg="del">
          <ac:chgData name="Md. Nahid Hasan" userId="S::nahid@vu.edu.bd::85ea5f9e-65d6-4031-b810-9415101f2e21" providerId="AD" clId="Web-{E4F47990-9B63-4593-AFC8-2C6B664E5688}" dt="2020-12-17T08:23:24.979" v="6"/>
          <ac:inkMkLst>
            <pc:docMk/>
            <pc:sldMk cId="0" sldId="429"/>
            <ac:inkMk id="11364" creationId="{E3D46893-4827-4BAE-BF3F-4CDB497416BE}"/>
          </ac:inkMkLst>
        </pc:inkChg>
        <pc:inkChg chg="del">
          <ac:chgData name="Md. Nahid Hasan" userId="S::nahid@vu.edu.bd::85ea5f9e-65d6-4031-b810-9415101f2e21" providerId="AD" clId="Web-{E4F47990-9B63-4593-AFC8-2C6B664E5688}" dt="2020-12-17T08:23:24.979" v="5"/>
          <ac:inkMkLst>
            <pc:docMk/>
            <pc:sldMk cId="0" sldId="429"/>
            <ac:inkMk id="11365" creationId="{A11B71ED-6B5B-440F-B8E5-D53D1F2F0391}"/>
          </ac:inkMkLst>
        </pc:inkChg>
        <pc:inkChg chg="del">
          <ac:chgData name="Md. Nahid Hasan" userId="S::nahid@vu.edu.bd::85ea5f9e-65d6-4031-b810-9415101f2e21" providerId="AD" clId="Web-{E4F47990-9B63-4593-AFC8-2C6B664E5688}" dt="2020-12-17T08:23:24.979" v="4"/>
          <ac:inkMkLst>
            <pc:docMk/>
            <pc:sldMk cId="0" sldId="429"/>
            <ac:inkMk id="11367" creationId="{BF084625-889B-4BA0-9B2D-DE69557F7F1D}"/>
          </ac:inkMkLst>
        </pc:inkChg>
        <pc:inkChg chg="del">
          <ac:chgData name="Md. Nahid Hasan" userId="S::nahid@vu.edu.bd::85ea5f9e-65d6-4031-b810-9415101f2e21" providerId="AD" clId="Web-{E4F47990-9B63-4593-AFC8-2C6B664E5688}" dt="2020-12-17T08:23:24.979" v="3"/>
          <ac:inkMkLst>
            <pc:docMk/>
            <pc:sldMk cId="0" sldId="429"/>
            <ac:inkMk id="11368" creationId="{327BEF62-3B62-40A8-B73D-11634C579684}"/>
          </ac:inkMkLst>
        </pc:inkChg>
        <pc:inkChg chg="del">
          <ac:chgData name="Md. Nahid Hasan" userId="S::nahid@vu.edu.bd::85ea5f9e-65d6-4031-b810-9415101f2e21" providerId="AD" clId="Web-{E4F47990-9B63-4593-AFC8-2C6B664E5688}" dt="2020-12-17T08:23:24.979" v="2"/>
          <ac:inkMkLst>
            <pc:docMk/>
            <pc:sldMk cId="0" sldId="429"/>
            <ac:inkMk id="11369" creationId="{8B48B35C-C553-43DB-8832-494720D7053F}"/>
          </ac:inkMkLst>
        </pc:inkChg>
        <pc:inkChg chg="del">
          <ac:chgData name="Md. Nahid Hasan" userId="S::nahid@vu.edu.bd::85ea5f9e-65d6-4031-b810-9415101f2e21" providerId="AD" clId="Web-{E4F47990-9B63-4593-AFC8-2C6B664E5688}" dt="2020-12-17T08:23:24.964" v="1"/>
          <ac:inkMkLst>
            <pc:docMk/>
            <pc:sldMk cId="0" sldId="429"/>
            <ac:inkMk id="11371" creationId="{3D0F5923-24D2-4888-925A-C648F8D2B049}"/>
          </ac:inkMkLst>
        </pc:inkChg>
        <pc:inkChg chg="del">
          <ac:chgData name="Md. Nahid Hasan" userId="S::nahid@vu.edu.bd::85ea5f9e-65d6-4031-b810-9415101f2e21" providerId="AD" clId="Web-{E4F47990-9B63-4593-AFC8-2C6B664E5688}" dt="2020-12-17T08:23:24.964" v="0"/>
          <ac:inkMkLst>
            <pc:docMk/>
            <pc:sldMk cId="0" sldId="429"/>
            <ac:inkMk id="11372" creationId="{4E6ED817-06A7-4CC0-8D8F-749AEEEB47F6}"/>
          </ac:inkMkLst>
        </pc:inkChg>
        <pc:inkChg chg="add">
          <ac:chgData name="Md. Nahid Hasan" userId="S::nahid@vu.edu.bd::85ea5f9e-65d6-4031-b810-9415101f2e21" providerId="AD" clId="Web-{E4F47990-9B63-4593-AFC8-2C6B664E5688}" dt="2020-12-17T08:23:35.011" v="166"/>
          <ac:inkMkLst>
            <pc:docMk/>
            <pc:sldMk cId="0" sldId="429"/>
            <ac:inkMk id="11373" creationId="{21646046-1A10-4036-8493-3741D3036433}"/>
          </ac:inkMkLst>
        </pc:inkChg>
        <pc:inkChg chg="add">
          <ac:chgData name="Md. Nahid Hasan" userId="S::nahid@vu.edu.bd::85ea5f9e-65d6-4031-b810-9415101f2e21" providerId="AD" clId="Web-{E4F47990-9B63-4593-AFC8-2C6B664E5688}" dt="2020-12-17T08:23:35.573" v="167"/>
          <ac:inkMkLst>
            <pc:docMk/>
            <pc:sldMk cId="0" sldId="429"/>
            <ac:inkMk id="11374" creationId="{DFB6459C-2C59-4608-A607-226A1D996417}"/>
          </ac:inkMkLst>
        </pc:inkChg>
        <pc:inkChg chg="add">
          <ac:chgData name="Md. Nahid Hasan" userId="S::nahid@vu.edu.bd::85ea5f9e-65d6-4031-b810-9415101f2e21" providerId="AD" clId="Web-{E4F47990-9B63-4593-AFC8-2C6B664E5688}" dt="2020-12-17T08:23:36.542" v="168"/>
          <ac:inkMkLst>
            <pc:docMk/>
            <pc:sldMk cId="0" sldId="429"/>
            <ac:inkMk id="11375" creationId="{58148AD7-9833-4B75-8DAF-309DAC3B71FA}"/>
          </ac:inkMkLst>
        </pc:inkChg>
        <pc:inkChg chg="add">
          <ac:chgData name="Md. Nahid Hasan" userId="S::nahid@vu.edu.bd::85ea5f9e-65d6-4031-b810-9415101f2e21" providerId="AD" clId="Web-{E4F47990-9B63-4593-AFC8-2C6B664E5688}" dt="2020-12-17T08:23:37.245" v="169"/>
          <ac:inkMkLst>
            <pc:docMk/>
            <pc:sldMk cId="0" sldId="429"/>
            <ac:inkMk id="11376" creationId="{C8FC4544-3810-4700-BA1A-2F028F87298A}"/>
          </ac:inkMkLst>
        </pc:inkChg>
        <pc:inkChg chg="add">
          <ac:chgData name="Md. Nahid Hasan" userId="S::nahid@vu.edu.bd::85ea5f9e-65d6-4031-b810-9415101f2e21" providerId="AD" clId="Web-{E4F47990-9B63-4593-AFC8-2C6B664E5688}" dt="2020-12-17T08:23:38.214" v="170"/>
          <ac:inkMkLst>
            <pc:docMk/>
            <pc:sldMk cId="0" sldId="429"/>
            <ac:inkMk id="11377" creationId="{10EC2B72-5ABD-40EC-9816-A1E822B06956}"/>
          </ac:inkMkLst>
        </pc:inkChg>
        <pc:inkChg chg="add">
          <ac:chgData name="Md. Nahid Hasan" userId="S::nahid@vu.edu.bd::85ea5f9e-65d6-4031-b810-9415101f2e21" providerId="AD" clId="Web-{E4F47990-9B63-4593-AFC8-2C6B664E5688}" dt="2020-12-17T08:23:38.229" v="171"/>
          <ac:inkMkLst>
            <pc:docMk/>
            <pc:sldMk cId="0" sldId="429"/>
            <ac:inkMk id="11378" creationId="{48639C57-8AC6-48BA-ADC9-DFEBDB3A8238}"/>
          </ac:inkMkLst>
        </pc:inkChg>
        <pc:inkChg chg="add">
          <ac:chgData name="Md. Nahid Hasan" userId="S::nahid@vu.edu.bd::85ea5f9e-65d6-4031-b810-9415101f2e21" providerId="AD" clId="Web-{E4F47990-9B63-4593-AFC8-2C6B664E5688}" dt="2020-12-17T08:23:39.761" v="172"/>
          <ac:inkMkLst>
            <pc:docMk/>
            <pc:sldMk cId="0" sldId="429"/>
            <ac:inkMk id="11379" creationId="{D00C7F43-7C4C-4DA5-BFD4-D789A36B1762}"/>
          </ac:inkMkLst>
        </pc:inkChg>
        <pc:inkChg chg="add">
          <ac:chgData name="Md. Nahid Hasan" userId="S::nahid@vu.edu.bd::85ea5f9e-65d6-4031-b810-9415101f2e21" providerId="AD" clId="Web-{E4F47990-9B63-4593-AFC8-2C6B664E5688}" dt="2020-12-17T08:23:41.058" v="173"/>
          <ac:inkMkLst>
            <pc:docMk/>
            <pc:sldMk cId="0" sldId="429"/>
            <ac:inkMk id="11380" creationId="{FDF26063-1DF3-4C30-9284-A4BBDCCF24FA}"/>
          </ac:inkMkLst>
        </pc:inkChg>
        <pc:inkChg chg="add">
          <ac:chgData name="Md. Nahid Hasan" userId="S::nahid@vu.edu.bd::85ea5f9e-65d6-4031-b810-9415101f2e21" providerId="AD" clId="Web-{E4F47990-9B63-4593-AFC8-2C6B664E5688}" dt="2020-12-17T08:23:42.823" v="174"/>
          <ac:inkMkLst>
            <pc:docMk/>
            <pc:sldMk cId="0" sldId="429"/>
            <ac:inkMk id="11381" creationId="{A102198A-26AC-41FE-8D82-8BF630741CDA}"/>
          </ac:inkMkLst>
        </pc:inkChg>
        <pc:inkChg chg="add">
          <ac:chgData name="Md. Nahid Hasan" userId="S::nahid@vu.edu.bd::85ea5f9e-65d6-4031-b810-9415101f2e21" providerId="AD" clId="Web-{E4F47990-9B63-4593-AFC8-2C6B664E5688}" dt="2020-12-17T08:23:42.823" v="175"/>
          <ac:inkMkLst>
            <pc:docMk/>
            <pc:sldMk cId="0" sldId="429"/>
            <ac:inkMk id="11382" creationId="{55180EC4-0DCC-48EF-BCDA-12B94C39891A}"/>
          </ac:inkMkLst>
        </pc:inkChg>
        <pc:inkChg chg="add">
          <ac:chgData name="Md. Nahid Hasan" userId="S::nahid@vu.edu.bd::85ea5f9e-65d6-4031-b810-9415101f2e21" providerId="AD" clId="Web-{E4F47990-9B63-4593-AFC8-2C6B664E5688}" dt="2020-12-17T08:23:42.823" v="176"/>
          <ac:inkMkLst>
            <pc:docMk/>
            <pc:sldMk cId="0" sldId="429"/>
            <ac:inkMk id="11383" creationId="{0FCA3B61-6051-4EA6-9A45-1EF695350237}"/>
          </ac:inkMkLst>
        </pc:inkChg>
        <pc:inkChg chg="add">
          <ac:chgData name="Md. Nahid Hasan" userId="S::nahid@vu.edu.bd::85ea5f9e-65d6-4031-b810-9415101f2e21" providerId="AD" clId="Web-{E4F47990-9B63-4593-AFC8-2C6B664E5688}" dt="2020-12-17T08:23:45.089" v="177"/>
          <ac:inkMkLst>
            <pc:docMk/>
            <pc:sldMk cId="0" sldId="429"/>
            <ac:inkMk id="11384" creationId="{F2AD8839-D837-43B6-A38C-D5B9CEF4B582}"/>
          </ac:inkMkLst>
        </pc:inkChg>
        <pc:inkChg chg="add">
          <ac:chgData name="Md. Nahid Hasan" userId="S::nahid@vu.edu.bd::85ea5f9e-65d6-4031-b810-9415101f2e21" providerId="AD" clId="Web-{E4F47990-9B63-4593-AFC8-2C6B664E5688}" dt="2020-12-17T08:23:45.089" v="178"/>
          <ac:inkMkLst>
            <pc:docMk/>
            <pc:sldMk cId="0" sldId="429"/>
            <ac:inkMk id="11385" creationId="{10CC8289-B237-4B47-891C-6B3BA598151D}"/>
          </ac:inkMkLst>
        </pc:inkChg>
        <pc:inkChg chg="add">
          <ac:chgData name="Md. Nahid Hasan" userId="S::nahid@vu.edu.bd::85ea5f9e-65d6-4031-b810-9415101f2e21" providerId="AD" clId="Web-{E4F47990-9B63-4593-AFC8-2C6B664E5688}" dt="2020-12-17T08:23:45.105" v="179"/>
          <ac:inkMkLst>
            <pc:docMk/>
            <pc:sldMk cId="0" sldId="429"/>
            <ac:inkMk id="11386" creationId="{189FBFF5-D3DB-4B56-A637-E97687A59C14}"/>
          </ac:inkMkLst>
        </pc:inkChg>
        <pc:inkChg chg="add">
          <ac:chgData name="Md. Nahid Hasan" userId="S::nahid@vu.edu.bd::85ea5f9e-65d6-4031-b810-9415101f2e21" providerId="AD" clId="Web-{E4F47990-9B63-4593-AFC8-2C6B664E5688}" dt="2020-12-17T08:23:47.433" v="180"/>
          <ac:inkMkLst>
            <pc:docMk/>
            <pc:sldMk cId="0" sldId="429"/>
            <ac:inkMk id="11387" creationId="{08483819-D82F-432A-AEB4-D3185A984C23}"/>
          </ac:inkMkLst>
        </pc:inkChg>
        <pc:inkChg chg="add">
          <ac:chgData name="Md. Nahid Hasan" userId="S::nahid@vu.edu.bd::85ea5f9e-65d6-4031-b810-9415101f2e21" providerId="AD" clId="Web-{E4F47990-9B63-4593-AFC8-2C6B664E5688}" dt="2020-12-17T08:23:47.448" v="181"/>
          <ac:inkMkLst>
            <pc:docMk/>
            <pc:sldMk cId="0" sldId="429"/>
            <ac:inkMk id="11388" creationId="{A3FAE9BE-F4F9-4D85-B977-8969CF51A183}"/>
          </ac:inkMkLst>
        </pc:inkChg>
        <pc:inkChg chg="add">
          <ac:chgData name="Md. Nahid Hasan" userId="S::nahid@vu.edu.bd::85ea5f9e-65d6-4031-b810-9415101f2e21" providerId="AD" clId="Web-{E4F47990-9B63-4593-AFC8-2C6B664E5688}" dt="2020-12-17T08:23:47.448" v="182"/>
          <ac:inkMkLst>
            <pc:docMk/>
            <pc:sldMk cId="0" sldId="429"/>
            <ac:inkMk id="11389" creationId="{885C52BD-AA8F-49A1-8780-E97EB5255F47}"/>
          </ac:inkMkLst>
        </pc:inkChg>
        <pc:inkChg chg="add">
          <ac:chgData name="Md. Nahid Hasan" userId="S::nahid@vu.edu.bd::85ea5f9e-65d6-4031-b810-9415101f2e21" providerId="AD" clId="Web-{E4F47990-9B63-4593-AFC8-2C6B664E5688}" dt="2020-12-17T08:23:49.605" v="183"/>
          <ac:inkMkLst>
            <pc:docMk/>
            <pc:sldMk cId="0" sldId="429"/>
            <ac:inkMk id="11390" creationId="{FBC14D4E-E862-4105-8E10-AA0B652B6279}"/>
          </ac:inkMkLst>
        </pc:inkChg>
        <pc:inkChg chg="add">
          <ac:chgData name="Md. Nahid Hasan" userId="S::nahid@vu.edu.bd::85ea5f9e-65d6-4031-b810-9415101f2e21" providerId="AD" clId="Web-{E4F47990-9B63-4593-AFC8-2C6B664E5688}" dt="2020-12-17T08:23:49.620" v="184"/>
          <ac:inkMkLst>
            <pc:docMk/>
            <pc:sldMk cId="0" sldId="429"/>
            <ac:inkMk id="11391" creationId="{AA171006-337E-4374-8281-1387E89BCD4E}"/>
          </ac:inkMkLst>
        </pc:inkChg>
        <pc:inkChg chg="add">
          <ac:chgData name="Md. Nahid Hasan" userId="S::nahid@vu.edu.bd::85ea5f9e-65d6-4031-b810-9415101f2e21" providerId="AD" clId="Web-{E4F47990-9B63-4593-AFC8-2C6B664E5688}" dt="2020-12-17T08:23:49.620" v="185"/>
          <ac:inkMkLst>
            <pc:docMk/>
            <pc:sldMk cId="0" sldId="429"/>
            <ac:inkMk id="11392" creationId="{62C1B163-8D90-4822-BC79-BC731B72D16D}"/>
          </ac:inkMkLst>
        </pc:inkChg>
        <pc:inkChg chg="add del">
          <ac:chgData name="Md. Nahid Hasan" userId="S::nahid@vu.edu.bd::85ea5f9e-65d6-4031-b810-9415101f2e21" providerId="AD" clId="Web-{E4F47990-9B63-4593-AFC8-2C6B664E5688}" dt="2020-12-17T08:24:54.699" v="220"/>
          <ac:inkMkLst>
            <pc:docMk/>
            <pc:sldMk cId="0" sldId="429"/>
            <ac:inkMk id="11393" creationId="{B9B69039-5BD4-49D6-B5E0-CB21B4DE3460}"/>
          </ac:inkMkLst>
        </pc:inkChg>
        <pc:inkChg chg="add del">
          <ac:chgData name="Md. Nahid Hasan" userId="S::nahid@vu.edu.bd::85ea5f9e-65d6-4031-b810-9415101f2e21" providerId="AD" clId="Web-{E4F47990-9B63-4593-AFC8-2C6B664E5688}" dt="2020-12-17T08:24:54.699" v="219"/>
          <ac:inkMkLst>
            <pc:docMk/>
            <pc:sldMk cId="0" sldId="429"/>
            <ac:inkMk id="11394" creationId="{7528EC37-267F-4482-8273-DC9CF2E258AB}"/>
          </ac:inkMkLst>
        </pc:inkChg>
        <pc:inkChg chg="add del">
          <ac:chgData name="Md. Nahid Hasan" userId="S::nahid@vu.edu.bd::85ea5f9e-65d6-4031-b810-9415101f2e21" providerId="AD" clId="Web-{E4F47990-9B63-4593-AFC8-2C6B664E5688}" dt="2020-12-17T08:24:54.699" v="218"/>
          <ac:inkMkLst>
            <pc:docMk/>
            <pc:sldMk cId="0" sldId="429"/>
            <ac:inkMk id="11395" creationId="{234067B8-E29D-47DD-A501-ADCCAF6EC693}"/>
          </ac:inkMkLst>
        </pc:inkChg>
        <pc:inkChg chg="add del">
          <ac:chgData name="Md. Nahid Hasan" userId="S::nahid@vu.edu.bd::85ea5f9e-65d6-4031-b810-9415101f2e21" providerId="AD" clId="Web-{E4F47990-9B63-4593-AFC8-2C6B664E5688}" dt="2020-12-17T08:24:54.699" v="217"/>
          <ac:inkMkLst>
            <pc:docMk/>
            <pc:sldMk cId="0" sldId="429"/>
            <ac:inkMk id="11396" creationId="{1BF6C40C-5408-4244-8B48-FBD562A99F41}"/>
          </ac:inkMkLst>
        </pc:inkChg>
        <pc:inkChg chg="add del">
          <ac:chgData name="Md. Nahid Hasan" userId="S::nahid@vu.edu.bd::85ea5f9e-65d6-4031-b810-9415101f2e21" providerId="AD" clId="Web-{E4F47990-9B63-4593-AFC8-2C6B664E5688}" dt="2020-12-17T08:24:54.683" v="216"/>
          <ac:inkMkLst>
            <pc:docMk/>
            <pc:sldMk cId="0" sldId="429"/>
            <ac:inkMk id="11397" creationId="{B95B354F-A99D-4C53-9D32-EFA1D6CFD422}"/>
          </ac:inkMkLst>
        </pc:inkChg>
        <pc:inkChg chg="add del">
          <ac:chgData name="Md. Nahid Hasan" userId="S::nahid@vu.edu.bd::85ea5f9e-65d6-4031-b810-9415101f2e21" providerId="AD" clId="Web-{E4F47990-9B63-4593-AFC8-2C6B664E5688}" dt="2020-12-17T08:24:54.683" v="215"/>
          <ac:inkMkLst>
            <pc:docMk/>
            <pc:sldMk cId="0" sldId="429"/>
            <ac:inkMk id="11398" creationId="{14597E7D-6495-48E8-8E12-0B65BB2BA7FB}"/>
          </ac:inkMkLst>
        </pc:inkChg>
        <pc:inkChg chg="add del">
          <ac:chgData name="Md. Nahid Hasan" userId="S::nahid@vu.edu.bd::85ea5f9e-65d6-4031-b810-9415101f2e21" providerId="AD" clId="Web-{E4F47990-9B63-4593-AFC8-2C6B664E5688}" dt="2020-12-17T08:24:54.683" v="214"/>
          <ac:inkMkLst>
            <pc:docMk/>
            <pc:sldMk cId="0" sldId="429"/>
            <ac:inkMk id="11399" creationId="{D74F3862-37D3-456F-916B-6D05B43D948F}"/>
          </ac:inkMkLst>
        </pc:inkChg>
        <pc:inkChg chg="add del">
          <ac:chgData name="Md. Nahid Hasan" userId="S::nahid@vu.edu.bd::85ea5f9e-65d6-4031-b810-9415101f2e21" providerId="AD" clId="Web-{E4F47990-9B63-4593-AFC8-2C6B664E5688}" dt="2020-12-17T08:24:54.683" v="213"/>
          <ac:inkMkLst>
            <pc:docMk/>
            <pc:sldMk cId="0" sldId="429"/>
            <ac:inkMk id="11400" creationId="{6E978F61-58EA-4C4B-8ED9-ED805BF97126}"/>
          </ac:inkMkLst>
        </pc:inkChg>
        <pc:inkChg chg="add del">
          <ac:chgData name="Md. Nahid Hasan" userId="S::nahid@vu.edu.bd::85ea5f9e-65d6-4031-b810-9415101f2e21" providerId="AD" clId="Web-{E4F47990-9B63-4593-AFC8-2C6B664E5688}" dt="2020-12-17T08:24:54.683" v="212"/>
          <ac:inkMkLst>
            <pc:docMk/>
            <pc:sldMk cId="0" sldId="429"/>
            <ac:inkMk id="11401" creationId="{72DEE8C3-A9B9-4F2D-90B4-F723E1B9AEA9}"/>
          </ac:inkMkLst>
        </pc:inkChg>
        <pc:inkChg chg="add del">
          <ac:chgData name="Md. Nahid Hasan" userId="S::nahid@vu.edu.bd::85ea5f9e-65d6-4031-b810-9415101f2e21" providerId="AD" clId="Web-{E4F47990-9B63-4593-AFC8-2C6B664E5688}" dt="2020-12-17T08:24:54.683" v="211"/>
          <ac:inkMkLst>
            <pc:docMk/>
            <pc:sldMk cId="0" sldId="429"/>
            <ac:inkMk id="11402" creationId="{DB850FCD-D932-4164-B103-6EE53F0CCD8F}"/>
          </ac:inkMkLst>
        </pc:inkChg>
        <pc:inkChg chg="add">
          <ac:chgData name="Md. Nahid Hasan" userId="S::nahid@vu.edu.bd::85ea5f9e-65d6-4031-b810-9415101f2e21" providerId="AD" clId="Web-{E4F47990-9B63-4593-AFC8-2C6B664E5688}" dt="2020-12-17T08:24:09.605" v="196"/>
          <ac:inkMkLst>
            <pc:docMk/>
            <pc:sldMk cId="0" sldId="429"/>
            <ac:inkMk id="11403" creationId="{DFCFB918-4C49-487C-83BE-87710653CA67}"/>
          </ac:inkMkLst>
        </pc:inkChg>
        <pc:inkChg chg="add">
          <ac:chgData name="Md. Nahid Hasan" userId="S::nahid@vu.edu.bd::85ea5f9e-65d6-4031-b810-9415101f2e21" providerId="AD" clId="Web-{E4F47990-9B63-4593-AFC8-2C6B664E5688}" dt="2020-12-17T08:24:10.667" v="197"/>
          <ac:inkMkLst>
            <pc:docMk/>
            <pc:sldMk cId="0" sldId="429"/>
            <ac:inkMk id="11404" creationId="{8442364E-E903-47DD-A3C7-5692759F765A}"/>
          </ac:inkMkLst>
        </pc:inkChg>
        <pc:inkChg chg="add del">
          <ac:chgData name="Md. Nahid Hasan" userId="S::nahid@vu.edu.bd::85ea5f9e-65d6-4031-b810-9415101f2e21" providerId="AD" clId="Web-{E4F47990-9B63-4593-AFC8-2C6B664E5688}" dt="2020-12-17T08:24:54.683" v="210"/>
          <ac:inkMkLst>
            <pc:docMk/>
            <pc:sldMk cId="0" sldId="429"/>
            <ac:inkMk id="11405" creationId="{536C5470-CEEF-49BF-AF7D-85DE4EDF5804}"/>
          </ac:inkMkLst>
        </pc:inkChg>
        <pc:inkChg chg="add">
          <ac:chgData name="Md. Nahid Hasan" userId="S::nahid@vu.edu.bd::85ea5f9e-65d6-4031-b810-9415101f2e21" providerId="AD" clId="Web-{E4F47990-9B63-4593-AFC8-2C6B664E5688}" dt="2020-12-17T08:24:20.183" v="199"/>
          <ac:inkMkLst>
            <pc:docMk/>
            <pc:sldMk cId="0" sldId="429"/>
            <ac:inkMk id="11406" creationId="{47B4AC4C-407A-43A9-ABC5-27F2C7456317}"/>
          </ac:inkMkLst>
        </pc:inkChg>
        <pc:inkChg chg="add del">
          <ac:chgData name="Md. Nahid Hasan" userId="S::nahid@vu.edu.bd::85ea5f9e-65d6-4031-b810-9415101f2e21" providerId="AD" clId="Web-{E4F47990-9B63-4593-AFC8-2C6B664E5688}" dt="2020-12-17T08:25:34.137" v="238"/>
          <ac:inkMkLst>
            <pc:docMk/>
            <pc:sldMk cId="0" sldId="429"/>
            <ac:inkMk id="11407" creationId="{F1DDB9F4-1624-43AD-A958-377B69741743}"/>
          </ac:inkMkLst>
        </pc:inkChg>
        <pc:inkChg chg="add">
          <ac:chgData name="Md. Nahid Hasan" userId="S::nahid@vu.edu.bd::85ea5f9e-65d6-4031-b810-9415101f2e21" providerId="AD" clId="Web-{E4F47990-9B63-4593-AFC8-2C6B664E5688}" dt="2020-12-17T08:24:27.542" v="201"/>
          <ac:inkMkLst>
            <pc:docMk/>
            <pc:sldMk cId="0" sldId="429"/>
            <ac:inkMk id="11408" creationId="{EEC4283B-74A5-4B57-877B-1A4A6BD34736}"/>
          </ac:inkMkLst>
        </pc:inkChg>
        <pc:inkChg chg="add">
          <ac:chgData name="Md. Nahid Hasan" userId="S::nahid@vu.edu.bd::85ea5f9e-65d6-4031-b810-9415101f2e21" providerId="AD" clId="Web-{E4F47990-9B63-4593-AFC8-2C6B664E5688}" dt="2020-12-17T08:24:27.839" v="202"/>
          <ac:inkMkLst>
            <pc:docMk/>
            <pc:sldMk cId="0" sldId="429"/>
            <ac:inkMk id="11409" creationId="{7A9E59A0-1901-42F9-895B-FC628FD1A93A}"/>
          </ac:inkMkLst>
        </pc:inkChg>
        <pc:inkChg chg="add">
          <ac:chgData name="Md. Nahid Hasan" userId="S::nahid@vu.edu.bd::85ea5f9e-65d6-4031-b810-9415101f2e21" providerId="AD" clId="Web-{E4F47990-9B63-4593-AFC8-2C6B664E5688}" dt="2020-12-17T08:24:28.855" v="203"/>
          <ac:inkMkLst>
            <pc:docMk/>
            <pc:sldMk cId="0" sldId="429"/>
            <ac:inkMk id="11410" creationId="{071DCD19-2FBE-40DB-BD08-3338C18B4D40}"/>
          </ac:inkMkLst>
        </pc:inkChg>
        <pc:inkChg chg="add">
          <ac:chgData name="Md. Nahid Hasan" userId="S::nahid@vu.edu.bd::85ea5f9e-65d6-4031-b810-9415101f2e21" providerId="AD" clId="Web-{E4F47990-9B63-4593-AFC8-2C6B664E5688}" dt="2020-12-17T08:24:31.792" v="204"/>
          <ac:inkMkLst>
            <pc:docMk/>
            <pc:sldMk cId="0" sldId="429"/>
            <ac:inkMk id="11411" creationId="{6631C726-6CA7-444C-8609-E2271CCD4E96}"/>
          </ac:inkMkLst>
        </pc:inkChg>
        <pc:inkChg chg="add">
          <ac:chgData name="Md. Nahid Hasan" userId="S::nahid@vu.edu.bd::85ea5f9e-65d6-4031-b810-9415101f2e21" providerId="AD" clId="Web-{E4F47990-9B63-4593-AFC8-2C6B664E5688}" dt="2020-12-17T08:24:31.792" v="205"/>
          <ac:inkMkLst>
            <pc:docMk/>
            <pc:sldMk cId="0" sldId="429"/>
            <ac:inkMk id="11412" creationId="{B752AF38-8C6C-4294-A0A1-62E1BA8A4277}"/>
          </ac:inkMkLst>
        </pc:inkChg>
        <pc:inkChg chg="add">
          <ac:chgData name="Md. Nahid Hasan" userId="S::nahid@vu.edu.bd::85ea5f9e-65d6-4031-b810-9415101f2e21" providerId="AD" clId="Web-{E4F47990-9B63-4593-AFC8-2C6B664E5688}" dt="2020-12-17T08:24:31.792" v="206"/>
          <ac:inkMkLst>
            <pc:docMk/>
            <pc:sldMk cId="0" sldId="429"/>
            <ac:inkMk id="11413" creationId="{6CC56B5F-364E-4776-A660-A6E7961AABE4}"/>
          </ac:inkMkLst>
        </pc:inkChg>
        <pc:inkChg chg="add del">
          <ac:chgData name="Md. Nahid Hasan" userId="S::nahid@vu.edu.bd::85ea5f9e-65d6-4031-b810-9415101f2e21" providerId="AD" clId="Web-{E4F47990-9B63-4593-AFC8-2C6B664E5688}" dt="2020-12-17T08:25:34.137" v="237"/>
          <ac:inkMkLst>
            <pc:docMk/>
            <pc:sldMk cId="0" sldId="429"/>
            <ac:inkMk id="11414" creationId="{BA767EA2-B157-4B58-AFF9-4B8AF4E2BD2D}"/>
          </ac:inkMkLst>
        </pc:inkChg>
        <pc:inkChg chg="add">
          <ac:chgData name="Md. Nahid Hasan" userId="S::nahid@vu.edu.bd::85ea5f9e-65d6-4031-b810-9415101f2e21" providerId="AD" clId="Web-{E4F47990-9B63-4593-AFC8-2C6B664E5688}" dt="2020-12-17T08:24:43.043" v="208"/>
          <ac:inkMkLst>
            <pc:docMk/>
            <pc:sldMk cId="0" sldId="429"/>
            <ac:inkMk id="11415" creationId="{DBEB39FD-385A-4E88-B26B-10D055E7C8FB}"/>
          </ac:inkMkLst>
        </pc:inkChg>
        <pc:inkChg chg="add">
          <ac:chgData name="Md. Nahid Hasan" userId="S::nahid@vu.edu.bd::85ea5f9e-65d6-4031-b810-9415101f2e21" providerId="AD" clId="Web-{E4F47990-9B63-4593-AFC8-2C6B664E5688}" dt="2020-12-17T08:24:44.246" v="209"/>
          <ac:inkMkLst>
            <pc:docMk/>
            <pc:sldMk cId="0" sldId="429"/>
            <ac:inkMk id="11416" creationId="{469561AA-86EE-40B4-ACC0-94F888FE44D9}"/>
          </ac:inkMkLst>
        </pc:inkChg>
        <pc:inkChg chg="add">
          <ac:chgData name="Md. Nahid Hasan" userId="S::nahid@vu.edu.bd::85ea5f9e-65d6-4031-b810-9415101f2e21" providerId="AD" clId="Web-{E4F47990-9B63-4593-AFC8-2C6B664E5688}" dt="2020-12-17T08:24:57.996" v="221"/>
          <ac:inkMkLst>
            <pc:docMk/>
            <pc:sldMk cId="0" sldId="429"/>
            <ac:inkMk id="11417" creationId="{8677C0A7-B647-4639-8FA8-729BFB78E01F}"/>
          </ac:inkMkLst>
        </pc:inkChg>
        <pc:inkChg chg="add">
          <ac:chgData name="Md. Nahid Hasan" userId="S::nahid@vu.edu.bd::85ea5f9e-65d6-4031-b810-9415101f2e21" providerId="AD" clId="Web-{E4F47990-9B63-4593-AFC8-2C6B664E5688}" dt="2020-12-17T08:24:58.808" v="222"/>
          <ac:inkMkLst>
            <pc:docMk/>
            <pc:sldMk cId="0" sldId="429"/>
            <ac:inkMk id="11418" creationId="{114D70A2-F979-4542-BE56-7C0151666ACB}"/>
          </ac:inkMkLst>
        </pc:inkChg>
        <pc:inkChg chg="add">
          <ac:chgData name="Md. Nahid Hasan" userId="S::nahid@vu.edu.bd::85ea5f9e-65d6-4031-b810-9415101f2e21" providerId="AD" clId="Web-{E4F47990-9B63-4593-AFC8-2C6B664E5688}" dt="2020-12-17T08:24:59.855" v="223"/>
          <ac:inkMkLst>
            <pc:docMk/>
            <pc:sldMk cId="0" sldId="429"/>
            <ac:inkMk id="11419" creationId="{DEF01D2B-17F5-4652-A5FF-42490674B0BA}"/>
          </ac:inkMkLst>
        </pc:inkChg>
        <pc:inkChg chg="add">
          <ac:chgData name="Md. Nahid Hasan" userId="S::nahid@vu.edu.bd::85ea5f9e-65d6-4031-b810-9415101f2e21" providerId="AD" clId="Web-{E4F47990-9B63-4593-AFC8-2C6B664E5688}" dt="2020-12-17T08:24:59.871" v="224"/>
          <ac:inkMkLst>
            <pc:docMk/>
            <pc:sldMk cId="0" sldId="429"/>
            <ac:inkMk id="11420" creationId="{7A5E5EB9-FA8C-4F96-9029-A401267702D3}"/>
          </ac:inkMkLst>
        </pc:inkChg>
        <pc:inkChg chg="add">
          <ac:chgData name="Md. Nahid Hasan" userId="S::nahid@vu.edu.bd::85ea5f9e-65d6-4031-b810-9415101f2e21" providerId="AD" clId="Web-{E4F47990-9B63-4593-AFC8-2C6B664E5688}" dt="2020-12-17T08:25:04.840" v="225"/>
          <ac:inkMkLst>
            <pc:docMk/>
            <pc:sldMk cId="0" sldId="429"/>
            <ac:inkMk id="11421" creationId="{55ACEEFF-658A-41DB-8078-99249F472735}"/>
          </ac:inkMkLst>
        </pc:inkChg>
        <pc:inkChg chg="add">
          <ac:chgData name="Md. Nahid Hasan" userId="S::nahid@vu.edu.bd::85ea5f9e-65d6-4031-b810-9415101f2e21" providerId="AD" clId="Web-{E4F47990-9B63-4593-AFC8-2C6B664E5688}" dt="2020-12-17T08:25:05.762" v="226"/>
          <ac:inkMkLst>
            <pc:docMk/>
            <pc:sldMk cId="0" sldId="429"/>
            <ac:inkMk id="11422" creationId="{77114697-EFF9-4181-B296-938355B2AC7F}"/>
          </ac:inkMkLst>
        </pc:inkChg>
        <pc:inkChg chg="add">
          <ac:chgData name="Md. Nahid Hasan" userId="S::nahid@vu.edu.bd::85ea5f9e-65d6-4031-b810-9415101f2e21" providerId="AD" clId="Web-{E4F47990-9B63-4593-AFC8-2C6B664E5688}" dt="2020-12-17T08:25:11.246" v="227"/>
          <ac:inkMkLst>
            <pc:docMk/>
            <pc:sldMk cId="0" sldId="429"/>
            <ac:inkMk id="11423" creationId="{08C1ABA6-1ECA-4DD9-88EE-EE80DFE986FB}"/>
          </ac:inkMkLst>
        </pc:inkChg>
        <pc:inkChg chg="add">
          <ac:chgData name="Md. Nahid Hasan" userId="S::nahid@vu.edu.bd::85ea5f9e-65d6-4031-b810-9415101f2e21" providerId="AD" clId="Web-{E4F47990-9B63-4593-AFC8-2C6B664E5688}" dt="2020-12-17T08:25:11.246" v="228"/>
          <ac:inkMkLst>
            <pc:docMk/>
            <pc:sldMk cId="0" sldId="429"/>
            <ac:inkMk id="11424" creationId="{921A3D79-9F49-4D7E-9D6E-A4ABDA3683CB}"/>
          </ac:inkMkLst>
        </pc:inkChg>
        <pc:inkChg chg="add">
          <ac:chgData name="Md. Nahid Hasan" userId="S::nahid@vu.edu.bd::85ea5f9e-65d6-4031-b810-9415101f2e21" providerId="AD" clId="Web-{E4F47990-9B63-4593-AFC8-2C6B664E5688}" dt="2020-12-17T08:25:11.262" v="229"/>
          <ac:inkMkLst>
            <pc:docMk/>
            <pc:sldMk cId="0" sldId="429"/>
            <ac:inkMk id="11425" creationId="{81A9B44E-9668-472E-BA95-78E83EB92140}"/>
          </ac:inkMkLst>
        </pc:inkChg>
        <pc:inkChg chg="add">
          <ac:chgData name="Md. Nahid Hasan" userId="S::nahid@vu.edu.bd::85ea5f9e-65d6-4031-b810-9415101f2e21" providerId="AD" clId="Web-{E4F47990-9B63-4593-AFC8-2C6B664E5688}" dt="2020-12-17T08:25:11.262" v="230"/>
          <ac:inkMkLst>
            <pc:docMk/>
            <pc:sldMk cId="0" sldId="429"/>
            <ac:inkMk id="11426" creationId="{DD681E04-7F8C-471F-83E4-64F23E8076B4}"/>
          </ac:inkMkLst>
        </pc:inkChg>
        <pc:inkChg chg="add">
          <ac:chgData name="Md. Nahid Hasan" userId="S::nahid@vu.edu.bd::85ea5f9e-65d6-4031-b810-9415101f2e21" providerId="AD" clId="Web-{E4F47990-9B63-4593-AFC8-2C6B664E5688}" dt="2020-12-17T08:25:11.262" v="231"/>
          <ac:inkMkLst>
            <pc:docMk/>
            <pc:sldMk cId="0" sldId="429"/>
            <ac:inkMk id="11427" creationId="{28C7CFF3-D4DB-47DA-87AD-DB8224B7001D}"/>
          </ac:inkMkLst>
        </pc:inkChg>
        <pc:inkChg chg="add">
          <ac:chgData name="Md. Nahid Hasan" userId="S::nahid@vu.edu.bd::85ea5f9e-65d6-4031-b810-9415101f2e21" providerId="AD" clId="Web-{E4F47990-9B63-4593-AFC8-2C6B664E5688}" dt="2020-12-17T08:25:11.277" v="232"/>
          <ac:inkMkLst>
            <pc:docMk/>
            <pc:sldMk cId="0" sldId="429"/>
            <ac:inkMk id="11428" creationId="{9D9E8565-A532-4953-8FB4-4639B7519B48}"/>
          </ac:inkMkLst>
        </pc:inkChg>
        <pc:inkChg chg="add">
          <ac:chgData name="Md. Nahid Hasan" userId="S::nahid@vu.edu.bd::85ea5f9e-65d6-4031-b810-9415101f2e21" providerId="AD" clId="Web-{E4F47990-9B63-4593-AFC8-2C6B664E5688}" dt="2020-12-17T08:25:11.277" v="233"/>
          <ac:inkMkLst>
            <pc:docMk/>
            <pc:sldMk cId="0" sldId="429"/>
            <ac:inkMk id="11429" creationId="{8C1351BF-6089-440D-B4A1-D4645430124F}"/>
          </ac:inkMkLst>
        </pc:inkChg>
        <pc:inkChg chg="add">
          <ac:chgData name="Md. Nahid Hasan" userId="S::nahid@vu.edu.bd::85ea5f9e-65d6-4031-b810-9415101f2e21" providerId="AD" clId="Web-{E4F47990-9B63-4593-AFC8-2C6B664E5688}" dt="2020-12-17T08:25:20.605" v="234"/>
          <ac:inkMkLst>
            <pc:docMk/>
            <pc:sldMk cId="0" sldId="429"/>
            <ac:inkMk id="11430" creationId="{87058B1B-873B-4C46-A41D-3A52415C08C1}"/>
          </ac:inkMkLst>
        </pc:inkChg>
        <pc:inkChg chg="add">
          <ac:chgData name="Md. Nahid Hasan" userId="S::nahid@vu.edu.bd::85ea5f9e-65d6-4031-b810-9415101f2e21" providerId="AD" clId="Web-{E4F47990-9B63-4593-AFC8-2C6B664E5688}" dt="2020-12-17T08:25:27.152" v="235"/>
          <ac:inkMkLst>
            <pc:docMk/>
            <pc:sldMk cId="0" sldId="429"/>
            <ac:inkMk id="11431" creationId="{F6D518D8-9C50-4132-B577-F5C58160667B}"/>
          </ac:inkMkLst>
        </pc:inkChg>
        <pc:inkChg chg="add">
          <ac:chgData name="Md. Nahid Hasan" userId="S::nahid@vu.edu.bd::85ea5f9e-65d6-4031-b810-9415101f2e21" providerId="AD" clId="Web-{E4F47990-9B63-4593-AFC8-2C6B664E5688}" dt="2020-12-17T08:25:28.637" v="236"/>
          <ac:inkMkLst>
            <pc:docMk/>
            <pc:sldMk cId="0" sldId="429"/>
            <ac:inkMk id="11432" creationId="{6E007A95-7037-44DE-8C5E-19054383F396}"/>
          </ac:inkMkLst>
        </pc:inkChg>
        <pc:inkChg chg="add">
          <ac:chgData name="Md. Nahid Hasan" userId="S::nahid@vu.edu.bd::85ea5f9e-65d6-4031-b810-9415101f2e21" providerId="AD" clId="Web-{E4F47990-9B63-4593-AFC8-2C6B664E5688}" dt="2020-12-17T08:25:36.965" v="239"/>
          <ac:inkMkLst>
            <pc:docMk/>
            <pc:sldMk cId="0" sldId="429"/>
            <ac:inkMk id="11433" creationId="{981C0A0E-0D1F-4040-837C-1AADC3377479}"/>
          </ac:inkMkLst>
        </pc:inkChg>
        <pc:inkChg chg="add">
          <ac:chgData name="Md. Nahid Hasan" userId="S::nahid@vu.edu.bd::85ea5f9e-65d6-4031-b810-9415101f2e21" providerId="AD" clId="Web-{E4F47990-9B63-4593-AFC8-2C6B664E5688}" dt="2020-12-17T08:25:38.762" v="240"/>
          <ac:inkMkLst>
            <pc:docMk/>
            <pc:sldMk cId="0" sldId="429"/>
            <ac:inkMk id="11434" creationId="{953BAE17-1911-4D1C-B1F7-23E64C140915}"/>
          </ac:inkMkLst>
        </pc:inkChg>
        <pc:inkChg chg="add">
          <ac:chgData name="Md. Nahid Hasan" userId="S::nahid@vu.edu.bd::85ea5f9e-65d6-4031-b810-9415101f2e21" providerId="AD" clId="Web-{E4F47990-9B63-4593-AFC8-2C6B664E5688}" dt="2020-12-17T08:25:38.777" v="241"/>
          <ac:inkMkLst>
            <pc:docMk/>
            <pc:sldMk cId="0" sldId="429"/>
            <ac:inkMk id="11435" creationId="{26AF2291-1701-4169-8FBB-E2275F8E99CC}"/>
          </ac:inkMkLst>
        </pc:inkChg>
        <pc:inkChg chg="add">
          <ac:chgData name="Md. Nahid Hasan" userId="S::nahid@vu.edu.bd::85ea5f9e-65d6-4031-b810-9415101f2e21" providerId="AD" clId="Web-{E4F47990-9B63-4593-AFC8-2C6B664E5688}" dt="2020-12-17T08:25:40.043" v="242"/>
          <ac:inkMkLst>
            <pc:docMk/>
            <pc:sldMk cId="0" sldId="429"/>
            <ac:inkMk id="11436" creationId="{1319BD26-FA75-4F3B-B2E2-774014C6D438}"/>
          </ac:inkMkLst>
        </pc:inkChg>
        <pc:inkChg chg="add">
          <ac:chgData name="Md. Nahid Hasan" userId="S::nahid@vu.edu.bd::85ea5f9e-65d6-4031-b810-9415101f2e21" providerId="AD" clId="Web-{E4F47990-9B63-4593-AFC8-2C6B664E5688}" dt="2020-12-17T08:25:42.496" v="243"/>
          <ac:inkMkLst>
            <pc:docMk/>
            <pc:sldMk cId="0" sldId="429"/>
            <ac:inkMk id="11437" creationId="{4725D338-3665-4C45-A50A-7D5D5B07A7A1}"/>
          </ac:inkMkLst>
        </pc:inkChg>
        <pc:inkChg chg="add">
          <ac:chgData name="Md. Nahid Hasan" userId="S::nahid@vu.edu.bd::85ea5f9e-65d6-4031-b810-9415101f2e21" providerId="AD" clId="Web-{E4F47990-9B63-4593-AFC8-2C6B664E5688}" dt="2020-12-17T08:25:42.496" v="244"/>
          <ac:inkMkLst>
            <pc:docMk/>
            <pc:sldMk cId="0" sldId="429"/>
            <ac:inkMk id="11438" creationId="{B5F29BF5-6FC8-4C6E-87C1-B7BB1511FD89}"/>
          </ac:inkMkLst>
        </pc:inkChg>
        <pc:inkChg chg="add">
          <ac:chgData name="Md. Nahid Hasan" userId="S::nahid@vu.edu.bd::85ea5f9e-65d6-4031-b810-9415101f2e21" providerId="AD" clId="Web-{E4F47990-9B63-4593-AFC8-2C6B664E5688}" dt="2020-12-17T08:25:42.512" v="245"/>
          <ac:inkMkLst>
            <pc:docMk/>
            <pc:sldMk cId="0" sldId="429"/>
            <ac:inkMk id="11439" creationId="{298C5F79-78CC-471C-9651-C8728AB34DC0}"/>
          </ac:inkMkLst>
        </pc:inkChg>
        <pc:inkChg chg="add">
          <ac:chgData name="Md. Nahid Hasan" userId="S::nahid@vu.edu.bd::85ea5f9e-65d6-4031-b810-9415101f2e21" providerId="AD" clId="Web-{E4F47990-9B63-4593-AFC8-2C6B664E5688}" dt="2020-12-17T08:25:42.512" v="246"/>
          <ac:inkMkLst>
            <pc:docMk/>
            <pc:sldMk cId="0" sldId="429"/>
            <ac:inkMk id="11440" creationId="{DE33A8D8-3529-4798-9FE9-C3CB48945040}"/>
          </ac:inkMkLst>
        </pc:inkChg>
        <pc:inkChg chg="add">
          <ac:chgData name="Md. Nahid Hasan" userId="S::nahid@vu.edu.bd::85ea5f9e-65d6-4031-b810-9415101f2e21" providerId="AD" clId="Web-{E4F47990-9B63-4593-AFC8-2C6B664E5688}" dt="2020-12-17T08:25:43.949" v="247"/>
          <ac:inkMkLst>
            <pc:docMk/>
            <pc:sldMk cId="0" sldId="429"/>
            <ac:inkMk id="11441" creationId="{3601D241-1063-4085-8AD5-547C2C821078}"/>
          </ac:inkMkLst>
        </pc:inkChg>
        <pc:inkChg chg="add">
          <ac:chgData name="Md. Nahid Hasan" userId="S::nahid@vu.edu.bd::85ea5f9e-65d6-4031-b810-9415101f2e21" providerId="AD" clId="Web-{E4F47990-9B63-4593-AFC8-2C6B664E5688}" dt="2020-12-17T08:25:43.965" v="248"/>
          <ac:inkMkLst>
            <pc:docMk/>
            <pc:sldMk cId="0" sldId="429"/>
            <ac:inkMk id="11442" creationId="{999A6CB8-725E-41BE-B6A0-B6C3C41063C7}"/>
          </ac:inkMkLst>
        </pc:inkChg>
        <pc:inkChg chg="add">
          <ac:chgData name="Md. Nahid Hasan" userId="S::nahid@vu.edu.bd::85ea5f9e-65d6-4031-b810-9415101f2e21" providerId="AD" clId="Web-{E4F47990-9B63-4593-AFC8-2C6B664E5688}" dt="2020-12-17T08:25:45.106" v="249"/>
          <ac:inkMkLst>
            <pc:docMk/>
            <pc:sldMk cId="0" sldId="429"/>
            <ac:inkMk id="11443" creationId="{463C9E2C-C0D4-4F8A-B0C0-A0792E08C51C}"/>
          </ac:inkMkLst>
        </pc:inkChg>
        <pc:inkChg chg="add">
          <ac:chgData name="Md. Nahid Hasan" userId="S::nahid@vu.edu.bd::85ea5f9e-65d6-4031-b810-9415101f2e21" providerId="AD" clId="Web-{E4F47990-9B63-4593-AFC8-2C6B664E5688}" dt="2020-12-17T08:25:56.731" v="250"/>
          <ac:inkMkLst>
            <pc:docMk/>
            <pc:sldMk cId="0" sldId="429"/>
            <ac:inkMk id="11444" creationId="{05F05CE0-30B3-4DF5-8608-3A5AF7D7C86B}"/>
          </ac:inkMkLst>
        </pc:inkChg>
        <pc:inkChg chg="add">
          <ac:chgData name="Md. Nahid Hasan" userId="S::nahid@vu.edu.bd::85ea5f9e-65d6-4031-b810-9415101f2e21" providerId="AD" clId="Web-{E4F47990-9B63-4593-AFC8-2C6B664E5688}" dt="2020-12-17T08:25:59.606" v="251"/>
          <ac:inkMkLst>
            <pc:docMk/>
            <pc:sldMk cId="0" sldId="429"/>
            <ac:inkMk id="11445" creationId="{BA0516C7-2A79-4DE6-B0BB-AC083EFEFCFE}"/>
          </ac:inkMkLst>
        </pc:inkChg>
        <pc:inkChg chg="add">
          <ac:chgData name="Md. Nahid Hasan" userId="S::nahid@vu.edu.bd::85ea5f9e-65d6-4031-b810-9415101f2e21" providerId="AD" clId="Web-{E4F47990-9B63-4593-AFC8-2C6B664E5688}" dt="2020-12-17T08:26:00.121" v="252"/>
          <ac:inkMkLst>
            <pc:docMk/>
            <pc:sldMk cId="0" sldId="429"/>
            <ac:inkMk id="11446" creationId="{E6FCC703-9581-4C18-A2DB-FF92D5264FAC}"/>
          </ac:inkMkLst>
        </pc:inkChg>
        <pc:inkChg chg="add">
          <ac:chgData name="Md. Nahid Hasan" userId="S::nahid@vu.edu.bd::85ea5f9e-65d6-4031-b810-9415101f2e21" providerId="AD" clId="Web-{E4F47990-9B63-4593-AFC8-2C6B664E5688}" dt="2020-12-17T08:26:02.934" v="253"/>
          <ac:inkMkLst>
            <pc:docMk/>
            <pc:sldMk cId="0" sldId="429"/>
            <ac:inkMk id="11447" creationId="{DC82DE3B-28BD-4EC4-9F9D-DE280BFD7F7B}"/>
          </ac:inkMkLst>
        </pc:inkChg>
        <pc:inkChg chg="add">
          <ac:chgData name="Md. Nahid Hasan" userId="S::nahid@vu.edu.bd::85ea5f9e-65d6-4031-b810-9415101f2e21" providerId="AD" clId="Web-{E4F47990-9B63-4593-AFC8-2C6B664E5688}" dt="2020-12-17T08:26:04.403" v="254"/>
          <ac:inkMkLst>
            <pc:docMk/>
            <pc:sldMk cId="0" sldId="429"/>
            <ac:inkMk id="11448" creationId="{A5EA10AF-2A31-497C-A984-F796B9D35B67}"/>
          </ac:inkMkLst>
        </pc:inkChg>
        <pc:inkChg chg="add">
          <ac:chgData name="Md. Nahid Hasan" userId="S::nahid@vu.edu.bd::85ea5f9e-65d6-4031-b810-9415101f2e21" providerId="AD" clId="Web-{E4F47990-9B63-4593-AFC8-2C6B664E5688}" dt="2020-12-17T08:26:07.950" v="255"/>
          <ac:inkMkLst>
            <pc:docMk/>
            <pc:sldMk cId="0" sldId="429"/>
            <ac:inkMk id="11449" creationId="{6DA93DFB-EE83-42C7-AD02-87958AF98F58}"/>
          </ac:inkMkLst>
        </pc:inkChg>
        <pc:inkChg chg="add">
          <ac:chgData name="Md. Nahid Hasan" userId="S::nahid@vu.edu.bd::85ea5f9e-65d6-4031-b810-9415101f2e21" providerId="AD" clId="Web-{E4F47990-9B63-4593-AFC8-2C6B664E5688}" dt="2020-12-17T08:26:07.950" v="256"/>
          <ac:inkMkLst>
            <pc:docMk/>
            <pc:sldMk cId="0" sldId="429"/>
            <ac:inkMk id="11450" creationId="{09CA5D16-CCF1-4BB8-A808-245121AF6AD1}"/>
          </ac:inkMkLst>
        </pc:inkChg>
        <pc:inkChg chg="add">
          <ac:chgData name="Md. Nahid Hasan" userId="S::nahid@vu.edu.bd::85ea5f9e-65d6-4031-b810-9415101f2e21" providerId="AD" clId="Web-{E4F47990-9B63-4593-AFC8-2C6B664E5688}" dt="2020-12-17T08:26:07.965" v="257"/>
          <ac:inkMkLst>
            <pc:docMk/>
            <pc:sldMk cId="0" sldId="429"/>
            <ac:inkMk id="11451" creationId="{4711CAB4-AAA4-49D1-9D8B-1CFA270C27E2}"/>
          </ac:inkMkLst>
        </pc:inkChg>
        <pc:inkChg chg="add">
          <ac:chgData name="Md. Nahid Hasan" userId="S::nahid@vu.edu.bd::85ea5f9e-65d6-4031-b810-9415101f2e21" providerId="AD" clId="Web-{E4F47990-9B63-4593-AFC8-2C6B664E5688}" dt="2020-12-17T08:26:07.965" v="258"/>
          <ac:inkMkLst>
            <pc:docMk/>
            <pc:sldMk cId="0" sldId="429"/>
            <ac:inkMk id="11452" creationId="{145C78F2-595D-4EA9-B2CD-71593EFEB7F2}"/>
          </ac:inkMkLst>
        </pc:inkChg>
        <pc:inkChg chg="add">
          <ac:chgData name="Md. Nahid Hasan" userId="S::nahid@vu.edu.bd::85ea5f9e-65d6-4031-b810-9415101f2e21" providerId="AD" clId="Web-{E4F47990-9B63-4593-AFC8-2C6B664E5688}" dt="2020-12-17T08:26:07.981" v="259"/>
          <ac:inkMkLst>
            <pc:docMk/>
            <pc:sldMk cId="0" sldId="429"/>
            <ac:inkMk id="11453" creationId="{C0B433AC-9652-4B79-8FB5-E18D1EF7F65D}"/>
          </ac:inkMkLst>
        </pc:inkChg>
        <pc:inkChg chg="add">
          <ac:chgData name="Md. Nahid Hasan" userId="S::nahid@vu.edu.bd::85ea5f9e-65d6-4031-b810-9415101f2e21" providerId="AD" clId="Web-{E4F47990-9B63-4593-AFC8-2C6B664E5688}" dt="2020-12-17T08:26:09.778" v="260"/>
          <ac:inkMkLst>
            <pc:docMk/>
            <pc:sldMk cId="0" sldId="429"/>
            <ac:inkMk id="11454" creationId="{A6264647-E97E-40B6-8D39-B8569E379B54}"/>
          </ac:inkMkLst>
        </pc:inkChg>
        <pc:inkChg chg="add">
          <ac:chgData name="Md. Nahid Hasan" userId="S::nahid@vu.edu.bd::85ea5f9e-65d6-4031-b810-9415101f2e21" providerId="AD" clId="Web-{E4F47990-9B63-4593-AFC8-2C6B664E5688}" dt="2020-12-17T08:26:09.793" v="261"/>
          <ac:inkMkLst>
            <pc:docMk/>
            <pc:sldMk cId="0" sldId="429"/>
            <ac:inkMk id="11455" creationId="{46BB81BD-A0AE-47FB-A36D-F92BB27D6BA8}"/>
          </ac:inkMkLst>
        </pc:inkChg>
        <pc:inkChg chg="add">
          <ac:chgData name="Md. Nahid Hasan" userId="S::nahid@vu.edu.bd::85ea5f9e-65d6-4031-b810-9415101f2e21" providerId="AD" clId="Web-{E4F47990-9B63-4593-AFC8-2C6B664E5688}" dt="2020-12-17T08:26:09.793" v="262"/>
          <ac:inkMkLst>
            <pc:docMk/>
            <pc:sldMk cId="0" sldId="429"/>
            <ac:inkMk id="11456" creationId="{30F3296D-D539-4519-93F5-08E97D688A37}"/>
          </ac:inkMkLst>
        </pc:inkChg>
        <pc:inkChg chg="add">
          <ac:chgData name="Md. Nahid Hasan" userId="S::nahid@vu.edu.bd::85ea5f9e-65d6-4031-b810-9415101f2e21" providerId="AD" clId="Web-{E4F47990-9B63-4593-AFC8-2C6B664E5688}" dt="2020-12-17T08:27:08.419" v="263"/>
          <ac:inkMkLst>
            <pc:docMk/>
            <pc:sldMk cId="0" sldId="429"/>
            <ac:inkMk id="11457" creationId="{DE2B5163-B81C-4775-A44C-C1794C73667E}"/>
          </ac:inkMkLst>
        </pc:inkChg>
        <pc:inkChg chg="add">
          <ac:chgData name="Md. Nahid Hasan" userId="S::nahid@vu.edu.bd::85ea5f9e-65d6-4031-b810-9415101f2e21" providerId="AD" clId="Web-{E4F47990-9B63-4593-AFC8-2C6B664E5688}" dt="2020-12-17T08:27:19.935" v="264"/>
          <ac:inkMkLst>
            <pc:docMk/>
            <pc:sldMk cId="0" sldId="429"/>
            <ac:inkMk id="11458" creationId="{F8473F11-BC1A-44CD-96B6-F9F140D555C8}"/>
          </ac:inkMkLst>
        </pc:inkChg>
        <pc:inkChg chg="add">
          <ac:chgData name="Md. Nahid Hasan" userId="S::nahid@vu.edu.bd::85ea5f9e-65d6-4031-b810-9415101f2e21" providerId="AD" clId="Web-{E4F47990-9B63-4593-AFC8-2C6B664E5688}" dt="2020-12-17T08:27:20.763" v="265"/>
          <ac:inkMkLst>
            <pc:docMk/>
            <pc:sldMk cId="0" sldId="429"/>
            <ac:inkMk id="11459" creationId="{1A911265-3E5F-43FB-9226-38CFBB7DF866}"/>
          </ac:inkMkLst>
        </pc:inkChg>
        <pc:inkChg chg="add">
          <ac:chgData name="Md. Nahid Hasan" userId="S::nahid@vu.edu.bd::85ea5f9e-65d6-4031-b810-9415101f2e21" providerId="AD" clId="Web-{E4F47990-9B63-4593-AFC8-2C6B664E5688}" dt="2020-12-17T08:27:22.685" v="266"/>
          <ac:inkMkLst>
            <pc:docMk/>
            <pc:sldMk cId="0" sldId="429"/>
            <ac:inkMk id="11460" creationId="{DB3CD15D-F8C5-40EC-9AD1-621527568F15}"/>
          </ac:inkMkLst>
        </pc:inkChg>
        <pc:inkChg chg="add">
          <ac:chgData name="Md. Nahid Hasan" userId="S::nahid@vu.edu.bd::85ea5f9e-65d6-4031-b810-9415101f2e21" providerId="AD" clId="Web-{E4F47990-9B63-4593-AFC8-2C6B664E5688}" dt="2020-12-17T08:27:27.653" v="267"/>
          <ac:inkMkLst>
            <pc:docMk/>
            <pc:sldMk cId="0" sldId="429"/>
            <ac:inkMk id="11461" creationId="{C29E0B96-3A41-4E2A-A1A4-C0422DF4DCC6}"/>
          </ac:inkMkLst>
        </pc:inkChg>
        <pc:inkChg chg="add">
          <ac:chgData name="Md. Nahid Hasan" userId="S::nahid@vu.edu.bd::85ea5f9e-65d6-4031-b810-9415101f2e21" providerId="AD" clId="Web-{E4F47990-9B63-4593-AFC8-2C6B664E5688}" dt="2020-12-17T08:27:29.138" v="268"/>
          <ac:inkMkLst>
            <pc:docMk/>
            <pc:sldMk cId="0" sldId="429"/>
            <ac:inkMk id="11462" creationId="{7F3E2B22-9F1B-4AB7-835B-B53C939F8C19}"/>
          </ac:inkMkLst>
        </pc:inkChg>
        <pc:inkChg chg="add">
          <ac:chgData name="Md. Nahid Hasan" userId="S::nahid@vu.edu.bd::85ea5f9e-65d6-4031-b810-9415101f2e21" providerId="AD" clId="Web-{E4F47990-9B63-4593-AFC8-2C6B664E5688}" dt="2020-12-17T08:27:33.185" v="269"/>
          <ac:inkMkLst>
            <pc:docMk/>
            <pc:sldMk cId="0" sldId="429"/>
            <ac:inkMk id="11463" creationId="{C5ECCE81-0196-4E93-B7EC-463A81B31739}"/>
          </ac:inkMkLst>
        </pc:inkChg>
        <pc:inkChg chg="add">
          <ac:chgData name="Md. Nahid Hasan" userId="S::nahid@vu.edu.bd::85ea5f9e-65d6-4031-b810-9415101f2e21" providerId="AD" clId="Web-{E4F47990-9B63-4593-AFC8-2C6B664E5688}" dt="2020-12-17T08:27:34.544" v="270"/>
          <ac:inkMkLst>
            <pc:docMk/>
            <pc:sldMk cId="0" sldId="429"/>
            <ac:inkMk id="11464" creationId="{BBE8AD26-B5DF-4669-B093-8D90E02581FA}"/>
          </ac:inkMkLst>
        </pc:inkChg>
        <pc:inkChg chg="add">
          <ac:chgData name="Md. Nahid Hasan" userId="S::nahid@vu.edu.bd::85ea5f9e-65d6-4031-b810-9415101f2e21" providerId="AD" clId="Web-{E4F47990-9B63-4593-AFC8-2C6B664E5688}" dt="2020-12-17T08:27:43.013" v="271"/>
          <ac:inkMkLst>
            <pc:docMk/>
            <pc:sldMk cId="0" sldId="429"/>
            <ac:inkMk id="11465" creationId="{75AF4D49-F1E5-42DE-A67B-D90A2EC4029F}"/>
          </ac:inkMkLst>
        </pc:inkChg>
        <pc:inkChg chg="add">
          <ac:chgData name="Md. Nahid Hasan" userId="S::nahid@vu.edu.bd::85ea5f9e-65d6-4031-b810-9415101f2e21" providerId="AD" clId="Web-{E4F47990-9B63-4593-AFC8-2C6B664E5688}" dt="2020-12-17T08:27:43.857" v="272"/>
          <ac:inkMkLst>
            <pc:docMk/>
            <pc:sldMk cId="0" sldId="429"/>
            <ac:inkMk id="11466" creationId="{52AD3D67-A23B-447C-A103-E7D31D69CEAB}"/>
          </ac:inkMkLst>
        </pc:inkChg>
        <pc:inkChg chg="add">
          <ac:chgData name="Md. Nahid Hasan" userId="S::nahid@vu.edu.bd::85ea5f9e-65d6-4031-b810-9415101f2e21" providerId="AD" clId="Web-{E4F47990-9B63-4593-AFC8-2C6B664E5688}" dt="2020-12-17T08:27:46.669" v="273"/>
          <ac:inkMkLst>
            <pc:docMk/>
            <pc:sldMk cId="0" sldId="429"/>
            <ac:inkMk id="11467" creationId="{1377F6B5-A1D3-4402-BB68-371B92FF0F67}"/>
          </ac:inkMkLst>
        </pc:inkChg>
        <pc:inkChg chg="add">
          <ac:chgData name="Md. Nahid Hasan" userId="S::nahid@vu.edu.bd::85ea5f9e-65d6-4031-b810-9415101f2e21" providerId="AD" clId="Web-{E4F47990-9B63-4593-AFC8-2C6B664E5688}" dt="2020-12-17T08:27:48.029" v="274"/>
          <ac:inkMkLst>
            <pc:docMk/>
            <pc:sldMk cId="0" sldId="429"/>
            <ac:inkMk id="11468" creationId="{9B111C3A-E53D-42FD-AFB8-3646A01D8732}"/>
          </ac:inkMkLst>
        </pc:inkChg>
        <pc:inkChg chg="add">
          <ac:chgData name="Md. Nahid Hasan" userId="S::nahid@vu.edu.bd::85ea5f9e-65d6-4031-b810-9415101f2e21" providerId="AD" clId="Web-{E4F47990-9B63-4593-AFC8-2C6B664E5688}" dt="2020-12-17T08:27:49.263" v="275"/>
          <ac:inkMkLst>
            <pc:docMk/>
            <pc:sldMk cId="0" sldId="429"/>
            <ac:inkMk id="11469" creationId="{BA95A678-B825-4F03-9CC6-1F5178B8D08D}"/>
          </ac:inkMkLst>
        </pc:inkChg>
        <pc:inkChg chg="add">
          <ac:chgData name="Md. Nahid Hasan" userId="S::nahid@vu.edu.bd::85ea5f9e-65d6-4031-b810-9415101f2e21" providerId="AD" clId="Web-{E4F47990-9B63-4593-AFC8-2C6B664E5688}" dt="2020-12-17T08:27:50.497" v="276"/>
          <ac:inkMkLst>
            <pc:docMk/>
            <pc:sldMk cId="0" sldId="429"/>
            <ac:inkMk id="11470" creationId="{D92D3FE0-5894-4B99-AE35-50FD7C997912}"/>
          </ac:inkMkLst>
        </pc:inkChg>
        <pc:inkChg chg="add">
          <ac:chgData name="Md. Nahid Hasan" userId="S::nahid@vu.edu.bd::85ea5f9e-65d6-4031-b810-9415101f2e21" providerId="AD" clId="Web-{E4F47990-9B63-4593-AFC8-2C6B664E5688}" dt="2020-12-17T08:27:53.763" v="277"/>
          <ac:inkMkLst>
            <pc:docMk/>
            <pc:sldMk cId="0" sldId="429"/>
            <ac:inkMk id="11471" creationId="{FA0D6BE4-4B12-4840-9986-8CDA4C8ECCBF}"/>
          </ac:inkMkLst>
        </pc:inkChg>
        <pc:inkChg chg="add">
          <ac:chgData name="Md. Nahid Hasan" userId="S::nahid@vu.edu.bd::85ea5f9e-65d6-4031-b810-9415101f2e21" providerId="AD" clId="Web-{E4F47990-9B63-4593-AFC8-2C6B664E5688}" dt="2020-12-17T08:28:05.388" v="278"/>
          <ac:inkMkLst>
            <pc:docMk/>
            <pc:sldMk cId="0" sldId="429"/>
            <ac:inkMk id="11472" creationId="{8A79073A-3ED8-4D78-AA2D-CD8A8A0A0576}"/>
          </ac:inkMkLst>
        </pc:inkChg>
        <pc:inkChg chg="add">
          <ac:chgData name="Md. Nahid Hasan" userId="S::nahid@vu.edu.bd::85ea5f9e-65d6-4031-b810-9415101f2e21" providerId="AD" clId="Web-{E4F47990-9B63-4593-AFC8-2C6B664E5688}" dt="2020-12-17T08:28:07.013" v="279"/>
          <ac:inkMkLst>
            <pc:docMk/>
            <pc:sldMk cId="0" sldId="429"/>
            <ac:inkMk id="11473" creationId="{9D538E10-30F1-4A7A-8DE3-F1864E01915C}"/>
          </ac:inkMkLst>
        </pc:inkChg>
        <pc:inkChg chg="add">
          <ac:chgData name="Md. Nahid Hasan" userId="S::nahid@vu.edu.bd::85ea5f9e-65d6-4031-b810-9415101f2e21" providerId="AD" clId="Web-{E4F47990-9B63-4593-AFC8-2C6B664E5688}" dt="2020-12-17T08:28:08.935" v="280"/>
          <ac:inkMkLst>
            <pc:docMk/>
            <pc:sldMk cId="0" sldId="429"/>
            <ac:inkMk id="11474" creationId="{5C2F7143-987B-416F-9EE9-CE227A7C9D97}"/>
          </ac:inkMkLst>
        </pc:inkChg>
        <pc:inkChg chg="add">
          <ac:chgData name="Md. Nahid Hasan" userId="S::nahid@vu.edu.bd::85ea5f9e-65d6-4031-b810-9415101f2e21" providerId="AD" clId="Web-{E4F47990-9B63-4593-AFC8-2C6B664E5688}" dt="2020-12-17T08:28:10.669" v="281"/>
          <ac:inkMkLst>
            <pc:docMk/>
            <pc:sldMk cId="0" sldId="429"/>
            <ac:inkMk id="11475" creationId="{83F10ADB-47D4-46DE-9FFC-50C010BD133B}"/>
          </ac:inkMkLst>
        </pc:inkChg>
        <pc:inkChg chg="add">
          <ac:chgData name="Md. Nahid Hasan" userId="S::nahid@vu.edu.bd::85ea5f9e-65d6-4031-b810-9415101f2e21" providerId="AD" clId="Web-{E4F47990-9B63-4593-AFC8-2C6B664E5688}" dt="2020-12-17T08:28:35.748" v="294"/>
          <ac:inkMkLst>
            <pc:docMk/>
            <pc:sldMk cId="0" sldId="429"/>
            <ac:inkMk id="11476" creationId="{71130DA3-BDEA-4023-BA6A-69CC56452DE9}"/>
          </ac:inkMkLst>
        </pc:inkChg>
        <pc:inkChg chg="add">
          <ac:chgData name="Md. Nahid Hasan" userId="S::nahid@vu.edu.bd::85ea5f9e-65d6-4031-b810-9415101f2e21" providerId="AD" clId="Web-{E4F47990-9B63-4593-AFC8-2C6B664E5688}" dt="2020-12-17T08:28:35.748" v="295"/>
          <ac:inkMkLst>
            <pc:docMk/>
            <pc:sldMk cId="0" sldId="429"/>
            <ac:inkMk id="11477" creationId="{45F84436-1A56-4E40-8F3E-CD44B3E92683}"/>
          </ac:inkMkLst>
        </pc:inkChg>
        <pc:inkChg chg="add">
          <ac:chgData name="Md. Nahid Hasan" userId="S::nahid@vu.edu.bd::85ea5f9e-65d6-4031-b810-9415101f2e21" providerId="AD" clId="Web-{E4F47990-9B63-4593-AFC8-2C6B664E5688}" dt="2020-12-17T08:28:37.138" v="296"/>
          <ac:inkMkLst>
            <pc:docMk/>
            <pc:sldMk cId="0" sldId="429"/>
            <ac:inkMk id="11478" creationId="{85801C0D-5C28-4045-8A2D-12432D3594D6}"/>
          </ac:inkMkLst>
        </pc:inkChg>
        <pc:inkChg chg="add">
          <ac:chgData name="Md. Nahid Hasan" userId="S::nahid@vu.edu.bd::85ea5f9e-65d6-4031-b810-9415101f2e21" providerId="AD" clId="Web-{E4F47990-9B63-4593-AFC8-2C6B664E5688}" dt="2020-12-17T08:28:37.154" v="297"/>
          <ac:inkMkLst>
            <pc:docMk/>
            <pc:sldMk cId="0" sldId="429"/>
            <ac:inkMk id="11479" creationId="{EA29E240-3821-4140-9903-7170F91BDF97}"/>
          </ac:inkMkLst>
        </pc:inkChg>
        <pc:inkChg chg="add">
          <ac:chgData name="Md. Nahid Hasan" userId="S::nahid@vu.edu.bd::85ea5f9e-65d6-4031-b810-9415101f2e21" providerId="AD" clId="Web-{E4F47990-9B63-4593-AFC8-2C6B664E5688}" dt="2020-12-17T08:28:38.998" v="298"/>
          <ac:inkMkLst>
            <pc:docMk/>
            <pc:sldMk cId="0" sldId="429"/>
            <ac:inkMk id="11480" creationId="{598CF3E6-9859-4699-A33B-52DF9DA06269}"/>
          </ac:inkMkLst>
        </pc:inkChg>
        <pc:inkChg chg="add">
          <ac:chgData name="Md. Nahid Hasan" userId="S::nahid@vu.edu.bd::85ea5f9e-65d6-4031-b810-9415101f2e21" providerId="AD" clId="Web-{E4F47990-9B63-4593-AFC8-2C6B664E5688}" dt="2020-12-17T08:28:38.998" v="299"/>
          <ac:inkMkLst>
            <pc:docMk/>
            <pc:sldMk cId="0" sldId="429"/>
            <ac:inkMk id="11481" creationId="{E2292270-3701-428A-B43A-0C11837B16F4}"/>
          </ac:inkMkLst>
        </pc:inkChg>
        <pc:inkChg chg="add">
          <ac:chgData name="Md. Nahid Hasan" userId="S::nahid@vu.edu.bd::85ea5f9e-65d6-4031-b810-9415101f2e21" providerId="AD" clId="Web-{E4F47990-9B63-4593-AFC8-2C6B664E5688}" dt="2020-12-17T08:28:39.842" v="300"/>
          <ac:inkMkLst>
            <pc:docMk/>
            <pc:sldMk cId="0" sldId="429"/>
            <ac:inkMk id="11482" creationId="{A82755E7-F074-4F58-B956-90BAD720FB65}"/>
          </ac:inkMkLst>
        </pc:inkChg>
        <pc:inkChg chg="add">
          <ac:chgData name="Md. Nahid Hasan" userId="S::nahid@vu.edu.bd::85ea5f9e-65d6-4031-b810-9415101f2e21" providerId="AD" clId="Web-{E4F47990-9B63-4593-AFC8-2C6B664E5688}" dt="2020-12-17T08:28:40.576" v="301"/>
          <ac:inkMkLst>
            <pc:docMk/>
            <pc:sldMk cId="0" sldId="429"/>
            <ac:inkMk id="11483" creationId="{D033B379-9046-40BE-8F3B-1B9307F878B1}"/>
          </ac:inkMkLst>
        </pc:inkChg>
        <pc:inkChg chg="add">
          <ac:chgData name="Md. Nahid Hasan" userId="S::nahid@vu.edu.bd::85ea5f9e-65d6-4031-b810-9415101f2e21" providerId="AD" clId="Web-{E4F47990-9B63-4593-AFC8-2C6B664E5688}" dt="2020-12-17T08:28:40.592" v="302"/>
          <ac:inkMkLst>
            <pc:docMk/>
            <pc:sldMk cId="0" sldId="429"/>
            <ac:inkMk id="11484" creationId="{6E55C2F5-65FF-4C8C-BFC0-C9A4C968401B}"/>
          </ac:inkMkLst>
        </pc:inkChg>
        <pc:inkChg chg="add">
          <ac:chgData name="Md. Nahid Hasan" userId="S::nahid@vu.edu.bd::85ea5f9e-65d6-4031-b810-9415101f2e21" providerId="AD" clId="Web-{E4F47990-9B63-4593-AFC8-2C6B664E5688}" dt="2020-12-17T08:28:41.154" v="303"/>
          <ac:inkMkLst>
            <pc:docMk/>
            <pc:sldMk cId="0" sldId="429"/>
            <ac:inkMk id="11485" creationId="{99C59D09-C670-4B0E-8379-7F6044994859}"/>
          </ac:inkMkLst>
        </pc:inkChg>
        <pc:inkChg chg="add">
          <ac:chgData name="Md. Nahid Hasan" userId="S::nahid@vu.edu.bd::85ea5f9e-65d6-4031-b810-9415101f2e21" providerId="AD" clId="Web-{E4F47990-9B63-4593-AFC8-2C6B664E5688}" dt="2020-12-17T08:28:42.373" v="304"/>
          <ac:inkMkLst>
            <pc:docMk/>
            <pc:sldMk cId="0" sldId="429"/>
            <ac:inkMk id="11486" creationId="{5F8EA638-BC71-4658-8532-18FAF8FA8759}"/>
          </ac:inkMkLst>
        </pc:inkChg>
        <pc:inkChg chg="add">
          <ac:chgData name="Md. Nahid Hasan" userId="S::nahid@vu.edu.bd::85ea5f9e-65d6-4031-b810-9415101f2e21" providerId="AD" clId="Web-{E4F47990-9B63-4593-AFC8-2C6B664E5688}" dt="2020-12-17T08:28:44.139" v="305"/>
          <ac:inkMkLst>
            <pc:docMk/>
            <pc:sldMk cId="0" sldId="429"/>
            <ac:inkMk id="11487" creationId="{EDFE925A-4D70-4E1C-8E3E-975B9595439C}"/>
          </ac:inkMkLst>
        </pc:inkChg>
        <pc:inkChg chg="add">
          <ac:chgData name="Md. Nahid Hasan" userId="S::nahid@vu.edu.bd::85ea5f9e-65d6-4031-b810-9415101f2e21" providerId="AD" clId="Web-{E4F47990-9B63-4593-AFC8-2C6B664E5688}" dt="2020-12-17T08:28:44.967" v="306"/>
          <ac:inkMkLst>
            <pc:docMk/>
            <pc:sldMk cId="0" sldId="429"/>
            <ac:inkMk id="11488" creationId="{B7CCA467-F973-4D69-8340-A91BCC9DAAFD}"/>
          </ac:inkMkLst>
        </pc:inkChg>
        <pc:inkChg chg="add">
          <ac:chgData name="Md. Nahid Hasan" userId="S::nahid@vu.edu.bd::85ea5f9e-65d6-4031-b810-9415101f2e21" providerId="AD" clId="Web-{E4F47990-9B63-4593-AFC8-2C6B664E5688}" dt="2020-12-17T08:28:47.560" v="307"/>
          <ac:inkMkLst>
            <pc:docMk/>
            <pc:sldMk cId="0" sldId="429"/>
            <ac:inkMk id="11489" creationId="{D2CEBD37-45CA-4EC8-A101-E7011A4368C2}"/>
          </ac:inkMkLst>
        </pc:inkChg>
        <pc:inkChg chg="add">
          <ac:chgData name="Md. Nahid Hasan" userId="S::nahid@vu.edu.bd::85ea5f9e-65d6-4031-b810-9415101f2e21" providerId="AD" clId="Web-{E4F47990-9B63-4593-AFC8-2C6B664E5688}" dt="2020-12-17T08:28:55.935" v="308"/>
          <ac:inkMkLst>
            <pc:docMk/>
            <pc:sldMk cId="0" sldId="429"/>
            <ac:inkMk id="11490" creationId="{13177492-146B-4169-8E34-155E99D57F57}"/>
          </ac:inkMkLst>
        </pc:inkChg>
        <pc:inkChg chg="add">
          <ac:chgData name="Md. Nahid Hasan" userId="S::nahid@vu.edu.bd::85ea5f9e-65d6-4031-b810-9415101f2e21" providerId="AD" clId="Web-{E4F47990-9B63-4593-AFC8-2C6B664E5688}" dt="2020-12-17T08:28:58.936" v="309"/>
          <ac:inkMkLst>
            <pc:docMk/>
            <pc:sldMk cId="0" sldId="429"/>
            <ac:inkMk id="11491" creationId="{375EEDF3-650B-4F18-A8E1-0FFD26A42B61}"/>
          </ac:inkMkLst>
        </pc:inkChg>
        <pc:inkChg chg="add">
          <ac:chgData name="Md. Nahid Hasan" userId="S::nahid@vu.edu.bd::85ea5f9e-65d6-4031-b810-9415101f2e21" providerId="AD" clId="Web-{E4F47990-9B63-4593-AFC8-2C6B664E5688}" dt="2020-12-17T08:28:59.576" v="310"/>
          <ac:inkMkLst>
            <pc:docMk/>
            <pc:sldMk cId="0" sldId="429"/>
            <ac:inkMk id="11492" creationId="{FFE704C4-5D5B-4011-BB99-AEDCFFB031F1}"/>
          </ac:inkMkLst>
        </pc:inkChg>
        <pc:inkChg chg="add">
          <ac:chgData name="Md. Nahid Hasan" userId="S::nahid@vu.edu.bd::85ea5f9e-65d6-4031-b810-9415101f2e21" providerId="AD" clId="Web-{E4F47990-9B63-4593-AFC8-2C6B664E5688}" dt="2020-12-17T08:29:08.889" v="311"/>
          <ac:inkMkLst>
            <pc:docMk/>
            <pc:sldMk cId="0" sldId="429"/>
            <ac:inkMk id="11493" creationId="{D2D6C164-C7C9-4399-9642-08FB1EA5F845}"/>
          </ac:inkMkLst>
        </pc:inkChg>
      </pc:sldChg>
      <pc:sldChg chg="delSp">
        <pc:chgData name="Md. Nahid Hasan" userId="S::nahid@vu.edu.bd::85ea5f9e-65d6-4031-b810-9415101f2e21" providerId="AD" clId="Web-{E4F47990-9B63-4593-AFC8-2C6B664E5688}" dt="2020-12-17T08:28:31.545" v="293"/>
        <pc:sldMkLst>
          <pc:docMk/>
          <pc:sldMk cId="0" sldId="449"/>
        </pc:sldMkLst>
        <pc:inkChg chg="del">
          <ac:chgData name="Md. Nahid Hasan" userId="S::nahid@vu.edu.bd::85ea5f9e-65d6-4031-b810-9415101f2e21" providerId="AD" clId="Web-{E4F47990-9B63-4593-AFC8-2C6B664E5688}" dt="2020-12-17T08:28:31.545" v="293"/>
          <ac:inkMkLst>
            <pc:docMk/>
            <pc:sldMk cId="0" sldId="449"/>
            <ac:inkMk id="69655" creationId="{4A3A3497-5AF5-47A4-8BFD-F0F19FBFBA53}"/>
          </ac:inkMkLst>
        </pc:inkChg>
        <pc:inkChg chg="del">
          <ac:chgData name="Md. Nahid Hasan" userId="S::nahid@vu.edu.bd::85ea5f9e-65d6-4031-b810-9415101f2e21" providerId="AD" clId="Web-{E4F47990-9B63-4593-AFC8-2C6B664E5688}" dt="2020-12-17T08:28:31.545" v="292"/>
          <ac:inkMkLst>
            <pc:docMk/>
            <pc:sldMk cId="0" sldId="449"/>
            <ac:inkMk id="69691" creationId="{E1BAE0F1-3476-4853-9DD4-A8A27FD8AAC2}"/>
          </ac:inkMkLst>
        </pc:inkChg>
        <pc:inkChg chg="del">
          <ac:chgData name="Md. Nahid Hasan" userId="S::nahid@vu.edu.bd::85ea5f9e-65d6-4031-b810-9415101f2e21" providerId="AD" clId="Web-{E4F47990-9B63-4593-AFC8-2C6B664E5688}" dt="2020-12-17T08:28:31.545" v="291"/>
          <ac:inkMkLst>
            <pc:docMk/>
            <pc:sldMk cId="0" sldId="449"/>
            <ac:inkMk id="69692" creationId="{3FA003BF-293E-4C12-9C68-5B0470292878}"/>
          </ac:inkMkLst>
        </pc:inkChg>
        <pc:inkChg chg="del">
          <ac:chgData name="Md. Nahid Hasan" userId="S::nahid@vu.edu.bd::85ea5f9e-65d6-4031-b810-9415101f2e21" providerId="AD" clId="Web-{E4F47990-9B63-4593-AFC8-2C6B664E5688}" dt="2020-12-17T08:28:31.545" v="290"/>
          <ac:inkMkLst>
            <pc:docMk/>
            <pc:sldMk cId="0" sldId="449"/>
            <ac:inkMk id="69694" creationId="{A88BF2E3-04DB-4D2A-B9D4-CB4E0D165151}"/>
          </ac:inkMkLst>
        </pc:inkChg>
        <pc:inkChg chg="del">
          <ac:chgData name="Md. Nahid Hasan" userId="S::nahid@vu.edu.bd::85ea5f9e-65d6-4031-b810-9415101f2e21" providerId="AD" clId="Web-{E4F47990-9B63-4593-AFC8-2C6B664E5688}" dt="2020-12-17T08:28:31.545" v="289"/>
          <ac:inkMkLst>
            <pc:docMk/>
            <pc:sldMk cId="0" sldId="449"/>
            <ac:inkMk id="69698" creationId="{DE5A33EE-B6DC-447E-99DF-FB72E53F39D4}"/>
          </ac:inkMkLst>
        </pc:inkChg>
        <pc:inkChg chg="del">
          <ac:chgData name="Md. Nahid Hasan" userId="S::nahid@vu.edu.bd::85ea5f9e-65d6-4031-b810-9415101f2e21" providerId="AD" clId="Web-{E4F47990-9B63-4593-AFC8-2C6B664E5688}" dt="2020-12-17T08:28:31.545" v="288"/>
          <ac:inkMkLst>
            <pc:docMk/>
            <pc:sldMk cId="0" sldId="449"/>
            <ac:inkMk id="69699" creationId="{E3FECD53-9E08-49D1-B94B-BF0AE6DD4569}"/>
          </ac:inkMkLst>
        </pc:inkChg>
        <pc:inkChg chg="del">
          <ac:chgData name="Md. Nahid Hasan" userId="S::nahid@vu.edu.bd::85ea5f9e-65d6-4031-b810-9415101f2e21" providerId="AD" clId="Web-{E4F47990-9B63-4593-AFC8-2C6B664E5688}" dt="2020-12-17T08:28:31.545" v="287"/>
          <ac:inkMkLst>
            <pc:docMk/>
            <pc:sldMk cId="0" sldId="449"/>
            <ac:inkMk id="69711" creationId="{C3FF24BE-1248-4E51-BCCC-02F5B66165B4}"/>
          </ac:inkMkLst>
        </pc:inkChg>
        <pc:inkChg chg="del">
          <ac:chgData name="Md. Nahid Hasan" userId="S::nahid@vu.edu.bd::85ea5f9e-65d6-4031-b810-9415101f2e21" providerId="AD" clId="Web-{E4F47990-9B63-4593-AFC8-2C6B664E5688}" dt="2020-12-17T08:28:31.545" v="286"/>
          <ac:inkMkLst>
            <pc:docMk/>
            <pc:sldMk cId="0" sldId="449"/>
            <ac:inkMk id="69712" creationId="{0BC70B18-C22A-479C-B16F-5AD5B8E0B5A5}"/>
          </ac:inkMkLst>
        </pc:inkChg>
        <pc:inkChg chg="del">
          <ac:chgData name="Md. Nahid Hasan" userId="S::nahid@vu.edu.bd::85ea5f9e-65d6-4031-b810-9415101f2e21" providerId="AD" clId="Web-{E4F47990-9B63-4593-AFC8-2C6B664E5688}" dt="2020-12-17T08:28:31.545" v="285"/>
          <ac:inkMkLst>
            <pc:docMk/>
            <pc:sldMk cId="0" sldId="449"/>
            <ac:inkMk id="69713" creationId="{80479366-EA49-491C-B38B-D281528CC156}"/>
          </ac:inkMkLst>
        </pc:inkChg>
        <pc:inkChg chg="del">
          <ac:chgData name="Md. Nahid Hasan" userId="S::nahid@vu.edu.bd::85ea5f9e-65d6-4031-b810-9415101f2e21" providerId="AD" clId="Web-{E4F47990-9B63-4593-AFC8-2C6B664E5688}" dt="2020-12-17T08:28:31.545" v="284"/>
          <ac:inkMkLst>
            <pc:docMk/>
            <pc:sldMk cId="0" sldId="449"/>
            <ac:inkMk id="69714" creationId="{485369E1-A6CB-4A4A-A169-33635009E749}"/>
          </ac:inkMkLst>
        </pc:inkChg>
        <pc:inkChg chg="del">
          <ac:chgData name="Md. Nahid Hasan" userId="S::nahid@vu.edu.bd::85ea5f9e-65d6-4031-b810-9415101f2e21" providerId="AD" clId="Web-{E4F47990-9B63-4593-AFC8-2C6B664E5688}" dt="2020-12-17T08:28:31.529" v="283"/>
          <ac:inkMkLst>
            <pc:docMk/>
            <pc:sldMk cId="0" sldId="449"/>
            <ac:inkMk id="69715" creationId="{3FE55E96-1F66-405C-8119-7949EC9873B9}"/>
          </ac:inkMkLst>
        </pc:inkChg>
        <pc:inkChg chg="del">
          <ac:chgData name="Md. Nahid Hasan" userId="S::nahid@vu.edu.bd::85ea5f9e-65d6-4031-b810-9415101f2e21" providerId="AD" clId="Web-{E4F47990-9B63-4593-AFC8-2C6B664E5688}" dt="2020-12-17T08:28:31.529" v="282"/>
          <ac:inkMkLst>
            <pc:docMk/>
            <pc:sldMk cId="0" sldId="449"/>
            <ac:inkMk id="69716" creationId="{50F6819E-9E1A-4DBF-A5BD-12B64C65FDC7}"/>
          </ac:inkMkLst>
        </pc:inkChg>
      </pc:sldChg>
      <pc:sldChg chg="addSp">
        <pc:chgData name="Md. Nahid Hasan" userId="S::nahid@vu.edu.bd::85ea5f9e-65d6-4031-b810-9415101f2e21" providerId="AD" clId="Web-{E4F47990-9B63-4593-AFC8-2C6B664E5688}" dt="2020-12-17T08:35:03.501" v="426"/>
        <pc:sldMkLst>
          <pc:docMk/>
          <pc:sldMk cId="0" sldId="450"/>
        </pc:sldMkLst>
        <pc:inkChg chg="add">
          <ac:chgData name="Md. Nahid Hasan" userId="S::nahid@vu.edu.bd::85ea5f9e-65d6-4031-b810-9415101f2e21" providerId="AD" clId="Web-{E4F47990-9B63-4593-AFC8-2C6B664E5688}" dt="2020-12-17T08:35:02.658" v="425"/>
          <ac:inkMkLst>
            <pc:docMk/>
            <pc:sldMk cId="0" sldId="450"/>
            <ac:inkMk id="2" creationId="{9E2A8FEA-F149-4613-8ECB-41F87359C5FF}"/>
          </ac:inkMkLst>
        </pc:inkChg>
        <pc:inkChg chg="add">
          <ac:chgData name="Md. Nahid Hasan" userId="S::nahid@vu.edu.bd::85ea5f9e-65d6-4031-b810-9415101f2e21" providerId="AD" clId="Web-{E4F47990-9B63-4593-AFC8-2C6B664E5688}" dt="2020-12-17T08:35:03.501" v="426"/>
          <ac:inkMkLst>
            <pc:docMk/>
            <pc:sldMk cId="0" sldId="450"/>
            <ac:inkMk id="3" creationId="{57A832D6-F37D-4A0B-807A-582FAE6382A1}"/>
          </ac:inkMkLst>
        </pc:inkChg>
      </pc:sldChg>
      <pc:sldChg chg="addSp">
        <pc:chgData name="Md. Nahid Hasan" userId="S::nahid@vu.edu.bd::85ea5f9e-65d6-4031-b810-9415101f2e21" providerId="AD" clId="Web-{E4F47990-9B63-4593-AFC8-2C6B664E5688}" dt="2020-12-17T08:34:10.657" v="416"/>
        <pc:sldMkLst>
          <pc:docMk/>
          <pc:sldMk cId="0" sldId="453"/>
        </pc:sldMkLst>
        <pc:inkChg chg="add">
          <ac:chgData name="Md. Nahid Hasan" userId="S::nahid@vu.edu.bd::85ea5f9e-65d6-4031-b810-9415101f2e21" providerId="AD" clId="Web-{E4F47990-9B63-4593-AFC8-2C6B664E5688}" dt="2020-12-17T08:34:09.657" v="415"/>
          <ac:inkMkLst>
            <pc:docMk/>
            <pc:sldMk cId="0" sldId="453"/>
            <ac:inkMk id="2" creationId="{B0E58FB4-EE92-42FB-8FF2-CC2B6B8E50F2}"/>
          </ac:inkMkLst>
        </pc:inkChg>
        <pc:inkChg chg="add">
          <ac:chgData name="Md. Nahid Hasan" userId="S::nahid@vu.edu.bd::85ea5f9e-65d6-4031-b810-9415101f2e21" providerId="AD" clId="Web-{E4F47990-9B63-4593-AFC8-2C6B664E5688}" dt="2020-12-17T08:34:10.657" v="416"/>
          <ac:inkMkLst>
            <pc:docMk/>
            <pc:sldMk cId="0" sldId="453"/>
            <ac:inkMk id="3" creationId="{9B76FD4C-A41D-4348-A087-B917E5979F2C}"/>
          </ac:inkMkLst>
        </pc:inkChg>
      </pc:sldChg>
      <pc:sldChg chg="addSp">
        <pc:chgData name="Md. Nahid Hasan" userId="S::nahid@vu.edu.bd::85ea5f9e-65d6-4031-b810-9415101f2e21" providerId="AD" clId="Web-{E4F47990-9B63-4593-AFC8-2C6B664E5688}" dt="2020-12-17T08:40:50.333" v="581"/>
        <pc:sldMkLst>
          <pc:docMk/>
          <pc:sldMk cId="0" sldId="455"/>
        </pc:sldMkLst>
        <pc:inkChg chg="add">
          <ac:chgData name="Md. Nahid Hasan" userId="S::nahid@vu.edu.bd::85ea5f9e-65d6-4031-b810-9415101f2e21" providerId="AD" clId="Web-{E4F47990-9B63-4593-AFC8-2C6B664E5688}" dt="2020-12-17T08:35:12.220" v="427"/>
          <ac:inkMkLst>
            <pc:docMk/>
            <pc:sldMk cId="0" sldId="455"/>
            <ac:inkMk id="7" creationId="{21E643DA-A099-45F0-8344-1D2BB3F695CF}"/>
          </ac:inkMkLst>
        </pc:inkChg>
        <pc:inkChg chg="add">
          <ac:chgData name="Md. Nahid Hasan" userId="S::nahid@vu.edu.bd::85ea5f9e-65d6-4031-b810-9415101f2e21" providerId="AD" clId="Web-{E4F47990-9B63-4593-AFC8-2C6B664E5688}" dt="2020-12-17T08:35:13.486" v="428"/>
          <ac:inkMkLst>
            <pc:docMk/>
            <pc:sldMk cId="0" sldId="455"/>
            <ac:inkMk id="8" creationId="{2470B828-C8FB-4AEE-AB68-380926EA8C8C}"/>
          </ac:inkMkLst>
        </pc:inkChg>
        <pc:inkChg chg="add">
          <ac:chgData name="Md. Nahid Hasan" userId="S::nahid@vu.edu.bd::85ea5f9e-65d6-4031-b810-9415101f2e21" providerId="AD" clId="Web-{E4F47990-9B63-4593-AFC8-2C6B664E5688}" dt="2020-12-17T08:35:14.845" v="429"/>
          <ac:inkMkLst>
            <pc:docMk/>
            <pc:sldMk cId="0" sldId="455"/>
            <ac:inkMk id="9" creationId="{36415810-9FCC-4CF7-900C-3B9218B5AA53}"/>
          </ac:inkMkLst>
        </pc:inkChg>
        <pc:inkChg chg="add">
          <ac:chgData name="Md. Nahid Hasan" userId="S::nahid@vu.edu.bd::85ea5f9e-65d6-4031-b810-9415101f2e21" providerId="AD" clId="Web-{E4F47990-9B63-4593-AFC8-2C6B664E5688}" dt="2020-12-17T08:35:15.298" v="430"/>
          <ac:inkMkLst>
            <pc:docMk/>
            <pc:sldMk cId="0" sldId="455"/>
            <ac:inkMk id="10" creationId="{62EA0F6B-F63B-4EB8-878A-BE5B54AD41F3}"/>
          </ac:inkMkLst>
        </pc:inkChg>
        <pc:inkChg chg="add">
          <ac:chgData name="Md. Nahid Hasan" userId="S::nahid@vu.edu.bd::85ea5f9e-65d6-4031-b810-9415101f2e21" providerId="AD" clId="Web-{E4F47990-9B63-4593-AFC8-2C6B664E5688}" dt="2020-12-17T08:35:17.173" v="431"/>
          <ac:inkMkLst>
            <pc:docMk/>
            <pc:sldMk cId="0" sldId="455"/>
            <ac:inkMk id="11" creationId="{73220DEC-2A29-461E-973B-4CC445B47D4F}"/>
          </ac:inkMkLst>
        </pc:inkChg>
        <pc:inkChg chg="add">
          <ac:chgData name="Md. Nahid Hasan" userId="S::nahid@vu.edu.bd::85ea5f9e-65d6-4031-b810-9415101f2e21" providerId="AD" clId="Web-{E4F47990-9B63-4593-AFC8-2C6B664E5688}" dt="2020-12-17T08:35:17.736" v="432"/>
          <ac:inkMkLst>
            <pc:docMk/>
            <pc:sldMk cId="0" sldId="455"/>
            <ac:inkMk id="12" creationId="{A06646EC-4396-4F68-9051-34A5CD1F45E3}"/>
          </ac:inkMkLst>
        </pc:inkChg>
        <pc:inkChg chg="add">
          <ac:chgData name="Md. Nahid Hasan" userId="S::nahid@vu.edu.bd::85ea5f9e-65d6-4031-b810-9415101f2e21" providerId="AD" clId="Web-{E4F47990-9B63-4593-AFC8-2C6B664E5688}" dt="2020-12-17T08:35:18.392" v="433"/>
          <ac:inkMkLst>
            <pc:docMk/>
            <pc:sldMk cId="0" sldId="455"/>
            <ac:inkMk id="13" creationId="{F382767C-13C8-44A5-ACE4-58306945E6D4}"/>
          </ac:inkMkLst>
        </pc:inkChg>
        <pc:inkChg chg="add">
          <ac:chgData name="Md. Nahid Hasan" userId="S::nahid@vu.edu.bd::85ea5f9e-65d6-4031-b810-9415101f2e21" providerId="AD" clId="Web-{E4F47990-9B63-4593-AFC8-2C6B664E5688}" dt="2020-12-17T08:35:19.548" v="434"/>
          <ac:inkMkLst>
            <pc:docMk/>
            <pc:sldMk cId="0" sldId="455"/>
            <ac:inkMk id="14" creationId="{4708F15E-8197-4219-BBB0-52731A2CA17E}"/>
          </ac:inkMkLst>
        </pc:inkChg>
        <pc:inkChg chg="add">
          <ac:chgData name="Md. Nahid Hasan" userId="S::nahid@vu.edu.bd::85ea5f9e-65d6-4031-b810-9415101f2e21" providerId="AD" clId="Web-{E4F47990-9B63-4593-AFC8-2C6B664E5688}" dt="2020-12-17T08:35:19.564" v="435"/>
          <ac:inkMkLst>
            <pc:docMk/>
            <pc:sldMk cId="0" sldId="455"/>
            <ac:inkMk id="15" creationId="{15B86DF0-41F5-4F7B-8022-CE806B1A7617}"/>
          </ac:inkMkLst>
        </pc:inkChg>
        <pc:inkChg chg="add">
          <ac:chgData name="Md. Nahid Hasan" userId="S::nahid@vu.edu.bd::85ea5f9e-65d6-4031-b810-9415101f2e21" providerId="AD" clId="Web-{E4F47990-9B63-4593-AFC8-2C6B664E5688}" dt="2020-12-17T08:35:21.830" v="436"/>
          <ac:inkMkLst>
            <pc:docMk/>
            <pc:sldMk cId="0" sldId="455"/>
            <ac:inkMk id="16" creationId="{3B511B8F-DA2C-4C29-936A-98AF046EBF27}"/>
          </ac:inkMkLst>
        </pc:inkChg>
        <pc:inkChg chg="add">
          <ac:chgData name="Md. Nahid Hasan" userId="S::nahid@vu.edu.bd::85ea5f9e-65d6-4031-b810-9415101f2e21" providerId="AD" clId="Web-{E4F47990-9B63-4593-AFC8-2C6B664E5688}" dt="2020-12-17T08:35:21.845" v="437"/>
          <ac:inkMkLst>
            <pc:docMk/>
            <pc:sldMk cId="0" sldId="455"/>
            <ac:inkMk id="17" creationId="{2233E2C9-D24D-4D33-9F5C-A942C9C318A7}"/>
          </ac:inkMkLst>
        </pc:inkChg>
        <pc:inkChg chg="add">
          <ac:chgData name="Md. Nahid Hasan" userId="S::nahid@vu.edu.bd::85ea5f9e-65d6-4031-b810-9415101f2e21" providerId="AD" clId="Web-{E4F47990-9B63-4593-AFC8-2C6B664E5688}" dt="2020-12-17T08:35:23.392" v="438"/>
          <ac:inkMkLst>
            <pc:docMk/>
            <pc:sldMk cId="0" sldId="455"/>
            <ac:inkMk id="18" creationId="{061C2F0A-9B93-4353-9BE5-ACEC7DE80220}"/>
          </ac:inkMkLst>
        </pc:inkChg>
        <pc:inkChg chg="add">
          <ac:chgData name="Md. Nahid Hasan" userId="S::nahid@vu.edu.bd::85ea5f9e-65d6-4031-b810-9415101f2e21" providerId="AD" clId="Web-{E4F47990-9B63-4593-AFC8-2C6B664E5688}" dt="2020-12-17T08:35:25.048" v="439"/>
          <ac:inkMkLst>
            <pc:docMk/>
            <pc:sldMk cId="0" sldId="455"/>
            <ac:inkMk id="19" creationId="{F32FB226-FD3B-48E1-835E-F6BE6AF07F38}"/>
          </ac:inkMkLst>
        </pc:inkChg>
        <pc:inkChg chg="add">
          <ac:chgData name="Md. Nahid Hasan" userId="S::nahid@vu.edu.bd::85ea5f9e-65d6-4031-b810-9415101f2e21" providerId="AD" clId="Web-{E4F47990-9B63-4593-AFC8-2C6B664E5688}" dt="2020-12-17T08:35:28.002" v="440"/>
          <ac:inkMkLst>
            <pc:docMk/>
            <pc:sldMk cId="0" sldId="455"/>
            <ac:inkMk id="20" creationId="{EDF6793F-B07B-44E1-B4EF-1E3F05BB899F}"/>
          </ac:inkMkLst>
        </pc:inkChg>
        <pc:inkChg chg="add">
          <ac:chgData name="Md. Nahid Hasan" userId="S::nahid@vu.edu.bd::85ea5f9e-65d6-4031-b810-9415101f2e21" providerId="AD" clId="Web-{E4F47990-9B63-4593-AFC8-2C6B664E5688}" dt="2020-12-17T08:35:30.189" v="441"/>
          <ac:inkMkLst>
            <pc:docMk/>
            <pc:sldMk cId="0" sldId="455"/>
            <ac:inkMk id="21" creationId="{5D7C67E2-C1DA-4A76-A8B2-54C9F8550669}"/>
          </ac:inkMkLst>
        </pc:inkChg>
        <pc:inkChg chg="add">
          <ac:chgData name="Md. Nahid Hasan" userId="S::nahid@vu.edu.bd::85ea5f9e-65d6-4031-b810-9415101f2e21" providerId="AD" clId="Web-{E4F47990-9B63-4593-AFC8-2C6B664E5688}" dt="2020-12-17T08:35:31.642" v="442"/>
          <ac:inkMkLst>
            <pc:docMk/>
            <pc:sldMk cId="0" sldId="455"/>
            <ac:inkMk id="22" creationId="{BF3EE5A5-800D-49FF-BD09-AF1434F871C2}"/>
          </ac:inkMkLst>
        </pc:inkChg>
        <pc:inkChg chg="add">
          <ac:chgData name="Md. Nahid Hasan" userId="S::nahid@vu.edu.bd::85ea5f9e-65d6-4031-b810-9415101f2e21" providerId="AD" clId="Web-{E4F47990-9B63-4593-AFC8-2C6B664E5688}" dt="2020-12-17T08:37:01.815" v="443"/>
          <ac:inkMkLst>
            <pc:docMk/>
            <pc:sldMk cId="0" sldId="455"/>
            <ac:inkMk id="23" creationId="{F6EACF0E-3D1B-4803-8F58-3526DE1FA5A1}"/>
          </ac:inkMkLst>
        </pc:inkChg>
        <pc:inkChg chg="add">
          <ac:chgData name="Md. Nahid Hasan" userId="S::nahid@vu.edu.bd::85ea5f9e-65d6-4031-b810-9415101f2e21" providerId="AD" clId="Web-{E4F47990-9B63-4593-AFC8-2C6B664E5688}" dt="2020-12-17T08:37:10.268" v="444"/>
          <ac:inkMkLst>
            <pc:docMk/>
            <pc:sldMk cId="0" sldId="455"/>
            <ac:inkMk id="24" creationId="{4446133C-8EFB-4BF9-944E-DA347E6FA038}"/>
          </ac:inkMkLst>
        </pc:inkChg>
        <pc:inkChg chg="add">
          <ac:chgData name="Md. Nahid Hasan" userId="S::nahid@vu.edu.bd::85ea5f9e-65d6-4031-b810-9415101f2e21" providerId="AD" clId="Web-{E4F47990-9B63-4593-AFC8-2C6B664E5688}" dt="2020-12-17T08:37:10.831" v="445"/>
          <ac:inkMkLst>
            <pc:docMk/>
            <pc:sldMk cId="0" sldId="455"/>
            <ac:inkMk id="25" creationId="{7FA9100E-208F-45F5-9B17-CF9EB2711D1F}"/>
          </ac:inkMkLst>
        </pc:inkChg>
        <pc:inkChg chg="add">
          <ac:chgData name="Md. Nahid Hasan" userId="S::nahid@vu.edu.bd::85ea5f9e-65d6-4031-b810-9415101f2e21" providerId="AD" clId="Web-{E4F47990-9B63-4593-AFC8-2C6B664E5688}" dt="2020-12-17T08:37:11.565" v="446"/>
          <ac:inkMkLst>
            <pc:docMk/>
            <pc:sldMk cId="0" sldId="455"/>
            <ac:inkMk id="26" creationId="{DC39FCFE-F811-499A-B52F-D1748B2C2766}"/>
          </ac:inkMkLst>
        </pc:inkChg>
        <pc:inkChg chg="add">
          <ac:chgData name="Md. Nahid Hasan" userId="S::nahid@vu.edu.bd::85ea5f9e-65d6-4031-b810-9415101f2e21" providerId="AD" clId="Web-{E4F47990-9B63-4593-AFC8-2C6B664E5688}" dt="2020-12-17T08:37:14.378" v="447"/>
          <ac:inkMkLst>
            <pc:docMk/>
            <pc:sldMk cId="0" sldId="455"/>
            <ac:inkMk id="27" creationId="{6FD7E69F-4DF5-4B54-86C6-63AB94F11BB2}"/>
          </ac:inkMkLst>
        </pc:inkChg>
        <pc:inkChg chg="add">
          <ac:chgData name="Md. Nahid Hasan" userId="S::nahid@vu.edu.bd::85ea5f9e-65d6-4031-b810-9415101f2e21" providerId="AD" clId="Web-{E4F47990-9B63-4593-AFC8-2C6B664E5688}" dt="2020-12-17T08:37:14.393" v="448"/>
          <ac:inkMkLst>
            <pc:docMk/>
            <pc:sldMk cId="0" sldId="455"/>
            <ac:inkMk id="28" creationId="{327D4EB2-7B12-4299-93BB-247F84FEEB70}"/>
          </ac:inkMkLst>
        </pc:inkChg>
        <pc:inkChg chg="add">
          <ac:chgData name="Md. Nahid Hasan" userId="S::nahid@vu.edu.bd::85ea5f9e-65d6-4031-b810-9415101f2e21" providerId="AD" clId="Web-{E4F47990-9B63-4593-AFC8-2C6B664E5688}" dt="2020-12-17T08:37:14.409" v="449"/>
          <ac:inkMkLst>
            <pc:docMk/>
            <pc:sldMk cId="0" sldId="455"/>
            <ac:inkMk id="29" creationId="{9B51B1F0-5D65-4CD6-901F-64AA80229929}"/>
          </ac:inkMkLst>
        </pc:inkChg>
        <pc:inkChg chg="add">
          <ac:chgData name="Md. Nahid Hasan" userId="S::nahid@vu.edu.bd::85ea5f9e-65d6-4031-b810-9415101f2e21" providerId="AD" clId="Web-{E4F47990-9B63-4593-AFC8-2C6B664E5688}" dt="2020-12-17T08:37:14.424" v="450"/>
          <ac:inkMkLst>
            <pc:docMk/>
            <pc:sldMk cId="0" sldId="455"/>
            <ac:inkMk id="30" creationId="{9AA68627-46DE-4B96-B1EC-EE5F46F89515}"/>
          </ac:inkMkLst>
        </pc:inkChg>
        <pc:inkChg chg="add">
          <ac:chgData name="Md. Nahid Hasan" userId="S::nahid@vu.edu.bd::85ea5f9e-65d6-4031-b810-9415101f2e21" providerId="AD" clId="Web-{E4F47990-9B63-4593-AFC8-2C6B664E5688}" dt="2020-12-17T08:37:15.846" v="451"/>
          <ac:inkMkLst>
            <pc:docMk/>
            <pc:sldMk cId="0" sldId="455"/>
            <ac:inkMk id="31" creationId="{3E3DED7E-0EB7-4974-8DC8-280E92C2B345}"/>
          </ac:inkMkLst>
        </pc:inkChg>
        <pc:inkChg chg="add">
          <ac:chgData name="Md. Nahid Hasan" userId="S::nahid@vu.edu.bd::85ea5f9e-65d6-4031-b810-9415101f2e21" providerId="AD" clId="Web-{E4F47990-9B63-4593-AFC8-2C6B664E5688}" dt="2020-12-17T08:37:18.253" v="452"/>
          <ac:inkMkLst>
            <pc:docMk/>
            <pc:sldMk cId="0" sldId="455"/>
            <ac:inkMk id="32" creationId="{9D910566-7433-449E-A937-3BE7B4F08EAB}"/>
          </ac:inkMkLst>
        </pc:inkChg>
        <pc:inkChg chg="add">
          <ac:chgData name="Md. Nahid Hasan" userId="S::nahid@vu.edu.bd::85ea5f9e-65d6-4031-b810-9415101f2e21" providerId="AD" clId="Web-{E4F47990-9B63-4593-AFC8-2C6B664E5688}" dt="2020-12-17T08:37:18.268" v="453"/>
          <ac:inkMkLst>
            <pc:docMk/>
            <pc:sldMk cId="0" sldId="455"/>
            <ac:inkMk id="33" creationId="{3B941B4A-CE4D-476D-9529-B09EB1BDEBCF}"/>
          </ac:inkMkLst>
        </pc:inkChg>
        <pc:inkChg chg="add">
          <ac:chgData name="Md. Nahid Hasan" userId="S::nahid@vu.edu.bd::85ea5f9e-65d6-4031-b810-9415101f2e21" providerId="AD" clId="Web-{E4F47990-9B63-4593-AFC8-2C6B664E5688}" dt="2020-12-17T08:37:19.393" v="454"/>
          <ac:inkMkLst>
            <pc:docMk/>
            <pc:sldMk cId="0" sldId="455"/>
            <ac:inkMk id="34" creationId="{F3DBF7E8-6DDF-4A42-8549-F7696F9D05CD}"/>
          </ac:inkMkLst>
        </pc:inkChg>
        <pc:inkChg chg="add">
          <ac:chgData name="Md. Nahid Hasan" userId="S::nahid@vu.edu.bd::85ea5f9e-65d6-4031-b810-9415101f2e21" providerId="AD" clId="Web-{E4F47990-9B63-4593-AFC8-2C6B664E5688}" dt="2020-12-17T08:37:20.300" v="455"/>
          <ac:inkMkLst>
            <pc:docMk/>
            <pc:sldMk cId="0" sldId="455"/>
            <ac:inkMk id="35" creationId="{7D226D43-B188-441F-A91E-159EC11A272C}"/>
          </ac:inkMkLst>
        </pc:inkChg>
        <pc:inkChg chg="add">
          <ac:chgData name="Md. Nahid Hasan" userId="S::nahid@vu.edu.bd::85ea5f9e-65d6-4031-b810-9415101f2e21" providerId="AD" clId="Web-{E4F47990-9B63-4593-AFC8-2C6B664E5688}" dt="2020-12-17T08:37:20.315" v="456"/>
          <ac:inkMkLst>
            <pc:docMk/>
            <pc:sldMk cId="0" sldId="455"/>
            <ac:inkMk id="36" creationId="{5DF6C094-9959-4885-AA5D-7AD16A970276}"/>
          </ac:inkMkLst>
        </pc:inkChg>
        <pc:inkChg chg="add">
          <ac:chgData name="Md. Nahid Hasan" userId="S::nahid@vu.edu.bd::85ea5f9e-65d6-4031-b810-9415101f2e21" providerId="AD" clId="Web-{E4F47990-9B63-4593-AFC8-2C6B664E5688}" dt="2020-12-17T08:37:21.706" v="457"/>
          <ac:inkMkLst>
            <pc:docMk/>
            <pc:sldMk cId="0" sldId="455"/>
            <ac:inkMk id="37" creationId="{BE1D86DF-41C7-4EC7-9EA3-D030B0CB1940}"/>
          </ac:inkMkLst>
        </pc:inkChg>
        <pc:inkChg chg="add">
          <ac:chgData name="Md. Nahid Hasan" userId="S::nahid@vu.edu.bd::85ea5f9e-65d6-4031-b810-9415101f2e21" providerId="AD" clId="Web-{E4F47990-9B63-4593-AFC8-2C6B664E5688}" dt="2020-12-17T08:37:21.721" v="458"/>
          <ac:inkMkLst>
            <pc:docMk/>
            <pc:sldMk cId="0" sldId="455"/>
            <ac:inkMk id="38" creationId="{7485DE1F-BC81-488E-A982-4F55C208581E}"/>
          </ac:inkMkLst>
        </pc:inkChg>
        <pc:inkChg chg="add">
          <ac:chgData name="Md. Nahid Hasan" userId="S::nahid@vu.edu.bd::85ea5f9e-65d6-4031-b810-9415101f2e21" providerId="AD" clId="Web-{E4F47990-9B63-4593-AFC8-2C6B664E5688}" dt="2020-12-17T08:37:23.378" v="459"/>
          <ac:inkMkLst>
            <pc:docMk/>
            <pc:sldMk cId="0" sldId="455"/>
            <ac:inkMk id="39" creationId="{5229D861-6F4C-4BED-933B-00ED49752655}"/>
          </ac:inkMkLst>
        </pc:inkChg>
        <pc:inkChg chg="add">
          <ac:chgData name="Md. Nahid Hasan" userId="S::nahid@vu.edu.bd::85ea5f9e-65d6-4031-b810-9415101f2e21" providerId="AD" clId="Web-{E4F47990-9B63-4593-AFC8-2C6B664E5688}" dt="2020-12-17T08:37:23.393" v="460"/>
          <ac:inkMkLst>
            <pc:docMk/>
            <pc:sldMk cId="0" sldId="455"/>
            <ac:inkMk id="40" creationId="{D988D654-F37A-44DA-A78E-5ABBBAC22881}"/>
          </ac:inkMkLst>
        </pc:inkChg>
        <pc:inkChg chg="add">
          <ac:chgData name="Md. Nahid Hasan" userId="S::nahid@vu.edu.bd::85ea5f9e-65d6-4031-b810-9415101f2e21" providerId="AD" clId="Web-{E4F47990-9B63-4593-AFC8-2C6B664E5688}" dt="2020-12-17T08:37:23.940" v="461"/>
          <ac:inkMkLst>
            <pc:docMk/>
            <pc:sldMk cId="0" sldId="455"/>
            <ac:inkMk id="41" creationId="{681A7B25-F7EB-47D8-AC5A-CF2DB57CCC51}"/>
          </ac:inkMkLst>
        </pc:inkChg>
        <pc:inkChg chg="add">
          <ac:chgData name="Md. Nahid Hasan" userId="S::nahid@vu.edu.bd::85ea5f9e-65d6-4031-b810-9415101f2e21" providerId="AD" clId="Web-{E4F47990-9B63-4593-AFC8-2C6B664E5688}" dt="2020-12-17T08:37:25.237" v="462"/>
          <ac:inkMkLst>
            <pc:docMk/>
            <pc:sldMk cId="0" sldId="455"/>
            <ac:inkMk id="42" creationId="{C62BC9B2-EC9D-421E-B0E4-7E26E112905A}"/>
          </ac:inkMkLst>
        </pc:inkChg>
        <pc:inkChg chg="add">
          <ac:chgData name="Md. Nahid Hasan" userId="S::nahid@vu.edu.bd::85ea5f9e-65d6-4031-b810-9415101f2e21" providerId="AD" clId="Web-{E4F47990-9B63-4593-AFC8-2C6B664E5688}" dt="2020-12-17T08:37:25.253" v="463"/>
          <ac:inkMkLst>
            <pc:docMk/>
            <pc:sldMk cId="0" sldId="455"/>
            <ac:inkMk id="43" creationId="{4A846F7A-0477-48E9-9ECE-0E5B8C642984}"/>
          </ac:inkMkLst>
        </pc:inkChg>
        <pc:inkChg chg="add">
          <ac:chgData name="Md. Nahid Hasan" userId="S::nahid@vu.edu.bd::85ea5f9e-65d6-4031-b810-9415101f2e21" providerId="AD" clId="Web-{E4F47990-9B63-4593-AFC8-2C6B664E5688}" dt="2020-12-17T08:37:27.815" v="464"/>
          <ac:inkMkLst>
            <pc:docMk/>
            <pc:sldMk cId="0" sldId="455"/>
            <ac:inkMk id="44" creationId="{D90F9899-08C0-4652-97F6-6FB27798504B}"/>
          </ac:inkMkLst>
        </pc:inkChg>
        <pc:inkChg chg="add">
          <ac:chgData name="Md. Nahid Hasan" userId="S::nahid@vu.edu.bd::85ea5f9e-65d6-4031-b810-9415101f2e21" providerId="AD" clId="Web-{E4F47990-9B63-4593-AFC8-2C6B664E5688}" dt="2020-12-17T08:37:27.831" v="465"/>
          <ac:inkMkLst>
            <pc:docMk/>
            <pc:sldMk cId="0" sldId="455"/>
            <ac:inkMk id="45" creationId="{515A5729-75A7-48BC-BB96-55E7BDEF0FC0}"/>
          </ac:inkMkLst>
        </pc:inkChg>
        <pc:inkChg chg="add">
          <ac:chgData name="Md. Nahid Hasan" userId="S::nahid@vu.edu.bd::85ea5f9e-65d6-4031-b810-9415101f2e21" providerId="AD" clId="Web-{E4F47990-9B63-4593-AFC8-2C6B664E5688}" dt="2020-12-17T08:37:27.846" v="466"/>
          <ac:inkMkLst>
            <pc:docMk/>
            <pc:sldMk cId="0" sldId="455"/>
            <ac:inkMk id="46" creationId="{4992DA3B-F4E3-4FD0-87B8-EF0A89B19906}"/>
          </ac:inkMkLst>
        </pc:inkChg>
        <pc:inkChg chg="add">
          <ac:chgData name="Md. Nahid Hasan" userId="S::nahid@vu.edu.bd::85ea5f9e-65d6-4031-b810-9415101f2e21" providerId="AD" clId="Web-{E4F47990-9B63-4593-AFC8-2C6B664E5688}" dt="2020-12-17T08:37:27.846" v="467"/>
          <ac:inkMkLst>
            <pc:docMk/>
            <pc:sldMk cId="0" sldId="455"/>
            <ac:inkMk id="47" creationId="{371379B4-7C8A-4C7C-8955-99A282DD82BD}"/>
          </ac:inkMkLst>
        </pc:inkChg>
        <pc:inkChg chg="add">
          <ac:chgData name="Md. Nahid Hasan" userId="S::nahid@vu.edu.bd::85ea5f9e-65d6-4031-b810-9415101f2e21" providerId="AD" clId="Web-{E4F47990-9B63-4593-AFC8-2C6B664E5688}" dt="2020-12-17T08:37:28.659" v="468"/>
          <ac:inkMkLst>
            <pc:docMk/>
            <pc:sldMk cId="0" sldId="455"/>
            <ac:inkMk id="48" creationId="{454125A0-F570-4B37-9404-0221E346F766}"/>
          </ac:inkMkLst>
        </pc:inkChg>
        <pc:inkChg chg="add">
          <ac:chgData name="Md. Nahid Hasan" userId="S::nahid@vu.edu.bd::85ea5f9e-65d6-4031-b810-9415101f2e21" providerId="AD" clId="Web-{E4F47990-9B63-4593-AFC8-2C6B664E5688}" dt="2020-12-17T08:37:29.940" v="469"/>
          <ac:inkMkLst>
            <pc:docMk/>
            <pc:sldMk cId="0" sldId="455"/>
            <ac:inkMk id="49" creationId="{195B6FBD-0C4E-4DE8-BB42-5BDC41199DA4}"/>
          </ac:inkMkLst>
        </pc:inkChg>
        <pc:inkChg chg="add">
          <ac:chgData name="Md. Nahid Hasan" userId="S::nahid@vu.edu.bd::85ea5f9e-65d6-4031-b810-9415101f2e21" providerId="AD" clId="Web-{E4F47990-9B63-4593-AFC8-2C6B664E5688}" dt="2020-12-17T08:37:29.956" v="470"/>
          <ac:inkMkLst>
            <pc:docMk/>
            <pc:sldMk cId="0" sldId="455"/>
            <ac:inkMk id="50" creationId="{0F8200D1-D626-4E12-A7A2-6566E59D28CD}"/>
          </ac:inkMkLst>
        </pc:inkChg>
        <pc:inkChg chg="add">
          <ac:chgData name="Md. Nahid Hasan" userId="S::nahid@vu.edu.bd::85ea5f9e-65d6-4031-b810-9415101f2e21" providerId="AD" clId="Web-{E4F47990-9B63-4593-AFC8-2C6B664E5688}" dt="2020-12-17T08:37:29.971" v="471"/>
          <ac:inkMkLst>
            <pc:docMk/>
            <pc:sldMk cId="0" sldId="455"/>
            <ac:inkMk id="51" creationId="{62B78A49-636E-4C88-AFD9-90E414065A8A}"/>
          </ac:inkMkLst>
        </pc:inkChg>
        <pc:inkChg chg="add">
          <ac:chgData name="Md. Nahid Hasan" userId="S::nahid@vu.edu.bd::85ea5f9e-65d6-4031-b810-9415101f2e21" providerId="AD" clId="Web-{E4F47990-9B63-4593-AFC8-2C6B664E5688}" dt="2020-12-17T08:37:31.221" v="472"/>
          <ac:inkMkLst>
            <pc:docMk/>
            <pc:sldMk cId="0" sldId="455"/>
            <ac:inkMk id="52" creationId="{1C5F1A1E-4CDA-4A3C-AD1C-4504CF58C835}"/>
          </ac:inkMkLst>
        </pc:inkChg>
        <pc:inkChg chg="add">
          <ac:chgData name="Md. Nahid Hasan" userId="S::nahid@vu.edu.bd::85ea5f9e-65d6-4031-b810-9415101f2e21" providerId="AD" clId="Web-{E4F47990-9B63-4593-AFC8-2C6B664E5688}" dt="2020-12-17T08:37:31.237" v="473"/>
          <ac:inkMkLst>
            <pc:docMk/>
            <pc:sldMk cId="0" sldId="455"/>
            <ac:inkMk id="53" creationId="{1BBDA1CC-0B94-40D9-BD2D-E2D3C7826EFB}"/>
          </ac:inkMkLst>
        </pc:inkChg>
        <pc:inkChg chg="add">
          <ac:chgData name="Md. Nahid Hasan" userId="S::nahid@vu.edu.bd::85ea5f9e-65d6-4031-b810-9415101f2e21" providerId="AD" clId="Web-{E4F47990-9B63-4593-AFC8-2C6B664E5688}" dt="2020-12-17T08:37:32.300" v="474"/>
          <ac:inkMkLst>
            <pc:docMk/>
            <pc:sldMk cId="0" sldId="455"/>
            <ac:inkMk id="54" creationId="{94B79EF5-4918-46EA-81CF-37049E036AA2}"/>
          </ac:inkMkLst>
        </pc:inkChg>
        <pc:inkChg chg="add">
          <ac:chgData name="Md. Nahid Hasan" userId="S::nahid@vu.edu.bd::85ea5f9e-65d6-4031-b810-9415101f2e21" providerId="AD" clId="Web-{E4F47990-9B63-4593-AFC8-2C6B664E5688}" dt="2020-12-17T08:37:32.315" v="475"/>
          <ac:inkMkLst>
            <pc:docMk/>
            <pc:sldMk cId="0" sldId="455"/>
            <ac:inkMk id="55" creationId="{F9C337EE-8D0E-4016-A465-583CC05EE9C5}"/>
          </ac:inkMkLst>
        </pc:inkChg>
        <pc:inkChg chg="add">
          <ac:chgData name="Md. Nahid Hasan" userId="S::nahid@vu.edu.bd::85ea5f9e-65d6-4031-b810-9415101f2e21" providerId="AD" clId="Web-{E4F47990-9B63-4593-AFC8-2C6B664E5688}" dt="2020-12-17T08:37:35.237" v="476"/>
          <ac:inkMkLst>
            <pc:docMk/>
            <pc:sldMk cId="0" sldId="455"/>
            <ac:inkMk id="56" creationId="{F9A73E45-23A3-4613-BD76-33ECC68DA751}"/>
          </ac:inkMkLst>
        </pc:inkChg>
        <pc:inkChg chg="add">
          <ac:chgData name="Md. Nahid Hasan" userId="S::nahid@vu.edu.bd::85ea5f9e-65d6-4031-b810-9415101f2e21" providerId="AD" clId="Web-{E4F47990-9B63-4593-AFC8-2C6B664E5688}" dt="2020-12-17T08:37:35.253" v="477"/>
          <ac:inkMkLst>
            <pc:docMk/>
            <pc:sldMk cId="0" sldId="455"/>
            <ac:inkMk id="57" creationId="{55E8EB60-401E-4893-9464-26310F5D4608}"/>
          </ac:inkMkLst>
        </pc:inkChg>
        <pc:inkChg chg="add">
          <ac:chgData name="Md. Nahid Hasan" userId="S::nahid@vu.edu.bd::85ea5f9e-65d6-4031-b810-9415101f2e21" providerId="AD" clId="Web-{E4F47990-9B63-4593-AFC8-2C6B664E5688}" dt="2020-12-17T08:37:35.268" v="478"/>
          <ac:inkMkLst>
            <pc:docMk/>
            <pc:sldMk cId="0" sldId="455"/>
            <ac:inkMk id="58" creationId="{0030B36B-9FBC-4C05-95AF-05CF2B09EDC6}"/>
          </ac:inkMkLst>
        </pc:inkChg>
        <pc:inkChg chg="add">
          <ac:chgData name="Md. Nahid Hasan" userId="S::nahid@vu.edu.bd::85ea5f9e-65d6-4031-b810-9415101f2e21" providerId="AD" clId="Web-{E4F47990-9B63-4593-AFC8-2C6B664E5688}" dt="2020-12-17T08:37:35.284" v="479"/>
          <ac:inkMkLst>
            <pc:docMk/>
            <pc:sldMk cId="0" sldId="455"/>
            <ac:inkMk id="59" creationId="{1DDD06E3-FDE5-45B1-A749-E664DAE954EE}"/>
          </ac:inkMkLst>
        </pc:inkChg>
        <pc:inkChg chg="add">
          <ac:chgData name="Md. Nahid Hasan" userId="S::nahid@vu.edu.bd::85ea5f9e-65d6-4031-b810-9415101f2e21" providerId="AD" clId="Web-{E4F47990-9B63-4593-AFC8-2C6B664E5688}" dt="2020-12-17T08:37:40.643" v="480"/>
          <ac:inkMkLst>
            <pc:docMk/>
            <pc:sldMk cId="0" sldId="455"/>
            <ac:inkMk id="60" creationId="{501AAC4A-4A94-4F50-99B2-FDA8CC0BE998}"/>
          </ac:inkMkLst>
        </pc:inkChg>
        <pc:inkChg chg="add">
          <ac:chgData name="Md. Nahid Hasan" userId="S::nahid@vu.edu.bd::85ea5f9e-65d6-4031-b810-9415101f2e21" providerId="AD" clId="Web-{E4F47990-9B63-4593-AFC8-2C6B664E5688}" dt="2020-12-17T08:37:44.675" v="481"/>
          <ac:inkMkLst>
            <pc:docMk/>
            <pc:sldMk cId="0" sldId="455"/>
            <ac:inkMk id="61" creationId="{C338EA3A-7C68-47FB-B44F-D69BE0B9388C}"/>
          </ac:inkMkLst>
        </pc:inkChg>
        <pc:inkChg chg="add">
          <ac:chgData name="Md. Nahid Hasan" userId="S::nahid@vu.edu.bd::85ea5f9e-65d6-4031-b810-9415101f2e21" providerId="AD" clId="Web-{E4F47990-9B63-4593-AFC8-2C6B664E5688}" dt="2020-12-17T08:37:45.300" v="482"/>
          <ac:inkMkLst>
            <pc:docMk/>
            <pc:sldMk cId="0" sldId="455"/>
            <ac:inkMk id="62" creationId="{5905F054-800D-43FC-9D6D-39E2902369F7}"/>
          </ac:inkMkLst>
        </pc:inkChg>
        <pc:inkChg chg="add">
          <ac:chgData name="Md. Nahid Hasan" userId="S::nahid@vu.edu.bd::85ea5f9e-65d6-4031-b810-9415101f2e21" providerId="AD" clId="Web-{E4F47990-9B63-4593-AFC8-2C6B664E5688}" dt="2020-12-17T08:37:50.378" v="483"/>
          <ac:inkMkLst>
            <pc:docMk/>
            <pc:sldMk cId="0" sldId="455"/>
            <ac:inkMk id="63" creationId="{3125C369-B7F2-4B80-A435-1F0F832E4987}"/>
          </ac:inkMkLst>
        </pc:inkChg>
        <pc:inkChg chg="add">
          <ac:chgData name="Md. Nahid Hasan" userId="S::nahid@vu.edu.bd::85ea5f9e-65d6-4031-b810-9415101f2e21" providerId="AD" clId="Web-{E4F47990-9B63-4593-AFC8-2C6B664E5688}" dt="2020-12-17T08:37:50.878" v="484"/>
          <ac:inkMkLst>
            <pc:docMk/>
            <pc:sldMk cId="0" sldId="455"/>
            <ac:inkMk id="70656" creationId="{72687839-552C-4315-80B7-48E560A5B4A5}"/>
          </ac:inkMkLst>
        </pc:inkChg>
        <pc:inkChg chg="add">
          <ac:chgData name="Md. Nahid Hasan" userId="S::nahid@vu.edu.bd::85ea5f9e-65d6-4031-b810-9415101f2e21" providerId="AD" clId="Web-{E4F47990-9B63-4593-AFC8-2C6B664E5688}" dt="2020-12-17T08:37:52.144" v="485"/>
          <ac:inkMkLst>
            <pc:docMk/>
            <pc:sldMk cId="0" sldId="455"/>
            <ac:inkMk id="70657" creationId="{E04EA2FC-BF5E-47D5-9AA9-526072A5A4C3}"/>
          </ac:inkMkLst>
        </pc:inkChg>
        <pc:inkChg chg="add">
          <ac:chgData name="Md. Nahid Hasan" userId="S::nahid@vu.edu.bd::85ea5f9e-65d6-4031-b810-9415101f2e21" providerId="AD" clId="Web-{E4F47990-9B63-4593-AFC8-2C6B664E5688}" dt="2020-12-17T08:37:52.925" v="486"/>
          <ac:inkMkLst>
            <pc:docMk/>
            <pc:sldMk cId="0" sldId="455"/>
            <ac:inkMk id="70660" creationId="{FBDCBFF4-46FC-48C5-8421-239440922357}"/>
          </ac:inkMkLst>
        </pc:inkChg>
        <pc:inkChg chg="add">
          <ac:chgData name="Md. Nahid Hasan" userId="S::nahid@vu.edu.bd::85ea5f9e-65d6-4031-b810-9415101f2e21" providerId="AD" clId="Web-{E4F47990-9B63-4593-AFC8-2C6B664E5688}" dt="2020-12-17T08:37:55.690" v="487"/>
          <ac:inkMkLst>
            <pc:docMk/>
            <pc:sldMk cId="0" sldId="455"/>
            <ac:inkMk id="70661" creationId="{52FD893C-C8E3-4E58-8BE0-C61906A148D5}"/>
          </ac:inkMkLst>
        </pc:inkChg>
        <pc:inkChg chg="add">
          <ac:chgData name="Md. Nahid Hasan" userId="S::nahid@vu.edu.bd::85ea5f9e-65d6-4031-b810-9415101f2e21" providerId="AD" clId="Web-{E4F47990-9B63-4593-AFC8-2C6B664E5688}" dt="2020-12-17T08:37:55.706" v="488"/>
          <ac:inkMkLst>
            <pc:docMk/>
            <pc:sldMk cId="0" sldId="455"/>
            <ac:inkMk id="70662" creationId="{22D96993-AD24-448C-984E-8F4F7D42E282}"/>
          </ac:inkMkLst>
        </pc:inkChg>
        <pc:inkChg chg="add">
          <ac:chgData name="Md. Nahid Hasan" userId="S::nahid@vu.edu.bd::85ea5f9e-65d6-4031-b810-9415101f2e21" providerId="AD" clId="Web-{E4F47990-9B63-4593-AFC8-2C6B664E5688}" dt="2020-12-17T08:37:56.987" v="489"/>
          <ac:inkMkLst>
            <pc:docMk/>
            <pc:sldMk cId="0" sldId="455"/>
            <ac:inkMk id="70663" creationId="{F8C7D7D9-F36B-479E-998C-5B94AEB7D564}"/>
          </ac:inkMkLst>
        </pc:inkChg>
        <pc:inkChg chg="add">
          <ac:chgData name="Md. Nahid Hasan" userId="S::nahid@vu.edu.bd::85ea5f9e-65d6-4031-b810-9415101f2e21" providerId="AD" clId="Web-{E4F47990-9B63-4593-AFC8-2C6B664E5688}" dt="2020-12-17T08:37:58.487" v="490"/>
          <ac:inkMkLst>
            <pc:docMk/>
            <pc:sldMk cId="0" sldId="455"/>
            <ac:inkMk id="70664" creationId="{9C804158-326F-48E6-B3B5-2B24175B659D}"/>
          </ac:inkMkLst>
        </pc:inkChg>
        <pc:inkChg chg="add">
          <ac:chgData name="Md. Nahid Hasan" userId="S::nahid@vu.edu.bd::85ea5f9e-65d6-4031-b810-9415101f2e21" providerId="AD" clId="Web-{E4F47990-9B63-4593-AFC8-2C6B664E5688}" dt="2020-12-17T08:37:59.550" v="491"/>
          <ac:inkMkLst>
            <pc:docMk/>
            <pc:sldMk cId="0" sldId="455"/>
            <ac:inkMk id="70665" creationId="{13980112-ED62-42A8-97B7-A0371850C27D}"/>
          </ac:inkMkLst>
        </pc:inkChg>
        <pc:inkChg chg="add">
          <ac:chgData name="Md. Nahid Hasan" userId="S::nahid@vu.edu.bd::85ea5f9e-65d6-4031-b810-9415101f2e21" providerId="AD" clId="Web-{E4F47990-9B63-4593-AFC8-2C6B664E5688}" dt="2020-12-17T08:38:00.565" v="492"/>
          <ac:inkMkLst>
            <pc:docMk/>
            <pc:sldMk cId="0" sldId="455"/>
            <ac:inkMk id="70666" creationId="{C9BF92B0-EB94-420A-AFD8-1A953DC14BC3}"/>
          </ac:inkMkLst>
        </pc:inkChg>
        <pc:inkChg chg="add">
          <ac:chgData name="Md. Nahid Hasan" userId="S::nahid@vu.edu.bd::85ea5f9e-65d6-4031-b810-9415101f2e21" providerId="AD" clId="Web-{E4F47990-9B63-4593-AFC8-2C6B664E5688}" dt="2020-12-17T08:38:00.581" v="493"/>
          <ac:inkMkLst>
            <pc:docMk/>
            <pc:sldMk cId="0" sldId="455"/>
            <ac:inkMk id="70667" creationId="{0A08268D-6B5F-4DB5-9B4B-A90CAAE1F888}"/>
          </ac:inkMkLst>
        </pc:inkChg>
        <pc:inkChg chg="add">
          <ac:chgData name="Md. Nahid Hasan" userId="S::nahid@vu.edu.bd::85ea5f9e-65d6-4031-b810-9415101f2e21" providerId="AD" clId="Web-{E4F47990-9B63-4593-AFC8-2C6B664E5688}" dt="2020-12-17T08:38:01.269" v="494"/>
          <ac:inkMkLst>
            <pc:docMk/>
            <pc:sldMk cId="0" sldId="455"/>
            <ac:inkMk id="70668" creationId="{08F3DD7B-3B18-4313-B525-0FBF5A590325}"/>
          </ac:inkMkLst>
        </pc:inkChg>
        <pc:inkChg chg="add">
          <ac:chgData name="Md. Nahid Hasan" userId="S::nahid@vu.edu.bd::85ea5f9e-65d6-4031-b810-9415101f2e21" providerId="AD" clId="Web-{E4F47990-9B63-4593-AFC8-2C6B664E5688}" dt="2020-12-17T08:38:02.097" v="495"/>
          <ac:inkMkLst>
            <pc:docMk/>
            <pc:sldMk cId="0" sldId="455"/>
            <ac:inkMk id="70669" creationId="{CC0D64B8-4C23-4AD0-9008-AB7642E87D15}"/>
          </ac:inkMkLst>
        </pc:inkChg>
        <pc:inkChg chg="add">
          <ac:chgData name="Md. Nahid Hasan" userId="S::nahid@vu.edu.bd::85ea5f9e-65d6-4031-b810-9415101f2e21" providerId="AD" clId="Web-{E4F47990-9B63-4593-AFC8-2C6B664E5688}" dt="2020-12-17T08:38:02.894" v="496"/>
          <ac:inkMkLst>
            <pc:docMk/>
            <pc:sldMk cId="0" sldId="455"/>
            <ac:inkMk id="70670" creationId="{FEB765D5-D76B-4DD1-BAE3-601161C49430}"/>
          </ac:inkMkLst>
        </pc:inkChg>
        <pc:inkChg chg="add">
          <ac:chgData name="Md. Nahid Hasan" userId="S::nahid@vu.edu.bd::85ea5f9e-65d6-4031-b810-9415101f2e21" providerId="AD" clId="Web-{E4F47990-9B63-4593-AFC8-2C6B664E5688}" dt="2020-12-17T08:38:14.316" v="497"/>
          <ac:inkMkLst>
            <pc:docMk/>
            <pc:sldMk cId="0" sldId="455"/>
            <ac:inkMk id="70671" creationId="{FC0C76DE-ED52-440E-8733-FDF04BDCF11A}"/>
          </ac:inkMkLst>
        </pc:inkChg>
        <pc:inkChg chg="add">
          <ac:chgData name="Md. Nahid Hasan" userId="S::nahid@vu.edu.bd::85ea5f9e-65d6-4031-b810-9415101f2e21" providerId="AD" clId="Web-{E4F47990-9B63-4593-AFC8-2C6B664E5688}" dt="2020-12-17T08:38:14.331" v="498"/>
          <ac:inkMkLst>
            <pc:docMk/>
            <pc:sldMk cId="0" sldId="455"/>
            <ac:inkMk id="70672" creationId="{E75FDF49-6A9A-4506-B86E-DE6CEAD3C17D}"/>
          </ac:inkMkLst>
        </pc:inkChg>
        <pc:inkChg chg="add">
          <ac:chgData name="Md. Nahid Hasan" userId="S::nahid@vu.edu.bd::85ea5f9e-65d6-4031-b810-9415101f2e21" providerId="AD" clId="Web-{E4F47990-9B63-4593-AFC8-2C6B664E5688}" dt="2020-12-17T08:38:19.941" v="499"/>
          <ac:inkMkLst>
            <pc:docMk/>
            <pc:sldMk cId="0" sldId="455"/>
            <ac:inkMk id="70673" creationId="{2D9C3399-7701-468C-9AC9-290ACCF99044}"/>
          </ac:inkMkLst>
        </pc:inkChg>
        <pc:inkChg chg="add">
          <ac:chgData name="Md. Nahid Hasan" userId="S::nahid@vu.edu.bd::85ea5f9e-65d6-4031-b810-9415101f2e21" providerId="AD" clId="Web-{E4F47990-9B63-4593-AFC8-2C6B664E5688}" dt="2020-12-17T08:38:20.519" v="500"/>
          <ac:inkMkLst>
            <pc:docMk/>
            <pc:sldMk cId="0" sldId="455"/>
            <ac:inkMk id="70674" creationId="{0AD0836A-453F-44AB-A414-B397C5210BED}"/>
          </ac:inkMkLst>
        </pc:inkChg>
        <pc:inkChg chg="add">
          <ac:chgData name="Md. Nahid Hasan" userId="S::nahid@vu.edu.bd::85ea5f9e-65d6-4031-b810-9415101f2e21" providerId="AD" clId="Web-{E4F47990-9B63-4593-AFC8-2C6B664E5688}" dt="2020-12-17T08:38:22.534" v="501"/>
          <ac:inkMkLst>
            <pc:docMk/>
            <pc:sldMk cId="0" sldId="455"/>
            <ac:inkMk id="70675" creationId="{23787868-BFA8-4D97-9CB2-A162B7E5279B}"/>
          </ac:inkMkLst>
        </pc:inkChg>
        <pc:inkChg chg="add">
          <ac:chgData name="Md. Nahid Hasan" userId="S::nahid@vu.edu.bd::85ea5f9e-65d6-4031-b810-9415101f2e21" providerId="AD" clId="Web-{E4F47990-9B63-4593-AFC8-2C6B664E5688}" dt="2020-12-17T08:38:24.863" v="502"/>
          <ac:inkMkLst>
            <pc:docMk/>
            <pc:sldMk cId="0" sldId="455"/>
            <ac:inkMk id="70676" creationId="{71B07ECD-C584-4759-8CDE-B90A8D5EAF73}"/>
          </ac:inkMkLst>
        </pc:inkChg>
        <pc:inkChg chg="add">
          <ac:chgData name="Md. Nahid Hasan" userId="S::nahid@vu.edu.bd::85ea5f9e-65d6-4031-b810-9415101f2e21" providerId="AD" clId="Web-{E4F47990-9B63-4593-AFC8-2C6B664E5688}" dt="2020-12-17T08:38:24.878" v="503"/>
          <ac:inkMkLst>
            <pc:docMk/>
            <pc:sldMk cId="0" sldId="455"/>
            <ac:inkMk id="70677" creationId="{F09AC6C2-9CAF-432A-A912-A3F6E8E81122}"/>
          </ac:inkMkLst>
        </pc:inkChg>
        <pc:inkChg chg="add">
          <ac:chgData name="Md. Nahid Hasan" userId="S::nahid@vu.edu.bd::85ea5f9e-65d6-4031-b810-9415101f2e21" providerId="AD" clId="Web-{E4F47990-9B63-4593-AFC8-2C6B664E5688}" dt="2020-12-17T08:38:25.191" v="504"/>
          <ac:inkMkLst>
            <pc:docMk/>
            <pc:sldMk cId="0" sldId="455"/>
            <ac:inkMk id="70678" creationId="{E3C66840-2AC6-4768-944D-4957A6690A7A}"/>
          </ac:inkMkLst>
        </pc:inkChg>
        <pc:inkChg chg="add">
          <ac:chgData name="Md. Nahid Hasan" userId="S::nahid@vu.edu.bd::85ea5f9e-65d6-4031-b810-9415101f2e21" providerId="AD" clId="Web-{E4F47990-9B63-4593-AFC8-2C6B664E5688}" dt="2020-12-17T08:38:26.472" v="505"/>
          <ac:inkMkLst>
            <pc:docMk/>
            <pc:sldMk cId="0" sldId="455"/>
            <ac:inkMk id="70679" creationId="{5CB88831-249C-43B0-9A05-2D1C631A913B}"/>
          </ac:inkMkLst>
        </pc:inkChg>
        <pc:inkChg chg="add">
          <ac:chgData name="Md. Nahid Hasan" userId="S::nahid@vu.edu.bd::85ea5f9e-65d6-4031-b810-9415101f2e21" providerId="AD" clId="Web-{E4F47990-9B63-4593-AFC8-2C6B664E5688}" dt="2020-12-17T08:38:28.175" v="506"/>
          <ac:inkMkLst>
            <pc:docMk/>
            <pc:sldMk cId="0" sldId="455"/>
            <ac:inkMk id="70680" creationId="{F56FE938-5BAF-44EC-919D-9AE2B2D3E50B}"/>
          </ac:inkMkLst>
        </pc:inkChg>
        <pc:inkChg chg="add">
          <ac:chgData name="Md. Nahid Hasan" userId="S::nahid@vu.edu.bd::85ea5f9e-65d6-4031-b810-9415101f2e21" providerId="AD" clId="Web-{E4F47990-9B63-4593-AFC8-2C6B664E5688}" dt="2020-12-17T08:38:28.191" v="507"/>
          <ac:inkMkLst>
            <pc:docMk/>
            <pc:sldMk cId="0" sldId="455"/>
            <ac:inkMk id="70681" creationId="{127F74F8-1C9E-47F6-BFD8-2B85C85017A9}"/>
          </ac:inkMkLst>
        </pc:inkChg>
        <pc:inkChg chg="add">
          <ac:chgData name="Md. Nahid Hasan" userId="S::nahid@vu.edu.bd::85ea5f9e-65d6-4031-b810-9415101f2e21" providerId="AD" clId="Web-{E4F47990-9B63-4593-AFC8-2C6B664E5688}" dt="2020-12-17T08:38:39.394" v="508"/>
          <ac:inkMkLst>
            <pc:docMk/>
            <pc:sldMk cId="0" sldId="455"/>
            <ac:inkMk id="70682" creationId="{A0D8BE32-00C6-43EA-ABE6-E8356ABC5BC0}"/>
          </ac:inkMkLst>
        </pc:inkChg>
        <pc:inkChg chg="add">
          <ac:chgData name="Md. Nahid Hasan" userId="S::nahid@vu.edu.bd::85ea5f9e-65d6-4031-b810-9415101f2e21" providerId="AD" clId="Web-{E4F47990-9B63-4593-AFC8-2C6B664E5688}" dt="2020-12-17T08:38:39.410" v="509"/>
          <ac:inkMkLst>
            <pc:docMk/>
            <pc:sldMk cId="0" sldId="455"/>
            <ac:inkMk id="70683" creationId="{511E2E43-FAD0-41B6-B36D-10EA2E93BCAA}"/>
          </ac:inkMkLst>
        </pc:inkChg>
        <pc:inkChg chg="add">
          <ac:chgData name="Md. Nahid Hasan" userId="S::nahid@vu.edu.bd::85ea5f9e-65d6-4031-b810-9415101f2e21" providerId="AD" clId="Web-{E4F47990-9B63-4593-AFC8-2C6B664E5688}" dt="2020-12-17T08:38:39.425" v="510"/>
          <ac:inkMkLst>
            <pc:docMk/>
            <pc:sldMk cId="0" sldId="455"/>
            <ac:inkMk id="70684" creationId="{1EE76824-3DA5-48DC-B906-D3548B081F87}"/>
          </ac:inkMkLst>
        </pc:inkChg>
        <pc:inkChg chg="add">
          <ac:chgData name="Md. Nahid Hasan" userId="S::nahid@vu.edu.bd::85ea5f9e-65d6-4031-b810-9415101f2e21" providerId="AD" clId="Web-{E4F47990-9B63-4593-AFC8-2C6B664E5688}" dt="2020-12-17T08:38:39.925" v="511"/>
          <ac:inkMkLst>
            <pc:docMk/>
            <pc:sldMk cId="0" sldId="455"/>
            <ac:inkMk id="70685" creationId="{79370C95-BAF7-4742-BDEB-1DA67CDFA367}"/>
          </ac:inkMkLst>
        </pc:inkChg>
        <pc:inkChg chg="add">
          <ac:chgData name="Md. Nahid Hasan" userId="S::nahid@vu.edu.bd::85ea5f9e-65d6-4031-b810-9415101f2e21" providerId="AD" clId="Web-{E4F47990-9B63-4593-AFC8-2C6B664E5688}" dt="2020-12-17T08:38:52.769" v="512"/>
          <ac:inkMkLst>
            <pc:docMk/>
            <pc:sldMk cId="0" sldId="455"/>
            <ac:inkMk id="70686" creationId="{CF057277-A2F6-4EEA-95C5-1F77B1E0AD6C}"/>
          </ac:inkMkLst>
        </pc:inkChg>
        <pc:inkChg chg="add">
          <ac:chgData name="Md. Nahid Hasan" userId="S::nahid@vu.edu.bd::85ea5f9e-65d6-4031-b810-9415101f2e21" providerId="AD" clId="Web-{E4F47990-9B63-4593-AFC8-2C6B664E5688}" dt="2020-12-17T08:38:53.972" v="513"/>
          <ac:inkMkLst>
            <pc:docMk/>
            <pc:sldMk cId="0" sldId="455"/>
            <ac:inkMk id="70687" creationId="{52020D9D-707C-47F9-A6F5-EEBD7B7A91DF}"/>
          </ac:inkMkLst>
        </pc:inkChg>
        <pc:inkChg chg="add">
          <ac:chgData name="Md. Nahid Hasan" userId="S::nahid@vu.edu.bd::85ea5f9e-65d6-4031-b810-9415101f2e21" providerId="AD" clId="Web-{E4F47990-9B63-4593-AFC8-2C6B664E5688}" dt="2020-12-17T08:38:55.410" v="514"/>
          <ac:inkMkLst>
            <pc:docMk/>
            <pc:sldMk cId="0" sldId="455"/>
            <ac:inkMk id="70688" creationId="{85906632-EF96-4AF2-81FF-FA8949E00039}"/>
          </ac:inkMkLst>
        </pc:inkChg>
        <pc:inkChg chg="add">
          <ac:chgData name="Md. Nahid Hasan" userId="S::nahid@vu.edu.bd::85ea5f9e-65d6-4031-b810-9415101f2e21" providerId="AD" clId="Web-{E4F47990-9B63-4593-AFC8-2C6B664E5688}" dt="2020-12-17T08:39:01.379" v="515"/>
          <ac:inkMkLst>
            <pc:docMk/>
            <pc:sldMk cId="0" sldId="455"/>
            <ac:inkMk id="70689" creationId="{C78E979F-315F-4107-AE97-84DB8328B914}"/>
          </ac:inkMkLst>
        </pc:inkChg>
        <pc:inkChg chg="add">
          <ac:chgData name="Md. Nahid Hasan" userId="S::nahid@vu.edu.bd::85ea5f9e-65d6-4031-b810-9415101f2e21" providerId="AD" clId="Web-{E4F47990-9B63-4593-AFC8-2C6B664E5688}" dt="2020-12-17T08:39:02.238" v="516"/>
          <ac:inkMkLst>
            <pc:docMk/>
            <pc:sldMk cId="0" sldId="455"/>
            <ac:inkMk id="70690" creationId="{8355D852-5148-4EB1-9DFF-E523027475FF}"/>
          </ac:inkMkLst>
        </pc:inkChg>
        <pc:inkChg chg="add">
          <ac:chgData name="Md. Nahid Hasan" userId="S::nahid@vu.edu.bd::85ea5f9e-65d6-4031-b810-9415101f2e21" providerId="AD" clId="Web-{E4F47990-9B63-4593-AFC8-2C6B664E5688}" dt="2020-12-17T08:39:03.191" v="517"/>
          <ac:inkMkLst>
            <pc:docMk/>
            <pc:sldMk cId="0" sldId="455"/>
            <ac:inkMk id="70691" creationId="{C6F95711-1B5A-4DFF-9D4B-3413EF9AAB1A}"/>
          </ac:inkMkLst>
        </pc:inkChg>
        <pc:inkChg chg="add">
          <ac:chgData name="Md. Nahid Hasan" userId="S::nahid@vu.edu.bd::85ea5f9e-65d6-4031-b810-9415101f2e21" providerId="AD" clId="Web-{E4F47990-9B63-4593-AFC8-2C6B664E5688}" dt="2020-12-17T08:39:10.160" v="518"/>
          <ac:inkMkLst>
            <pc:docMk/>
            <pc:sldMk cId="0" sldId="455"/>
            <ac:inkMk id="70692" creationId="{56E15019-ABE7-4E5F-B4F6-D835EAB8AAE6}"/>
          </ac:inkMkLst>
        </pc:inkChg>
        <pc:inkChg chg="add">
          <ac:chgData name="Md. Nahid Hasan" userId="S::nahid@vu.edu.bd::85ea5f9e-65d6-4031-b810-9415101f2e21" providerId="AD" clId="Web-{E4F47990-9B63-4593-AFC8-2C6B664E5688}" dt="2020-12-17T08:39:27.582" v="519"/>
          <ac:inkMkLst>
            <pc:docMk/>
            <pc:sldMk cId="0" sldId="455"/>
            <ac:inkMk id="70693" creationId="{146605D9-4D1F-4848-B1D8-F27C3F432D47}"/>
          </ac:inkMkLst>
        </pc:inkChg>
        <pc:inkChg chg="add">
          <ac:chgData name="Md. Nahid Hasan" userId="S::nahid@vu.edu.bd::85ea5f9e-65d6-4031-b810-9415101f2e21" providerId="AD" clId="Web-{E4F47990-9B63-4593-AFC8-2C6B664E5688}" dt="2020-12-17T08:39:29.129" v="520"/>
          <ac:inkMkLst>
            <pc:docMk/>
            <pc:sldMk cId="0" sldId="455"/>
            <ac:inkMk id="70694" creationId="{E0DF88AB-CFDD-45A1-8F97-FC73BDA37892}"/>
          </ac:inkMkLst>
        </pc:inkChg>
        <pc:inkChg chg="add">
          <ac:chgData name="Md. Nahid Hasan" userId="S::nahid@vu.edu.bd::85ea5f9e-65d6-4031-b810-9415101f2e21" providerId="AD" clId="Web-{E4F47990-9B63-4593-AFC8-2C6B664E5688}" dt="2020-12-17T08:39:30.129" v="521"/>
          <ac:inkMkLst>
            <pc:docMk/>
            <pc:sldMk cId="0" sldId="455"/>
            <ac:inkMk id="70695" creationId="{26389936-328C-453A-9354-534B88647DCC}"/>
          </ac:inkMkLst>
        </pc:inkChg>
        <pc:inkChg chg="add">
          <ac:chgData name="Md. Nahid Hasan" userId="S::nahid@vu.edu.bd::85ea5f9e-65d6-4031-b810-9415101f2e21" providerId="AD" clId="Web-{E4F47990-9B63-4593-AFC8-2C6B664E5688}" dt="2020-12-17T08:39:31.269" v="522"/>
          <ac:inkMkLst>
            <pc:docMk/>
            <pc:sldMk cId="0" sldId="455"/>
            <ac:inkMk id="70696" creationId="{DE72F74C-9B20-4F45-BB7C-4674F4C63DCC}"/>
          </ac:inkMkLst>
        </pc:inkChg>
        <pc:inkChg chg="add">
          <ac:chgData name="Md. Nahid Hasan" userId="S::nahid@vu.edu.bd::85ea5f9e-65d6-4031-b810-9415101f2e21" providerId="AD" clId="Web-{E4F47990-9B63-4593-AFC8-2C6B664E5688}" dt="2020-12-17T08:39:38.754" v="523"/>
          <ac:inkMkLst>
            <pc:docMk/>
            <pc:sldMk cId="0" sldId="455"/>
            <ac:inkMk id="70697" creationId="{AB61279C-6AA1-4AE2-B356-F1CAC105B6F6}"/>
          </ac:inkMkLst>
        </pc:inkChg>
        <pc:inkChg chg="add">
          <ac:chgData name="Md. Nahid Hasan" userId="S::nahid@vu.edu.bd::85ea5f9e-65d6-4031-b810-9415101f2e21" providerId="AD" clId="Web-{E4F47990-9B63-4593-AFC8-2C6B664E5688}" dt="2020-12-17T08:39:42.160" v="524"/>
          <ac:inkMkLst>
            <pc:docMk/>
            <pc:sldMk cId="0" sldId="455"/>
            <ac:inkMk id="70698" creationId="{2D9AA419-DEF2-489A-BA4D-22B01EC90D31}"/>
          </ac:inkMkLst>
        </pc:inkChg>
        <pc:inkChg chg="add">
          <ac:chgData name="Md. Nahid Hasan" userId="S::nahid@vu.edu.bd::85ea5f9e-65d6-4031-b810-9415101f2e21" providerId="AD" clId="Web-{E4F47990-9B63-4593-AFC8-2C6B664E5688}" dt="2020-12-17T08:39:42.176" v="525"/>
          <ac:inkMkLst>
            <pc:docMk/>
            <pc:sldMk cId="0" sldId="455"/>
            <ac:inkMk id="70699" creationId="{EE25F661-5C41-404C-BDF4-C9F17A00AFAE}"/>
          </ac:inkMkLst>
        </pc:inkChg>
        <pc:inkChg chg="add">
          <ac:chgData name="Md. Nahid Hasan" userId="S::nahid@vu.edu.bd::85ea5f9e-65d6-4031-b810-9415101f2e21" providerId="AD" clId="Web-{E4F47990-9B63-4593-AFC8-2C6B664E5688}" dt="2020-12-17T08:39:42.191" v="526"/>
          <ac:inkMkLst>
            <pc:docMk/>
            <pc:sldMk cId="0" sldId="455"/>
            <ac:inkMk id="70700" creationId="{932BBC2C-05E2-48F8-A1A0-2753B2B2759E}"/>
          </ac:inkMkLst>
        </pc:inkChg>
        <pc:inkChg chg="add">
          <ac:chgData name="Md. Nahid Hasan" userId="S::nahid@vu.edu.bd::85ea5f9e-65d6-4031-b810-9415101f2e21" providerId="AD" clId="Web-{E4F47990-9B63-4593-AFC8-2C6B664E5688}" dt="2020-12-17T08:39:42.207" v="527"/>
          <ac:inkMkLst>
            <pc:docMk/>
            <pc:sldMk cId="0" sldId="455"/>
            <ac:inkMk id="70701" creationId="{99AFF3F1-92BE-460D-8EF9-0835C6F475EC}"/>
          </ac:inkMkLst>
        </pc:inkChg>
        <pc:inkChg chg="add">
          <ac:chgData name="Md. Nahid Hasan" userId="S::nahid@vu.edu.bd::85ea5f9e-65d6-4031-b810-9415101f2e21" providerId="AD" clId="Web-{E4F47990-9B63-4593-AFC8-2C6B664E5688}" dt="2020-12-17T08:39:42.223" v="528"/>
          <ac:inkMkLst>
            <pc:docMk/>
            <pc:sldMk cId="0" sldId="455"/>
            <ac:inkMk id="70702" creationId="{655A018C-0FE5-45D5-86B6-C8BDCDED6D43}"/>
          </ac:inkMkLst>
        </pc:inkChg>
        <pc:inkChg chg="add">
          <ac:chgData name="Md. Nahid Hasan" userId="S::nahid@vu.edu.bd::85ea5f9e-65d6-4031-b810-9415101f2e21" providerId="AD" clId="Web-{E4F47990-9B63-4593-AFC8-2C6B664E5688}" dt="2020-12-17T08:39:42.238" v="529"/>
          <ac:inkMkLst>
            <pc:docMk/>
            <pc:sldMk cId="0" sldId="455"/>
            <ac:inkMk id="70703" creationId="{E5C148CA-0BB7-466A-A573-C09BE1C2386F}"/>
          </ac:inkMkLst>
        </pc:inkChg>
        <pc:inkChg chg="add">
          <ac:chgData name="Md. Nahid Hasan" userId="S::nahid@vu.edu.bd::85ea5f9e-65d6-4031-b810-9415101f2e21" providerId="AD" clId="Web-{E4F47990-9B63-4593-AFC8-2C6B664E5688}" dt="2020-12-17T08:39:44.160" v="530"/>
          <ac:inkMkLst>
            <pc:docMk/>
            <pc:sldMk cId="0" sldId="455"/>
            <ac:inkMk id="70704" creationId="{BD9057B7-CA1F-470E-BF0C-FC6F64AE2740}"/>
          </ac:inkMkLst>
        </pc:inkChg>
        <pc:inkChg chg="add">
          <ac:chgData name="Md. Nahid Hasan" userId="S::nahid@vu.edu.bd::85ea5f9e-65d6-4031-b810-9415101f2e21" providerId="AD" clId="Web-{E4F47990-9B63-4593-AFC8-2C6B664E5688}" dt="2020-12-17T08:39:44.176" v="531"/>
          <ac:inkMkLst>
            <pc:docMk/>
            <pc:sldMk cId="0" sldId="455"/>
            <ac:inkMk id="70705" creationId="{4BEC3E8F-94C4-47C0-8414-2B01DBB0CB65}"/>
          </ac:inkMkLst>
        </pc:inkChg>
        <pc:inkChg chg="add">
          <ac:chgData name="Md. Nahid Hasan" userId="S::nahid@vu.edu.bd::85ea5f9e-65d6-4031-b810-9415101f2e21" providerId="AD" clId="Web-{E4F47990-9B63-4593-AFC8-2C6B664E5688}" dt="2020-12-17T08:39:44.191" v="532"/>
          <ac:inkMkLst>
            <pc:docMk/>
            <pc:sldMk cId="0" sldId="455"/>
            <ac:inkMk id="70706" creationId="{88B0C470-1901-40F2-B163-DB56F621741D}"/>
          </ac:inkMkLst>
        </pc:inkChg>
        <pc:inkChg chg="add">
          <ac:chgData name="Md. Nahid Hasan" userId="S::nahid@vu.edu.bd::85ea5f9e-65d6-4031-b810-9415101f2e21" providerId="AD" clId="Web-{E4F47990-9B63-4593-AFC8-2C6B664E5688}" dt="2020-12-17T08:39:44.207" v="533"/>
          <ac:inkMkLst>
            <pc:docMk/>
            <pc:sldMk cId="0" sldId="455"/>
            <ac:inkMk id="70707" creationId="{D4F38F09-9723-424B-969C-8BE8666982AA}"/>
          </ac:inkMkLst>
        </pc:inkChg>
        <pc:inkChg chg="add">
          <ac:chgData name="Md. Nahid Hasan" userId="S::nahid@vu.edu.bd::85ea5f9e-65d6-4031-b810-9415101f2e21" providerId="AD" clId="Web-{E4F47990-9B63-4593-AFC8-2C6B664E5688}" dt="2020-12-17T08:39:44.910" v="534"/>
          <ac:inkMkLst>
            <pc:docMk/>
            <pc:sldMk cId="0" sldId="455"/>
            <ac:inkMk id="70708" creationId="{2C7C1C00-9F93-452D-A044-339EA6D376ED}"/>
          </ac:inkMkLst>
        </pc:inkChg>
        <pc:inkChg chg="add">
          <ac:chgData name="Md. Nahid Hasan" userId="S::nahid@vu.edu.bd::85ea5f9e-65d6-4031-b810-9415101f2e21" providerId="AD" clId="Web-{E4F47990-9B63-4593-AFC8-2C6B664E5688}" dt="2020-12-17T08:39:45.426" v="535"/>
          <ac:inkMkLst>
            <pc:docMk/>
            <pc:sldMk cId="0" sldId="455"/>
            <ac:inkMk id="70709" creationId="{01534DFD-5E34-4F4D-936E-97AF8B423B49}"/>
          </ac:inkMkLst>
        </pc:inkChg>
        <pc:inkChg chg="add">
          <ac:chgData name="Md. Nahid Hasan" userId="S::nahid@vu.edu.bd::85ea5f9e-65d6-4031-b810-9415101f2e21" providerId="AD" clId="Web-{E4F47990-9B63-4593-AFC8-2C6B664E5688}" dt="2020-12-17T08:39:45.941" v="536"/>
          <ac:inkMkLst>
            <pc:docMk/>
            <pc:sldMk cId="0" sldId="455"/>
            <ac:inkMk id="70710" creationId="{61D7AD9D-22A7-4571-8B53-E939911E70F6}"/>
          </ac:inkMkLst>
        </pc:inkChg>
        <pc:inkChg chg="add">
          <ac:chgData name="Md. Nahid Hasan" userId="S::nahid@vu.edu.bd::85ea5f9e-65d6-4031-b810-9415101f2e21" providerId="AD" clId="Web-{E4F47990-9B63-4593-AFC8-2C6B664E5688}" dt="2020-12-17T08:39:47.926" v="537"/>
          <ac:inkMkLst>
            <pc:docMk/>
            <pc:sldMk cId="0" sldId="455"/>
            <ac:inkMk id="70711" creationId="{CAB306F3-3FED-4D35-B6F9-8323550CD2F5}"/>
          </ac:inkMkLst>
        </pc:inkChg>
        <pc:inkChg chg="add">
          <ac:chgData name="Md. Nahid Hasan" userId="S::nahid@vu.edu.bd::85ea5f9e-65d6-4031-b810-9415101f2e21" providerId="AD" clId="Web-{E4F47990-9B63-4593-AFC8-2C6B664E5688}" dt="2020-12-17T08:39:47.942" v="538"/>
          <ac:inkMkLst>
            <pc:docMk/>
            <pc:sldMk cId="0" sldId="455"/>
            <ac:inkMk id="70712" creationId="{52C46337-CAAB-4B72-88DE-194C2288C6C9}"/>
          </ac:inkMkLst>
        </pc:inkChg>
        <pc:inkChg chg="add">
          <ac:chgData name="Md. Nahid Hasan" userId="S::nahid@vu.edu.bd::85ea5f9e-65d6-4031-b810-9415101f2e21" providerId="AD" clId="Web-{E4F47990-9B63-4593-AFC8-2C6B664E5688}" dt="2020-12-17T08:39:50.551" v="539"/>
          <ac:inkMkLst>
            <pc:docMk/>
            <pc:sldMk cId="0" sldId="455"/>
            <ac:inkMk id="70713" creationId="{501CBF5D-3D42-450B-890D-16AF562A3C7B}"/>
          </ac:inkMkLst>
        </pc:inkChg>
        <pc:inkChg chg="add">
          <ac:chgData name="Md. Nahid Hasan" userId="S::nahid@vu.edu.bd::85ea5f9e-65d6-4031-b810-9415101f2e21" providerId="AD" clId="Web-{E4F47990-9B63-4593-AFC8-2C6B664E5688}" dt="2020-12-17T08:39:51.457" v="540"/>
          <ac:inkMkLst>
            <pc:docMk/>
            <pc:sldMk cId="0" sldId="455"/>
            <ac:inkMk id="70714" creationId="{026B42C5-458B-411A-B66E-34F331CAD6E0}"/>
          </ac:inkMkLst>
        </pc:inkChg>
        <pc:inkChg chg="add">
          <ac:chgData name="Md. Nahid Hasan" userId="S::nahid@vu.edu.bd::85ea5f9e-65d6-4031-b810-9415101f2e21" providerId="AD" clId="Web-{E4F47990-9B63-4593-AFC8-2C6B664E5688}" dt="2020-12-17T08:39:57.848" v="541"/>
          <ac:inkMkLst>
            <pc:docMk/>
            <pc:sldMk cId="0" sldId="455"/>
            <ac:inkMk id="70715" creationId="{E7681BC1-4FF3-4648-9BE2-D2AA7CB7B9D4}"/>
          </ac:inkMkLst>
        </pc:inkChg>
        <pc:inkChg chg="add">
          <ac:chgData name="Md. Nahid Hasan" userId="S::nahid@vu.edu.bd::85ea5f9e-65d6-4031-b810-9415101f2e21" providerId="AD" clId="Web-{E4F47990-9B63-4593-AFC8-2C6B664E5688}" dt="2020-12-17T08:40:02.489" v="542"/>
          <ac:inkMkLst>
            <pc:docMk/>
            <pc:sldMk cId="0" sldId="455"/>
            <ac:inkMk id="70716" creationId="{C6D97783-62AB-4A66-AAE7-629F71497B65}"/>
          </ac:inkMkLst>
        </pc:inkChg>
        <pc:inkChg chg="add">
          <ac:chgData name="Md. Nahid Hasan" userId="S::nahid@vu.edu.bd::85ea5f9e-65d6-4031-b810-9415101f2e21" providerId="AD" clId="Web-{E4F47990-9B63-4593-AFC8-2C6B664E5688}" dt="2020-12-17T08:40:02.520" v="543"/>
          <ac:inkMkLst>
            <pc:docMk/>
            <pc:sldMk cId="0" sldId="455"/>
            <ac:inkMk id="70717" creationId="{E3C3D39C-9E97-40BB-AEAF-5CAB6689151D}"/>
          </ac:inkMkLst>
        </pc:inkChg>
        <pc:inkChg chg="add">
          <ac:chgData name="Md. Nahid Hasan" userId="S::nahid@vu.edu.bd::85ea5f9e-65d6-4031-b810-9415101f2e21" providerId="AD" clId="Web-{E4F47990-9B63-4593-AFC8-2C6B664E5688}" dt="2020-12-17T08:40:02.520" v="544"/>
          <ac:inkMkLst>
            <pc:docMk/>
            <pc:sldMk cId="0" sldId="455"/>
            <ac:inkMk id="70718" creationId="{9D5FC811-0C0E-4003-9A70-EC18EE5B28C3}"/>
          </ac:inkMkLst>
        </pc:inkChg>
        <pc:inkChg chg="add">
          <ac:chgData name="Md. Nahid Hasan" userId="S::nahid@vu.edu.bd::85ea5f9e-65d6-4031-b810-9415101f2e21" providerId="AD" clId="Web-{E4F47990-9B63-4593-AFC8-2C6B664E5688}" dt="2020-12-17T08:40:02.535" v="545"/>
          <ac:inkMkLst>
            <pc:docMk/>
            <pc:sldMk cId="0" sldId="455"/>
            <ac:inkMk id="70719" creationId="{F403766F-F979-4C90-B212-1874707EFF1F}"/>
          </ac:inkMkLst>
        </pc:inkChg>
        <pc:inkChg chg="add">
          <ac:chgData name="Md. Nahid Hasan" userId="S::nahid@vu.edu.bd::85ea5f9e-65d6-4031-b810-9415101f2e21" providerId="AD" clId="Web-{E4F47990-9B63-4593-AFC8-2C6B664E5688}" dt="2020-12-17T08:40:02.551" v="546"/>
          <ac:inkMkLst>
            <pc:docMk/>
            <pc:sldMk cId="0" sldId="455"/>
            <ac:inkMk id="70720" creationId="{5BC2B7F3-4F61-4D9E-9DE6-0EA250489A2C}"/>
          </ac:inkMkLst>
        </pc:inkChg>
        <pc:inkChg chg="add">
          <ac:chgData name="Md. Nahid Hasan" userId="S::nahid@vu.edu.bd::85ea5f9e-65d6-4031-b810-9415101f2e21" providerId="AD" clId="Web-{E4F47990-9B63-4593-AFC8-2C6B664E5688}" dt="2020-12-17T08:40:02.567" v="547"/>
          <ac:inkMkLst>
            <pc:docMk/>
            <pc:sldMk cId="0" sldId="455"/>
            <ac:inkMk id="70721" creationId="{FA34BA01-C99B-48F1-ABB2-0B241D16E287}"/>
          </ac:inkMkLst>
        </pc:inkChg>
        <pc:inkChg chg="add">
          <ac:chgData name="Md. Nahid Hasan" userId="S::nahid@vu.edu.bd::85ea5f9e-65d6-4031-b810-9415101f2e21" providerId="AD" clId="Web-{E4F47990-9B63-4593-AFC8-2C6B664E5688}" dt="2020-12-17T08:40:02.582" v="548"/>
          <ac:inkMkLst>
            <pc:docMk/>
            <pc:sldMk cId="0" sldId="455"/>
            <ac:inkMk id="70722" creationId="{93BFE56E-8A67-4E3D-8DA7-46F531B34B2F}"/>
          </ac:inkMkLst>
        </pc:inkChg>
        <pc:inkChg chg="add">
          <ac:chgData name="Md. Nahid Hasan" userId="S::nahid@vu.edu.bd::85ea5f9e-65d6-4031-b810-9415101f2e21" providerId="AD" clId="Web-{E4F47990-9B63-4593-AFC8-2C6B664E5688}" dt="2020-12-17T08:40:02.598" v="549"/>
          <ac:inkMkLst>
            <pc:docMk/>
            <pc:sldMk cId="0" sldId="455"/>
            <ac:inkMk id="70723" creationId="{03496B0A-86A6-4CED-9B66-4BA1D31666AE}"/>
          </ac:inkMkLst>
        </pc:inkChg>
        <pc:inkChg chg="add">
          <ac:chgData name="Md. Nahid Hasan" userId="S::nahid@vu.edu.bd::85ea5f9e-65d6-4031-b810-9415101f2e21" providerId="AD" clId="Web-{E4F47990-9B63-4593-AFC8-2C6B664E5688}" dt="2020-12-17T08:40:05.379" v="550"/>
          <ac:inkMkLst>
            <pc:docMk/>
            <pc:sldMk cId="0" sldId="455"/>
            <ac:inkMk id="70724" creationId="{38A04FEE-02FC-4204-9BB2-D07C1DF5221F}"/>
          </ac:inkMkLst>
        </pc:inkChg>
        <pc:inkChg chg="add">
          <ac:chgData name="Md. Nahid Hasan" userId="S::nahid@vu.edu.bd::85ea5f9e-65d6-4031-b810-9415101f2e21" providerId="AD" clId="Web-{E4F47990-9B63-4593-AFC8-2C6B664E5688}" dt="2020-12-17T08:40:05.395" v="551"/>
          <ac:inkMkLst>
            <pc:docMk/>
            <pc:sldMk cId="0" sldId="455"/>
            <ac:inkMk id="70725" creationId="{2EB377D0-2E27-4B4A-9F68-ED228B16F725}"/>
          </ac:inkMkLst>
        </pc:inkChg>
        <pc:inkChg chg="add">
          <ac:chgData name="Md. Nahid Hasan" userId="S::nahid@vu.edu.bd::85ea5f9e-65d6-4031-b810-9415101f2e21" providerId="AD" clId="Web-{E4F47990-9B63-4593-AFC8-2C6B664E5688}" dt="2020-12-17T08:40:05.410" v="552"/>
          <ac:inkMkLst>
            <pc:docMk/>
            <pc:sldMk cId="0" sldId="455"/>
            <ac:inkMk id="70726" creationId="{D552678C-888D-4149-850B-E0253E28B052}"/>
          </ac:inkMkLst>
        </pc:inkChg>
        <pc:inkChg chg="add">
          <ac:chgData name="Md. Nahid Hasan" userId="S::nahid@vu.edu.bd::85ea5f9e-65d6-4031-b810-9415101f2e21" providerId="AD" clId="Web-{E4F47990-9B63-4593-AFC8-2C6B664E5688}" dt="2020-12-17T08:40:05.426" v="553"/>
          <ac:inkMkLst>
            <pc:docMk/>
            <pc:sldMk cId="0" sldId="455"/>
            <ac:inkMk id="70727" creationId="{CE1A4EA7-548D-4331-A3D2-65191638AC7A}"/>
          </ac:inkMkLst>
        </pc:inkChg>
        <pc:inkChg chg="add">
          <ac:chgData name="Md. Nahid Hasan" userId="S::nahid@vu.edu.bd::85ea5f9e-65d6-4031-b810-9415101f2e21" providerId="AD" clId="Web-{E4F47990-9B63-4593-AFC8-2C6B664E5688}" dt="2020-12-17T08:40:05.442" v="554"/>
          <ac:inkMkLst>
            <pc:docMk/>
            <pc:sldMk cId="0" sldId="455"/>
            <ac:inkMk id="70728" creationId="{12C454D9-E901-417A-B46C-9786574C15B8}"/>
          </ac:inkMkLst>
        </pc:inkChg>
        <pc:inkChg chg="add">
          <ac:chgData name="Md. Nahid Hasan" userId="S::nahid@vu.edu.bd::85ea5f9e-65d6-4031-b810-9415101f2e21" providerId="AD" clId="Web-{E4F47990-9B63-4593-AFC8-2C6B664E5688}" dt="2020-12-17T08:40:06.614" v="555"/>
          <ac:inkMkLst>
            <pc:docMk/>
            <pc:sldMk cId="0" sldId="455"/>
            <ac:inkMk id="70729" creationId="{68A9CEF4-DD53-404C-9E04-832657649FAA}"/>
          </ac:inkMkLst>
        </pc:inkChg>
        <pc:inkChg chg="add">
          <ac:chgData name="Md. Nahid Hasan" userId="S::nahid@vu.edu.bd::85ea5f9e-65d6-4031-b810-9415101f2e21" providerId="AD" clId="Web-{E4F47990-9B63-4593-AFC8-2C6B664E5688}" dt="2020-12-17T08:40:07.364" v="556"/>
          <ac:inkMkLst>
            <pc:docMk/>
            <pc:sldMk cId="0" sldId="455"/>
            <ac:inkMk id="70730" creationId="{D88EB799-5BEB-438B-BF66-AA92451B1F48}"/>
          </ac:inkMkLst>
        </pc:inkChg>
        <pc:inkChg chg="add">
          <ac:chgData name="Md. Nahid Hasan" userId="S::nahid@vu.edu.bd::85ea5f9e-65d6-4031-b810-9415101f2e21" providerId="AD" clId="Web-{E4F47990-9B63-4593-AFC8-2C6B664E5688}" dt="2020-12-17T08:40:08.317" v="557"/>
          <ac:inkMkLst>
            <pc:docMk/>
            <pc:sldMk cId="0" sldId="455"/>
            <ac:inkMk id="70731" creationId="{D87A42D2-2ABD-4810-AA02-D6C140CF32A2}"/>
          </ac:inkMkLst>
        </pc:inkChg>
        <pc:inkChg chg="add">
          <ac:chgData name="Md. Nahid Hasan" userId="S::nahid@vu.edu.bd::85ea5f9e-65d6-4031-b810-9415101f2e21" providerId="AD" clId="Web-{E4F47990-9B63-4593-AFC8-2C6B664E5688}" dt="2020-12-17T08:40:14.426" v="558"/>
          <ac:inkMkLst>
            <pc:docMk/>
            <pc:sldMk cId="0" sldId="455"/>
            <ac:inkMk id="70732" creationId="{CA9C9EE4-7840-4572-A491-548F23B034BE}"/>
          </ac:inkMkLst>
        </pc:inkChg>
        <pc:inkChg chg="add">
          <ac:chgData name="Md. Nahid Hasan" userId="S::nahid@vu.edu.bd::85ea5f9e-65d6-4031-b810-9415101f2e21" providerId="AD" clId="Web-{E4F47990-9B63-4593-AFC8-2C6B664E5688}" dt="2020-12-17T08:40:21.582" v="559"/>
          <ac:inkMkLst>
            <pc:docMk/>
            <pc:sldMk cId="0" sldId="455"/>
            <ac:inkMk id="70733" creationId="{80F81F20-B573-44C9-B865-285826CC521D}"/>
          </ac:inkMkLst>
        </pc:inkChg>
        <pc:inkChg chg="add">
          <ac:chgData name="Md. Nahid Hasan" userId="S::nahid@vu.edu.bd::85ea5f9e-65d6-4031-b810-9415101f2e21" providerId="AD" clId="Web-{E4F47990-9B63-4593-AFC8-2C6B664E5688}" dt="2020-12-17T08:40:24.301" v="560"/>
          <ac:inkMkLst>
            <pc:docMk/>
            <pc:sldMk cId="0" sldId="455"/>
            <ac:inkMk id="70734" creationId="{EEDCB06C-82B2-43F8-B515-D7B566F5A406}"/>
          </ac:inkMkLst>
        </pc:inkChg>
        <pc:inkChg chg="add">
          <ac:chgData name="Md. Nahid Hasan" userId="S::nahid@vu.edu.bd::85ea5f9e-65d6-4031-b810-9415101f2e21" providerId="AD" clId="Web-{E4F47990-9B63-4593-AFC8-2C6B664E5688}" dt="2020-12-17T08:40:25.223" v="561"/>
          <ac:inkMkLst>
            <pc:docMk/>
            <pc:sldMk cId="0" sldId="455"/>
            <ac:inkMk id="70735" creationId="{BE123848-58B3-4FF9-A07A-3E838CF267D5}"/>
          </ac:inkMkLst>
        </pc:inkChg>
        <pc:inkChg chg="add">
          <ac:chgData name="Md. Nahid Hasan" userId="S::nahid@vu.edu.bd::85ea5f9e-65d6-4031-b810-9415101f2e21" providerId="AD" clId="Web-{E4F47990-9B63-4593-AFC8-2C6B664E5688}" dt="2020-12-17T08:40:32.317" v="562"/>
          <ac:inkMkLst>
            <pc:docMk/>
            <pc:sldMk cId="0" sldId="455"/>
            <ac:inkMk id="70736" creationId="{A9D45175-B5CF-417F-9385-34A6580E9110}"/>
          </ac:inkMkLst>
        </pc:inkChg>
        <pc:inkChg chg="add">
          <ac:chgData name="Md. Nahid Hasan" userId="S::nahid@vu.edu.bd::85ea5f9e-65d6-4031-b810-9415101f2e21" providerId="AD" clId="Web-{E4F47990-9B63-4593-AFC8-2C6B664E5688}" dt="2020-12-17T08:40:32.348" v="563"/>
          <ac:inkMkLst>
            <pc:docMk/>
            <pc:sldMk cId="0" sldId="455"/>
            <ac:inkMk id="70737" creationId="{6BC42DEC-3567-45A2-B45F-E2FB14A55F59}"/>
          </ac:inkMkLst>
        </pc:inkChg>
        <pc:inkChg chg="add">
          <ac:chgData name="Md. Nahid Hasan" userId="S::nahid@vu.edu.bd::85ea5f9e-65d6-4031-b810-9415101f2e21" providerId="AD" clId="Web-{E4F47990-9B63-4593-AFC8-2C6B664E5688}" dt="2020-12-17T08:40:32.348" v="564"/>
          <ac:inkMkLst>
            <pc:docMk/>
            <pc:sldMk cId="0" sldId="455"/>
            <ac:inkMk id="70738" creationId="{F773D1C4-416D-49C6-805C-8BD08AE5C47E}"/>
          </ac:inkMkLst>
        </pc:inkChg>
        <pc:inkChg chg="add">
          <ac:chgData name="Md. Nahid Hasan" userId="S::nahid@vu.edu.bd::85ea5f9e-65d6-4031-b810-9415101f2e21" providerId="AD" clId="Web-{E4F47990-9B63-4593-AFC8-2C6B664E5688}" dt="2020-12-17T08:40:32.364" v="565"/>
          <ac:inkMkLst>
            <pc:docMk/>
            <pc:sldMk cId="0" sldId="455"/>
            <ac:inkMk id="70739" creationId="{2C11D1C0-6419-441A-A817-3C672832C2B0}"/>
          </ac:inkMkLst>
        </pc:inkChg>
        <pc:inkChg chg="add">
          <ac:chgData name="Md. Nahid Hasan" userId="S::nahid@vu.edu.bd::85ea5f9e-65d6-4031-b810-9415101f2e21" providerId="AD" clId="Web-{E4F47990-9B63-4593-AFC8-2C6B664E5688}" dt="2020-12-17T08:40:32.379" v="566"/>
          <ac:inkMkLst>
            <pc:docMk/>
            <pc:sldMk cId="0" sldId="455"/>
            <ac:inkMk id="70740" creationId="{0B2FDD76-76BD-477E-B17F-770B8FF555D6}"/>
          </ac:inkMkLst>
        </pc:inkChg>
        <pc:inkChg chg="add">
          <ac:chgData name="Md. Nahid Hasan" userId="S::nahid@vu.edu.bd::85ea5f9e-65d6-4031-b810-9415101f2e21" providerId="AD" clId="Web-{E4F47990-9B63-4593-AFC8-2C6B664E5688}" dt="2020-12-17T08:40:32.395" v="567"/>
          <ac:inkMkLst>
            <pc:docMk/>
            <pc:sldMk cId="0" sldId="455"/>
            <ac:inkMk id="70741" creationId="{BD1FBDF7-DAE7-498B-AB79-E234D0CD477C}"/>
          </ac:inkMkLst>
        </pc:inkChg>
        <pc:inkChg chg="add">
          <ac:chgData name="Md. Nahid Hasan" userId="S::nahid@vu.edu.bd::85ea5f9e-65d6-4031-b810-9415101f2e21" providerId="AD" clId="Web-{E4F47990-9B63-4593-AFC8-2C6B664E5688}" dt="2020-12-17T08:40:35.145" v="568"/>
          <ac:inkMkLst>
            <pc:docMk/>
            <pc:sldMk cId="0" sldId="455"/>
            <ac:inkMk id="70742" creationId="{E9B11103-A7FF-4487-9BD2-021D30D89040}"/>
          </ac:inkMkLst>
        </pc:inkChg>
        <pc:inkChg chg="add">
          <ac:chgData name="Md. Nahid Hasan" userId="S::nahid@vu.edu.bd::85ea5f9e-65d6-4031-b810-9415101f2e21" providerId="AD" clId="Web-{E4F47990-9B63-4593-AFC8-2C6B664E5688}" dt="2020-12-17T08:40:35.161" v="569"/>
          <ac:inkMkLst>
            <pc:docMk/>
            <pc:sldMk cId="0" sldId="455"/>
            <ac:inkMk id="70743" creationId="{BDA54BF4-5D10-4DB9-8479-5AC011861AEB}"/>
          </ac:inkMkLst>
        </pc:inkChg>
        <pc:inkChg chg="add">
          <ac:chgData name="Md. Nahid Hasan" userId="S::nahid@vu.edu.bd::85ea5f9e-65d6-4031-b810-9415101f2e21" providerId="AD" clId="Web-{E4F47990-9B63-4593-AFC8-2C6B664E5688}" dt="2020-12-17T08:40:35.176" v="570"/>
          <ac:inkMkLst>
            <pc:docMk/>
            <pc:sldMk cId="0" sldId="455"/>
            <ac:inkMk id="70744" creationId="{880E989F-EC2F-40F4-BA87-676D908423F8}"/>
          </ac:inkMkLst>
        </pc:inkChg>
        <pc:inkChg chg="add">
          <ac:chgData name="Md. Nahid Hasan" userId="S::nahid@vu.edu.bd::85ea5f9e-65d6-4031-b810-9415101f2e21" providerId="AD" clId="Web-{E4F47990-9B63-4593-AFC8-2C6B664E5688}" dt="2020-12-17T08:40:35.192" v="571"/>
          <ac:inkMkLst>
            <pc:docMk/>
            <pc:sldMk cId="0" sldId="455"/>
            <ac:inkMk id="70745" creationId="{46B7C3A0-51CB-4FAC-9C89-CF509883083F}"/>
          </ac:inkMkLst>
        </pc:inkChg>
        <pc:inkChg chg="add">
          <ac:chgData name="Md. Nahid Hasan" userId="S::nahid@vu.edu.bd::85ea5f9e-65d6-4031-b810-9415101f2e21" providerId="AD" clId="Web-{E4F47990-9B63-4593-AFC8-2C6B664E5688}" dt="2020-12-17T08:40:35.208" v="572"/>
          <ac:inkMkLst>
            <pc:docMk/>
            <pc:sldMk cId="0" sldId="455"/>
            <ac:inkMk id="70746" creationId="{DAC92734-AA2D-493D-A187-820624ECF035}"/>
          </ac:inkMkLst>
        </pc:inkChg>
        <pc:inkChg chg="add">
          <ac:chgData name="Md. Nahid Hasan" userId="S::nahid@vu.edu.bd::85ea5f9e-65d6-4031-b810-9415101f2e21" providerId="AD" clId="Web-{E4F47990-9B63-4593-AFC8-2C6B664E5688}" dt="2020-12-17T08:40:35.223" v="573"/>
          <ac:inkMkLst>
            <pc:docMk/>
            <pc:sldMk cId="0" sldId="455"/>
            <ac:inkMk id="70747" creationId="{0588E2E4-C3EF-4FA4-8E8F-992EDEF69E74}"/>
          </ac:inkMkLst>
        </pc:inkChg>
        <pc:inkChg chg="add">
          <ac:chgData name="Md. Nahid Hasan" userId="S::nahid@vu.edu.bd::85ea5f9e-65d6-4031-b810-9415101f2e21" providerId="AD" clId="Web-{E4F47990-9B63-4593-AFC8-2C6B664E5688}" dt="2020-12-17T08:40:37.333" v="574"/>
          <ac:inkMkLst>
            <pc:docMk/>
            <pc:sldMk cId="0" sldId="455"/>
            <ac:inkMk id="70748" creationId="{A540C80E-D313-4F8B-9AA6-F37D2CD6090F}"/>
          </ac:inkMkLst>
        </pc:inkChg>
        <pc:inkChg chg="add">
          <ac:chgData name="Md. Nahid Hasan" userId="S::nahid@vu.edu.bd::85ea5f9e-65d6-4031-b810-9415101f2e21" providerId="AD" clId="Web-{E4F47990-9B63-4593-AFC8-2C6B664E5688}" dt="2020-12-17T08:40:37.348" v="575"/>
          <ac:inkMkLst>
            <pc:docMk/>
            <pc:sldMk cId="0" sldId="455"/>
            <ac:inkMk id="70749" creationId="{5DE11E09-AAAE-4A19-A436-16F6F55F2A6D}"/>
          </ac:inkMkLst>
        </pc:inkChg>
        <pc:inkChg chg="add">
          <ac:chgData name="Md. Nahid Hasan" userId="S::nahid@vu.edu.bd::85ea5f9e-65d6-4031-b810-9415101f2e21" providerId="AD" clId="Web-{E4F47990-9B63-4593-AFC8-2C6B664E5688}" dt="2020-12-17T08:40:37.364" v="576"/>
          <ac:inkMkLst>
            <pc:docMk/>
            <pc:sldMk cId="0" sldId="455"/>
            <ac:inkMk id="70750" creationId="{C49E4DAF-EF25-49DB-8F62-2D5DD9D6E2C3}"/>
          </ac:inkMkLst>
        </pc:inkChg>
        <pc:inkChg chg="add">
          <ac:chgData name="Md. Nahid Hasan" userId="S::nahid@vu.edu.bd::85ea5f9e-65d6-4031-b810-9415101f2e21" providerId="AD" clId="Web-{E4F47990-9B63-4593-AFC8-2C6B664E5688}" dt="2020-12-17T08:40:42.973" v="577"/>
          <ac:inkMkLst>
            <pc:docMk/>
            <pc:sldMk cId="0" sldId="455"/>
            <ac:inkMk id="70751" creationId="{E176ECA1-756F-4BFF-84AE-385C56C2FF53}"/>
          </ac:inkMkLst>
        </pc:inkChg>
        <pc:inkChg chg="add">
          <ac:chgData name="Md. Nahid Hasan" userId="S::nahid@vu.edu.bd::85ea5f9e-65d6-4031-b810-9415101f2e21" providerId="AD" clId="Web-{E4F47990-9B63-4593-AFC8-2C6B664E5688}" dt="2020-12-17T08:40:44.145" v="578"/>
          <ac:inkMkLst>
            <pc:docMk/>
            <pc:sldMk cId="0" sldId="455"/>
            <ac:inkMk id="70752" creationId="{90A91271-D65B-4A76-A100-D942CF995939}"/>
          </ac:inkMkLst>
        </pc:inkChg>
        <pc:inkChg chg="add">
          <ac:chgData name="Md. Nahid Hasan" userId="S::nahid@vu.edu.bd::85ea5f9e-65d6-4031-b810-9415101f2e21" providerId="AD" clId="Web-{E4F47990-9B63-4593-AFC8-2C6B664E5688}" dt="2020-12-17T08:40:46.676" v="579"/>
          <ac:inkMkLst>
            <pc:docMk/>
            <pc:sldMk cId="0" sldId="455"/>
            <ac:inkMk id="70753" creationId="{5094FD4A-5C56-442C-A815-CC94E2DD1318}"/>
          </ac:inkMkLst>
        </pc:inkChg>
        <pc:inkChg chg="add">
          <ac:chgData name="Md. Nahid Hasan" userId="S::nahid@vu.edu.bd::85ea5f9e-65d6-4031-b810-9415101f2e21" providerId="AD" clId="Web-{E4F47990-9B63-4593-AFC8-2C6B664E5688}" dt="2020-12-17T08:40:49.333" v="580"/>
          <ac:inkMkLst>
            <pc:docMk/>
            <pc:sldMk cId="0" sldId="455"/>
            <ac:inkMk id="70754" creationId="{6E6AAB1F-6DC5-42C2-8EAC-927E66BED7E9}"/>
          </ac:inkMkLst>
        </pc:inkChg>
        <pc:inkChg chg="add">
          <ac:chgData name="Md. Nahid Hasan" userId="S::nahid@vu.edu.bd::85ea5f9e-65d6-4031-b810-9415101f2e21" providerId="AD" clId="Web-{E4F47990-9B63-4593-AFC8-2C6B664E5688}" dt="2020-12-17T08:40:50.333" v="581"/>
          <ac:inkMkLst>
            <pc:docMk/>
            <pc:sldMk cId="0" sldId="455"/>
            <ac:inkMk id="70755" creationId="{8EAE42C4-8E97-4C46-ACF2-2B4F045E22CB}"/>
          </ac:inkMkLst>
        </pc:inkChg>
      </pc:sldChg>
      <pc:sldChg chg="addSp">
        <pc:chgData name="Md. Nahid Hasan" userId="S::nahid@vu.edu.bd::85ea5f9e-65d6-4031-b810-9415101f2e21" providerId="AD" clId="Web-{E4F47990-9B63-4593-AFC8-2C6B664E5688}" dt="2020-12-17T08:34:56.548" v="424"/>
        <pc:sldMkLst>
          <pc:docMk/>
          <pc:sldMk cId="0" sldId="457"/>
        </pc:sldMkLst>
        <pc:inkChg chg="add">
          <ac:chgData name="Md. Nahid Hasan" userId="S::nahid@vu.edu.bd::85ea5f9e-65d6-4031-b810-9415101f2e21" providerId="AD" clId="Web-{E4F47990-9B63-4593-AFC8-2C6B664E5688}" dt="2020-12-17T08:34:23.501" v="417"/>
          <ac:inkMkLst>
            <pc:docMk/>
            <pc:sldMk cId="0" sldId="457"/>
            <ac:inkMk id="3" creationId="{F00DD580-A75A-4355-AB91-B424989F121A}"/>
          </ac:inkMkLst>
        </pc:inkChg>
        <pc:inkChg chg="add">
          <ac:chgData name="Md. Nahid Hasan" userId="S::nahid@vu.edu.bd::85ea5f9e-65d6-4031-b810-9415101f2e21" providerId="AD" clId="Web-{E4F47990-9B63-4593-AFC8-2C6B664E5688}" dt="2020-12-17T08:34:47.032" v="418"/>
          <ac:inkMkLst>
            <pc:docMk/>
            <pc:sldMk cId="0" sldId="457"/>
            <ac:inkMk id="4" creationId="{007AF0C0-21E8-47C4-BACB-9C86FBBFD7DF}"/>
          </ac:inkMkLst>
        </pc:inkChg>
        <pc:inkChg chg="add">
          <ac:chgData name="Md. Nahid Hasan" userId="S::nahid@vu.edu.bd::85ea5f9e-65d6-4031-b810-9415101f2e21" providerId="AD" clId="Web-{E4F47990-9B63-4593-AFC8-2C6B664E5688}" dt="2020-12-17T08:34:52.189" v="419"/>
          <ac:inkMkLst>
            <pc:docMk/>
            <pc:sldMk cId="0" sldId="457"/>
            <ac:inkMk id="5" creationId="{88458026-262C-4E9E-9C8C-693224203735}"/>
          </ac:inkMkLst>
        </pc:inkChg>
        <pc:inkChg chg="add">
          <ac:chgData name="Md. Nahid Hasan" userId="S::nahid@vu.edu.bd::85ea5f9e-65d6-4031-b810-9415101f2e21" providerId="AD" clId="Web-{E4F47990-9B63-4593-AFC8-2C6B664E5688}" dt="2020-12-17T08:34:54.814" v="420"/>
          <ac:inkMkLst>
            <pc:docMk/>
            <pc:sldMk cId="0" sldId="457"/>
            <ac:inkMk id="6" creationId="{E243F5F8-C31D-4010-B866-BBFA793B42FE}"/>
          </ac:inkMkLst>
        </pc:inkChg>
        <pc:inkChg chg="add">
          <ac:chgData name="Md. Nahid Hasan" userId="S::nahid@vu.edu.bd::85ea5f9e-65d6-4031-b810-9415101f2e21" providerId="AD" clId="Web-{E4F47990-9B63-4593-AFC8-2C6B664E5688}" dt="2020-12-17T08:34:54.829" v="421"/>
          <ac:inkMkLst>
            <pc:docMk/>
            <pc:sldMk cId="0" sldId="457"/>
            <ac:inkMk id="7" creationId="{6CE5FAA8-4C92-4EA3-8255-6AEF1A03C58D}"/>
          </ac:inkMkLst>
        </pc:inkChg>
        <pc:inkChg chg="add">
          <ac:chgData name="Md. Nahid Hasan" userId="S::nahid@vu.edu.bd::85ea5f9e-65d6-4031-b810-9415101f2e21" providerId="AD" clId="Web-{E4F47990-9B63-4593-AFC8-2C6B664E5688}" dt="2020-12-17T08:34:54.829" v="422"/>
          <ac:inkMkLst>
            <pc:docMk/>
            <pc:sldMk cId="0" sldId="457"/>
            <ac:inkMk id="8" creationId="{49512CD5-3548-4CB6-817C-2FF27F28EA1C}"/>
          </ac:inkMkLst>
        </pc:inkChg>
        <pc:inkChg chg="add">
          <ac:chgData name="Md. Nahid Hasan" userId="S::nahid@vu.edu.bd::85ea5f9e-65d6-4031-b810-9415101f2e21" providerId="AD" clId="Web-{E4F47990-9B63-4593-AFC8-2C6B664E5688}" dt="2020-12-17T08:34:54.845" v="423"/>
          <ac:inkMkLst>
            <pc:docMk/>
            <pc:sldMk cId="0" sldId="457"/>
            <ac:inkMk id="9" creationId="{B24C3514-57AB-4442-BDAC-269ABF8CE8DA}"/>
          </ac:inkMkLst>
        </pc:inkChg>
        <pc:inkChg chg="add">
          <ac:chgData name="Md. Nahid Hasan" userId="S::nahid@vu.edu.bd::85ea5f9e-65d6-4031-b810-9415101f2e21" providerId="AD" clId="Web-{E4F47990-9B63-4593-AFC8-2C6B664E5688}" dt="2020-12-17T08:34:56.548" v="424"/>
          <ac:inkMkLst>
            <pc:docMk/>
            <pc:sldMk cId="0" sldId="457"/>
            <ac:inkMk id="10" creationId="{CD313BF1-2BCB-4F0E-9D28-FA5736B0D80C}"/>
          </ac:inkMkLst>
        </pc:inkChg>
      </pc:sldChg>
      <pc:sldChg chg="addSp">
        <pc:chgData name="Md. Nahid Hasan" userId="S::nahid@vu.edu.bd::85ea5f9e-65d6-4031-b810-9415101f2e21" providerId="AD" clId="Web-{E4F47990-9B63-4593-AFC8-2C6B664E5688}" dt="2020-12-17T08:33:36.407" v="414"/>
        <pc:sldMkLst>
          <pc:docMk/>
          <pc:sldMk cId="0" sldId="468"/>
        </pc:sldMkLst>
        <pc:inkChg chg="add">
          <ac:chgData name="Md. Nahid Hasan" userId="S::nahid@vu.edu.bd::85ea5f9e-65d6-4031-b810-9415101f2e21" providerId="AD" clId="Web-{E4F47990-9B63-4593-AFC8-2C6B664E5688}" dt="2020-12-17T08:29:44.920" v="312"/>
          <ac:inkMkLst>
            <pc:docMk/>
            <pc:sldMk cId="0" sldId="468"/>
            <ac:inkMk id="2" creationId="{AA5A9F8E-948D-4676-AD34-D52755FDCD8E}"/>
          </ac:inkMkLst>
        </pc:inkChg>
        <pc:inkChg chg="add">
          <ac:chgData name="Md. Nahid Hasan" userId="S::nahid@vu.edu.bd::85ea5f9e-65d6-4031-b810-9415101f2e21" providerId="AD" clId="Web-{E4F47990-9B63-4593-AFC8-2C6B664E5688}" dt="2020-12-17T08:29:57.155" v="313"/>
          <ac:inkMkLst>
            <pc:docMk/>
            <pc:sldMk cId="0" sldId="468"/>
            <ac:inkMk id="4" creationId="{115CB7F0-BEF7-4A11-936A-3C215F726C76}"/>
          </ac:inkMkLst>
        </pc:inkChg>
        <pc:inkChg chg="add">
          <ac:chgData name="Md. Nahid Hasan" userId="S::nahid@vu.edu.bd::85ea5f9e-65d6-4031-b810-9415101f2e21" providerId="AD" clId="Web-{E4F47990-9B63-4593-AFC8-2C6B664E5688}" dt="2020-12-17T08:30:08.061" v="314"/>
          <ac:inkMkLst>
            <pc:docMk/>
            <pc:sldMk cId="0" sldId="468"/>
            <ac:inkMk id="5" creationId="{747C3DCC-1B03-41F7-B537-8C6AF23BB5F3}"/>
          </ac:inkMkLst>
        </pc:inkChg>
        <pc:inkChg chg="add">
          <ac:chgData name="Md. Nahid Hasan" userId="S::nahid@vu.edu.bd::85ea5f9e-65d6-4031-b810-9415101f2e21" providerId="AD" clId="Web-{E4F47990-9B63-4593-AFC8-2C6B664E5688}" dt="2020-12-17T08:30:09.046" v="315"/>
          <ac:inkMkLst>
            <pc:docMk/>
            <pc:sldMk cId="0" sldId="468"/>
            <ac:inkMk id="6" creationId="{CA932686-7BF0-431B-AE75-F3D4D35565BE}"/>
          </ac:inkMkLst>
        </pc:inkChg>
        <pc:inkChg chg="add">
          <ac:chgData name="Md. Nahid Hasan" userId="S::nahid@vu.edu.bd::85ea5f9e-65d6-4031-b810-9415101f2e21" providerId="AD" clId="Web-{E4F47990-9B63-4593-AFC8-2C6B664E5688}" dt="2020-12-17T08:30:10.389" v="316"/>
          <ac:inkMkLst>
            <pc:docMk/>
            <pc:sldMk cId="0" sldId="468"/>
            <ac:inkMk id="7" creationId="{EC987594-AEF3-4190-ACEE-7560EA234D1D}"/>
          </ac:inkMkLst>
        </pc:inkChg>
        <pc:inkChg chg="add">
          <ac:chgData name="Md. Nahid Hasan" userId="S::nahid@vu.edu.bd::85ea5f9e-65d6-4031-b810-9415101f2e21" providerId="AD" clId="Web-{E4F47990-9B63-4593-AFC8-2C6B664E5688}" dt="2020-12-17T08:30:11.280" v="317"/>
          <ac:inkMkLst>
            <pc:docMk/>
            <pc:sldMk cId="0" sldId="468"/>
            <ac:inkMk id="8" creationId="{D8C55AA7-5BC7-440F-99CA-884453CC9971}"/>
          </ac:inkMkLst>
        </pc:inkChg>
        <pc:inkChg chg="add">
          <ac:chgData name="Md. Nahid Hasan" userId="S::nahid@vu.edu.bd::85ea5f9e-65d6-4031-b810-9415101f2e21" providerId="AD" clId="Web-{E4F47990-9B63-4593-AFC8-2C6B664E5688}" dt="2020-12-17T08:30:11.921" v="318"/>
          <ac:inkMkLst>
            <pc:docMk/>
            <pc:sldMk cId="0" sldId="468"/>
            <ac:inkMk id="9" creationId="{A5431030-5583-48C1-A7B6-4AEBB35F0EEF}"/>
          </ac:inkMkLst>
        </pc:inkChg>
        <pc:inkChg chg="add">
          <ac:chgData name="Md. Nahid Hasan" userId="S::nahid@vu.edu.bd::85ea5f9e-65d6-4031-b810-9415101f2e21" providerId="AD" clId="Web-{E4F47990-9B63-4593-AFC8-2C6B664E5688}" dt="2020-12-17T08:30:12.327" v="319"/>
          <ac:inkMkLst>
            <pc:docMk/>
            <pc:sldMk cId="0" sldId="468"/>
            <ac:inkMk id="10" creationId="{F1182F33-BB96-45CB-B5DF-4B603A8B2E7C}"/>
          </ac:inkMkLst>
        </pc:inkChg>
        <pc:inkChg chg="add">
          <ac:chgData name="Md. Nahid Hasan" userId="S::nahid@vu.edu.bd::85ea5f9e-65d6-4031-b810-9415101f2e21" providerId="AD" clId="Web-{E4F47990-9B63-4593-AFC8-2C6B664E5688}" dt="2020-12-17T08:30:12.842" v="320"/>
          <ac:inkMkLst>
            <pc:docMk/>
            <pc:sldMk cId="0" sldId="468"/>
            <ac:inkMk id="11" creationId="{26C64759-F657-48FD-B17B-1C005B950520}"/>
          </ac:inkMkLst>
        </pc:inkChg>
        <pc:inkChg chg="add">
          <ac:chgData name="Md. Nahid Hasan" userId="S::nahid@vu.edu.bd::85ea5f9e-65d6-4031-b810-9415101f2e21" providerId="AD" clId="Web-{E4F47990-9B63-4593-AFC8-2C6B664E5688}" dt="2020-12-17T08:30:18.639" v="321"/>
          <ac:inkMkLst>
            <pc:docMk/>
            <pc:sldMk cId="0" sldId="468"/>
            <ac:inkMk id="12" creationId="{EDCA4D15-D6E4-4DF3-A87A-F93D2D0543A1}"/>
          </ac:inkMkLst>
        </pc:inkChg>
        <pc:inkChg chg="add">
          <ac:chgData name="Md. Nahid Hasan" userId="S::nahid@vu.edu.bd::85ea5f9e-65d6-4031-b810-9415101f2e21" providerId="AD" clId="Web-{E4F47990-9B63-4593-AFC8-2C6B664E5688}" dt="2020-12-17T08:30:22.639" v="322"/>
          <ac:inkMkLst>
            <pc:docMk/>
            <pc:sldMk cId="0" sldId="468"/>
            <ac:inkMk id="13" creationId="{F75E6023-1E7C-4D0E-8BF6-7FF5EE1CCC25}"/>
          </ac:inkMkLst>
        </pc:inkChg>
        <pc:inkChg chg="add">
          <ac:chgData name="Md. Nahid Hasan" userId="S::nahid@vu.edu.bd::85ea5f9e-65d6-4031-b810-9415101f2e21" providerId="AD" clId="Web-{E4F47990-9B63-4593-AFC8-2C6B664E5688}" dt="2020-12-17T08:30:22.655" v="323"/>
          <ac:inkMkLst>
            <pc:docMk/>
            <pc:sldMk cId="0" sldId="468"/>
            <ac:inkMk id="14" creationId="{0A2E6AD0-C080-43D9-BB62-6F96F5319248}"/>
          </ac:inkMkLst>
        </pc:inkChg>
        <pc:inkChg chg="add">
          <ac:chgData name="Md. Nahid Hasan" userId="S::nahid@vu.edu.bd::85ea5f9e-65d6-4031-b810-9415101f2e21" providerId="AD" clId="Web-{E4F47990-9B63-4593-AFC8-2C6B664E5688}" dt="2020-12-17T08:30:22.671" v="324"/>
          <ac:inkMkLst>
            <pc:docMk/>
            <pc:sldMk cId="0" sldId="468"/>
            <ac:inkMk id="15" creationId="{05C96486-4A4C-4CFF-92A1-1C8D485559FD}"/>
          </ac:inkMkLst>
        </pc:inkChg>
        <pc:inkChg chg="add">
          <ac:chgData name="Md. Nahid Hasan" userId="S::nahid@vu.edu.bd::85ea5f9e-65d6-4031-b810-9415101f2e21" providerId="AD" clId="Web-{E4F47990-9B63-4593-AFC8-2C6B664E5688}" dt="2020-12-17T08:30:22.671" v="325"/>
          <ac:inkMkLst>
            <pc:docMk/>
            <pc:sldMk cId="0" sldId="468"/>
            <ac:inkMk id="16" creationId="{618473FF-7AA2-40AE-9E37-0F3BABDFDE01}"/>
          </ac:inkMkLst>
        </pc:inkChg>
        <pc:inkChg chg="add">
          <ac:chgData name="Md. Nahid Hasan" userId="S::nahid@vu.edu.bd::85ea5f9e-65d6-4031-b810-9415101f2e21" providerId="AD" clId="Web-{E4F47990-9B63-4593-AFC8-2C6B664E5688}" dt="2020-12-17T08:30:23.233" v="326"/>
          <ac:inkMkLst>
            <pc:docMk/>
            <pc:sldMk cId="0" sldId="468"/>
            <ac:inkMk id="17" creationId="{D07E76A4-0C6E-4775-B329-C3F75EE8643D}"/>
          </ac:inkMkLst>
        </pc:inkChg>
        <pc:inkChg chg="add">
          <ac:chgData name="Md. Nahid Hasan" userId="S::nahid@vu.edu.bd::85ea5f9e-65d6-4031-b810-9415101f2e21" providerId="AD" clId="Web-{E4F47990-9B63-4593-AFC8-2C6B664E5688}" dt="2020-12-17T08:30:23.858" v="327"/>
          <ac:inkMkLst>
            <pc:docMk/>
            <pc:sldMk cId="0" sldId="468"/>
            <ac:inkMk id="18" creationId="{546BE47E-C89F-40DB-983C-8B8669F86865}"/>
          </ac:inkMkLst>
        </pc:inkChg>
        <pc:inkChg chg="add">
          <ac:chgData name="Md. Nahid Hasan" userId="S::nahid@vu.edu.bd::85ea5f9e-65d6-4031-b810-9415101f2e21" providerId="AD" clId="Web-{E4F47990-9B63-4593-AFC8-2C6B664E5688}" dt="2020-12-17T08:30:32.124" v="328"/>
          <ac:inkMkLst>
            <pc:docMk/>
            <pc:sldMk cId="0" sldId="468"/>
            <ac:inkMk id="19" creationId="{142D7CF4-541E-4331-AB9F-FAAFE7D693C9}"/>
          </ac:inkMkLst>
        </pc:inkChg>
        <pc:inkChg chg="add">
          <ac:chgData name="Md. Nahid Hasan" userId="S::nahid@vu.edu.bd::85ea5f9e-65d6-4031-b810-9415101f2e21" providerId="AD" clId="Web-{E4F47990-9B63-4593-AFC8-2C6B664E5688}" dt="2020-12-17T08:30:33.546" v="329"/>
          <ac:inkMkLst>
            <pc:docMk/>
            <pc:sldMk cId="0" sldId="468"/>
            <ac:inkMk id="20" creationId="{CFFC8AF6-BE12-45FD-89D5-7AFA9E39735B}"/>
          </ac:inkMkLst>
        </pc:inkChg>
        <pc:inkChg chg="add">
          <ac:chgData name="Md. Nahid Hasan" userId="S::nahid@vu.edu.bd::85ea5f9e-65d6-4031-b810-9415101f2e21" providerId="AD" clId="Web-{E4F47990-9B63-4593-AFC8-2C6B664E5688}" dt="2020-12-17T08:30:42.671" v="330"/>
          <ac:inkMkLst>
            <pc:docMk/>
            <pc:sldMk cId="0" sldId="468"/>
            <ac:inkMk id="21" creationId="{C5777405-F68A-4CEC-923B-F812BD2CA06E}"/>
          </ac:inkMkLst>
        </pc:inkChg>
        <pc:inkChg chg="add">
          <ac:chgData name="Md. Nahid Hasan" userId="S::nahid@vu.edu.bd::85ea5f9e-65d6-4031-b810-9415101f2e21" providerId="AD" clId="Web-{E4F47990-9B63-4593-AFC8-2C6B664E5688}" dt="2020-12-17T08:30:44.155" v="331"/>
          <ac:inkMkLst>
            <pc:docMk/>
            <pc:sldMk cId="0" sldId="468"/>
            <ac:inkMk id="22" creationId="{13B3D54E-7E0E-4698-8F28-AA60D3CC5A8A}"/>
          </ac:inkMkLst>
        </pc:inkChg>
        <pc:inkChg chg="add">
          <ac:chgData name="Md. Nahid Hasan" userId="S::nahid@vu.edu.bd::85ea5f9e-65d6-4031-b810-9415101f2e21" providerId="AD" clId="Web-{E4F47990-9B63-4593-AFC8-2C6B664E5688}" dt="2020-12-17T08:30:46.858" v="332"/>
          <ac:inkMkLst>
            <pc:docMk/>
            <pc:sldMk cId="0" sldId="468"/>
            <ac:inkMk id="23" creationId="{33758EA4-1B9F-4FE7-9F21-B19155B8248B}"/>
          </ac:inkMkLst>
        </pc:inkChg>
        <pc:inkChg chg="add">
          <ac:chgData name="Md. Nahid Hasan" userId="S::nahid@vu.edu.bd::85ea5f9e-65d6-4031-b810-9415101f2e21" providerId="AD" clId="Web-{E4F47990-9B63-4593-AFC8-2C6B664E5688}" dt="2020-12-17T08:30:46.874" v="333"/>
          <ac:inkMkLst>
            <pc:docMk/>
            <pc:sldMk cId="0" sldId="468"/>
            <ac:inkMk id="24" creationId="{9998263A-612F-40BF-8BA4-78B1FFC22EFD}"/>
          </ac:inkMkLst>
        </pc:inkChg>
        <pc:inkChg chg="add">
          <ac:chgData name="Md. Nahid Hasan" userId="S::nahid@vu.edu.bd::85ea5f9e-65d6-4031-b810-9415101f2e21" providerId="AD" clId="Web-{E4F47990-9B63-4593-AFC8-2C6B664E5688}" dt="2020-12-17T08:30:46.890" v="334"/>
          <ac:inkMkLst>
            <pc:docMk/>
            <pc:sldMk cId="0" sldId="468"/>
            <ac:inkMk id="25" creationId="{4E300A43-E374-446C-AF55-CCFE6395DD4E}"/>
          </ac:inkMkLst>
        </pc:inkChg>
        <pc:inkChg chg="add">
          <ac:chgData name="Md. Nahid Hasan" userId="S::nahid@vu.edu.bd::85ea5f9e-65d6-4031-b810-9415101f2e21" providerId="AD" clId="Web-{E4F47990-9B63-4593-AFC8-2C6B664E5688}" dt="2020-12-17T08:30:47.733" v="335"/>
          <ac:inkMkLst>
            <pc:docMk/>
            <pc:sldMk cId="0" sldId="468"/>
            <ac:inkMk id="26" creationId="{09A0E931-99D1-4824-AC95-527A1B585345}"/>
          </ac:inkMkLst>
        </pc:inkChg>
        <pc:inkChg chg="add">
          <ac:chgData name="Md. Nahid Hasan" userId="S::nahid@vu.edu.bd::85ea5f9e-65d6-4031-b810-9415101f2e21" providerId="AD" clId="Web-{E4F47990-9B63-4593-AFC8-2C6B664E5688}" dt="2020-12-17T08:30:47.749" v="336"/>
          <ac:inkMkLst>
            <pc:docMk/>
            <pc:sldMk cId="0" sldId="468"/>
            <ac:inkMk id="27" creationId="{92388F38-0EF7-4B50-AADC-42B10E95902A}"/>
          </ac:inkMkLst>
        </pc:inkChg>
        <pc:inkChg chg="add">
          <ac:chgData name="Md. Nahid Hasan" userId="S::nahid@vu.edu.bd::85ea5f9e-65d6-4031-b810-9415101f2e21" providerId="AD" clId="Web-{E4F47990-9B63-4593-AFC8-2C6B664E5688}" dt="2020-12-17T08:30:49.296" v="337"/>
          <ac:inkMkLst>
            <pc:docMk/>
            <pc:sldMk cId="0" sldId="468"/>
            <ac:inkMk id="28" creationId="{A2D05431-78B2-4569-BCA8-2485916060D1}"/>
          </ac:inkMkLst>
        </pc:inkChg>
        <pc:inkChg chg="add">
          <ac:chgData name="Md. Nahid Hasan" userId="S::nahid@vu.edu.bd::85ea5f9e-65d6-4031-b810-9415101f2e21" providerId="AD" clId="Web-{E4F47990-9B63-4593-AFC8-2C6B664E5688}" dt="2020-12-17T08:30:55.374" v="338"/>
          <ac:inkMkLst>
            <pc:docMk/>
            <pc:sldMk cId="0" sldId="468"/>
            <ac:inkMk id="29" creationId="{770FCF39-7C40-4D47-BE3B-4947604C2A49}"/>
          </ac:inkMkLst>
        </pc:inkChg>
        <pc:inkChg chg="add">
          <ac:chgData name="Md. Nahid Hasan" userId="S::nahid@vu.edu.bd::85ea5f9e-65d6-4031-b810-9415101f2e21" providerId="AD" clId="Web-{E4F47990-9B63-4593-AFC8-2C6B664E5688}" dt="2020-12-17T08:30:55.390" v="339"/>
          <ac:inkMkLst>
            <pc:docMk/>
            <pc:sldMk cId="0" sldId="468"/>
            <ac:inkMk id="30" creationId="{4DAFA88C-842D-4768-B2FD-FB8982B9D942}"/>
          </ac:inkMkLst>
        </pc:inkChg>
        <pc:inkChg chg="add">
          <ac:chgData name="Md. Nahid Hasan" userId="S::nahid@vu.edu.bd::85ea5f9e-65d6-4031-b810-9415101f2e21" providerId="AD" clId="Web-{E4F47990-9B63-4593-AFC8-2C6B664E5688}" dt="2020-12-17T08:30:58.233" v="340"/>
          <ac:inkMkLst>
            <pc:docMk/>
            <pc:sldMk cId="0" sldId="468"/>
            <ac:inkMk id="31" creationId="{31D4A129-B1B4-47B8-8262-2A105BCF4BD5}"/>
          </ac:inkMkLst>
        </pc:inkChg>
        <pc:inkChg chg="add">
          <ac:chgData name="Md. Nahid Hasan" userId="S::nahid@vu.edu.bd::85ea5f9e-65d6-4031-b810-9415101f2e21" providerId="AD" clId="Web-{E4F47990-9B63-4593-AFC8-2C6B664E5688}" dt="2020-12-17T08:30:58.249" v="341"/>
          <ac:inkMkLst>
            <pc:docMk/>
            <pc:sldMk cId="0" sldId="468"/>
            <ac:inkMk id="32" creationId="{B7B4E072-327F-4C3A-9F83-0A13B67AAADB}"/>
          </ac:inkMkLst>
        </pc:inkChg>
        <pc:inkChg chg="add">
          <ac:chgData name="Md. Nahid Hasan" userId="S::nahid@vu.edu.bd::85ea5f9e-65d6-4031-b810-9415101f2e21" providerId="AD" clId="Web-{E4F47990-9B63-4593-AFC8-2C6B664E5688}" dt="2020-12-17T08:30:58.249" v="342"/>
          <ac:inkMkLst>
            <pc:docMk/>
            <pc:sldMk cId="0" sldId="468"/>
            <ac:inkMk id="33" creationId="{932C7633-8B10-42F6-AA45-30D9A380F3EA}"/>
          </ac:inkMkLst>
        </pc:inkChg>
        <pc:inkChg chg="add">
          <ac:chgData name="Md. Nahid Hasan" userId="S::nahid@vu.edu.bd::85ea5f9e-65d6-4031-b810-9415101f2e21" providerId="AD" clId="Web-{E4F47990-9B63-4593-AFC8-2C6B664E5688}" dt="2020-12-17T08:30:58.265" v="343"/>
          <ac:inkMkLst>
            <pc:docMk/>
            <pc:sldMk cId="0" sldId="468"/>
            <ac:inkMk id="34" creationId="{A75D5FE1-AFE7-4F0F-B696-305A4D70F590}"/>
          </ac:inkMkLst>
        </pc:inkChg>
        <pc:inkChg chg="add">
          <ac:chgData name="Md. Nahid Hasan" userId="S::nahid@vu.edu.bd::85ea5f9e-65d6-4031-b810-9415101f2e21" providerId="AD" clId="Web-{E4F47990-9B63-4593-AFC8-2C6B664E5688}" dt="2020-12-17T08:30:58.280" v="344"/>
          <ac:inkMkLst>
            <pc:docMk/>
            <pc:sldMk cId="0" sldId="468"/>
            <ac:inkMk id="35" creationId="{4E345A1F-DCE0-4530-8D51-B821A2600233}"/>
          </ac:inkMkLst>
        </pc:inkChg>
        <pc:inkChg chg="add">
          <ac:chgData name="Md. Nahid Hasan" userId="S::nahid@vu.edu.bd::85ea5f9e-65d6-4031-b810-9415101f2e21" providerId="AD" clId="Web-{E4F47990-9B63-4593-AFC8-2C6B664E5688}" dt="2020-12-17T08:30:59.874" v="345"/>
          <ac:inkMkLst>
            <pc:docMk/>
            <pc:sldMk cId="0" sldId="468"/>
            <ac:inkMk id="36" creationId="{870E5F62-47E3-4AA2-91F2-C2625C206D58}"/>
          </ac:inkMkLst>
        </pc:inkChg>
        <pc:inkChg chg="add">
          <ac:chgData name="Md. Nahid Hasan" userId="S::nahid@vu.edu.bd::85ea5f9e-65d6-4031-b810-9415101f2e21" providerId="AD" clId="Web-{E4F47990-9B63-4593-AFC8-2C6B664E5688}" dt="2020-12-17T08:30:59.890" v="346"/>
          <ac:inkMkLst>
            <pc:docMk/>
            <pc:sldMk cId="0" sldId="468"/>
            <ac:inkMk id="37" creationId="{56EEEFB9-2970-4D9C-9254-5A9DB10DD6FE}"/>
          </ac:inkMkLst>
        </pc:inkChg>
        <pc:inkChg chg="add">
          <ac:chgData name="Md. Nahid Hasan" userId="S::nahid@vu.edu.bd::85ea5f9e-65d6-4031-b810-9415101f2e21" providerId="AD" clId="Web-{E4F47990-9B63-4593-AFC8-2C6B664E5688}" dt="2020-12-17T08:31:02.859" v="347"/>
          <ac:inkMkLst>
            <pc:docMk/>
            <pc:sldMk cId="0" sldId="468"/>
            <ac:inkMk id="38" creationId="{B35301D5-387E-42B9-9697-44D4A984DD54}"/>
          </ac:inkMkLst>
        </pc:inkChg>
        <pc:inkChg chg="add">
          <ac:chgData name="Md. Nahid Hasan" userId="S::nahid@vu.edu.bd::85ea5f9e-65d6-4031-b810-9415101f2e21" providerId="AD" clId="Web-{E4F47990-9B63-4593-AFC8-2C6B664E5688}" dt="2020-12-17T08:31:02.874" v="348"/>
          <ac:inkMkLst>
            <pc:docMk/>
            <pc:sldMk cId="0" sldId="468"/>
            <ac:inkMk id="39" creationId="{49227411-927B-42F7-B3BC-36536C725F0E}"/>
          </ac:inkMkLst>
        </pc:inkChg>
        <pc:inkChg chg="add">
          <ac:chgData name="Md. Nahid Hasan" userId="S::nahid@vu.edu.bd::85ea5f9e-65d6-4031-b810-9415101f2e21" providerId="AD" clId="Web-{E4F47990-9B63-4593-AFC8-2C6B664E5688}" dt="2020-12-17T08:31:02.890" v="349"/>
          <ac:inkMkLst>
            <pc:docMk/>
            <pc:sldMk cId="0" sldId="468"/>
            <ac:inkMk id="40" creationId="{E2A9D803-81D8-4FB0-8C4B-49B91C07F144}"/>
          </ac:inkMkLst>
        </pc:inkChg>
        <pc:inkChg chg="add">
          <ac:chgData name="Md. Nahid Hasan" userId="S::nahid@vu.edu.bd::85ea5f9e-65d6-4031-b810-9415101f2e21" providerId="AD" clId="Web-{E4F47990-9B63-4593-AFC8-2C6B664E5688}" dt="2020-12-17T08:31:02.905" v="350"/>
          <ac:inkMkLst>
            <pc:docMk/>
            <pc:sldMk cId="0" sldId="468"/>
            <ac:inkMk id="41" creationId="{D66A4E4D-BC85-4BCC-9EC7-69F23C54645A}"/>
          </ac:inkMkLst>
        </pc:inkChg>
        <pc:inkChg chg="add">
          <ac:chgData name="Md. Nahid Hasan" userId="S::nahid@vu.edu.bd::85ea5f9e-65d6-4031-b810-9415101f2e21" providerId="AD" clId="Web-{E4F47990-9B63-4593-AFC8-2C6B664E5688}" dt="2020-12-17T08:31:04.468" v="351"/>
          <ac:inkMkLst>
            <pc:docMk/>
            <pc:sldMk cId="0" sldId="468"/>
            <ac:inkMk id="42" creationId="{F7910101-B22A-4583-8908-D280A1391FC6}"/>
          </ac:inkMkLst>
        </pc:inkChg>
        <pc:inkChg chg="add">
          <ac:chgData name="Md. Nahid Hasan" userId="S::nahid@vu.edu.bd::85ea5f9e-65d6-4031-b810-9415101f2e21" providerId="AD" clId="Web-{E4F47990-9B63-4593-AFC8-2C6B664E5688}" dt="2020-12-17T08:31:04.484" v="352"/>
          <ac:inkMkLst>
            <pc:docMk/>
            <pc:sldMk cId="0" sldId="468"/>
            <ac:inkMk id="43" creationId="{A6952C46-2054-48B1-9057-2C690147805D}"/>
          </ac:inkMkLst>
        </pc:inkChg>
        <pc:inkChg chg="add">
          <ac:chgData name="Md. Nahid Hasan" userId="S::nahid@vu.edu.bd::85ea5f9e-65d6-4031-b810-9415101f2e21" providerId="AD" clId="Web-{E4F47990-9B63-4593-AFC8-2C6B664E5688}" dt="2020-12-17T08:31:04.499" v="353"/>
          <ac:inkMkLst>
            <pc:docMk/>
            <pc:sldMk cId="0" sldId="468"/>
            <ac:inkMk id="44" creationId="{4E8B1B4F-5738-4B4B-9906-12EF8DFFC7DB}"/>
          </ac:inkMkLst>
        </pc:inkChg>
        <pc:inkChg chg="add">
          <ac:chgData name="Md. Nahid Hasan" userId="S::nahid@vu.edu.bd::85ea5f9e-65d6-4031-b810-9415101f2e21" providerId="AD" clId="Web-{E4F47990-9B63-4593-AFC8-2C6B664E5688}" dt="2020-12-17T08:31:04.952" v="354"/>
          <ac:inkMkLst>
            <pc:docMk/>
            <pc:sldMk cId="0" sldId="468"/>
            <ac:inkMk id="45" creationId="{B07FD8C8-D10C-4C6E-A717-034ECCD60B06}"/>
          </ac:inkMkLst>
        </pc:inkChg>
        <pc:inkChg chg="add">
          <ac:chgData name="Md. Nahid Hasan" userId="S::nahid@vu.edu.bd::85ea5f9e-65d6-4031-b810-9415101f2e21" providerId="AD" clId="Web-{E4F47990-9B63-4593-AFC8-2C6B664E5688}" dt="2020-12-17T08:31:15.218" v="355"/>
          <ac:inkMkLst>
            <pc:docMk/>
            <pc:sldMk cId="0" sldId="468"/>
            <ac:inkMk id="46" creationId="{F37CE9EE-0AAC-48E7-BBAC-D28006FA6E6E}"/>
          </ac:inkMkLst>
        </pc:inkChg>
        <pc:inkChg chg="add">
          <ac:chgData name="Md. Nahid Hasan" userId="S::nahid@vu.edu.bd::85ea5f9e-65d6-4031-b810-9415101f2e21" providerId="AD" clId="Web-{E4F47990-9B63-4593-AFC8-2C6B664E5688}" dt="2020-12-17T08:31:21.124" v="356"/>
          <ac:inkMkLst>
            <pc:docMk/>
            <pc:sldMk cId="0" sldId="468"/>
            <ac:inkMk id="47" creationId="{CFFC34B2-8446-4717-AD5F-42389975DC10}"/>
          </ac:inkMkLst>
        </pc:inkChg>
        <pc:inkChg chg="add">
          <ac:chgData name="Md. Nahid Hasan" userId="S::nahid@vu.edu.bd::85ea5f9e-65d6-4031-b810-9415101f2e21" providerId="AD" clId="Web-{E4F47990-9B63-4593-AFC8-2C6B664E5688}" dt="2020-12-17T08:31:22.624" v="357"/>
          <ac:inkMkLst>
            <pc:docMk/>
            <pc:sldMk cId="0" sldId="468"/>
            <ac:inkMk id="48" creationId="{EB421A0C-234C-4921-9E4E-7A2FFF41D054}"/>
          </ac:inkMkLst>
        </pc:inkChg>
        <pc:inkChg chg="add">
          <ac:chgData name="Md. Nahid Hasan" userId="S::nahid@vu.edu.bd::85ea5f9e-65d6-4031-b810-9415101f2e21" providerId="AD" clId="Web-{E4F47990-9B63-4593-AFC8-2C6B664E5688}" dt="2020-12-17T08:31:22.640" v="358"/>
          <ac:inkMkLst>
            <pc:docMk/>
            <pc:sldMk cId="0" sldId="468"/>
            <ac:inkMk id="49" creationId="{4FEFE6B9-CACF-4CC0-ACA4-8CBBC3FEFFEC}"/>
          </ac:inkMkLst>
        </pc:inkChg>
        <pc:inkChg chg="add">
          <ac:chgData name="Md. Nahid Hasan" userId="S::nahid@vu.edu.bd::85ea5f9e-65d6-4031-b810-9415101f2e21" providerId="AD" clId="Web-{E4F47990-9B63-4593-AFC8-2C6B664E5688}" dt="2020-12-17T08:31:22.640" v="359"/>
          <ac:inkMkLst>
            <pc:docMk/>
            <pc:sldMk cId="0" sldId="468"/>
            <ac:inkMk id="50" creationId="{74F72F19-F1C3-4311-802E-44C996CFF504}"/>
          </ac:inkMkLst>
        </pc:inkChg>
        <pc:inkChg chg="add">
          <ac:chgData name="Md. Nahid Hasan" userId="S::nahid@vu.edu.bd::85ea5f9e-65d6-4031-b810-9415101f2e21" providerId="AD" clId="Web-{E4F47990-9B63-4593-AFC8-2C6B664E5688}" dt="2020-12-17T08:31:24.015" v="360"/>
          <ac:inkMkLst>
            <pc:docMk/>
            <pc:sldMk cId="0" sldId="468"/>
            <ac:inkMk id="51" creationId="{20C5A8E7-7352-461C-BE1C-850F0D3E39A8}"/>
          </ac:inkMkLst>
        </pc:inkChg>
        <pc:inkChg chg="add">
          <ac:chgData name="Md. Nahid Hasan" userId="S::nahid@vu.edu.bd::85ea5f9e-65d6-4031-b810-9415101f2e21" providerId="AD" clId="Web-{E4F47990-9B63-4593-AFC8-2C6B664E5688}" dt="2020-12-17T08:31:32.109" v="361"/>
          <ac:inkMkLst>
            <pc:docMk/>
            <pc:sldMk cId="0" sldId="468"/>
            <ac:inkMk id="52" creationId="{C42AB3E5-B9BB-4BF0-93EB-AE511FA1B3DF}"/>
          </ac:inkMkLst>
        </pc:inkChg>
        <pc:inkChg chg="add">
          <ac:chgData name="Md. Nahid Hasan" userId="S::nahid@vu.edu.bd::85ea5f9e-65d6-4031-b810-9415101f2e21" providerId="AD" clId="Web-{E4F47990-9B63-4593-AFC8-2C6B664E5688}" dt="2020-12-17T08:31:33.031" v="362"/>
          <ac:inkMkLst>
            <pc:docMk/>
            <pc:sldMk cId="0" sldId="468"/>
            <ac:inkMk id="53" creationId="{3149D6A6-A8C1-4F00-B5D3-80B4479ACA1E}"/>
          </ac:inkMkLst>
        </pc:inkChg>
        <pc:inkChg chg="add">
          <ac:chgData name="Md. Nahid Hasan" userId="S::nahid@vu.edu.bd::85ea5f9e-65d6-4031-b810-9415101f2e21" providerId="AD" clId="Web-{E4F47990-9B63-4593-AFC8-2C6B664E5688}" dt="2020-12-17T08:31:52.812" v="363"/>
          <ac:inkMkLst>
            <pc:docMk/>
            <pc:sldMk cId="0" sldId="468"/>
            <ac:inkMk id="54" creationId="{821C2B2E-A3CA-4468-8D5D-159B5696A3DF}"/>
          </ac:inkMkLst>
        </pc:inkChg>
        <pc:inkChg chg="add">
          <ac:chgData name="Md. Nahid Hasan" userId="S::nahid@vu.edu.bd::85ea5f9e-65d6-4031-b810-9415101f2e21" providerId="AD" clId="Web-{E4F47990-9B63-4593-AFC8-2C6B664E5688}" dt="2020-12-17T08:32:06.844" v="364"/>
          <ac:inkMkLst>
            <pc:docMk/>
            <pc:sldMk cId="0" sldId="468"/>
            <ac:inkMk id="55" creationId="{83A1447F-E3E7-40D8-A7F7-808E13B0ED6A}"/>
          </ac:inkMkLst>
        </pc:inkChg>
        <pc:inkChg chg="add">
          <ac:chgData name="Md. Nahid Hasan" userId="S::nahid@vu.edu.bd::85ea5f9e-65d6-4031-b810-9415101f2e21" providerId="AD" clId="Web-{E4F47990-9B63-4593-AFC8-2C6B664E5688}" dt="2020-12-17T08:32:08.375" v="365"/>
          <ac:inkMkLst>
            <pc:docMk/>
            <pc:sldMk cId="0" sldId="468"/>
            <ac:inkMk id="56" creationId="{9D453595-C634-4110-9CB7-A6242388EB22}"/>
          </ac:inkMkLst>
        </pc:inkChg>
        <pc:inkChg chg="add">
          <ac:chgData name="Md. Nahid Hasan" userId="S::nahid@vu.edu.bd::85ea5f9e-65d6-4031-b810-9415101f2e21" providerId="AD" clId="Web-{E4F47990-9B63-4593-AFC8-2C6B664E5688}" dt="2020-12-17T08:32:08.984" v="366"/>
          <ac:inkMkLst>
            <pc:docMk/>
            <pc:sldMk cId="0" sldId="468"/>
            <ac:inkMk id="57" creationId="{04340CF4-65D2-48D4-9DE8-6FA10E1B17AF}"/>
          </ac:inkMkLst>
        </pc:inkChg>
        <pc:inkChg chg="add">
          <ac:chgData name="Md. Nahid Hasan" userId="S::nahid@vu.edu.bd::85ea5f9e-65d6-4031-b810-9415101f2e21" providerId="AD" clId="Web-{E4F47990-9B63-4593-AFC8-2C6B664E5688}" dt="2020-12-17T08:32:09.594" v="367"/>
          <ac:inkMkLst>
            <pc:docMk/>
            <pc:sldMk cId="0" sldId="468"/>
            <ac:inkMk id="58" creationId="{6CDC90F5-52EB-42A9-A714-874C9B418871}"/>
          </ac:inkMkLst>
        </pc:inkChg>
        <pc:inkChg chg="add">
          <ac:chgData name="Md. Nahid Hasan" userId="S::nahid@vu.edu.bd::85ea5f9e-65d6-4031-b810-9415101f2e21" providerId="AD" clId="Web-{E4F47990-9B63-4593-AFC8-2C6B664E5688}" dt="2020-12-17T08:32:11.015" v="368"/>
          <ac:inkMkLst>
            <pc:docMk/>
            <pc:sldMk cId="0" sldId="468"/>
            <ac:inkMk id="59" creationId="{C5CFA724-C358-4406-83B9-EB2502657AA4}"/>
          </ac:inkMkLst>
        </pc:inkChg>
        <pc:inkChg chg="add">
          <ac:chgData name="Md. Nahid Hasan" userId="S::nahid@vu.edu.bd::85ea5f9e-65d6-4031-b810-9415101f2e21" providerId="AD" clId="Web-{E4F47990-9B63-4593-AFC8-2C6B664E5688}" dt="2020-12-17T08:32:11.953" v="369"/>
          <ac:inkMkLst>
            <pc:docMk/>
            <pc:sldMk cId="0" sldId="468"/>
            <ac:inkMk id="61" creationId="{C4C5BACB-5F3C-4D1C-9EAF-6D64EA65D1E6}"/>
          </ac:inkMkLst>
        </pc:inkChg>
        <pc:inkChg chg="add">
          <ac:chgData name="Md. Nahid Hasan" userId="S::nahid@vu.edu.bd::85ea5f9e-65d6-4031-b810-9415101f2e21" providerId="AD" clId="Web-{E4F47990-9B63-4593-AFC8-2C6B664E5688}" dt="2020-12-17T08:32:12.906" v="370"/>
          <ac:inkMkLst>
            <pc:docMk/>
            <pc:sldMk cId="0" sldId="468"/>
            <ac:inkMk id="62" creationId="{D3CC5BB2-4C9C-4F13-AC80-6C76D048FECA}"/>
          </ac:inkMkLst>
        </pc:inkChg>
        <pc:inkChg chg="add">
          <ac:chgData name="Md. Nahid Hasan" userId="S::nahid@vu.edu.bd::85ea5f9e-65d6-4031-b810-9415101f2e21" providerId="AD" clId="Web-{E4F47990-9B63-4593-AFC8-2C6B664E5688}" dt="2020-12-17T08:32:14.109" v="371"/>
          <ac:inkMkLst>
            <pc:docMk/>
            <pc:sldMk cId="0" sldId="468"/>
            <ac:inkMk id="63" creationId="{356F9B87-B2BE-4D1F-B6BB-F2BACF91137C}"/>
          </ac:inkMkLst>
        </pc:inkChg>
        <pc:inkChg chg="add">
          <ac:chgData name="Md. Nahid Hasan" userId="S::nahid@vu.edu.bd::85ea5f9e-65d6-4031-b810-9415101f2e21" providerId="AD" clId="Web-{E4F47990-9B63-4593-AFC8-2C6B664E5688}" dt="2020-12-17T08:32:15.562" v="372"/>
          <ac:inkMkLst>
            <pc:docMk/>
            <pc:sldMk cId="0" sldId="468"/>
            <ac:inkMk id="51200" creationId="{3A070E48-14BF-4A18-913F-DE6C94B1AC69}"/>
          </ac:inkMkLst>
        </pc:inkChg>
        <pc:inkChg chg="add">
          <ac:chgData name="Md. Nahid Hasan" userId="S::nahid@vu.edu.bd::85ea5f9e-65d6-4031-b810-9415101f2e21" providerId="AD" clId="Web-{E4F47990-9B63-4593-AFC8-2C6B664E5688}" dt="2020-12-17T08:32:16.047" v="373"/>
          <ac:inkMkLst>
            <pc:docMk/>
            <pc:sldMk cId="0" sldId="468"/>
            <ac:inkMk id="51201" creationId="{4B8FEDA6-DBCF-4A69-B2BA-67CB8073E5E5}"/>
          </ac:inkMkLst>
        </pc:inkChg>
        <pc:inkChg chg="add">
          <ac:chgData name="Md. Nahid Hasan" userId="S::nahid@vu.edu.bd::85ea5f9e-65d6-4031-b810-9415101f2e21" providerId="AD" clId="Web-{E4F47990-9B63-4593-AFC8-2C6B664E5688}" dt="2020-12-17T08:32:16.578" v="374"/>
          <ac:inkMkLst>
            <pc:docMk/>
            <pc:sldMk cId="0" sldId="468"/>
            <ac:inkMk id="51203" creationId="{6DD6A2E0-637C-4053-94E6-C7ECC1B54AB7}"/>
          </ac:inkMkLst>
        </pc:inkChg>
        <pc:inkChg chg="add">
          <ac:chgData name="Md. Nahid Hasan" userId="S::nahid@vu.edu.bd::85ea5f9e-65d6-4031-b810-9415101f2e21" providerId="AD" clId="Web-{E4F47990-9B63-4593-AFC8-2C6B664E5688}" dt="2020-12-17T08:32:17.062" v="375"/>
          <ac:inkMkLst>
            <pc:docMk/>
            <pc:sldMk cId="0" sldId="468"/>
            <ac:inkMk id="51204" creationId="{AFEBDAD9-7040-4A69-B304-583A1099BA4B}"/>
          </ac:inkMkLst>
        </pc:inkChg>
        <pc:inkChg chg="add">
          <ac:chgData name="Md. Nahid Hasan" userId="S::nahid@vu.edu.bd::85ea5f9e-65d6-4031-b810-9415101f2e21" providerId="AD" clId="Web-{E4F47990-9B63-4593-AFC8-2C6B664E5688}" dt="2020-12-17T08:32:17.812" v="376"/>
          <ac:inkMkLst>
            <pc:docMk/>
            <pc:sldMk cId="0" sldId="468"/>
            <ac:inkMk id="51205" creationId="{8822D0D7-3FBC-4A98-BB4F-F1DA296C5A4B}"/>
          </ac:inkMkLst>
        </pc:inkChg>
        <pc:inkChg chg="add">
          <ac:chgData name="Md. Nahid Hasan" userId="S::nahid@vu.edu.bd::85ea5f9e-65d6-4031-b810-9415101f2e21" providerId="AD" clId="Web-{E4F47990-9B63-4593-AFC8-2C6B664E5688}" dt="2020-12-17T08:32:23.031" v="377"/>
          <ac:inkMkLst>
            <pc:docMk/>
            <pc:sldMk cId="0" sldId="468"/>
            <ac:inkMk id="51206" creationId="{74056920-4528-4BBF-BAE6-92A5D960F36A}"/>
          </ac:inkMkLst>
        </pc:inkChg>
        <pc:inkChg chg="add">
          <ac:chgData name="Md. Nahid Hasan" userId="S::nahid@vu.edu.bd::85ea5f9e-65d6-4031-b810-9415101f2e21" providerId="AD" clId="Web-{E4F47990-9B63-4593-AFC8-2C6B664E5688}" dt="2020-12-17T08:32:32.672" v="378"/>
          <ac:inkMkLst>
            <pc:docMk/>
            <pc:sldMk cId="0" sldId="468"/>
            <ac:inkMk id="51207" creationId="{6EB3B538-EE9B-4437-95CE-011F93E6056B}"/>
          </ac:inkMkLst>
        </pc:inkChg>
        <pc:inkChg chg="add">
          <ac:chgData name="Md. Nahid Hasan" userId="S::nahid@vu.edu.bd::85ea5f9e-65d6-4031-b810-9415101f2e21" providerId="AD" clId="Web-{E4F47990-9B63-4593-AFC8-2C6B664E5688}" dt="2020-12-17T08:32:34.563" v="379"/>
          <ac:inkMkLst>
            <pc:docMk/>
            <pc:sldMk cId="0" sldId="468"/>
            <ac:inkMk id="51208" creationId="{1014EFAF-CB7A-4F7E-AAD8-960CA7DA74DB}"/>
          </ac:inkMkLst>
        </pc:inkChg>
        <pc:inkChg chg="add">
          <ac:chgData name="Md. Nahid Hasan" userId="S::nahid@vu.edu.bd::85ea5f9e-65d6-4031-b810-9415101f2e21" providerId="AD" clId="Web-{E4F47990-9B63-4593-AFC8-2C6B664E5688}" dt="2020-12-17T08:32:35.437" v="380"/>
          <ac:inkMkLst>
            <pc:docMk/>
            <pc:sldMk cId="0" sldId="468"/>
            <ac:inkMk id="51209" creationId="{2326A6FC-3A5D-4BB8-B42C-D5D4C201AFCC}"/>
          </ac:inkMkLst>
        </pc:inkChg>
        <pc:inkChg chg="add">
          <ac:chgData name="Md. Nahid Hasan" userId="S::nahid@vu.edu.bd::85ea5f9e-65d6-4031-b810-9415101f2e21" providerId="AD" clId="Web-{E4F47990-9B63-4593-AFC8-2C6B664E5688}" dt="2020-12-17T08:32:35.453" v="381"/>
          <ac:inkMkLst>
            <pc:docMk/>
            <pc:sldMk cId="0" sldId="468"/>
            <ac:inkMk id="51210" creationId="{E4C16B36-5B37-462F-A24B-947A0C2F49E9}"/>
          </ac:inkMkLst>
        </pc:inkChg>
        <pc:inkChg chg="add">
          <ac:chgData name="Md. Nahid Hasan" userId="S::nahid@vu.edu.bd::85ea5f9e-65d6-4031-b810-9415101f2e21" providerId="AD" clId="Web-{E4F47990-9B63-4593-AFC8-2C6B664E5688}" dt="2020-12-17T08:32:39" v="382"/>
          <ac:inkMkLst>
            <pc:docMk/>
            <pc:sldMk cId="0" sldId="468"/>
            <ac:inkMk id="51211" creationId="{13EC7CFF-4B28-4C3F-8418-365AC46BE904}"/>
          </ac:inkMkLst>
        </pc:inkChg>
        <pc:inkChg chg="add">
          <ac:chgData name="Md. Nahid Hasan" userId="S::nahid@vu.edu.bd::85ea5f9e-65d6-4031-b810-9415101f2e21" providerId="AD" clId="Web-{E4F47990-9B63-4593-AFC8-2C6B664E5688}" dt="2020-12-17T08:32:39.016" v="383"/>
          <ac:inkMkLst>
            <pc:docMk/>
            <pc:sldMk cId="0" sldId="468"/>
            <ac:inkMk id="51212" creationId="{3FD3668F-5258-40B4-856D-2BA5C7E9AF4A}"/>
          </ac:inkMkLst>
        </pc:inkChg>
        <pc:inkChg chg="add">
          <ac:chgData name="Md. Nahid Hasan" userId="S::nahid@vu.edu.bd::85ea5f9e-65d6-4031-b810-9415101f2e21" providerId="AD" clId="Web-{E4F47990-9B63-4593-AFC8-2C6B664E5688}" dt="2020-12-17T08:32:39.031" v="384"/>
          <ac:inkMkLst>
            <pc:docMk/>
            <pc:sldMk cId="0" sldId="468"/>
            <ac:inkMk id="51213" creationId="{85596B54-EAB4-4D70-B6EE-C6891B17556E}"/>
          </ac:inkMkLst>
        </pc:inkChg>
        <pc:inkChg chg="add">
          <ac:chgData name="Md. Nahid Hasan" userId="S::nahid@vu.edu.bd::85ea5f9e-65d6-4031-b810-9415101f2e21" providerId="AD" clId="Web-{E4F47990-9B63-4593-AFC8-2C6B664E5688}" dt="2020-12-17T08:32:39.031" v="385"/>
          <ac:inkMkLst>
            <pc:docMk/>
            <pc:sldMk cId="0" sldId="468"/>
            <ac:inkMk id="51214" creationId="{74C6E83D-5D18-4FD3-8D18-4AEFD47A9FAA}"/>
          </ac:inkMkLst>
        </pc:inkChg>
        <pc:inkChg chg="add">
          <ac:chgData name="Md. Nahid Hasan" userId="S::nahid@vu.edu.bd::85ea5f9e-65d6-4031-b810-9415101f2e21" providerId="AD" clId="Web-{E4F47990-9B63-4593-AFC8-2C6B664E5688}" dt="2020-12-17T08:32:40.438" v="386"/>
          <ac:inkMkLst>
            <pc:docMk/>
            <pc:sldMk cId="0" sldId="468"/>
            <ac:inkMk id="51215" creationId="{DE23CEA6-CBB1-4C1B-B7B9-D984D0C3150C}"/>
          </ac:inkMkLst>
        </pc:inkChg>
        <pc:inkChg chg="add">
          <ac:chgData name="Md. Nahid Hasan" userId="S::nahid@vu.edu.bd::85ea5f9e-65d6-4031-b810-9415101f2e21" providerId="AD" clId="Web-{E4F47990-9B63-4593-AFC8-2C6B664E5688}" dt="2020-12-17T08:32:40.438" v="387"/>
          <ac:inkMkLst>
            <pc:docMk/>
            <pc:sldMk cId="0" sldId="468"/>
            <ac:inkMk id="51216" creationId="{9ACD6801-DDE7-4C77-A52F-281CF8973FC8}"/>
          </ac:inkMkLst>
        </pc:inkChg>
        <pc:inkChg chg="add">
          <ac:chgData name="Md. Nahid Hasan" userId="S::nahid@vu.edu.bd::85ea5f9e-65d6-4031-b810-9415101f2e21" providerId="AD" clId="Web-{E4F47990-9B63-4593-AFC8-2C6B664E5688}" dt="2020-12-17T08:32:43.641" v="388"/>
          <ac:inkMkLst>
            <pc:docMk/>
            <pc:sldMk cId="0" sldId="468"/>
            <ac:inkMk id="51217" creationId="{E2FED491-C71A-47A0-98EF-0E891B3173A4}"/>
          </ac:inkMkLst>
        </pc:inkChg>
        <pc:inkChg chg="add">
          <ac:chgData name="Md. Nahid Hasan" userId="S::nahid@vu.edu.bd::85ea5f9e-65d6-4031-b810-9415101f2e21" providerId="AD" clId="Web-{E4F47990-9B63-4593-AFC8-2C6B664E5688}" dt="2020-12-17T08:32:43.656" v="389"/>
          <ac:inkMkLst>
            <pc:docMk/>
            <pc:sldMk cId="0" sldId="468"/>
            <ac:inkMk id="51218" creationId="{F08A0C0C-2675-4C83-8E4E-BE8EF4873F4C}"/>
          </ac:inkMkLst>
        </pc:inkChg>
        <pc:inkChg chg="add">
          <ac:chgData name="Md. Nahid Hasan" userId="S::nahid@vu.edu.bd::85ea5f9e-65d6-4031-b810-9415101f2e21" providerId="AD" clId="Web-{E4F47990-9B63-4593-AFC8-2C6B664E5688}" dt="2020-12-17T08:32:43.656" v="390"/>
          <ac:inkMkLst>
            <pc:docMk/>
            <pc:sldMk cId="0" sldId="468"/>
            <ac:inkMk id="51219" creationId="{5223000A-3049-49CB-8A97-37630678FF2D}"/>
          </ac:inkMkLst>
        </pc:inkChg>
        <pc:inkChg chg="add">
          <ac:chgData name="Md. Nahid Hasan" userId="S::nahid@vu.edu.bd::85ea5f9e-65d6-4031-b810-9415101f2e21" providerId="AD" clId="Web-{E4F47990-9B63-4593-AFC8-2C6B664E5688}" dt="2020-12-17T08:32:45.797" v="391"/>
          <ac:inkMkLst>
            <pc:docMk/>
            <pc:sldMk cId="0" sldId="468"/>
            <ac:inkMk id="51220" creationId="{3A9B604F-21D5-450E-ADED-B16489517CE8}"/>
          </ac:inkMkLst>
        </pc:inkChg>
        <pc:inkChg chg="add">
          <ac:chgData name="Md. Nahid Hasan" userId="S::nahid@vu.edu.bd::85ea5f9e-65d6-4031-b810-9415101f2e21" providerId="AD" clId="Web-{E4F47990-9B63-4593-AFC8-2C6B664E5688}" dt="2020-12-17T08:32:45.813" v="392"/>
          <ac:inkMkLst>
            <pc:docMk/>
            <pc:sldMk cId="0" sldId="468"/>
            <ac:inkMk id="51221" creationId="{7C37C96E-9E30-4FCF-8825-FA81EC6A5AB9}"/>
          </ac:inkMkLst>
        </pc:inkChg>
        <pc:inkChg chg="add">
          <ac:chgData name="Md. Nahid Hasan" userId="S::nahid@vu.edu.bd::85ea5f9e-65d6-4031-b810-9415101f2e21" providerId="AD" clId="Web-{E4F47990-9B63-4593-AFC8-2C6B664E5688}" dt="2020-12-17T08:32:45.813" v="393"/>
          <ac:inkMkLst>
            <pc:docMk/>
            <pc:sldMk cId="0" sldId="468"/>
            <ac:inkMk id="51222" creationId="{CBEFEA2A-D7D7-4677-A569-C2CAE1905F7C}"/>
          </ac:inkMkLst>
        </pc:inkChg>
        <pc:inkChg chg="add">
          <ac:chgData name="Md. Nahid Hasan" userId="S::nahid@vu.edu.bd::85ea5f9e-65d6-4031-b810-9415101f2e21" providerId="AD" clId="Web-{E4F47990-9B63-4593-AFC8-2C6B664E5688}" dt="2020-12-17T08:32:46.344" v="394"/>
          <ac:inkMkLst>
            <pc:docMk/>
            <pc:sldMk cId="0" sldId="468"/>
            <ac:inkMk id="51223" creationId="{77B29A6F-876F-4EE6-9EBD-74284CFDEEE3}"/>
          </ac:inkMkLst>
        </pc:inkChg>
        <pc:inkChg chg="add">
          <ac:chgData name="Md. Nahid Hasan" userId="S::nahid@vu.edu.bd::85ea5f9e-65d6-4031-b810-9415101f2e21" providerId="AD" clId="Web-{E4F47990-9B63-4593-AFC8-2C6B664E5688}" dt="2020-12-17T08:32:46.750" v="395"/>
          <ac:inkMkLst>
            <pc:docMk/>
            <pc:sldMk cId="0" sldId="468"/>
            <ac:inkMk id="51224" creationId="{E062E179-2D2E-4B74-91E3-6A033101978A}"/>
          </ac:inkMkLst>
        </pc:inkChg>
        <pc:inkChg chg="add">
          <ac:chgData name="Md. Nahid Hasan" userId="S::nahid@vu.edu.bd::85ea5f9e-65d6-4031-b810-9415101f2e21" providerId="AD" clId="Web-{E4F47990-9B63-4593-AFC8-2C6B664E5688}" dt="2020-12-17T08:32:51.594" v="396"/>
          <ac:inkMkLst>
            <pc:docMk/>
            <pc:sldMk cId="0" sldId="468"/>
            <ac:inkMk id="51225" creationId="{016D4127-7841-45E3-B072-DE9A870798CC}"/>
          </ac:inkMkLst>
        </pc:inkChg>
        <pc:inkChg chg="add">
          <ac:chgData name="Md. Nahid Hasan" userId="S::nahid@vu.edu.bd::85ea5f9e-65d6-4031-b810-9415101f2e21" providerId="AD" clId="Web-{E4F47990-9B63-4593-AFC8-2C6B664E5688}" dt="2020-12-17T08:32:53.344" v="397"/>
          <ac:inkMkLst>
            <pc:docMk/>
            <pc:sldMk cId="0" sldId="468"/>
            <ac:inkMk id="51226" creationId="{A58038E1-1135-4F5F-8592-CE8EB65F95FA}"/>
          </ac:inkMkLst>
        </pc:inkChg>
        <pc:inkChg chg="add">
          <ac:chgData name="Md. Nahid Hasan" userId="S::nahid@vu.edu.bd::85ea5f9e-65d6-4031-b810-9415101f2e21" providerId="AD" clId="Web-{E4F47990-9B63-4593-AFC8-2C6B664E5688}" dt="2020-12-17T08:32:54.141" v="398"/>
          <ac:inkMkLst>
            <pc:docMk/>
            <pc:sldMk cId="0" sldId="468"/>
            <ac:inkMk id="51227" creationId="{8E0FC992-EEB2-4E57-A67A-5F22FAE31AF1}"/>
          </ac:inkMkLst>
        </pc:inkChg>
        <pc:inkChg chg="add">
          <ac:chgData name="Md. Nahid Hasan" userId="S::nahid@vu.edu.bd::85ea5f9e-65d6-4031-b810-9415101f2e21" providerId="AD" clId="Web-{E4F47990-9B63-4593-AFC8-2C6B664E5688}" dt="2020-12-17T08:32:54.156" v="399"/>
          <ac:inkMkLst>
            <pc:docMk/>
            <pc:sldMk cId="0" sldId="468"/>
            <ac:inkMk id="51228" creationId="{32D34C29-7511-4E0F-9C26-D16D8BC6D9A5}"/>
          </ac:inkMkLst>
        </pc:inkChg>
        <pc:inkChg chg="add">
          <ac:chgData name="Md. Nahid Hasan" userId="S::nahid@vu.edu.bd::85ea5f9e-65d6-4031-b810-9415101f2e21" providerId="AD" clId="Web-{E4F47990-9B63-4593-AFC8-2C6B664E5688}" dt="2020-12-17T08:32:55.735" v="400"/>
          <ac:inkMkLst>
            <pc:docMk/>
            <pc:sldMk cId="0" sldId="468"/>
            <ac:inkMk id="51229" creationId="{986D3958-79BE-4D10-A4F8-E3BA5211B8D3}"/>
          </ac:inkMkLst>
        </pc:inkChg>
        <pc:inkChg chg="add">
          <ac:chgData name="Md. Nahid Hasan" userId="S::nahid@vu.edu.bd::85ea5f9e-65d6-4031-b810-9415101f2e21" providerId="AD" clId="Web-{E4F47990-9B63-4593-AFC8-2C6B664E5688}" dt="2020-12-17T08:32:56.844" v="401"/>
          <ac:inkMkLst>
            <pc:docMk/>
            <pc:sldMk cId="0" sldId="468"/>
            <ac:inkMk id="51230" creationId="{8B85EB4A-C317-4235-9CE5-1BBF7A3545C4}"/>
          </ac:inkMkLst>
        </pc:inkChg>
        <pc:inkChg chg="add">
          <ac:chgData name="Md. Nahid Hasan" userId="S::nahid@vu.edu.bd::85ea5f9e-65d6-4031-b810-9415101f2e21" providerId="AD" clId="Web-{E4F47990-9B63-4593-AFC8-2C6B664E5688}" dt="2020-12-17T08:32:58.266" v="402"/>
          <ac:inkMkLst>
            <pc:docMk/>
            <pc:sldMk cId="0" sldId="468"/>
            <ac:inkMk id="51231" creationId="{D2F295EF-079F-44CB-82F4-B4BE4C9E5540}"/>
          </ac:inkMkLst>
        </pc:inkChg>
        <pc:inkChg chg="add">
          <ac:chgData name="Md. Nahid Hasan" userId="S::nahid@vu.edu.bd::85ea5f9e-65d6-4031-b810-9415101f2e21" providerId="AD" clId="Web-{E4F47990-9B63-4593-AFC8-2C6B664E5688}" dt="2020-12-17T08:32:58.281" v="403"/>
          <ac:inkMkLst>
            <pc:docMk/>
            <pc:sldMk cId="0" sldId="468"/>
            <ac:inkMk id="51232" creationId="{FAA5AD45-CF8C-4C59-8BB5-0AEB52AB9FD3}"/>
          </ac:inkMkLst>
        </pc:inkChg>
        <pc:inkChg chg="add">
          <ac:chgData name="Md. Nahid Hasan" userId="S::nahid@vu.edu.bd::85ea5f9e-65d6-4031-b810-9415101f2e21" providerId="AD" clId="Web-{E4F47990-9B63-4593-AFC8-2C6B664E5688}" dt="2020-12-17T08:32:59.625" v="404"/>
          <ac:inkMkLst>
            <pc:docMk/>
            <pc:sldMk cId="0" sldId="468"/>
            <ac:inkMk id="51233" creationId="{AD72E06D-69BB-4DB5-9A27-1B4402C9AB40}"/>
          </ac:inkMkLst>
        </pc:inkChg>
        <pc:inkChg chg="add">
          <ac:chgData name="Md. Nahid Hasan" userId="S::nahid@vu.edu.bd::85ea5f9e-65d6-4031-b810-9415101f2e21" providerId="AD" clId="Web-{E4F47990-9B63-4593-AFC8-2C6B664E5688}" dt="2020-12-17T08:32:59.641" v="405"/>
          <ac:inkMkLst>
            <pc:docMk/>
            <pc:sldMk cId="0" sldId="468"/>
            <ac:inkMk id="51234" creationId="{623F9540-FCD6-4034-8476-618F503FE245}"/>
          </ac:inkMkLst>
        </pc:inkChg>
        <pc:inkChg chg="add">
          <ac:chgData name="Md. Nahid Hasan" userId="S::nahid@vu.edu.bd::85ea5f9e-65d6-4031-b810-9415101f2e21" providerId="AD" clId="Web-{E4F47990-9B63-4593-AFC8-2C6B664E5688}" dt="2020-12-17T08:33:03.235" v="406"/>
          <ac:inkMkLst>
            <pc:docMk/>
            <pc:sldMk cId="0" sldId="468"/>
            <ac:inkMk id="51235" creationId="{47E90352-FA8B-4C89-B371-CEDCF5A93327}"/>
          </ac:inkMkLst>
        </pc:inkChg>
        <pc:inkChg chg="add">
          <ac:chgData name="Md. Nahid Hasan" userId="S::nahid@vu.edu.bd::85ea5f9e-65d6-4031-b810-9415101f2e21" providerId="AD" clId="Web-{E4F47990-9B63-4593-AFC8-2C6B664E5688}" dt="2020-12-17T08:33:03.250" v="407"/>
          <ac:inkMkLst>
            <pc:docMk/>
            <pc:sldMk cId="0" sldId="468"/>
            <ac:inkMk id="51236" creationId="{8B4DCAF5-0601-4D8D-9A74-D0ABF4A66A21}"/>
          </ac:inkMkLst>
        </pc:inkChg>
        <pc:inkChg chg="add">
          <ac:chgData name="Md. Nahid Hasan" userId="S::nahid@vu.edu.bd::85ea5f9e-65d6-4031-b810-9415101f2e21" providerId="AD" clId="Web-{E4F47990-9B63-4593-AFC8-2C6B664E5688}" dt="2020-12-17T08:33:03.266" v="408"/>
          <ac:inkMkLst>
            <pc:docMk/>
            <pc:sldMk cId="0" sldId="468"/>
            <ac:inkMk id="51237" creationId="{82498E6E-CBD7-4FDF-BC9A-684A072B6C97}"/>
          </ac:inkMkLst>
        </pc:inkChg>
        <pc:inkChg chg="add">
          <ac:chgData name="Md. Nahid Hasan" userId="S::nahid@vu.edu.bd::85ea5f9e-65d6-4031-b810-9415101f2e21" providerId="AD" clId="Web-{E4F47990-9B63-4593-AFC8-2C6B664E5688}" dt="2020-12-17T08:33:05.141" v="409"/>
          <ac:inkMkLst>
            <pc:docMk/>
            <pc:sldMk cId="0" sldId="468"/>
            <ac:inkMk id="51238" creationId="{23A3C3E3-6482-4C8D-BC84-EE05BD73A351}"/>
          </ac:inkMkLst>
        </pc:inkChg>
        <pc:inkChg chg="add">
          <ac:chgData name="Md. Nahid Hasan" userId="S::nahid@vu.edu.bd::85ea5f9e-65d6-4031-b810-9415101f2e21" providerId="AD" clId="Web-{E4F47990-9B63-4593-AFC8-2C6B664E5688}" dt="2020-12-17T08:33:05.157" v="410"/>
          <ac:inkMkLst>
            <pc:docMk/>
            <pc:sldMk cId="0" sldId="468"/>
            <ac:inkMk id="51239" creationId="{2181265C-47F5-4FAB-A7BC-AE108FEA1BFC}"/>
          </ac:inkMkLst>
        </pc:inkChg>
        <pc:inkChg chg="add">
          <ac:chgData name="Md. Nahid Hasan" userId="S::nahid@vu.edu.bd::85ea5f9e-65d6-4031-b810-9415101f2e21" providerId="AD" clId="Web-{E4F47990-9B63-4593-AFC8-2C6B664E5688}" dt="2020-12-17T08:33:10.875" v="411"/>
          <ac:inkMkLst>
            <pc:docMk/>
            <pc:sldMk cId="0" sldId="468"/>
            <ac:inkMk id="51240" creationId="{863476CB-F21C-44BC-9242-8C74E844B8B9}"/>
          </ac:inkMkLst>
        </pc:inkChg>
        <pc:inkChg chg="add">
          <ac:chgData name="Md. Nahid Hasan" userId="S::nahid@vu.edu.bd::85ea5f9e-65d6-4031-b810-9415101f2e21" providerId="AD" clId="Web-{E4F47990-9B63-4593-AFC8-2C6B664E5688}" dt="2020-12-17T08:33:12.219" v="412"/>
          <ac:inkMkLst>
            <pc:docMk/>
            <pc:sldMk cId="0" sldId="468"/>
            <ac:inkMk id="51241" creationId="{BD9E1B8F-F46E-4148-A2F8-8966EEB23E58}"/>
          </ac:inkMkLst>
        </pc:inkChg>
        <pc:inkChg chg="add">
          <ac:chgData name="Md. Nahid Hasan" userId="S::nahid@vu.edu.bd::85ea5f9e-65d6-4031-b810-9415101f2e21" providerId="AD" clId="Web-{E4F47990-9B63-4593-AFC8-2C6B664E5688}" dt="2020-12-17T08:33:12.235" v="413"/>
          <ac:inkMkLst>
            <pc:docMk/>
            <pc:sldMk cId="0" sldId="468"/>
            <ac:inkMk id="51242" creationId="{29499439-EC37-4081-B1D0-EDB153770B5B}"/>
          </ac:inkMkLst>
        </pc:inkChg>
        <pc:inkChg chg="add">
          <ac:chgData name="Md. Nahid Hasan" userId="S::nahid@vu.edu.bd::85ea5f9e-65d6-4031-b810-9415101f2e21" providerId="AD" clId="Web-{E4F47990-9B63-4593-AFC8-2C6B664E5688}" dt="2020-12-17T08:33:36.407" v="414"/>
          <ac:inkMkLst>
            <pc:docMk/>
            <pc:sldMk cId="0" sldId="468"/>
            <ac:inkMk id="51243" creationId="{049BD676-4D68-4692-9108-D1CCE49A6C45}"/>
          </ac:inkMkLst>
        </pc:inkChg>
      </pc:sldChg>
    </pc:docChg>
  </pc:docChgLst>
  <pc:docChgLst>
    <pc:chgData name="Md. Nahid Hasan" userId="S::nahid@vu.edu.bd::85ea5f9e-65d6-4031-b810-9415101f2e21" providerId="AD" clId="Web-{3943C6F3-8D20-4AB3-1088-C83D9C411C6F}"/>
    <pc:docChg chg="modSld">
      <pc:chgData name="Md. Nahid Hasan" userId="S::nahid@vu.edu.bd::85ea5f9e-65d6-4031-b810-9415101f2e21" providerId="AD" clId="Web-{3943C6F3-8D20-4AB3-1088-C83D9C411C6F}" dt="2020-08-31T06:58:57.717" v="611"/>
      <pc:docMkLst>
        <pc:docMk/>
      </pc:docMkLst>
      <pc:sldChg chg="addSp">
        <pc:chgData name="Md. Nahid Hasan" userId="S::nahid@vu.edu.bd::85ea5f9e-65d6-4031-b810-9415101f2e21" providerId="AD" clId="Web-{3943C6F3-8D20-4AB3-1088-C83D9C411C6F}" dt="2020-08-31T06:30:18.348" v="15"/>
        <pc:sldMkLst>
          <pc:docMk/>
          <pc:sldMk cId="0" sldId="442"/>
        </pc:sldMkLst>
        <pc:inkChg chg="add">
          <ac:chgData name="Md. Nahid Hasan" userId="S::nahid@vu.edu.bd::85ea5f9e-65d6-4031-b810-9415101f2e21" providerId="AD" clId="Web-{3943C6F3-8D20-4AB3-1088-C83D9C411C6F}" dt="2020-08-31T06:30:08.020" v="0"/>
          <ac:inkMkLst>
            <pc:docMk/>
            <pc:sldMk cId="0" sldId="442"/>
            <ac:inkMk id="2" creationId="{1BD6C772-9CC6-4E2C-B0D8-A31539FE413F}"/>
          </ac:inkMkLst>
        </pc:inkChg>
        <pc:inkChg chg="add">
          <ac:chgData name="Md. Nahid Hasan" userId="S::nahid@vu.edu.bd::85ea5f9e-65d6-4031-b810-9415101f2e21" providerId="AD" clId="Web-{3943C6F3-8D20-4AB3-1088-C83D9C411C6F}" dt="2020-08-31T06:30:08.035" v="1"/>
          <ac:inkMkLst>
            <pc:docMk/>
            <pc:sldMk cId="0" sldId="442"/>
            <ac:inkMk id="3" creationId="{A17B679C-1A01-40A0-B8CF-4CBBB8578987}"/>
          </ac:inkMkLst>
        </pc:inkChg>
        <pc:inkChg chg="add">
          <ac:chgData name="Md. Nahid Hasan" userId="S::nahid@vu.edu.bd::85ea5f9e-65d6-4031-b810-9415101f2e21" providerId="AD" clId="Web-{3943C6F3-8D20-4AB3-1088-C83D9C411C6F}" dt="2020-08-31T06:30:08.051" v="2"/>
          <ac:inkMkLst>
            <pc:docMk/>
            <pc:sldMk cId="0" sldId="442"/>
            <ac:inkMk id="4" creationId="{5DE7A1B6-54AC-40BF-AEE6-A5F8CCE348CE}"/>
          </ac:inkMkLst>
        </pc:inkChg>
        <pc:inkChg chg="add">
          <ac:chgData name="Md. Nahid Hasan" userId="S::nahid@vu.edu.bd::85ea5f9e-65d6-4031-b810-9415101f2e21" providerId="AD" clId="Web-{3943C6F3-8D20-4AB3-1088-C83D9C411C6F}" dt="2020-08-31T06:30:08.051" v="3"/>
          <ac:inkMkLst>
            <pc:docMk/>
            <pc:sldMk cId="0" sldId="442"/>
            <ac:inkMk id="5" creationId="{18C138F6-5E12-4798-BF5D-6A990F238CFD}"/>
          </ac:inkMkLst>
        </pc:inkChg>
        <pc:inkChg chg="add">
          <ac:chgData name="Md. Nahid Hasan" userId="S::nahid@vu.edu.bd::85ea5f9e-65d6-4031-b810-9415101f2e21" providerId="AD" clId="Web-{3943C6F3-8D20-4AB3-1088-C83D9C411C6F}" dt="2020-08-31T06:30:10.566" v="4"/>
          <ac:inkMkLst>
            <pc:docMk/>
            <pc:sldMk cId="0" sldId="442"/>
            <ac:inkMk id="6" creationId="{7E79B839-87A5-4890-8435-B328C480130B}"/>
          </ac:inkMkLst>
        </pc:inkChg>
        <pc:inkChg chg="add">
          <ac:chgData name="Md. Nahid Hasan" userId="S::nahid@vu.edu.bd::85ea5f9e-65d6-4031-b810-9415101f2e21" providerId="AD" clId="Web-{3943C6F3-8D20-4AB3-1088-C83D9C411C6F}" dt="2020-08-31T06:30:10.582" v="5"/>
          <ac:inkMkLst>
            <pc:docMk/>
            <pc:sldMk cId="0" sldId="442"/>
            <ac:inkMk id="7" creationId="{0DB85CD6-215C-4BBE-8C5C-468E0106FE83}"/>
          </ac:inkMkLst>
        </pc:inkChg>
        <pc:inkChg chg="add">
          <ac:chgData name="Md. Nahid Hasan" userId="S::nahid@vu.edu.bd::85ea5f9e-65d6-4031-b810-9415101f2e21" providerId="AD" clId="Web-{3943C6F3-8D20-4AB3-1088-C83D9C411C6F}" dt="2020-08-31T06:30:10.598" v="6"/>
          <ac:inkMkLst>
            <pc:docMk/>
            <pc:sldMk cId="0" sldId="442"/>
            <ac:inkMk id="8" creationId="{4210CFB6-7921-41D7-BB14-5090B08D701E}"/>
          </ac:inkMkLst>
        </pc:inkChg>
        <pc:inkChg chg="add">
          <ac:chgData name="Md. Nahid Hasan" userId="S::nahid@vu.edu.bd::85ea5f9e-65d6-4031-b810-9415101f2e21" providerId="AD" clId="Web-{3943C6F3-8D20-4AB3-1088-C83D9C411C6F}" dt="2020-08-31T06:30:12.816" v="7"/>
          <ac:inkMkLst>
            <pc:docMk/>
            <pc:sldMk cId="0" sldId="442"/>
            <ac:inkMk id="9" creationId="{AC86B05F-2C5B-444E-B573-1D701CF29F73}"/>
          </ac:inkMkLst>
        </pc:inkChg>
        <pc:inkChg chg="add">
          <ac:chgData name="Md. Nahid Hasan" userId="S::nahid@vu.edu.bd::85ea5f9e-65d6-4031-b810-9415101f2e21" providerId="AD" clId="Web-{3943C6F3-8D20-4AB3-1088-C83D9C411C6F}" dt="2020-08-31T06:30:12.816" v="8"/>
          <ac:inkMkLst>
            <pc:docMk/>
            <pc:sldMk cId="0" sldId="442"/>
            <ac:inkMk id="10" creationId="{17901976-1790-4CA0-82CB-C2D43DC620CA}"/>
          </ac:inkMkLst>
        </pc:inkChg>
        <pc:inkChg chg="add">
          <ac:chgData name="Md. Nahid Hasan" userId="S::nahid@vu.edu.bd::85ea5f9e-65d6-4031-b810-9415101f2e21" providerId="AD" clId="Web-{3943C6F3-8D20-4AB3-1088-C83D9C411C6F}" dt="2020-08-31T06:30:12.832" v="9"/>
          <ac:inkMkLst>
            <pc:docMk/>
            <pc:sldMk cId="0" sldId="442"/>
            <ac:inkMk id="11" creationId="{EFCF240C-A4B6-4C96-9C63-4DCF27B7DDF4}"/>
          </ac:inkMkLst>
        </pc:inkChg>
        <pc:inkChg chg="add">
          <ac:chgData name="Md. Nahid Hasan" userId="S::nahid@vu.edu.bd::85ea5f9e-65d6-4031-b810-9415101f2e21" providerId="AD" clId="Web-{3943C6F3-8D20-4AB3-1088-C83D9C411C6F}" dt="2020-08-31T06:30:12.848" v="10"/>
          <ac:inkMkLst>
            <pc:docMk/>
            <pc:sldMk cId="0" sldId="442"/>
            <ac:inkMk id="12" creationId="{44B20B0B-705C-4100-9229-9B4EA8C83BC5}"/>
          </ac:inkMkLst>
        </pc:inkChg>
        <pc:inkChg chg="add">
          <ac:chgData name="Md. Nahid Hasan" userId="S::nahid@vu.edu.bd::85ea5f9e-65d6-4031-b810-9415101f2e21" providerId="AD" clId="Web-{3943C6F3-8D20-4AB3-1088-C83D9C411C6F}" dt="2020-08-31T06:30:14.160" v="11"/>
          <ac:inkMkLst>
            <pc:docMk/>
            <pc:sldMk cId="0" sldId="442"/>
            <ac:inkMk id="13" creationId="{A053F064-76E8-4808-974A-73B4E2E5A3F2}"/>
          </ac:inkMkLst>
        </pc:inkChg>
        <pc:inkChg chg="add">
          <ac:chgData name="Md. Nahid Hasan" userId="S::nahid@vu.edu.bd::85ea5f9e-65d6-4031-b810-9415101f2e21" providerId="AD" clId="Web-{3943C6F3-8D20-4AB3-1088-C83D9C411C6F}" dt="2020-08-31T06:30:17.004" v="12"/>
          <ac:inkMkLst>
            <pc:docMk/>
            <pc:sldMk cId="0" sldId="442"/>
            <ac:inkMk id="14" creationId="{BD3813D3-5D24-4B6C-A6F4-D8582EF2B081}"/>
          </ac:inkMkLst>
        </pc:inkChg>
        <pc:inkChg chg="add">
          <ac:chgData name="Md. Nahid Hasan" userId="S::nahid@vu.edu.bd::85ea5f9e-65d6-4031-b810-9415101f2e21" providerId="AD" clId="Web-{3943C6F3-8D20-4AB3-1088-C83D9C411C6F}" dt="2020-08-31T06:30:17.551" v="13"/>
          <ac:inkMkLst>
            <pc:docMk/>
            <pc:sldMk cId="0" sldId="442"/>
            <ac:inkMk id="15" creationId="{87B10EA8-8AF1-4AF8-A247-15057A85649F}"/>
          </ac:inkMkLst>
        </pc:inkChg>
        <pc:inkChg chg="add">
          <ac:chgData name="Md. Nahid Hasan" userId="S::nahid@vu.edu.bd::85ea5f9e-65d6-4031-b810-9415101f2e21" providerId="AD" clId="Web-{3943C6F3-8D20-4AB3-1088-C83D9C411C6F}" dt="2020-08-31T06:30:18.332" v="14"/>
          <ac:inkMkLst>
            <pc:docMk/>
            <pc:sldMk cId="0" sldId="442"/>
            <ac:inkMk id="16" creationId="{ADC92850-8649-465E-B11E-67DBF149FF63}"/>
          </ac:inkMkLst>
        </pc:inkChg>
        <pc:inkChg chg="add">
          <ac:chgData name="Md. Nahid Hasan" userId="S::nahid@vu.edu.bd::85ea5f9e-65d6-4031-b810-9415101f2e21" providerId="AD" clId="Web-{3943C6F3-8D20-4AB3-1088-C83D9C411C6F}" dt="2020-08-31T06:30:18.348" v="15"/>
          <ac:inkMkLst>
            <pc:docMk/>
            <pc:sldMk cId="0" sldId="442"/>
            <ac:inkMk id="17" creationId="{3722BE80-44BB-4BD6-8ED1-9ED6E9B9EF68}"/>
          </ac:inkMkLst>
        </pc:inkChg>
      </pc:sldChg>
      <pc:sldChg chg="addSp">
        <pc:chgData name="Md. Nahid Hasan" userId="S::nahid@vu.edu.bd::85ea5f9e-65d6-4031-b810-9415101f2e21" providerId="AD" clId="Web-{3943C6F3-8D20-4AB3-1088-C83D9C411C6F}" dt="2020-08-31T06:31:58.270" v="64"/>
        <pc:sldMkLst>
          <pc:docMk/>
          <pc:sldMk cId="0" sldId="444"/>
        </pc:sldMkLst>
        <pc:inkChg chg="add">
          <ac:chgData name="Md. Nahid Hasan" userId="S::nahid@vu.edu.bd::85ea5f9e-65d6-4031-b810-9415101f2e21" providerId="AD" clId="Web-{3943C6F3-8D20-4AB3-1088-C83D9C411C6F}" dt="2020-08-31T06:30:32.098" v="16"/>
          <ac:inkMkLst>
            <pc:docMk/>
            <pc:sldMk cId="0" sldId="444"/>
            <ac:inkMk id="2" creationId="{45A8E417-1BCB-4FE3-97BB-15A560115124}"/>
          </ac:inkMkLst>
        </pc:inkChg>
        <pc:inkChg chg="add">
          <ac:chgData name="Md. Nahid Hasan" userId="S::nahid@vu.edu.bd::85ea5f9e-65d6-4031-b810-9415101f2e21" providerId="AD" clId="Web-{3943C6F3-8D20-4AB3-1088-C83D9C411C6F}" dt="2020-08-31T06:30:34.910" v="17"/>
          <ac:inkMkLst>
            <pc:docMk/>
            <pc:sldMk cId="0" sldId="444"/>
            <ac:inkMk id="3" creationId="{3C1A30AC-E159-46D1-ADDA-CFDE05BB9B92}"/>
          </ac:inkMkLst>
        </pc:inkChg>
        <pc:inkChg chg="add">
          <ac:chgData name="Md. Nahid Hasan" userId="S::nahid@vu.edu.bd::85ea5f9e-65d6-4031-b810-9415101f2e21" providerId="AD" clId="Web-{3943C6F3-8D20-4AB3-1088-C83D9C411C6F}" dt="2020-08-31T06:30:40.957" v="18"/>
          <ac:inkMkLst>
            <pc:docMk/>
            <pc:sldMk cId="0" sldId="444"/>
            <ac:inkMk id="4" creationId="{C65EC6B2-3D06-49FB-A94D-816676F7D8A5}"/>
          </ac:inkMkLst>
        </pc:inkChg>
        <pc:inkChg chg="add">
          <ac:chgData name="Md. Nahid Hasan" userId="S::nahid@vu.edu.bd::85ea5f9e-65d6-4031-b810-9415101f2e21" providerId="AD" clId="Web-{3943C6F3-8D20-4AB3-1088-C83D9C411C6F}" dt="2020-08-31T06:30:44.863" v="19"/>
          <ac:inkMkLst>
            <pc:docMk/>
            <pc:sldMk cId="0" sldId="444"/>
            <ac:inkMk id="5" creationId="{DCE05730-91F5-47A8-A823-87CD3E1FA287}"/>
          </ac:inkMkLst>
        </pc:inkChg>
        <pc:inkChg chg="add">
          <ac:chgData name="Md. Nahid Hasan" userId="S::nahid@vu.edu.bd::85ea5f9e-65d6-4031-b810-9415101f2e21" providerId="AD" clId="Web-{3943C6F3-8D20-4AB3-1088-C83D9C411C6F}" dt="2020-08-31T06:30:45.363" v="20"/>
          <ac:inkMkLst>
            <pc:docMk/>
            <pc:sldMk cId="0" sldId="444"/>
            <ac:inkMk id="6" creationId="{04D86E15-6A4B-47A4-B961-97ABE9A7A101}"/>
          </ac:inkMkLst>
        </pc:inkChg>
        <pc:inkChg chg="add">
          <ac:chgData name="Md. Nahid Hasan" userId="S::nahid@vu.edu.bd::85ea5f9e-65d6-4031-b810-9415101f2e21" providerId="AD" clId="Web-{3943C6F3-8D20-4AB3-1088-C83D9C411C6F}" dt="2020-08-31T06:30:49.395" v="21"/>
          <ac:inkMkLst>
            <pc:docMk/>
            <pc:sldMk cId="0" sldId="444"/>
            <ac:inkMk id="7" creationId="{F8429FB4-A770-4395-8125-5F7BB4EB1673}"/>
          </ac:inkMkLst>
        </pc:inkChg>
        <pc:inkChg chg="add">
          <ac:chgData name="Md. Nahid Hasan" userId="S::nahid@vu.edu.bd::85ea5f9e-65d6-4031-b810-9415101f2e21" providerId="AD" clId="Web-{3943C6F3-8D20-4AB3-1088-C83D9C411C6F}" dt="2020-08-31T06:30:51.098" v="22"/>
          <ac:inkMkLst>
            <pc:docMk/>
            <pc:sldMk cId="0" sldId="444"/>
            <ac:inkMk id="8" creationId="{C36D41F3-0F3E-4E36-921B-A5E2B0074CDE}"/>
          </ac:inkMkLst>
        </pc:inkChg>
        <pc:inkChg chg="add">
          <ac:chgData name="Md. Nahid Hasan" userId="S::nahid@vu.edu.bd::85ea5f9e-65d6-4031-b810-9415101f2e21" providerId="AD" clId="Web-{3943C6F3-8D20-4AB3-1088-C83D9C411C6F}" dt="2020-08-31T06:30:51.114" v="23"/>
          <ac:inkMkLst>
            <pc:docMk/>
            <pc:sldMk cId="0" sldId="444"/>
            <ac:inkMk id="9" creationId="{BCE25882-3D8F-4426-98E9-B25A16B2CEE9}"/>
          </ac:inkMkLst>
        </pc:inkChg>
        <pc:inkChg chg="add">
          <ac:chgData name="Md. Nahid Hasan" userId="S::nahid@vu.edu.bd::85ea5f9e-65d6-4031-b810-9415101f2e21" providerId="AD" clId="Web-{3943C6F3-8D20-4AB3-1088-C83D9C411C6F}" dt="2020-08-31T06:30:51.129" v="24"/>
          <ac:inkMkLst>
            <pc:docMk/>
            <pc:sldMk cId="0" sldId="444"/>
            <ac:inkMk id="10" creationId="{F62314FF-2CCD-428F-B9E9-91D412C79A9D}"/>
          </ac:inkMkLst>
        </pc:inkChg>
        <pc:inkChg chg="add">
          <ac:chgData name="Md. Nahid Hasan" userId="S::nahid@vu.edu.bd::85ea5f9e-65d6-4031-b810-9415101f2e21" providerId="AD" clId="Web-{3943C6F3-8D20-4AB3-1088-C83D9C411C6F}" dt="2020-08-31T06:30:54.051" v="25"/>
          <ac:inkMkLst>
            <pc:docMk/>
            <pc:sldMk cId="0" sldId="444"/>
            <ac:inkMk id="11" creationId="{A86511BF-D8C4-4057-8A9D-ADF6B734C59C}"/>
          </ac:inkMkLst>
        </pc:inkChg>
        <pc:inkChg chg="add">
          <ac:chgData name="Md. Nahid Hasan" userId="S::nahid@vu.edu.bd::85ea5f9e-65d6-4031-b810-9415101f2e21" providerId="AD" clId="Web-{3943C6F3-8D20-4AB3-1088-C83D9C411C6F}" dt="2020-08-31T06:30:54.067" v="26"/>
          <ac:inkMkLst>
            <pc:docMk/>
            <pc:sldMk cId="0" sldId="444"/>
            <ac:inkMk id="12" creationId="{ACFCF9CE-05F5-487C-9E7A-64007569424A}"/>
          </ac:inkMkLst>
        </pc:inkChg>
        <pc:inkChg chg="add">
          <ac:chgData name="Md. Nahid Hasan" userId="S::nahid@vu.edu.bd::85ea5f9e-65d6-4031-b810-9415101f2e21" providerId="AD" clId="Web-{3943C6F3-8D20-4AB3-1088-C83D9C411C6F}" dt="2020-08-31T06:30:54.067" v="27"/>
          <ac:inkMkLst>
            <pc:docMk/>
            <pc:sldMk cId="0" sldId="444"/>
            <ac:inkMk id="13" creationId="{0E6AA14D-9571-4627-86FB-8A5864C0D1AD}"/>
          </ac:inkMkLst>
        </pc:inkChg>
        <pc:inkChg chg="add">
          <ac:chgData name="Md. Nahid Hasan" userId="S::nahid@vu.edu.bd::85ea5f9e-65d6-4031-b810-9415101f2e21" providerId="AD" clId="Web-{3943C6F3-8D20-4AB3-1088-C83D9C411C6F}" dt="2020-08-31T06:30:54.082" v="28"/>
          <ac:inkMkLst>
            <pc:docMk/>
            <pc:sldMk cId="0" sldId="444"/>
            <ac:inkMk id="14" creationId="{AEBDDC72-D6C8-4CE7-A190-03F161ABD6B8}"/>
          </ac:inkMkLst>
        </pc:inkChg>
        <pc:inkChg chg="add">
          <ac:chgData name="Md. Nahid Hasan" userId="S::nahid@vu.edu.bd::85ea5f9e-65d6-4031-b810-9415101f2e21" providerId="AD" clId="Web-{3943C6F3-8D20-4AB3-1088-C83D9C411C6F}" dt="2020-08-31T06:30:57.254" v="29"/>
          <ac:inkMkLst>
            <pc:docMk/>
            <pc:sldMk cId="0" sldId="444"/>
            <ac:inkMk id="15" creationId="{C38C4FF3-0E73-48B7-8B07-EE1E1D4965AF}"/>
          </ac:inkMkLst>
        </pc:inkChg>
        <pc:inkChg chg="add">
          <ac:chgData name="Md. Nahid Hasan" userId="S::nahid@vu.edu.bd::85ea5f9e-65d6-4031-b810-9415101f2e21" providerId="AD" clId="Web-{3943C6F3-8D20-4AB3-1088-C83D9C411C6F}" dt="2020-08-31T06:30:57.270" v="30"/>
          <ac:inkMkLst>
            <pc:docMk/>
            <pc:sldMk cId="0" sldId="444"/>
            <ac:inkMk id="16" creationId="{EFCA6D89-AD36-45DC-A3DB-5B3E2DF9960C}"/>
          </ac:inkMkLst>
        </pc:inkChg>
        <pc:inkChg chg="add">
          <ac:chgData name="Md. Nahid Hasan" userId="S::nahid@vu.edu.bd::85ea5f9e-65d6-4031-b810-9415101f2e21" providerId="AD" clId="Web-{3943C6F3-8D20-4AB3-1088-C83D9C411C6F}" dt="2020-08-31T06:30:57.270" v="31"/>
          <ac:inkMkLst>
            <pc:docMk/>
            <pc:sldMk cId="0" sldId="444"/>
            <ac:inkMk id="17" creationId="{F871F092-47AA-475B-959F-F2AD7757D414}"/>
          </ac:inkMkLst>
        </pc:inkChg>
        <pc:inkChg chg="add">
          <ac:chgData name="Md. Nahid Hasan" userId="S::nahid@vu.edu.bd::85ea5f9e-65d6-4031-b810-9415101f2e21" providerId="AD" clId="Web-{3943C6F3-8D20-4AB3-1088-C83D9C411C6F}" dt="2020-08-31T06:30:57.285" v="32"/>
          <ac:inkMkLst>
            <pc:docMk/>
            <pc:sldMk cId="0" sldId="444"/>
            <ac:inkMk id="18" creationId="{2BE8D9ED-ADB6-4D7E-A098-A8A2C920F7CF}"/>
          </ac:inkMkLst>
        </pc:inkChg>
        <pc:inkChg chg="add">
          <ac:chgData name="Md. Nahid Hasan" userId="S::nahid@vu.edu.bd::85ea5f9e-65d6-4031-b810-9415101f2e21" providerId="AD" clId="Web-{3943C6F3-8D20-4AB3-1088-C83D9C411C6F}" dt="2020-08-31T06:30:58.504" v="33"/>
          <ac:inkMkLst>
            <pc:docMk/>
            <pc:sldMk cId="0" sldId="444"/>
            <ac:inkMk id="19" creationId="{9388CA14-4CD2-42A1-8DD9-EA8EB7CD3E48}"/>
          </ac:inkMkLst>
        </pc:inkChg>
        <pc:inkChg chg="add">
          <ac:chgData name="Md. Nahid Hasan" userId="S::nahid@vu.edu.bd::85ea5f9e-65d6-4031-b810-9415101f2e21" providerId="AD" clId="Web-{3943C6F3-8D20-4AB3-1088-C83D9C411C6F}" dt="2020-08-31T06:30:58.520" v="34"/>
          <ac:inkMkLst>
            <pc:docMk/>
            <pc:sldMk cId="0" sldId="444"/>
            <ac:inkMk id="20" creationId="{478F81A2-70EB-486A-B7D6-D336EC313083}"/>
          </ac:inkMkLst>
        </pc:inkChg>
        <pc:inkChg chg="add">
          <ac:chgData name="Md. Nahid Hasan" userId="S::nahid@vu.edu.bd::85ea5f9e-65d6-4031-b810-9415101f2e21" providerId="AD" clId="Web-{3943C6F3-8D20-4AB3-1088-C83D9C411C6F}" dt="2020-08-31T06:30:59.551" v="35"/>
          <ac:inkMkLst>
            <pc:docMk/>
            <pc:sldMk cId="0" sldId="444"/>
            <ac:inkMk id="21" creationId="{DB54ED94-34D5-4238-985E-266C8FC48DFD}"/>
          </ac:inkMkLst>
        </pc:inkChg>
        <pc:inkChg chg="add">
          <ac:chgData name="Md. Nahid Hasan" userId="S::nahid@vu.edu.bd::85ea5f9e-65d6-4031-b810-9415101f2e21" providerId="AD" clId="Web-{3943C6F3-8D20-4AB3-1088-C83D9C411C6F}" dt="2020-08-31T06:31:00.145" v="36"/>
          <ac:inkMkLst>
            <pc:docMk/>
            <pc:sldMk cId="0" sldId="444"/>
            <ac:inkMk id="22" creationId="{AE25D31B-FEC0-49F1-8591-C4044CE2B792}"/>
          </ac:inkMkLst>
        </pc:inkChg>
        <pc:inkChg chg="add">
          <ac:chgData name="Md. Nahid Hasan" userId="S::nahid@vu.edu.bd::85ea5f9e-65d6-4031-b810-9415101f2e21" providerId="AD" clId="Web-{3943C6F3-8D20-4AB3-1088-C83D9C411C6F}" dt="2020-08-31T06:31:02.504" v="37"/>
          <ac:inkMkLst>
            <pc:docMk/>
            <pc:sldMk cId="0" sldId="444"/>
            <ac:inkMk id="23" creationId="{AB4F66ED-08AC-43D6-9261-CE03AFFFDAF5}"/>
          </ac:inkMkLst>
        </pc:inkChg>
        <pc:inkChg chg="add">
          <ac:chgData name="Md. Nahid Hasan" userId="S::nahid@vu.edu.bd::85ea5f9e-65d6-4031-b810-9415101f2e21" providerId="AD" clId="Web-{3943C6F3-8D20-4AB3-1088-C83D9C411C6F}" dt="2020-08-31T06:31:02.520" v="38"/>
          <ac:inkMkLst>
            <pc:docMk/>
            <pc:sldMk cId="0" sldId="444"/>
            <ac:inkMk id="24" creationId="{6DED2BF8-A1F1-4342-A906-C94BE7EBEA7B}"/>
          </ac:inkMkLst>
        </pc:inkChg>
        <pc:inkChg chg="add">
          <ac:chgData name="Md. Nahid Hasan" userId="S::nahid@vu.edu.bd::85ea5f9e-65d6-4031-b810-9415101f2e21" providerId="AD" clId="Web-{3943C6F3-8D20-4AB3-1088-C83D9C411C6F}" dt="2020-08-31T06:31:02.536" v="39"/>
          <ac:inkMkLst>
            <pc:docMk/>
            <pc:sldMk cId="0" sldId="444"/>
            <ac:inkMk id="25" creationId="{34599984-1F77-41D3-BFC1-A23DB51D0709}"/>
          </ac:inkMkLst>
        </pc:inkChg>
        <pc:inkChg chg="add">
          <ac:chgData name="Md. Nahid Hasan" userId="S::nahid@vu.edu.bd::85ea5f9e-65d6-4031-b810-9415101f2e21" providerId="AD" clId="Web-{3943C6F3-8D20-4AB3-1088-C83D9C411C6F}" dt="2020-08-31T06:31:05.035" v="40"/>
          <ac:inkMkLst>
            <pc:docMk/>
            <pc:sldMk cId="0" sldId="444"/>
            <ac:inkMk id="26" creationId="{0588F371-8146-4030-9478-56B633EEEF15}"/>
          </ac:inkMkLst>
        </pc:inkChg>
        <pc:inkChg chg="add">
          <ac:chgData name="Md. Nahid Hasan" userId="S::nahid@vu.edu.bd::85ea5f9e-65d6-4031-b810-9415101f2e21" providerId="AD" clId="Web-{3943C6F3-8D20-4AB3-1088-C83D9C411C6F}" dt="2020-08-31T06:31:05.035" v="41"/>
          <ac:inkMkLst>
            <pc:docMk/>
            <pc:sldMk cId="0" sldId="444"/>
            <ac:inkMk id="27" creationId="{E98E2302-9F22-4ABB-A292-CB41F32E6CC9}"/>
          </ac:inkMkLst>
        </pc:inkChg>
        <pc:inkChg chg="add">
          <ac:chgData name="Md. Nahid Hasan" userId="S::nahid@vu.edu.bd::85ea5f9e-65d6-4031-b810-9415101f2e21" providerId="AD" clId="Web-{3943C6F3-8D20-4AB3-1088-C83D9C411C6F}" dt="2020-08-31T06:31:05.051" v="42"/>
          <ac:inkMkLst>
            <pc:docMk/>
            <pc:sldMk cId="0" sldId="444"/>
            <ac:inkMk id="28" creationId="{756E16F3-D566-4BF9-A8A6-3DA72949BBE5}"/>
          </ac:inkMkLst>
        </pc:inkChg>
        <pc:inkChg chg="add">
          <ac:chgData name="Md. Nahid Hasan" userId="S::nahid@vu.edu.bd::85ea5f9e-65d6-4031-b810-9415101f2e21" providerId="AD" clId="Web-{3943C6F3-8D20-4AB3-1088-C83D9C411C6F}" dt="2020-08-31T06:31:05.067" v="43"/>
          <ac:inkMkLst>
            <pc:docMk/>
            <pc:sldMk cId="0" sldId="444"/>
            <ac:inkMk id="29" creationId="{55679B81-5786-4196-89A2-551B09DF7D50}"/>
          </ac:inkMkLst>
        </pc:inkChg>
        <pc:inkChg chg="add">
          <ac:chgData name="Md. Nahid Hasan" userId="S::nahid@vu.edu.bd::85ea5f9e-65d6-4031-b810-9415101f2e21" providerId="AD" clId="Web-{3943C6F3-8D20-4AB3-1088-C83D9C411C6F}" dt="2020-08-31T06:31:05.785" v="44"/>
          <ac:inkMkLst>
            <pc:docMk/>
            <pc:sldMk cId="0" sldId="444"/>
            <ac:inkMk id="30" creationId="{83549A44-C02B-427F-831A-91527A6C0332}"/>
          </ac:inkMkLst>
        </pc:inkChg>
        <pc:inkChg chg="add">
          <ac:chgData name="Md. Nahid Hasan" userId="S::nahid@vu.edu.bd::85ea5f9e-65d6-4031-b810-9415101f2e21" providerId="AD" clId="Web-{3943C6F3-8D20-4AB3-1088-C83D9C411C6F}" dt="2020-08-31T06:31:10.036" v="45"/>
          <ac:inkMkLst>
            <pc:docMk/>
            <pc:sldMk cId="0" sldId="444"/>
            <ac:inkMk id="31" creationId="{82B25989-9B62-47CD-985C-04A7911D6B4A}"/>
          </ac:inkMkLst>
        </pc:inkChg>
        <pc:inkChg chg="add">
          <ac:chgData name="Md. Nahid Hasan" userId="S::nahid@vu.edu.bd::85ea5f9e-65d6-4031-b810-9415101f2e21" providerId="AD" clId="Web-{3943C6F3-8D20-4AB3-1088-C83D9C411C6F}" dt="2020-08-31T06:31:10.051" v="46"/>
          <ac:inkMkLst>
            <pc:docMk/>
            <pc:sldMk cId="0" sldId="444"/>
            <ac:inkMk id="32" creationId="{23AD16F2-31EF-4942-8998-26B9A0B0964A}"/>
          </ac:inkMkLst>
        </pc:inkChg>
        <pc:inkChg chg="add">
          <ac:chgData name="Md. Nahid Hasan" userId="S::nahid@vu.edu.bd::85ea5f9e-65d6-4031-b810-9415101f2e21" providerId="AD" clId="Web-{3943C6F3-8D20-4AB3-1088-C83D9C411C6F}" dt="2020-08-31T06:31:10.051" v="47"/>
          <ac:inkMkLst>
            <pc:docMk/>
            <pc:sldMk cId="0" sldId="444"/>
            <ac:inkMk id="33" creationId="{32D56143-5A80-4251-9E03-823C0E9E8FEA}"/>
          </ac:inkMkLst>
        </pc:inkChg>
        <pc:inkChg chg="add">
          <ac:chgData name="Md. Nahid Hasan" userId="S::nahid@vu.edu.bd::85ea5f9e-65d6-4031-b810-9415101f2e21" providerId="AD" clId="Web-{3943C6F3-8D20-4AB3-1088-C83D9C411C6F}" dt="2020-08-31T06:31:10.067" v="48"/>
          <ac:inkMkLst>
            <pc:docMk/>
            <pc:sldMk cId="0" sldId="444"/>
            <ac:inkMk id="34" creationId="{9882A472-2844-4CAF-A531-3A1093C763D3}"/>
          </ac:inkMkLst>
        </pc:inkChg>
        <pc:inkChg chg="add">
          <ac:chgData name="Md. Nahid Hasan" userId="S::nahid@vu.edu.bd::85ea5f9e-65d6-4031-b810-9415101f2e21" providerId="AD" clId="Web-{3943C6F3-8D20-4AB3-1088-C83D9C411C6F}" dt="2020-08-31T06:31:12.457" v="49"/>
          <ac:inkMkLst>
            <pc:docMk/>
            <pc:sldMk cId="0" sldId="444"/>
            <ac:inkMk id="35" creationId="{E49E2B5D-C476-46B5-B41D-1FE5F73F2DE2}"/>
          </ac:inkMkLst>
        </pc:inkChg>
        <pc:inkChg chg="add">
          <ac:chgData name="Md. Nahid Hasan" userId="S::nahid@vu.edu.bd::85ea5f9e-65d6-4031-b810-9415101f2e21" providerId="AD" clId="Web-{3943C6F3-8D20-4AB3-1088-C83D9C411C6F}" dt="2020-08-31T06:31:13.536" v="50"/>
          <ac:inkMkLst>
            <pc:docMk/>
            <pc:sldMk cId="0" sldId="444"/>
            <ac:inkMk id="36" creationId="{51CD46D9-CDCD-45F3-894D-FA8850CA3055}"/>
          </ac:inkMkLst>
        </pc:inkChg>
        <pc:inkChg chg="add">
          <ac:chgData name="Md. Nahid Hasan" userId="S::nahid@vu.edu.bd::85ea5f9e-65d6-4031-b810-9415101f2e21" providerId="AD" clId="Web-{3943C6F3-8D20-4AB3-1088-C83D9C411C6F}" dt="2020-08-31T06:31:17.770" v="51"/>
          <ac:inkMkLst>
            <pc:docMk/>
            <pc:sldMk cId="0" sldId="444"/>
            <ac:inkMk id="37" creationId="{C3FE7E4E-423E-4857-82D2-72C8DBFC6EA9}"/>
          </ac:inkMkLst>
        </pc:inkChg>
        <pc:inkChg chg="add">
          <ac:chgData name="Md. Nahid Hasan" userId="S::nahid@vu.edu.bd::85ea5f9e-65d6-4031-b810-9415101f2e21" providerId="AD" clId="Web-{3943C6F3-8D20-4AB3-1088-C83D9C411C6F}" dt="2020-08-31T06:31:19.442" v="52"/>
          <ac:inkMkLst>
            <pc:docMk/>
            <pc:sldMk cId="0" sldId="444"/>
            <ac:inkMk id="38" creationId="{08F0A990-A1CB-4673-B00A-BE02E8754120}"/>
          </ac:inkMkLst>
        </pc:inkChg>
        <pc:inkChg chg="add">
          <ac:chgData name="Md. Nahid Hasan" userId="S::nahid@vu.edu.bd::85ea5f9e-65d6-4031-b810-9415101f2e21" providerId="AD" clId="Web-{3943C6F3-8D20-4AB3-1088-C83D9C411C6F}" dt="2020-08-31T06:31:19.458" v="53"/>
          <ac:inkMkLst>
            <pc:docMk/>
            <pc:sldMk cId="0" sldId="444"/>
            <ac:inkMk id="39" creationId="{CBF5AA76-5BB9-4680-B3BF-7F9A259E75E5}"/>
          </ac:inkMkLst>
        </pc:inkChg>
        <pc:inkChg chg="add">
          <ac:chgData name="Md. Nahid Hasan" userId="S::nahid@vu.edu.bd::85ea5f9e-65d6-4031-b810-9415101f2e21" providerId="AD" clId="Web-{3943C6F3-8D20-4AB3-1088-C83D9C411C6F}" dt="2020-08-31T06:31:19.473" v="54"/>
          <ac:inkMkLst>
            <pc:docMk/>
            <pc:sldMk cId="0" sldId="444"/>
            <ac:inkMk id="40" creationId="{4E8D6B64-3161-4FA7-9587-D9F2E598E17F}"/>
          </ac:inkMkLst>
        </pc:inkChg>
        <pc:inkChg chg="add">
          <ac:chgData name="Md. Nahid Hasan" userId="S::nahid@vu.edu.bd::85ea5f9e-65d6-4031-b810-9415101f2e21" providerId="AD" clId="Web-{3943C6F3-8D20-4AB3-1088-C83D9C411C6F}" dt="2020-08-31T06:31:21.567" v="55"/>
          <ac:inkMkLst>
            <pc:docMk/>
            <pc:sldMk cId="0" sldId="444"/>
            <ac:inkMk id="41" creationId="{944D0ABF-BB2B-4B6F-B97E-FF16DB7D720A}"/>
          </ac:inkMkLst>
        </pc:inkChg>
        <pc:inkChg chg="add">
          <ac:chgData name="Md. Nahid Hasan" userId="S::nahid@vu.edu.bd::85ea5f9e-65d6-4031-b810-9415101f2e21" providerId="AD" clId="Web-{3943C6F3-8D20-4AB3-1088-C83D9C411C6F}" dt="2020-08-31T06:31:23.270" v="56"/>
          <ac:inkMkLst>
            <pc:docMk/>
            <pc:sldMk cId="0" sldId="444"/>
            <ac:inkMk id="42" creationId="{19FB0BA2-0C8C-429A-9466-E0DB17DF4CC2}"/>
          </ac:inkMkLst>
        </pc:inkChg>
        <pc:inkChg chg="add">
          <ac:chgData name="Md. Nahid Hasan" userId="S::nahid@vu.edu.bd::85ea5f9e-65d6-4031-b810-9415101f2e21" providerId="AD" clId="Web-{3943C6F3-8D20-4AB3-1088-C83D9C411C6F}" dt="2020-08-31T06:31:23.286" v="57"/>
          <ac:inkMkLst>
            <pc:docMk/>
            <pc:sldMk cId="0" sldId="444"/>
            <ac:inkMk id="43" creationId="{947E19F9-A0D9-4B7E-9894-58E6556376EA}"/>
          </ac:inkMkLst>
        </pc:inkChg>
        <pc:inkChg chg="add">
          <ac:chgData name="Md. Nahid Hasan" userId="S::nahid@vu.edu.bd::85ea5f9e-65d6-4031-b810-9415101f2e21" providerId="AD" clId="Web-{3943C6F3-8D20-4AB3-1088-C83D9C411C6F}" dt="2020-08-31T06:31:43.426" v="58"/>
          <ac:inkMkLst>
            <pc:docMk/>
            <pc:sldMk cId="0" sldId="444"/>
            <ac:inkMk id="44" creationId="{037BCDFF-F70F-4D69-9FA6-DEDF2838DED7}"/>
          </ac:inkMkLst>
        </pc:inkChg>
        <pc:inkChg chg="add">
          <ac:chgData name="Md. Nahid Hasan" userId="S::nahid@vu.edu.bd::85ea5f9e-65d6-4031-b810-9415101f2e21" providerId="AD" clId="Web-{3943C6F3-8D20-4AB3-1088-C83D9C411C6F}" dt="2020-08-31T06:31:44.895" v="59"/>
          <ac:inkMkLst>
            <pc:docMk/>
            <pc:sldMk cId="0" sldId="444"/>
            <ac:inkMk id="45" creationId="{2EE24E46-FE82-4D67-A54D-077EEAC81DFE}"/>
          </ac:inkMkLst>
        </pc:inkChg>
        <pc:inkChg chg="add">
          <ac:chgData name="Md. Nahid Hasan" userId="S::nahid@vu.edu.bd::85ea5f9e-65d6-4031-b810-9415101f2e21" providerId="AD" clId="Web-{3943C6F3-8D20-4AB3-1088-C83D9C411C6F}" dt="2020-08-31T06:31:44.911" v="60"/>
          <ac:inkMkLst>
            <pc:docMk/>
            <pc:sldMk cId="0" sldId="444"/>
            <ac:inkMk id="46" creationId="{4D5ECF76-9828-4689-82E1-C39CDF2A41FD}"/>
          </ac:inkMkLst>
        </pc:inkChg>
        <pc:inkChg chg="add">
          <ac:chgData name="Md. Nahid Hasan" userId="S::nahid@vu.edu.bd::85ea5f9e-65d6-4031-b810-9415101f2e21" providerId="AD" clId="Web-{3943C6F3-8D20-4AB3-1088-C83D9C411C6F}" dt="2020-08-31T06:31:52.020" v="61"/>
          <ac:inkMkLst>
            <pc:docMk/>
            <pc:sldMk cId="0" sldId="444"/>
            <ac:inkMk id="47" creationId="{28B0BBAF-D7C5-4AF3-8927-5D40CA9A950C}"/>
          </ac:inkMkLst>
        </pc:inkChg>
        <pc:inkChg chg="add">
          <ac:chgData name="Md. Nahid Hasan" userId="S::nahid@vu.edu.bd::85ea5f9e-65d6-4031-b810-9415101f2e21" providerId="AD" clId="Web-{3943C6F3-8D20-4AB3-1088-C83D9C411C6F}" dt="2020-08-31T06:31:52.036" v="62"/>
          <ac:inkMkLst>
            <pc:docMk/>
            <pc:sldMk cId="0" sldId="444"/>
            <ac:inkMk id="48" creationId="{468E4B02-DCF3-4A96-877D-C35E97CE23E9}"/>
          </ac:inkMkLst>
        </pc:inkChg>
        <pc:inkChg chg="add">
          <ac:chgData name="Md. Nahid Hasan" userId="S::nahid@vu.edu.bd::85ea5f9e-65d6-4031-b810-9415101f2e21" providerId="AD" clId="Web-{3943C6F3-8D20-4AB3-1088-C83D9C411C6F}" dt="2020-08-31T06:31:58.255" v="63"/>
          <ac:inkMkLst>
            <pc:docMk/>
            <pc:sldMk cId="0" sldId="444"/>
            <ac:inkMk id="49" creationId="{B4C207C7-43E1-415E-87C9-BE8E4E17507F}"/>
          </ac:inkMkLst>
        </pc:inkChg>
        <pc:inkChg chg="add">
          <ac:chgData name="Md. Nahid Hasan" userId="S::nahid@vu.edu.bd::85ea5f9e-65d6-4031-b810-9415101f2e21" providerId="AD" clId="Web-{3943C6F3-8D20-4AB3-1088-C83D9C411C6F}" dt="2020-08-31T06:31:58.270" v="64"/>
          <ac:inkMkLst>
            <pc:docMk/>
            <pc:sldMk cId="0" sldId="444"/>
            <ac:inkMk id="50" creationId="{C8F3DC83-5FF8-43D0-A5F2-3B031A9E9518}"/>
          </ac:inkMkLst>
        </pc:inkChg>
      </pc:sldChg>
      <pc:sldChg chg="addSp">
        <pc:chgData name="Md. Nahid Hasan" userId="S::nahid@vu.edu.bd::85ea5f9e-65d6-4031-b810-9415101f2e21" providerId="AD" clId="Web-{3943C6F3-8D20-4AB3-1088-C83D9C411C6F}" dt="2020-08-31T06:33:07.146" v="81"/>
        <pc:sldMkLst>
          <pc:docMk/>
          <pc:sldMk cId="0" sldId="445"/>
        </pc:sldMkLst>
        <pc:inkChg chg="add">
          <ac:chgData name="Md. Nahid Hasan" userId="S::nahid@vu.edu.bd::85ea5f9e-65d6-4031-b810-9415101f2e21" providerId="AD" clId="Web-{3943C6F3-8D20-4AB3-1088-C83D9C411C6F}" dt="2020-08-31T06:32:03.255" v="65"/>
          <ac:inkMkLst>
            <pc:docMk/>
            <pc:sldMk cId="0" sldId="445"/>
            <ac:inkMk id="2" creationId="{B7EEA727-4041-4F14-8D06-444271F1FCEF}"/>
          </ac:inkMkLst>
        </pc:inkChg>
        <pc:inkChg chg="add">
          <ac:chgData name="Md. Nahid Hasan" userId="S::nahid@vu.edu.bd::85ea5f9e-65d6-4031-b810-9415101f2e21" providerId="AD" clId="Web-{3943C6F3-8D20-4AB3-1088-C83D9C411C6F}" dt="2020-08-31T06:32:04.569" v="66"/>
          <ac:inkMkLst>
            <pc:docMk/>
            <pc:sldMk cId="0" sldId="445"/>
            <ac:inkMk id="3" creationId="{3B7C474B-B472-46AA-AF7E-3A44CFDBF3FF}"/>
          </ac:inkMkLst>
        </pc:inkChg>
        <pc:inkChg chg="add">
          <ac:chgData name="Md. Nahid Hasan" userId="S::nahid@vu.edu.bd::85ea5f9e-65d6-4031-b810-9415101f2e21" providerId="AD" clId="Web-{3943C6F3-8D20-4AB3-1088-C83D9C411C6F}" dt="2020-08-31T06:32:06.176" v="67"/>
          <ac:inkMkLst>
            <pc:docMk/>
            <pc:sldMk cId="0" sldId="445"/>
            <ac:inkMk id="4" creationId="{4955C63A-99F0-4D89-BE87-41728FD2702F}"/>
          </ac:inkMkLst>
        </pc:inkChg>
        <pc:inkChg chg="add">
          <ac:chgData name="Md. Nahid Hasan" userId="S::nahid@vu.edu.bd::85ea5f9e-65d6-4031-b810-9415101f2e21" providerId="AD" clId="Web-{3943C6F3-8D20-4AB3-1088-C83D9C411C6F}" dt="2020-08-31T06:32:07.333" v="68"/>
          <ac:inkMkLst>
            <pc:docMk/>
            <pc:sldMk cId="0" sldId="445"/>
            <ac:inkMk id="5" creationId="{EB198ECD-3AB7-4CED-95F9-167280A1DB82}"/>
          </ac:inkMkLst>
        </pc:inkChg>
        <pc:inkChg chg="add">
          <ac:chgData name="Md. Nahid Hasan" userId="S::nahid@vu.edu.bd::85ea5f9e-65d6-4031-b810-9415101f2e21" providerId="AD" clId="Web-{3943C6F3-8D20-4AB3-1088-C83D9C411C6F}" dt="2020-08-31T06:32:10.427" v="69"/>
          <ac:inkMkLst>
            <pc:docMk/>
            <pc:sldMk cId="0" sldId="445"/>
            <ac:inkMk id="6" creationId="{2B28CB54-F6FB-412F-BEAF-EE105409F2EC}"/>
          </ac:inkMkLst>
        </pc:inkChg>
        <pc:inkChg chg="add">
          <ac:chgData name="Md. Nahid Hasan" userId="S::nahid@vu.edu.bd::85ea5f9e-65d6-4031-b810-9415101f2e21" providerId="AD" clId="Web-{3943C6F3-8D20-4AB3-1088-C83D9C411C6F}" dt="2020-08-31T06:32:13.598" v="70"/>
          <ac:inkMkLst>
            <pc:docMk/>
            <pc:sldMk cId="0" sldId="445"/>
            <ac:inkMk id="7" creationId="{49C8AC00-44ED-4EEB-AECC-DABCC6BB3267}"/>
          </ac:inkMkLst>
        </pc:inkChg>
        <pc:inkChg chg="add">
          <ac:chgData name="Md. Nahid Hasan" userId="S::nahid@vu.edu.bd::85ea5f9e-65d6-4031-b810-9415101f2e21" providerId="AD" clId="Web-{3943C6F3-8D20-4AB3-1088-C83D9C411C6F}" dt="2020-08-31T06:32:15.161" v="71"/>
          <ac:inkMkLst>
            <pc:docMk/>
            <pc:sldMk cId="0" sldId="445"/>
            <ac:inkMk id="8" creationId="{87D130A2-8259-49C2-8367-524BADC73A3A}"/>
          </ac:inkMkLst>
        </pc:inkChg>
        <pc:inkChg chg="add">
          <ac:chgData name="Md. Nahid Hasan" userId="S::nahid@vu.edu.bd::85ea5f9e-65d6-4031-b810-9415101f2e21" providerId="AD" clId="Web-{3943C6F3-8D20-4AB3-1088-C83D9C411C6F}" dt="2020-08-31T06:32:27.286" v="72"/>
          <ac:inkMkLst>
            <pc:docMk/>
            <pc:sldMk cId="0" sldId="445"/>
            <ac:inkMk id="9" creationId="{C73180C7-F304-41E0-82B1-0EA1CD9374C7}"/>
          </ac:inkMkLst>
        </pc:inkChg>
        <pc:inkChg chg="add">
          <ac:chgData name="Md. Nahid Hasan" userId="S::nahid@vu.edu.bd::85ea5f9e-65d6-4031-b810-9415101f2e21" providerId="AD" clId="Web-{3943C6F3-8D20-4AB3-1088-C83D9C411C6F}" dt="2020-08-31T06:32:28.645" v="73"/>
          <ac:inkMkLst>
            <pc:docMk/>
            <pc:sldMk cId="0" sldId="445"/>
            <ac:inkMk id="10" creationId="{B6E32196-1806-4A95-934F-6EDC4989BB0C}"/>
          </ac:inkMkLst>
        </pc:inkChg>
        <pc:inkChg chg="add">
          <ac:chgData name="Md. Nahid Hasan" userId="S::nahid@vu.edu.bd::85ea5f9e-65d6-4031-b810-9415101f2e21" providerId="AD" clId="Web-{3943C6F3-8D20-4AB3-1088-C83D9C411C6F}" dt="2020-08-31T06:32:29.583" v="74"/>
          <ac:inkMkLst>
            <pc:docMk/>
            <pc:sldMk cId="0" sldId="445"/>
            <ac:inkMk id="11" creationId="{30BAFF5C-5700-4D2B-893A-0C180BD8250A}"/>
          </ac:inkMkLst>
        </pc:inkChg>
        <pc:inkChg chg="add">
          <ac:chgData name="Md. Nahid Hasan" userId="S::nahid@vu.edu.bd::85ea5f9e-65d6-4031-b810-9415101f2e21" providerId="AD" clId="Web-{3943C6F3-8D20-4AB3-1088-C83D9C411C6F}" dt="2020-08-31T06:32:45.864" v="75"/>
          <ac:inkMkLst>
            <pc:docMk/>
            <pc:sldMk cId="0" sldId="445"/>
            <ac:inkMk id="12" creationId="{33B75B46-1A00-4FF7-A3DE-F1C79893BD85}"/>
          </ac:inkMkLst>
        </pc:inkChg>
        <pc:inkChg chg="add">
          <ac:chgData name="Md. Nahid Hasan" userId="S::nahid@vu.edu.bd::85ea5f9e-65d6-4031-b810-9415101f2e21" providerId="AD" clId="Web-{3943C6F3-8D20-4AB3-1088-C83D9C411C6F}" dt="2020-08-31T06:32:46.661" v="76"/>
          <ac:inkMkLst>
            <pc:docMk/>
            <pc:sldMk cId="0" sldId="445"/>
            <ac:inkMk id="13" creationId="{52578028-F75E-4F5F-BBFE-AF8BF39D763E}"/>
          </ac:inkMkLst>
        </pc:inkChg>
        <pc:inkChg chg="add">
          <ac:chgData name="Md. Nahid Hasan" userId="S::nahid@vu.edu.bd::85ea5f9e-65d6-4031-b810-9415101f2e21" providerId="AD" clId="Web-{3943C6F3-8D20-4AB3-1088-C83D9C411C6F}" dt="2020-08-31T06:32:47.614" v="77"/>
          <ac:inkMkLst>
            <pc:docMk/>
            <pc:sldMk cId="0" sldId="445"/>
            <ac:inkMk id="14" creationId="{D36D48BD-9179-489C-B8C6-FF7DCDE37DC9}"/>
          </ac:inkMkLst>
        </pc:inkChg>
        <pc:inkChg chg="add">
          <ac:chgData name="Md. Nahid Hasan" userId="S::nahid@vu.edu.bd::85ea5f9e-65d6-4031-b810-9415101f2e21" providerId="AD" clId="Web-{3943C6F3-8D20-4AB3-1088-C83D9C411C6F}" dt="2020-08-31T06:32:50.083" v="78"/>
          <ac:inkMkLst>
            <pc:docMk/>
            <pc:sldMk cId="0" sldId="445"/>
            <ac:inkMk id="15" creationId="{C0D26113-F8FB-418E-B9EA-758D9F8378AA}"/>
          </ac:inkMkLst>
        </pc:inkChg>
        <pc:inkChg chg="add">
          <ac:chgData name="Md. Nahid Hasan" userId="S::nahid@vu.edu.bd::85ea5f9e-65d6-4031-b810-9415101f2e21" providerId="AD" clId="Web-{3943C6F3-8D20-4AB3-1088-C83D9C411C6F}" dt="2020-08-31T06:33:04.677" v="79"/>
          <ac:inkMkLst>
            <pc:docMk/>
            <pc:sldMk cId="0" sldId="445"/>
            <ac:inkMk id="16" creationId="{659524B0-15C9-41DC-9B4E-A17594B9543A}"/>
          </ac:inkMkLst>
        </pc:inkChg>
        <pc:inkChg chg="add">
          <ac:chgData name="Md. Nahid Hasan" userId="S::nahid@vu.edu.bd::85ea5f9e-65d6-4031-b810-9415101f2e21" providerId="AD" clId="Web-{3943C6F3-8D20-4AB3-1088-C83D9C411C6F}" dt="2020-08-31T06:33:06.068" v="80"/>
          <ac:inkMkLst>
            <pc:docMk/>
            <pc:sldMk cId="0" sldId="445"/>
            <ac:inkMk id="17" creationId="{2C10AD4E-CA93-4872-B1B2-10DA33EB3A67}"/>
          </ac:inkMkLst>
        </pc:inkChg>
        <pc:inkChg chg="add">
          <ac:chgData name="Md. Nahid Hasan" userId="S::nahid@vu.edu.bd::85ea5f9e-65d6-4031-b810-9415101f2e21" providerId="AD" clId="Web-{3943C6F3-8D20-4AB3-1088-C83D9C411C6F}" dt="2020-08-31T06:33:07.146" v="81"/>
          <ac:inkMkLst>
            <pc:docMk/>
            <pc:sldMk cId="0" sldId="445"/>
            <ac:inkMk id="18" creationId="{52CD91D0-ACCF-46C1-A232-04FD000498DB}"/>
          </ac:inkMkLst>
        </pc:inkChg>
      </pc:sldChg>
      <pc:sldChg chg="addSp">
        <pc:chgData name="Md. Nahid Hasan" userId="S::nahid@vu.edu.bd::85ea5f9e-65d6-4031-b810-9415101f2e21" providerId="AD" clId="Web-{3943C6F3-8D20-4AB3-1088-C83D9C411C6F}" dt="2020-08-31T06:37:03.678" v="208"/>
        <pc:sldMkLst>
          <pc:docMk/>
          <pc:sldMk cId="0" sldId="446"/>
        </pc:sldMkLst>
        <pc:inkChg chg="add">
          <ac:chgData name="Md. Nahid Hasan" userId="S::nahid@vu.edu.bd::85ea5f9e-65d6-4031-b810-9415101f2e21" providerId="AD" clId="Web-{3943C6F3-8D20-4AB3-1088-C83D9C411C6F}" dt="2020-08-31T06:33:24.677" v="82"/>
          <ac:inkMkLst>
            <pc:docMk/>
            <pc:sldMk cId="0" sldId="446"/>
            <ac:inkMk id="2" creationId="{7944CEC8-238E-47A8-B24A-F0ED1B39D24B}"/>
          </ac:inkMkLst>
        </pc:inkChg>
        <pc:inkChg chg="add">
          <ac:chgData name="Md. Nahid Hasan" userId="S::nahid@vu.edu.bd::85ea5f9e-65d6-4031-b810-9415101f2e21" providerId="AD" clId="Web-{3943C6F3-8D20-4AB3-1088-C83D9C411C6F}" dt="2020-08-31T06:33:29.021" v="83"/>
          <ac:inkMkLst>
            <pc:docMk/>
            <pc:sldMk cId="0" sldId="446"/>
            <ac:inkMk id="3" creationId="{16AE3FAB-D040-41CA-A76F-198508CFE80D}"/>
          </ac:inkMkLst>
        </pc:inkChg>
        <pc:inkChg chg="add">
          <ac:chgData name="Md. Nahid Hasan" userId="S::nahid@vu.edu.bd::85ea5f9e-65d6-4031-b810-9415101f2e21" providerId="AD" clId="Web-{3943C6F3-8D20-4AB3-1088-C83D9C411C6F}" dt="2020-08-31T06:33:36.161" v="84"/>
          <ac:inkMkLst>
            <pc:docMk/>
            <pc:sldMk cId="0" sldId="446"/>
            <ac:inkMk id="4" creationId="{755AC192-3A65-4A82-AC5C-215CC52EA2B2}"/>
          </ac:inkMkLst>
        </pc:inkChg>
        <pc:inkChg chg="add">
          <ac:chgData name="Md. Nahid Hasan" userId="S::nahid@vu.edu.bd::85ea5f9e-65d6-4031-b810-9415101f2e21" providerId="AD" clId="Web-{3943C6F3-8D20-4AB3-1088-C83D9C411C6F}" dt="2020-08-31T06:33:37.849" v="85"/>
          <ac:inkMkLst>
            <pc:docMk/>
            <pc:sldMk cId="0" sldId="446"/>
            <ac:inkMk id="5" creationId="{A8AB25FE-B23E-4AB3-9068-AE934B345562}"/>
          </ac:inkMkLst>
        </pc:inkChg>
        <pc:inkChg chg="add">
          <ac:chgData name="Md. Nahid Hasan" userId="S::nahid@vu.edu.bd::85ea5f9e-65d6-4031-b810-9415101f2e21" providerId="AD" clId="Web-{3943C6F3-8D20-4AB3-1088-C83D9C411C6F}" dt="2020-08-31T06:33:38.990" v="86"/>
          <ac:inkMkLst>
            <pc:docMk/>
            <pc:sldMk cId="0" sldId="446"/>
            <ac:inkMk id="6" creationId="{45F227C0-0773-4514-BCBC-C5ADDD625E60}"/>
          </ac:inkMkLst>
        </pc:inkChg>
        <pc:inkChg chg="add">
          <ac:chgData name="Md. Nahid Hasan" userId="S::nahid@vu.edu.bd::85ea5f9e-65d6-4031-b810-9415101f2e21" providerId="AD" clId="Web-{3943C6F3-8D20-4AB3-1088-C83D9C411C6F}" dt="2020-08-31T06:33:38.990" v="87"/>
          <ac:inkMkLst>
            <pc:docMk/>
            <pc:sldMk cId="0" sldId="446"/>
            <ac:inkMk id="7" creationId="{3E07E97B-980F-4DB5-AC9D-94C25E1DBD93}"/>
          </ac:inkMkLst>
        </pc:inkChg>
        <pc:inkChg chg="add">
          <ac:chgData name="Md. Nahid Hasan" userId="S::nahid@vu.edu.bd::85ea5f9e-65d6-4031-b810-9415101f2e21" providerId="AD" clId="Web-{3943C6F3-8D20-4AB3-1088-C83D9C411C6F}" dt="2020-08-31T06:33:41.490" v="88"/>
          <ac:inkMkLst>
            <pc:docMk/>
            <pc:sldMk cId="0" sldId="446"/>
            <ac:inkMk id="8" creationId="{E7C40980-6816-4494-8F5B-B7D1653CD441}"/>
          </ac:inkMkLst>
        </pc:inkChg>
        <pc:inkChg chg="add">
          <ac:chgData name="Md. Nahid Hasan" userId="S::nahid@vu.edu.bd::85ea5f9e-65d6-4031-b810-9415101f2e21" providerId="AD" clId="Web-{3943C6F3-8D20-4AB3-1088-C83D9C411C6F}" dt="2020-08-31T06:33:41.505" v="89"/>
          <ac:inkMkLst>
            <pc:docMk/>
            <pc:sldMk cId="0" sldId="446"/>
            <ac:inkMk id="9" creationId="{8B286BDD-4D14-4EC7-8448-C66A1308D375}"/>
          </ac:inkMkLst>
        </pc:inkChg>
        <pc:inkChg chg="add">
          <ac:chgData name="Md. Nahid Hasan" userId="S::nahid@vu.edu.bd::85ea5f9e-65d6-4031-b810-9415101f2e21" providerId="AD" clId="Web-{3943C6F3-8D20-4AB3-1088-C83D9C411C6F}" dt="2020-08-31T06:33:41.521" v="90"/>
          <ac:inkMkLst>
            <pc:docMk/>
            <pc:sldMk cId="0" sldId="446"/>
            <ac:inkMk id="10" creationId="{99172F40-FDE5-49A3-B571-492096C6BDF5}"/>
          </ac:inkMkLst>
        </pc:inkChg>
        <pc:inkChg chg="add">
          <ac:chgData name="Md. Nahid Hasan" userId="S::nahid@vu.edu.bd::85ea5f9e-65d6-4031-b810-9415101f2e21" providerId="AD" clId="Web-{3943C6F3-8D20-4AB3-1088-C83D9C411C6F}" dt="2020-08-31T06:33:42.943" v="91"/>
          <ac:inkMkLst>
            <pc:docMk/>
            <pc:sldMk cId="0" sldId="446"/>
            <ac:inkMk id="11" creationId="{FC6B73AD-3F56-4D5E-B66C-15365D965BD6}"/>
          </ac:inkMkLst>
        </pc:inkChg>
        <pc:inkChg chg="add">
          <ac:chgData name="Md. Nahid Hasan" userId="S::nahid@vu.edu.bd::85ea5f9e-65d6-4031-b810-9415101f2e21" providerId="AD" clId="Web-{3943C6F3-8D20-4AB3-1088-C83D9C411C6F}" dt="2020-08-31T06:33:45.615" v="92"/>
          <ac:inkMkLst>
            <pc:docMk/>
            <pc:sldMk cId="0" sldId="446"/>
            <ac:inkMk id="12" creationId="{C0A469D7-5B02-4760-9C6B-93CE7EA6E833}"/>
          </ac:inkMkLst>
        </pc:inkChg>
        <pc:inkChg chg="add">
          <ac:chgData name="Md. Nahid Hasan" userId="S::nahid@vu.edu.bd::85ea5f9e-65d6-4031-b810-9415101f2e21" providerId="AD" clId="Web-{3943C6F3-8D20-4AB3-1088-C83D9C411C6F}" dt="2020-08-31T06:33:45.740" v="93"/>
          <ac:inkMkLst>
            <pc:docMk/>
            <pc:sldMk cId="0" sldId="446"/>
            <ac:inkMk id="13" creationId="{E06B509A-C1DE-4E99-835E-10C9367FCDCD}"/>
          </ac:inkMkLst>
        </pc:inkChg>
        <pc:inkChg chg="add">
          <ac:chgData name="Md. Nahid Hasan" userId="S::nahid@vu.edu.bd::85ea5f9e-65d6-4031-b810-9415101f2e21" providerId="AD" clId="Web-{3943C6F3-8D20-4AB3-1088-C83D9C411C6F}" dt="2020-08-31T06:33:45.755" v="94"/>
          <ac:inkMkLst>
            <pc:docMk/>
            <pc:sldMk cId="0" sldId="446"/>
            <ac:inkMk id="14" creationId="{698B9CAB-A833-4F0F-8A94-92223FCC5CE2}"/>
          </ac:inkMkLst>
        </pc:inkChg>
        <pc:inkChg chg="add">
          <ac:chgData name="Md. Nahid Hasan" userId="S::nahid@vu.edu.bd::85ea5f9e-65d6-4031-b810-9415101f2e21" providerId="AD" clId="Web-{3943C6F3-8D20-4AB3-1088-C83D9C411C6F}" dt="2020-08-31T06:33:46.552" v="95"/>
          <ac:inkMkLst>
            <pc:docMk/>
            <pc:sldMk cId="0" sldId="446"/>
            <ac:inkMk id="15" creationId="{029962E8-489E-49E1-BC7D-282C8FB5EF00}"/>
          </ac:inkMkLst>
        </pc:inkChg>
        <pc:inkChg chg="add">
          <ac:chgData name="Md. Nahid Hasan" userId="S::nahid@vu.edu.bd::85ea5f9e-65d6-4031-b810-9415101f2e21" providerId="AD" clId="Web-{3943C6F3-8D20-4AB3-1088-C83D9C411C6F}" dt="2020-08-31T06:33:47.427" v="96"/>
          <ac:inkMkLst>
            <pc:docMk/>
            <pc:sldMk cId="0" sldId="446"/>
            <ac:inkMk id="16" creationId="{2608766E-FE38-4694-8543-4BA69AD532F2}"/>
          </ac:inkMkLst>
        </pc:inkChg>
        <pc:inkChg chg="add">
          <ac:chgData name="Md. Nahid Hasan" userId="S::nahid@vu.edu.bd::85ea5f9e-65d6-4031-b810-9415101f2e21" providerId="AD" clId="Web-{3943C6F3-8D20-4AB3-1088-C83D9C411C6F}" dt="2020-08-31T06:33:50.880" v="97"/>
          <ac:inkMkLst>
            <pc:docMk/>
            <pc:sldMk cId="0" sldId="446"/>
            <ac:inkMk id="17" creationId="{4EDFE648-AE65-42CC-97E0-B0FC216F2824}"/>
          </ac:inkMkLst>
        </pc:inkChg>
        <pc:inkChg chg="add">
          <ac:chgData name="Md. Nahid Hasan" userId="S::nahid@vu.edu.bd::85ea5f9e-65d6-4031-b810-9415101f2e21" providerId="AD" clId="Web-{3943C6F3-8D20-4AB3-1088-C83D9C411C6F}" dt="2020-08-31T06:33:50.896" v="98"/>
          <ac:inkMkLst>
            <pc:docMk/>
            <pc:sldMk cId="0" sldId="446"/>
            <ac:inkMk id="18" creationId="{E8932458-4B09-4293-BCDE-B963135C71AE}"/>
          </ac:inkMkLst>
        </pc:inkChg>
        <pc:inkChg chg="add">
          <ac:chgData name="Md. Nahid Hasan" userId="S::nahid@vu.edu.bd::85ea5f9e-65d6-4031-b810-9415101f2e21" providerId="AD" clId="Web-{3943C6F3-8D20-4AB3-1088-C83D9C411C6F}" dt="2020-08-31T06:33:51.443" v="99"/>
          <ac:inkMkLst>
            <pc:docMk/>
            <pc:sldMk cId="0" sldId="446"/>
            <ac:inkMk id="19" creationId="{FA878ECF-93A4-4FA2-8788-C8DA384E3C2B}"/>
          </ac:inkMkLst>
        </pc:inkChg>
        <pc:inkChg chg="add">
          <ac:chgData name="Md. Nahid Hasan" userId="S::nahid@vu.edu.bd::85ea5f9e-65d6-4031-b810-9415101f2e21" providerId="AD" clId="Web-{3943C6F3-8D20-4AB3-1088-C83D9C411C6F}" dt="2020-08-31T06:33:52.365" v="100"/>
          <ac:inkMkLst>
            <pc:docMk/>
            <pc:sldMk cId="0" sldId="446"/>
            <ac:inkMk id="20" creationId="{1BDB4B59-C6B3-4A81-B445-5AB1E2A20CD3}"/>
          </ac:inkMkLst>
        </pc:inkChg>
        <pc:inkChg chg="add">
          <ac:chgData name="Md. Nahid Hasan" userId="S::nahid@vu.edu.bd::85ea5f9e-65d6-4031-b810-9415101f2e21" providerId="AD" clId="Web-{3943C6F3-8D20-4AB3-1088-C83D9C411C6F}" dt="2020-08-31T06:33:53.130" v="101"/>
          <ac:inkMkLst>
            <pc:docMk/>
            <pc:sldMk cId="0" sldId="446"/>
            <ac:inkMk id="21" creationId="{9C5F44DA-74A6-45D2-BF93-7C58C877CFFE}"/>
          </ac:inkMkLst>
        </pc:inkChg>
        <pc:inkChg chg="add">
          <ac:chgData name="Md. Nahid Hasan" userId="S::nahid@vu.edu.bd::85ea5f9e-65d6-4031-b810-9415101f2e21" providerId="AD" clId="Web-{3943C6F3-8D20-4AB3-1088-C83D9C411C6F}" dt="2020-08-31T06:33:54.162" v="102"/>
          <ac:inkMkLst>
            <pc:docMk/>
            <pc:sldMk cId="0" sldId="446"/>
            <ac:inkMk id="22" creationId="{C3D1B6ED-102F-4A63-A1A1-5B51D9468ACB}"/>
          </ac:inkMkLst>
        </pc:inkChg>
        <pc:inkChg chg="add">
          <ac:chgData name="Md. Nahid Hasan" userId="S::nahid@vu.edu.bd::85ea5f9e-65d6-4031-b810-9415101f2e21" providerId="AD" clId="Web-{3943C6F3-8D20-4AB3-1088-C83D9C411C6F}" dt="2020-08-31T06:33:57.771" v="103"/>
          <ac:inkMkLst>
            <pc:docMk/>
            <pc:sldMk cId="0" sldId="446"/>
            <ac:inkMk id="23" creationId="{D2855804-2952-48B9-AA20-25CF83729873}"/>
          </ac:inkMkLst>
        </pc:inkChg>
        <pc:inkChg chg="add">
          <ac:chgData name="Md. Nahid Hasan" userId="S::nahid@vu.edu.bd::85ea5f9e-65d6-4031-b810-9415101f2e21" providerId="AD" clId="Web-{3943C6F3-8D20-4AB3-1088-C83D9C411C6F}" dt="2020-08-31T06:33:57.787" v="104"/>
          <ac:inkMkLst>
            <pc:docMk/>
            <pc:sldMk cId="0" sldId="446"/>
            <ac:inkMk id="24" creationId="{BC6A913A-8D96-4684-BA87-8C032EC0E8DE}"/>
          </ac:inkMkLst>
        </pc:inkChg>
        <pc:inkChg chg="add">
          <ac:chgData name="Md. Nahid Hasan" userId="S::nahid@vu.edu.bd::85ea5f9e-65d6-4031-b810-9415101f2e21" providerId="AD" clId="Web-{3943C6F3-8D20-4AB3-1088-C83D9C411C6F}" dt="2020-08-31T06:33:57.787" v="105"/>
          <ac:inkMkLst>
            <pc:docMk/>
            <pc:sldMk cId="0" sldId="446"/>
            <ac:inkMk id="25" creationId="{27ED4628-12BE-42DE-B43E-3CC83950A6E1}"/>
          </ac:inkMkLst>
        </pc:inkChg>
        <pc:inkChg chg="add">
          <ac:chgData name="Md. Nahid Hasan" userId="S::nahid@vu.edu.bd::85ea5f9e-65d6-4031-b810-9415101f2e21" providerId="AD" clId="Web-{3943C6F3-8D20-4AB3-1088-C83D9C411C6F}" dt="2020-08-31T06:33:57.802" v="106"/>
          <ac:inkMkLst>
            <pc:docMk/>
            <pc:sldMk cId="0" sldId="446"/>
            <ac:inkMk id="26" creationId="{96031362-2090-4143-8D16-3A7B434352F3}"/>
          </ac:inkMkLst>
        </pc:inkChg>
        <pc:inkChg chg="add">
          <ac:chgData name="Md. Nahid Hasan" userId="S::nahid@vu.edu.bd::85ea5f9e-65d6-4031-b810-9415101f2e21" providerId="AD" clId="Web-{3943C6F3-8D20-4AB3-1088-C83D9C411C6F}" dt="2020-08-31T06:33:57.818" v="107"/>
          <ac:inkMkLst>
            <pc:docMk/>
            <pc:sldMk cId="0" sldId="446"/>
            <ac:inkMk id="27" creationId="{5FAACDAA-EAE0-4F2A-8F7F-74AFB27EE046}"/>
          </ac:inkMkLst>
        </pc:inkChg>
        <pc:inkChg chg="add">
          <ac:chgData name="Md. Nahid Hasan" userId="S::nahid@vu.edu.bd::85ea5f9e-65d6-4031-b810-9415101f2e21" providerId="AD" clId="Web-{3943C6F3-8D20-4AB3-1088-C83D9C411C6F}" dt="2020-08-31T06:34:03.208" v="108"/>
          <ac:inkMkLst>
            <pc:docMk/>
            <pc:sldMk cId="0" sldId="446"/>
            <ac:inkMk id="28" creationId="{63CF1EDA-4B9D-4BBF-9AED-4634A8A8A40B}"/>
          </ac:inkMkLst>
        </pc:inkChg>
        <pc:inkChg chg="add">
          <ac:chgData name="Md. Nahid Hasan" userId="S::nahid@vu.edu.bd::85ea5f9e-65d6-4031-b810-9415101f2e21" providerId="AD" clId="Web-{3943C6F3-8D20-4AB3-1088-C83D9C411C6F}" dt="2020-08-31T06:34:05.630" v="109"/>
          <ac:inkMkLst>
            <pc:docMk/>
            <pc:sldMk cId="0" sldId="446"/>
            <ac:inkMk id="29" creationId="{4176DB30-F255-4F8C-9104-38C5C9A4F997}"/>
          </ac:inkMkLst>
        </pc:inkChg>
        <pc:inkChg chg="add">
          <ac:chgData name="Md. Nahid Hasan" userId="S::nahid@vu.edu.bd::85ea5f9e-65d6-4031-b810-9415101f2e21" providerId="AD" clId="Web-{3943C6F3-8D20-4AB3-1088-C83D9C411C6F}" dt="2020-08-31T06:34:06.708" v="110"/>
          <ac:inkMkLst>
            <pc:docMk/>
            <pc:sldMk cId="0" sldId="446"/>
            <ac:inkMk id="30" creationId="{416284C7-5042-41A5-B080-958DB759FC67}"/>
          </ac:inkMkLst>
        </pc:inkChg>
        <pc:inkChg chg="add">
          <ac:chgData name="Md. Nahid Hasan" userId="S::nahid@vu.edu.bd::85ea5f9e-65d6-4031-b810-9415101f2e21" providerId="AD" clId="Web-{3943C6F3-8D20-4AB3-1088-C83D9C411C6F}" dt="2020-08-31T06:34:07.492" v="111"/>
          <ac:inkMkLst>
            <pc:docMk/>
            <pc:sldMk cId="0" sldId="446"/>
            <ac:inkMk id="31" creationId="{3E8A682F-A98B-4410-A186-F5B74D0E1039}"/>
          </ac:inkMkLst>
        </pc:inkChg>
        <pc:inkChg chg="add">
          <ac:chgData name="Md. Nahid Hasan" userId="S::nahid@vu.edu.bd::85ea5f9e-65d6-4031-b810-9415101f2e21" providerId="AD" clId="Web-{3943C6F3-8D20-4AB3-1088-C83D9C411C6F}" dt="2020-08-31T06:34:07.505" v="112"/>
          <ac:inkMkLst>
            <pc:docMk/>
            <pc:sldMk cId="0" sldId="446"/>
            <ac:inkMk id="32" creationId="{F6FD7567-AF6C-46DC-8042-C210E4FFE588}"/>
          </ac:inkMkLst>
        </pc:inkChg>
        <pc:inkChg chg="add">
          <ac:chgData name="Md. Nahid Hasan" userId="S::nahid@vu.edu.bd::85ea5f9e-65d6-4031-b810-9415101f2e21" providerId="AD" clId="Web-{3943C6F3-8D20-4AB3-1088-C83D9C411C6F}" dt="2020-08-31T06:34:08.615" v="113"/>
          <ac:inkMkLst>
            <pc:docMk/>
            <pc:sldMk cId="0" sldId="446"/>
            <ac:inkMk id="33" creationId="{0B353AC4-6A07-4C4F-B9C5-835682ADB11F}"/>
          </ac:inkMkLst>
        </pc:inkChg>
        <pc:inkChg chg="add">
          <ac:chgData name="Md. Nahid Hasan" userId="S::nahid@vu.edu.bd::85ea5f9e-65d6-4031-b810-9415101f2e21" providerId="AD" clId="Web-{3943C6F3-8D20-4AB3-1088-C83D9C411C6F}" dt="2020-08-31T06:34:10.802" v="114"/>
          <ac:inkMkLst>
            <pc:docMk/>
            <pc:sldMk cId="0" sldId="446"/>
            <ac:inkMk id="34" creationId="{B041616E-7C1B-4151-BC90-A16D5FB22698}"/>
          </ac:inkMkLst>
        </pc:inkChg>
        <pc:inkChg chg="add">
          <ac:chgData name="Md. Nahid Hasan" userId="S::nahid@vu.edu.bd::85ea5f9e-65d6-4031-b810-9415101f2e21" providerId="AD" clId="Web-{3943C6F3-8D20-4AB3-1088-C83D9C411C6F}" dt="2020-08-31T06:34:10.802" v="115"/>
          <ac:inkMkLst>
            <pc:docMk/>
            <pc:sldMk cId="0" sldId="446"/>
            <ac:inkMk id="35" creationId="{284C8A52-A5FA-469D-A8E5-427F4C6DDE6C}"/>
          </ac:inkMkLst>
        </pc:inkChg>
        <pc:inkChg chg="add">
          <ac:chgData name="Md. Nahid Hasan" userId="S::nahid@vu.edu.bd::85ea5f9e-65d6-4031-b810-9415101f2e21" providerId="AD" clId="Web-{3943C6F3-8D20-4AB3-1088-C83D9C411C6F}" dt="2020-08-31T06:34:10.818" v="116"/>
          <ac:inkMkLst>
            <pc:docMk/>
            <pc:sldMk cId="0" sldId="446"/>
            <ac:inkMk id="36" creationId="{A5D5956E-AFBA-436D-9B90-8139876715AE}"/>
          </ac:inkMkLst>
        </pc:inkChg>
        <pc:inkChg chg="add">
          <ac:chgData name="Md. Nahid Hasan" userId="S::nahid@vu.edu.bd::85ea5f9e-65d6-4031-b810-9415101f2e21" providerId="AD" clId="Web-{3943C6F3-8D20-4AB3-1088-C83D9C411C6F}" dt="2020-08-31T06:34:10.833" v="117"/>
          <ac:inkMkLst>
            <pc:docMk/>
            <pc:sldMk cId="0" sldId="446"/>
            <ac:inkMk id="37" creationId="{019F2F49-C25B-436B-B2B7-D31F9871D694}"/>
          </ac:inkMkLst>
        </pc:inkChg>
        <pc:inkChg chg="add">
          <ac:chgData name="Md. Nahid Hasan" userId="S::nahid@vu.edu.bd::85ea5f9e-65d6-4031-b810-9415101f2e21" providerId="AD" clId="Web-{3943C6F3-8D20-4AB3-1088-C83D9C411C6F}" dt="2020-08-31T06:34:10.849" v="118"/>
          <ac:inkMkLst>
            <pc:docMk/>
            <pc:sldMk cId="0" sldId="446"/>
            <ac:inkMk id="38" creationId="{48B151E7-91C8-4FED-A210-57C8DB97AD7C}"/>
          </ac:inkMkLst>
        </pc:inkChg>
        <pc:inkChg chg="add">
          <ac:chgData name="Md. Nahid Hasan" userId="S::nahid@vu.edu.bd::85ea5f9e-65d6-4031-b810-9415101f2e21" providerId="AD" clId="Web-{3943C6F3-8D20-4AB3-1088-C83D9C411C6F}" dt="2020-08-31T06:34:11.552" v="119"/>
          <ac:inkMkLst>
            <pc:docMk/>
            <pc:sldMk cId="0" sldId="446"/>
            <ac:inkMk id="39" creationId="{959CCE2C-7D2F-4E35-B538-11A944689F6D}"/>
          </ac:inkMkLst>
        </pc:inkChg>
        <pc:inkChg chg="add">
          <ac:chgData name="Md. Nahid Hasan" userId="S::nahid@vu.edu.bd::85ea5f9e-65d6-4031-b810-9415101f2e21" providerId="AD" clId="Web-{3943C6F3-8D20-4AB3-1088-C83D9C411C6F}" dt="2020-08-31T06:34:12.334" v="120"/>
          <ac:inkMkLst>
            <pc:docMk/>
            <pc:sldMk cId="0" sldId="446"/>
            <ac:inkMk id="40" creationId="{159799EB-F2E0-4DB4-810F-458C317907BA}"/>
          </ac:inkMkLst>
        </pc:inkChg>
        <pc:inkChg chg="add">
          <ac:chgData name="Md. Nahid Hasan" userId="S::nahid@vu.edu.bd::85ea5f9e-65d6-4031-b810-9415101f2e21" providerId="AD" clId="Web-{3943C6F3-8D20-4AB3-1088-C83D9C411C6F}" dt="2020-08-31T06:34:12.349" v="121"/>
          <ac:inkMkLst>
            <pc:docMk/>
            <pc:sldMk cId="0" sldId="446"/>
            <ac:inkMk id="41" creationId="{3DA25C48-8E0B-428D-A19B-E84E3C56BF24}"/>
          </ac:inkMkLst>
        </pc:inkChg>
        <pc:inkChg chg="add">
          <ac:chgData name="Md. Nahid Hasan" userId="S::nahid@vu.edu.bd::85ea5f9e-65d6-4031-b810-9415101f2e21" providerId="AD" clId="Web-{3943C6F3-8D20-4AB3-1088-C83D9C411C6F}" dt="2020-08-31T06:34:13.396" v="122"/>
          <ac:inkMkLst>
            <pc:docMk/>
            <pc:sldMk cId="0" sldId="446"/>
            <ac:inkMk id="42" creationId="{EB068162-8BCD-438F-ACD5-781263372D40}"/>
          </ac:inkMkLst>
        </pc:inkChg>
        <pc:inkChg chg="add">
          <ac:chgData name="Md. Nahid Hasan" userId="S::nahid@vu.edu.bd::85ea5f9e-65d6-4031-b810-9415101f2e21" providerId="AD" clId="Web-{3943C6F3-8D20-4AB3-1088-C83D9C411C6F}" dt="2020-08-31T06:34:15.521" v="123"/>
          <ac:inkMkLst>
            <pc:docMk/>
            <pc:sldMk cId="0" sldId="446"/>
            <ac:inkMk id="43" creationId="{C1A21098-FFF1-4BD7-BAF2-50C1B26EB3B3}"/>
          </ac:inkMkLst>
        </pc:inkChg>
        <pc:inkChg chg="add">
          <ac:chgData name="Md. Nahid Hasan" userId="S::nahid@vu.edu.bd::85ea5f9e-65d6-4031-b810-9415101f2e21" providerId="AD" clId="Web-{3943C6F3-8D20-4AB3-1088-C83D9C411C6F}" dt="2020-08-31T06:34:15.521" v="124"/>
          <ac:inkMkLst>
            <pc:docMk/>
            <pc:sldMk cId="0" sldId="446"/>
            <ac:inkMk id="44" creationId="{D93FEF23-5FAF-4781-866D-EEE5408D1F9E}"/>
          </ac:inkMkLst>
        </pc:inkChg>
        <pc:inkChg chg="add">
          <ac:chgData name="Md. Nahid Hasan" userId="S::nahid@vu.edu.bd::85ea5f9e-65d6-4031-b810-9415101f2e21" providerId="AD" clId="Web-{3943C6F3-8D20-4AB3-1088-C83D9C411C6F}" dt="2020-08-31T06:34:15.537" v="125"/>
          <ac:inkMkLst>
            <pc:docMk/>
            <pc:sldMk cId="0" sldId="446"/>
            <ac:inkMk id="45" creationId="{4626E526-FEB8-4E1F-A17F-7A493276DE51}"/>
          </ac:inkMkLst>
        </pc:inkChg>
        <pc:inkChg chg="add">
          <ac:chgData name="Md. Nahid Hasan" userId="S::nahid@vu.edu.bd::85ea5f9e-65d6-4031-b810-9415101f2e21" providerId="AD" clId="Web-{3943C6F3-8D20-4AB3-1088-C83D9C411C6F}" dt="2020-08-31T06:34:18.084" v="126"/>
          <ac:inkMkLst>
            <pc:docMk/>
            <pc:sldMk cId="0" sldId="446"/>
            <ac:inkMk id="46" creationId="{AB73F1B4-4670-47D8-9503-F291060B4DFB}"/>
          </ac:inkMkLst>
        </pc:inkChg>
        <pc:inkChg chg="add">
          <ac:chgData name="Md. Nahid Hasan" userId="S::nahid@vu.edu.bd::85ea5f9e-65d6-4031-b810-9415101f2e21" providerId="AD" clId="Web-{3943C6F3-8D20-4AB3-1088-C83D9C411C6F}" dt="2020-08-31T06:34:18.099" v="127"/>
          <ac:inkMkLst>
            <pc:docMk/>
            <pc:sldMk cId="0" sldId="446"/>
            <ac:inkMk id="47" creationId="{C6277DA7-FAB1-49F6-B1B6-89FF2B59B20C}"/>
          </ac:inkMkLst>
        </pc:inkChg>
        <pc:inkChg chg="add">
          <ac:chgData name="Md. Nahid Hasan" userId="S::nahid@vu.edu.bd::85ea5f9e-65d6-4031-b810-9415101f2e21" providerId="AD" clId="Web-{3943C6F3-8D20-4AB3-1088-C83D9C411C6F}" dt="2020-08-31T06:34:18.115" v="128"/>
          <ac:inkMkLst>
            <pc:docMk/>
            <pc:sldMk cId="0" sldId="446"/>
            <ac:inkMk id="48" creationId="{5A6A0529-6F07-4AFD-81E3-A0AF425873AD}"/>
          </ac:inkMkLst>
        </pc:inkChg>
        <pc:inkChg chg="add">
          <ac:chgData name="Md. Nahid Hasan" userId="S::nahid@vu.edu.bd::85ea5f9e-65d6-4031-b810-9415101f2e21" providerId="AD" clId="Web-{3943C6F3-8D20-4AB3-1088-C83D9C411C6F}" dt="2020-08-31T06:34:24.787" v="129"/>
          <ac:inkMkLst>
            <pc:docMk/>
            <pc:sldMk cId="0" sldId="446"/>
            <ac:inkMk id="49" creationId="{25A2B6EE-72E9-4237-A234-8EE88D70D0F9}"/>
          </ac:inkMkLst>
        </pc:inkChg>
        <pc:inkChg chg="add">
          <ac:chgData name="Md. Nahid Hasan" userId="S::nahid@vu.edu.bd::85ea5f9e-65d6-4031-b810-9415101f2e21" providerId="AD" clId="Web-{3943C6F3-8D20-4AB3-1088-C83D9C411C6F}" dt="2020-08-31T06:34:27.755" v="130"/>
          <ac:inkMkLst>
            <pc:docMk/>
            <pc:sldMk cId="0" sldId="446"/>
            <ac:inkMk id="50" creationId="{4571B946-728B-4E86-9A81-F578FF96B3E9}"/>
          </ac:inkMkLst>
        </pc:inkChg>
        <pc:inkChg chg="add">
          <ac:chgData name="Md. Nahid Hasan" userId="S::nahid@vu.edu.bd::85ea5f9e-65d6-4031-b810-9415101f2e21" providerId="AD" clId="Web-{3943C6F3-8D20-4AB3-1088-C83D9C411C6F}" dt="2020-08-31T06:34:27.771" v="131"/>
          <ac:inkMkLst>
            <pc:docMk/>
            <pc:sldMk cId="0" sldId="446"/>
            <ac:inkMk id="51" creationId="{6C40814F-26A5-49A2-810A-4148C72BD226}"/>
          </ac:inkMkLst>
        </pc:inkChg>
        <pc:inkChg chg="add">
          <ac:chgData name="Md. Nahid Hasan" userId="S::nahid@vu.edu.bd::85ea5f9e-65d6-4031-b810-9415101f2e21" providerId="AD" clId="Web-{3943C6F3-8D20-4AB3-1088-C83D9C411C6F}" dt="2020-08-31T06:34:27.787" v="132"/>
          <ac:inkMkLst>
            <pc:docMk/>
            <pc:sldMk cId="0" sldId="446"/>
            <ac:inkMk id="52" creationId="{E9CC6CA7-62A7-4607-8869-015042FEFDC5}"/>
          </ac:inkMkLst>
        </pc:inkChg>
        <pc:inkChg chg="add">
          <ac:chgData name="Md. Nahid Hasan" userId="S::nahid@vu.edu.bd::85ea5f9e-65d6-4031-b810-9415101f2e21" providerId="AD" clId="Web-{3943C6F3-8D20-4AB3-1088-C83D9C411C6F}" dt="2020-08-31T06:34:27.787" v="133"/>
          <ac:inkMkLst>
            <pc:docMk/>
            <pc:sldMk cId="0" sldId="446"/>
            <ac:inkMk id="53" creationId="{57CAF95F-425E-473E-8BE4-EB452F3CD8A9}"/>
          </ac:inkMkLst>
        </pc:inkChg>
        <pc:inkChg chg="add">
          <ac:chgData name="Md. Nahid Hasan" userId="S::nahid@vu.edu.bd::85ea5f9e-65d6-4031-b810-9415101f2e21" providerId="AD" clId="Web-{3943C6F3-8D20-4AB3-1088-C83D9C411C6F}" dt="2020-08-31T06:34:27.802" v="134"/>
          <ac:inkMkLst>
            <pc:docMk/>
            <pc:sldMk cId="0" sldId="446"/>
            <ac:inkMk id="54" creationId="{91402C56-52F4-4E2B-859F-919A95BAFE4A}"/>
          </ac:inkMkLst>
        </pc:inkChg>
        <pc:inkChg chg="add">
          <ac:chgData name="Md. Nahid Hasan" userId="S::nahid@vu.edu.bd::85ea5f9e-65d6-4031-b810-9415101f2e21" providerId="AD" clId="Web-{3943C6F3-8D20-4AB3-1088-C83D9C411C6F}" dt="2020-08-31T06:34:27.818" v="135"/>
          <ac:inkMkLst>
            <pc:docMk/>
            <pc:sldMk cId="0" sldId="446"/>
            <ac:inkMk id="55" creationId="{84873A30-9881-4CA2-BAA3-741BFB6A6527}"/>
          </ac:inkMkLst>
        </pc:inkChg>
        <pc:inkChg chg="add">
          <ac:chgData name="Md. Nahid Hasan" userId="S::nahid@vu.edu.bd::85ea5f9e-65d6-4031-b810-9415101f2e21" providerId="AD" clId="Web-{3943C6F3-8D20-4AB3-1088-C83D9C411C6F}" dt="2020-08-31T06:34:28.584" v="136"/>
          <ac:inkMkLst>
            <pc:docMk/>
            <pc:sldMk cId="0" sldId="446"/>
            <ac:inkMk id="56" creationId="{E670E8A6-6C32-4B95-A864-06C7C05977AA}"/>
          </ac:inkMkLst>
        </pc:inkChg>
        <pc:inkChg chg="add">
          <ac:chgData name="Md. Nahid Hasan" userId="S::nahid@vu.edu.bd::85ea5f9e-65d6-4031-b810-9415101f2e21" providerId="AD" clId="Web-{3943C6F3-8D20-4AB3-1088-C83D9C411C6F}" dt="2020-08-31T06:34:28.599" v="137"/>
          <ac:inkMkLst>
            <pc:docMk/>
            <pc:sldMk cId="0" sldId="446"/>
            <ac:inkMk id="57" creationId="{2FD00FE6-D5CA-436A-9955-24C0A92D09FD}"/>
          </ac:inkMkLst>
        </pc:inkChg>
        <pc:inkChg chg="add">
          <ac:chgData name="Md. Nahid Hasan" userId="S::nahid@vu.edu.bd::85ea5f9e-65d6-4031-b810-9415101f2e21" providerId="AD" clId="Web-{3943C6F3-8D20-4AB3-1088-C83D9C411C6F}" dt="2020-08-31T06:34:29.427" v="138"/>
          <ac:inkMkLst>
            <pc:docMk/>
            <pc:sldMk cId="0" sldId="446"/>
            <ac:inkMk id="58" creationId="{99D749FF-63F9-4382-AFD6-4A06EB977BF1}"/>
          </ac:inkMkLst>
        </pc:inkChg>
        <pc:inkChg chg="add">
          <ac:chgData name="Md. Nahid Hasan" userId="S::nahid@vu.edu.bd::85ea5f9e-65d6-4031-b810-9415101f2e21" providerId="AD" clId="Web-{3943C6F3-8D20-4AB3-1088-C83D9C411C6F}" dt="2020-08-31T06:34:33.849" v="139"/>
          <ac:inkMkLst>
            <pc:docMk/>
            <pc:sldMk cId="0" sldId="446"/>
            <ac:inkMk id="59" creationId="{D720C5FF-9B0A-48BA-A212-56A60149BC0B}"/>
          </ac:inkMkLst>
        </pc:inkChg>
        <pc:inkChg chg="add">
          <ac:chgData name="Md. Nahid Hasan" userId="S::nahid@vu.edu.bd::85ea5f9e-65d6-4031-b810-9415101f2e21" providerId="AD" clId="Web-{3943C6F3-8D20-4AB3-1088-C83D9C411C6F}" dt="2020-08-31T06:34:33.865" v="140"/>
          <ac:inkMkLst>
            <pc:docMk/>
            <pc:sldMk cId="0" sldId="446"/>
            <ac:inkMk id="60" creationId="{AB2483D6-779E-49F3-A6B3-8239F800B00A}"/>
          </ac:inkMkLst>
        </pc:inkChg>
        <pc:inkChg chg="add">
          <ac:chgData name="Md. Nahid Hasan" userId="S::nahid@vu.edu.bd::85ea5f9e-65d6-4031-b810-9415101f2e21" providerId="AD" clId="Web-{3943C6F3-8D20-4AB3-1088-C83D9C411C6F}" dt="2020-08-31T06:34:33.865" v="141"/>
          <ac:inkMkLst>
            <pc:docMk/>
            <pc:sldMk cId="0" sldId="446"/>
            <ac:inkMk id="61" creationId="{52B917C7-7D8B-4A5F-8A7F-285D3D93577F}"/>
          </ac:inkMkLst>
        </pc:inkChg>
        <pc:inkChg chg="add">
          <ac:chgData name="Md. Nahid Hasan" userId="S::nahid@vu.edu.bd::85ea5f9e-65d6-4031-b810-9415101f2e21" providerId="AD" clId="Web-{3943C6F3-8D20-4AB3-1088-C83D9C411C6F}" dt="2020-08-31T06:34:33.881" v="142"/>
          <ac:inkMkLst>
            <pc:docMk/>
            <pc:sldMk cId="0" sldId="446"/>
            <ac:inkMk id="62" creationId="{C6962C9E-8E55-4014-8F7C-7042B7B81906}"/>
          </ac:inkMkLst>
        </pc:inkChg>
        <pc:inkChg chg="add">
          <ac:chgData name="Md. Nahid Hasan" userId="S::nahid@vu.edu.bd::85ea5f9e-65d6-4031-b810-9415101f2e21" providerId="AD" clId="Web-{3943C6F3-8D20-4AB3-1088-C83D9C411C6F}" dt="2020-08-31T06:34:33.896" v="143"/>
          <ac:inkMkLst>
            <pc:docMk/>
            <pc:sldMk cId="0" sldId="446"/>
            <ac:inkMk id="63" creationId="{68DAB9A7-5B73-4DDD-BCDC-A41CE2F9650E}"/>
          </ac:inkMkLst>
        </pc:inkChg>
        <pc:inkChg chg="add">
          <ac:chgData name="Md. Nahid Hasan" userId="S::nahid@vu.edu.bd::85ea5f9e-65d6-4031-b810-9415101f2e21" providerId="AD" clId="Web-{3943C6F3-8D20-4AB3-1088-C83D9C411C6F}" dt="2020-08-31T06:34:33.912" v="144"/>
          <ac:inkMkLst>
            <pc:docMk/>
            <pc:sldMk cId="0" sldId="446"/>
            <ac:inkMk id="39936" creationId="{08B40752-B09B-4AD2-BF7C-CA934C6E83F5}"/>
          </ac:inkMkLst>
        </pc:inkChg>
        <pc:inkChg chg="add">
          <ac:chgData name="Md. Nahid Hasan" userId="S::nahid@vu.edu.bd::85ea5f9e-65d6-4031-b810-9415101f2e21" providerId="AD" clId="Web-{3943C6F3-8D20-4AB3-1088-C83D9C411C6F}" dt="2020-08-31T06:34:33.912" v="145"/>
          <ac:inkMkLst>
            <pc:docMk/>
            <pc:sldMk cId="0" sldId="446"/>
            <ac:inkMk id="39937" creationId="{2996620A-0CB4-401F-823B-432E1AE3DBE9}"/>
          </ac:inkMkLst>
        </pc:inkChg>
        <pc:inkChg chg="add">
          <ac:chgData name="Md. Nahid Hasan" userId="S::nahid@vu.edu.bd::85ea5f9e-65d6-4031-b810-9415101f2e21" providerId="AD" clId="Web-{3943C6F3-8D20-4AB3-1088-C83D9C411C6F}" dt="2020-08-31T06:34:33.927" v="146"/>
          <ac:inkMkLst>
            <pc:docMk/>
            <pc:sldMk cId="0" sldId="446"/>
            <ac:inkMk id="39938" creationId="{755520EF-0550-46D9-8A5B-84A255132D4B}"/>
          </ac:inkMkLst>
        </pc:inkChg>
        <pc:inkChg chg="add">
          <ac:chgData name="Md. Nahid Hasan" userId="S::nahid@vu.edu.bd::85ea5f9e-65d6-4031-b810-9415101f2e21" providerId="AD" clId="Web-{3943C6F3-8D20-4AB3-1088-C83D9C411C6F}" dt="2020-08-31T06:34:45.052" v="147"/>
          <ac:inkMkLst>
            <pc:docMk/>
            <pc:sldMk cId="0" sldId="446"/>
            <ac:inkMk id="39940" creationId="{271B6827-7345-4A7C-A1A9-6B698FDCC325}"/>
          </ac:inkMkLst>
        </pc:inkChg>
        <pc:inkChg chg="add">
          <ac:chgData name="Md. Nahid Hasan" userId="S::nahid@vu.edu.bd::85ea5f9e-65d6-4031-b810-9415101f2e21" providerId="AD" clId="Web-{3943C6F3-8D20-4AB3-1088-C83D9C411C6F}" dt="2020-08-31T06:34:48.240" v="148"/>
          <ac:inkMkLst>
            <pc:docMk/>
            <pc:sldMk cId="0" sldId="446"/>
            <ac:inkMk id="39942" creationId="{2AB04A71-B8AF-4487-AD6C-A931E368367A}"/>
          </ac:inkMkLst>
        </pc:inkChg>
        <pc:inkChg chg="add">
          <ac:chgData name="Md. Nahid Hasan" userId="S::nahid@vu.edu.bd::85ea5f9e-65d6-4031-b810-9415101f2e21" providerId="AD" clId="Web-{3943C6F3-8D20-4AB3-1088-C83D9C411C6F}" dt="2020-08-31T06:35:06.974" v="149"/>
          <ac:inkMkLst>
            <pc:docMk/>
            <pc:sldMk cId="0" sldId="446"/>
            <ac:inkMk id="39943" creationId="{9559747E-6824-4A47-8AF6-D65B73C64203}"/>
          </ac:inkMkLst>
        </pc:inkChg>
        <pc:inkChg chg="add">
          <ac:chgData name="Md. Nahid Hasan" userId="S::nahid@vu.edu.bd::85ea5f9e-65d6-4031-b810-9415101f2e21" providerId="AD" clId="Web-{3943C6F3-8D20-4AB3-1088-C83D9C411C6F}" dt="2020-08-31T06:35:06.974" v="150"/>
          <ac:inkMkLst>
            <pc:docMk/>
            <pc:sldMk cId="0" sldId="446"/>
            <ac:inkMk id="39944" creationId="{9ABA4A5A-728E-4A01-B54A-4DFBC9A7DE51}"/>
          </ac:inkMkLst>
        </pc:inkChg>
        <pc:inkChg chg="add">
          <ac:chgData name="Md. Nahid Hasan" userId="S::nahid@vu.edu.bd::85ea5f9e-65d6-4031-b810-9415101f2e21" providerId="AD" clId="Web-{3943C6F3-8D20-4AB3-1088-C83D9C411C6F}" dt="2020-08-31T06:35:06.990" v="151"/>
          <ac:inkMkLst>
            <pc:docMk/>
            <pc:sldMk cId="0" sldId="446"/>
            <ac:inkMk id="39945" creationId="{9474129F-4E1B-4CBE-8F8D-CFA90D79C4DB}"/>
          </ac:inkMkLst>
        </pc:inkChg>
        <pc:inkChg chg="add">
          <ac:chgData name="Md. Nahid Hasan" userId="S::nahid@vu.edu.bd::85ea5f9e-65d6-4031-b810-9415101f2e21" providerId="AD" clId="Web-{3943C6F3-8D20-4AB3-1088-C83D9C411C6F}" dt="2020-08-31T06:35:07.006" v="152"/>
          <ac:inkMkLst>
            <pc:docMk/>
            <pc:sldMk cId="0" sldId="446"/>
            <ac:inkMk id="39946" creationId="{B565ACDB-118E-4A06-BA4F-20CBFB87449A}"/>
          </ac:inkMkLst>
        </pc:inkChg>
        <pc:inkChg chg="add">
          <ac:chgData name="Md. Nahid Hasan" userId="S::nahid@vu.edu.bd::85ea5f9e-65d6-4031-b810-9415101f2e21" providerId="AD" clId="Web-{3943C6F3-8D20-4AB3-1088-C83D9C411C6F}" dt="2020-08-31T06:35:07.021" v="153"/>
          <ac:inkMkLst>
            <pc:docMk/>
            <pc:sldMk cId="0" sldId="446"/>
            <ac:inkMk id="39947" creationId="{2DB964A8-E8C9-408B-A6D8-460AE4BA9CB9}"/>
          </ac:inkMkLst>
        </pc:inkChg>
        <pc:inkChg chg="add">
          <ac:chgData name="Md. Nahid Hasan" userId="S::nahid@vu.edu.bd::85ea5f9e-65d6-4031-b810-9415101f2e21" providerId="AD" clId="Web-{3943C6F3-8D20-4AB3-1088-C83D9C411C6F}" dt="2020-08-31T06:35:07.037" v="154"/>
          <ac:inkMkLst>
            <pc:docMk/>
            <pc:sldMk cId="0" sldId="446"/>
            <ac:inkMk id="39948" creationId="{58A98647-1260-454B-B6AE-84DB47A9FB85}"/>
          </ac:inkMkLst>
        </pc:inkChg>
        <pc:inkChg chg="add">
          <ac:chgData name="Md. Nahid Hasan" userId="S::nahid@vu.edu.bd::85ea5f9e-65d6-4031-b810-9415101f2e21" providerId="AD" clId="Web-{3943C6F3-8D20-4AB3-1088-C83D9C411C6F}" dt="2020-08-31T06:35:07.037" v="155"/>
          <ac:inkMkLst>
            <pc:docMk/>
            <pc:sldMk cId="0" sldId="446"/>
            <ac:inkMk id="39949" creationId="{25D2142E-0D3C-4D34-B467-C7E642752831}"/>
          </ac:inkMkLst>
        </pc:inkChg>
        <pc:inkChg chg="add">
          <ac:chgData name="Md. Nahid Hasan" userId="S::nahid@vu.edu.bd::85ea5f9e-65d6-4031-b810-9415101f2e21" providerId="AD" clId="Web-{3943C6F3-8D20-4AB3-1088-C83D9C411C6F}" dt="2020-08-31T06:35:07.053" v="156"/>
          <ac:inkMkLst>
            <pc:docMk/>
            <pc:sldMk cId="0" sldId="446"/>
            <ac:inkMk id="39950" creationId="{D3CA0245-9D44-4892-B578-7F1A61F256BF}"/>
          </ac:inkMkLst>
        </pc:inkChg>
        <pc:inkChg chg="add">
          <ac:chgData name="Md. Nahid Hasan" userId="S::nahid@vu.edu.bd::85ea5f9e-65d6-4031-b810-9415101f2e21" providerId="AD" clId="Web-{3943C6F3-8D20-4AB3-1088-C83D9C411C6F}" dt="2020-08-31T06:35:10.834" v="157"/>
          <ac:inkMkLst>
            <pc:docMk/>
            <pc:sldMk cId="0" sldId="446"/>
            <ac:inkMk id="39951" creationId="{4EF5CFD2-B982-4EFC-B018-6211E9C5FD1D}"/>
          </ac:inkMkLst>
        </pc:inkChg>
        <pc:inkChg chg="add">
          <ac:chgData name="Md. Nahid Hasan" userId="S::nahid@vu.edu.bd::85ea5f9e-65d6-4031-b810-9415101f2e21" providerId="AD" clId="Web-{3943C6F3-8D20-4AB3-1088-C83D9C411C6F}" dt="2020-08-31T06:35:10.849" v="158"/>
          <ac:inkMkLst>
            <pc:docMk/>
            <pc:sldMk cId="0" sldId="446"/>
            <ac:inkMk id="39952" creationId="{8462439F-B11C-47FA-8AD0-0871783C57DA}"/>
          </ac:inkMkLst>
        </pc:inkChg>
        <pc:inkChg chg="add">
          <ac:chgData name="Md. Nahid Hasan" userId="S::nahid@vu.edu.bd::85ea5f9e-65d6-4031-b810-9415101f2e21" providerId="AD" clId="Web-{3943C6F3-8D20-4AB3-1088-C83D9C411C6F}" dt="2020-08-31T06:35:10.849" v="159"/>
          <ac:inkMkLst>
            <pc:docMk/>
            <pc:sldMk cId="0" sldId="446"/>
            <ac:inkMk id="39953" creationId="{02FFA2C3-F7DB-4BBF-90DD-AAD399ED6A6F}"/>
          </ac:inkMkLst>
        </pc:inkChg>
        <pc:inkChg chg="add">
          <ac:chgData name="Md. Nahid Hasan" userId="S::nahid@vu.edu.bd::85ea5f9e-65d6-4031-b810-9415101f2e21" providerId="AD" clId="Web-{3943C6F3-8D20-4AB3-1088-C83D9C411C6F}" dt="2020-08-31T06:35:11.412" v="160"/>
          <ac:inkMkLst>
            <pc:docMk/>
            <pc:sldMk cId="0" sldId="446"/>
            <ac:inkMk id="39954" creationId="{B986EC03-2949-4D49-84CD-6B2876834ED3}"/>
          </ac:inkMkLst>
        </pc:inkChg>
        <pc:inkChg chg="add">
          <ac:chgData name="Md. Nahid Hasan" userId="S::nahid@vu.edu.bd::85ea5f9e-65d6-4031-b810-9415101f2e21" providerId="AD" clId="Web-{3943C6F3-8D20-4AB3-1088-C83D9C411C6F}" dt="2020-08-31T06:35:14.240" v="161"/>
          <ac:inkMkLst>
            <pc:docMk/>
            <pc:sldMk cId="0" sldId="446"/>
            <ac:inkMk id="39955" creationId="{B821257E-9AE1-4C41-BEF0-316F65509736}"/>
          </ac:inkMkLst>
        </pc:inkChg>
        <pc:inkChg chg="add">
          <ac:chgData name="Md. Nahid Hasan" userId="S::nahid@vu.edu.bd::85ea5f9e-65d6-4031-b810-9415101f2e21" providerId="AD" clId="Web-{3943C6F3-8D20-4AB3-1088-C83D9C411C6F}" dt="2020-08-31T06:35:14.256" v="162"/>
          <ac:inkMkLst>
            <pc:docMk/>
            <pc:sldMk cId="0" sldId="446"/>
            <ac:inkMk id="39956" creationId="{E6D39C32-8108-4153-8469-5DCB976600AD}"/>
          </ac:inkMkLst>
        </pc:inkChg>
        <pc:inkChg chg="add">
          <ac:chgData name="Md. Nahid Hasan" userId="S::nahid@vu.edu.bd::85ea5f9e-65d6-4031-b810-9415101f2e21" providerId="AD" clId="Web-{3943C6F3-8D20-4AB3-1088-C83D9C411C6F}" dt="2020-08-31T06:35:15.193" v="163"/>
          <ac:inkMkLst>
            <pc:docMk/>
            <pc:sldMk cId="0" sldId="446"/>
            <ac:inkMk id="39957" creationId="{BD527BE5-7C3A-4E5C-943C-5E2856FECD07}"/>
          </ac:inkMkLst>
        </pc:inkChg>
        <pc:inkChg chg="add">
          <ac:chgData name="Md. Nahid Hasan" userId="S::nahid@vu.edu.bd::85ea5f9e-65d6-4031-b810-9415101f2e21" providerId="AD" clId="Web-{3943C6F3-8D20-4AB3-1088-C83D9C411C6F}" dt="2020-08-31T06:35:18.740" v="164"/>
          <ac:inkMkLst>
            <pc:docMk/>
            <pc:sldMk cId="0" sldId="446"/>
            <ac:inkMk id="39958" creationId="{470B7C57-C058-46C1-8129-3B081349CC97}"/>
          </ac:inkMkLst>
        </pc:inkChg>
        <pc:inkChg chg="add">
          <ac:chgData name="Md. Nahid Hasan" userId="S::nahid@vu.edu.bd::85ea5f9e-65d6-4031-b810-9415101f2e21" providerId="AD" clId="Web-{3943C6F3-8D20-4AB3-1088-C83D9C411C6F}" dt="2020-08-31T06:35:21.209" v="165"/>
          <ac:inkMkLst>
            <pc:docMk/>
            <pc:sldMk cId="0" sldId="446"/>
            <ac:inkMk id="39959" creationId="{520D54E7-3E25-4B66-B2B0-543393E5293A}"/>
          </ac:inkMkLst>
        </pc:inkChg>
        <pc:inkChg chg="add">
          <ac:chgData name="Md. Nahid Hasan" userId="S::nahid@vu.edu.bd::85ea5f9e-65d6-4031-b810-9415101f2e21" providerId="AD" clId="Web-{3943C6F3-8D20-4AB3-1088-C83D9C411C6F}" dt="2020-08-31T06:35:37.600" v="166"/>
          <ac:inkMkLst>
            <pc:docMk/>
            <pc:sldMk cId="0" sldId="446"/>
            <ac:inkMk id="39960" creationId="{4D7E4BA2-1D30-4118-94BE-5366F3B7A1E9}"/>
          </ac:inkMkLst>
        </pc:inkChg>
        <pc:inkChg chg="add">
          <ac:chgData name="Md. Nahid Hasan" userId="S::nahid@vu.edu.bd::85ea5f9e-65d6-4031-b810-9415101f2e21" providerId="AD" clId="Web-{3943C6F3-8D20-4AB3-1088-C83D9C411C6F}" dt="2020-08-31T06:35:40.396" v="167"/>
          <ac:inkMkLst>
            <pc:docMk/>
            <pc:sldMk cId="0" sldId="446"/>
            <ac:inkMk id="39961" creationId="{6DAFF8A5-87E4-4CE7-A372-6AC3F48147CB}"/>
          </ac:inkMkLst>
        </pc:inkChg>
        <pc:inkChg chg="add">
          <ac:chgData name="Md. Nahid Hasan" userId="S::nahid@vu.edu.bd::85ea5f9e-65d6-4031-b810-9415101f2e21" providerId="AD" clId="Web-{3943C6F3-8D20-4AB3-1088-C83D9C411C6F}" dt="2020-08-31T06:35:41.147" v="168"/>
          <ac:inkMkLst>
            <pc:docMk/>
            <pc:sldMk cId="0" sldId="446"/>
            <ac:inkMk id="39962" creationId="{2BDAEEA2-5E57-4E36-901D-4DBF7469CC8B}"/>
          </ac:inkMkLst>
        </pc:inkChg>
        <pc:inkChg chg="add">
          <ac:chgData name="Md. Nahid Hasan" userId="S::nahid@vu.edu.bd::85ea5f9e-65d6-4031-b810-9415101f2e21" providerId="AD" clId="Web-{3943C6F3-8D20-4AB3-1088-C83D9C411C6F}" dt="2020-08-31T06:35:41.725" v="169"/>
          <ac:inkMkLst>
            <pc:docMk/>
            <pc:sldMk cId="0" sldId="446"/>
            <ac:inkMk id="39963" creationId="{1D7EB772-3BF4-49A2-8DAA-5874CE015C42}"/>
          </ac:inkMkLst>
        </pc:inkChg>
        <pc:inkChg chg="add">
          <ac:chgData name="Md. Nahid Hasan" userId="S::nahid@vu.edu.bd::85ea5f9e-65d6-4031-b810-9415101f2e21" providerId="AD" clId="Web-{3943C6F3-8D20-4AB3-1088-C83D9C411C6F}" dt="2020-08-31T06:35:42.537" v="170"/>
          <ac:inkMkLst>
            <pc:docMk/>
            <pc:sldMk cId="0" sldId="446"/>
            <ac:inkMk id="39964" creationId="{176D608E-5792-417C-9966-3C97E72AEE0B}"/>
          </ac:inkMkLst>
        </pc:inkChg>
        <pc:inkChg chg="add">
          <ac:chgData name="Md. Nahid Hasan" userId="S::nahid@vu.edu.bd::85ea5f9e-65d6-4031-b810-9415101f2e21" providerId="AD" clId="Web-{3943C6F3-8D20-4AB3-1088-C83D9C411C6F}" dt="2020-08-31T06:35:44.006" v="171"/>
          <ac:inkMkLst>
            <pc:docMk/>
            <pc:sldMk cId="0" sldId="446"/>
            <ac:inkMk id="39965" creationId="{5BF69381-4B53-4BA8-8DF1-A8841307B5C7}"/>
          </ac:inkMkLst>
        </pc:inkChg>
        <pc:inkChg chg="add">
          <ac:chgData name="Md. Nahid Hasan" userId="S::nahid@vu.edu.bd::85ea5f9e-65d6-4031-b810-9415101f2e21" providerId="AD" clId="Web-{3943C6F3-8D20-4AB3-1088-C83D9C411C6F}" dt="2020-08-31T06:35:44.647" v="172"/>
          <ac:inkMkLst>
            <pc:docMk/>
            <pc:sldMk cId="0" sldId="446"/>
            <ac:inkMk id="39966" creationId="{C49B5471-C054-4375-80CF-9931536245E3}"/>
          </ac:inkMkLst>
        </pc:inkChg>
        <pc:inkChg chg="add">
          <ac:chgData name="Md. Nahid Hasan" userId="S::nahid@vu.edu.bd::85ea5f9e-65d6-4031-b810-9415101f2e21" providerId="AD" clId="Web-{3943C6F3-8D20-4AB3-1088-C83D9C411C6F}" dt="2020-08-31T06:35:47.662" v="173"/>
          <ac:inkMkLst>
            <pc:docMk/>
            <pc:sldMk cId="0" sldId="446"/>
            <ac:inkMk id="39967" creationId="{3DD1B756-B057-4555-A425-1B1A456531A9}"/>
          </ac:inkMkLst>
        </pc:inkChg>
        <pc:inkChg chg="add">
          <ac:chgData name="Md. Nahid Hasan" userId="S::nahid@vu.edu.bd::85ea5f9e-65d6-4031-b810-9415101f2e21" providerId="AD" clId="Web-{3943C6F3-8D20-4AB3-1088-C83D9C411C6F}" dt="2020-08-31T06:35:48.147" v="174"/>
          <ac:inkMkLst>
            <pc:docMk/>
            <pc:sldMk cId="0" sldId="446"/>
            <ac:inkMk id="39968" creationId="{D5D4B482-1DBA-4E12-9A24-FA737FB9C69D}"/>
          </ac:inkMkLst>
        </pc:inkChg>
        <pc:inkChg chg="add">
          <ac:chgData name="Md. Nahid Hasan" userId="S::nahid@vu.edu.bd::85ea5f9e-65d6-4031-b810-9415101f2e21" providerId="AD" clId="Web-{3943C6F3-8D20-4AB3-1088-C83D9C411C6F}" dt="2020-08-31T06:35:50.381" v="175"/>
          <ac:inkMkLst>
            <pc:docMk/>
            <pc:sldMk cId="0" sldId="446"/>
            <ac:inkMk id="39969" creationId="{EC1AD7D3-22B0-46DC-89CD-5BB2639A8288}"/>
          </ac:inkMkLst>
        </pc:inkChg>
        <pc:inkChg chg="add">
          <ac:chgData name="Md. Nahid Hasan" userId="S::nahid@vu.edu.bd::85ea5f9e-65d6-4031-b810-9415101f2e21" providerId="AD" clId="Web-{3943C6F3-8D20-4AB3-1088-C83D9C411C6F}" dt="2020-08-31T06:35:55.975" v="176"/>
          <ac:inkMkLst>
            <pc:docMk/>
            <pc:sldMk cId="0" sldId="446"/>
            <ac:inkMk id="39970" creationId="{17F94A09-B30C-46A3-B125-703599CDD80D}"/>
          </ac:inkMkLst>
        </pc:inkChg>
        <pc:inkChg chg="add">
          <ac:chgData name="Md. Nahid Hasan" userId="S::nahid@vu.edu.bd::85ea5f9e-65d6-4031-b810-9415101f2e21" providerId="AD" clId="Web-{3943C6F3-8D20-4AB3-1088-C83D9C411C6F}" dt="2020-08-31T06:36:00.850" v="177"/>
          <ac:inkMkLst>
            <pc:docMk/>
            <pc:sldMk cId="0" sldId="446"/>
            <ac:inkMk id="39971" creationId="{45927E3E-FFA5-47A8-91ED-2388E62E4CF3}"/>
          </ac:inkMkLst>
        </pc:inkChg>
        <pc:inkChg chg="add">
          <ac:chgData name="Md. Nahid Hasan" userId="S::nahid@vu.edu.bd::85ea5f9e-65d6-4031-b810-9415101f2e21" providerId="AD" clId="Web-{3943C6F3-8D20-4AB3-1088-C83D9C411C6F}" dt="2020-08-31T06:36:02.694" v="178"/>
          <ac:inkMkLst>
            <pc:docMk/>
            <pc:sldMk cId="0" sldId="446"/>
            <ac:inkMk id="39972" creationId="{B6E928E1-1ED5-4A79-B4A0-A8F8559D5C18}"/>
          </ac:inkMkLst>
        </pc:inkChg>
        <pc:inkChg chg="add">
          <ac:chgData name="Md. Nahid Hasan" userId="S::nahid@vu.edu.bd::85ea5f9e-65d6-4031-b810-9415101f2e21" providerId="AD" clId="Web-{3943C6F3-8D20-4AB3-1088-C83D9C411C6F}" dt="2020-08-31T06:36:02.709" v="179"/>
          <ac:inkMkLst>
            <pc:docMk/>
            <pc:sldMk cId="0" sldId="446"/>
            <ac:inkMk id="39973" creationId="{74C328DC-AEF8-4412-A891-FC737F7C20B0}"/>
          </ac:inkMkLst>
        </pc:inkChg>
        <pc:inkChg chg="add">
          <ac:chgData name="Md. Nahid Hasan" userId="S::nahid@vu.edu.bd::85ea5f9e-65d6-4031-b810-9415101f2e21" providerId="AD" clId="Web-{3943C6F3-8D20-4AB3-1088-C83D9C411C6F}" dt="2020-08-31T06:36:03.475" v="180"/>
          <ac:inkMkLst>
            <pc:docMk/>
            <pc:sldMk cId="0" sldId="446"/>
            <ac:inkMk id="39974" creationId="{F5D47628-9AF5-46B9-BFFC-6FE4F93D8406}"/>
          </ac:inkMkLst>
        </pc:inkChg>
        <pc:inkChg chg="add">
          <ac:chgData name="Md. Nahid Hasan" userId="S::nahid@vu.edu.bd::85ea5f9e-65d6-4031-b810-9415101f2e21" providerId="AD" clId="Web-{3943C6F3-8D20-4AB3-1088-C83D9C411C6F}" dt="2020-08-31T06:36:04.147" v="181"/>
          <ac:inkMkLst>
            <pc:docMk/>
            <pc:sldMk cId="0" sldId="446"/>
            <ac:inkMk id="39975" creationId="{B6156671-6226-4D85-A2AA-4DE61B333C92}"/>
          </ac:inkMkLst>
        </pc:inkChg>
        <pc:inkChg chg="add">
          <ac:chgData name="Md. Nahid Hasan" userId="S::nahid@vu.edu.bd::85ea5f9e-65d6-4031-b810-9415101f2e21" providerId="AD" clId="Web-{3943C6F3-8D20-4AB3-1088-C83D9C411C6F}" dt="2020-08-31T06:36:19.522" v="182"/>
          <ac:inkMkLst>
            <pc:docMk/>
            <pc:sldMk cId="0" sldId="446"/>
            <ac:inkMk id="39976" creationId="{6B3883A3-9C91-4509-ADEC-355EDFDFB127}"/>
          </ac:inkMkLst>
        </pc:inkChg>
        <pc:inkChg chg="add">
          <ac:chgData name="Md. Nahid Hasan" userId="S::nahid@vu.edu.bd::85ea5f9e-65d6-4031-b810-9415101f2e21" providerId="AD" clId="Web-{3943C6F3-8D20-4AB3-1088-C83D9C411C6F}" dt="2020-08-31T06:36:24.397" v="183"/>
          <ac:inkMkLst>
            <pc:docMk/>
            <pc:sldMk cId="0" sldId="446"/>
            <ac:inkMk id="39977" creationId="{F3698BA4-90A0-4BEB-AC4D-DD3BA7E0106C}"/>
          </ac:inkMkLst>
        </pc:inkChg>
        <pc:inkChg chg="add">
          <ac:chgData name="Md. Nahid Hasan" userId="S::nahid@vu.edu.bd::85ea5f9e-65d6-4031-b810-9415101f2e21" providerId="AD" clId="Web-{3943C6F3-8D20-4AB3-1088-C83D9C411C6F}" dt="2020-08-31T06:36:27.459" v="184"/>
          <ac:inkMkLst>
            <pc:docMk/>
            <pc:sldMk cId="0" sldId="446"/>
            <ac:inkMk id="39978" creationId="{14E8CC32-7377-4626-ADBD-854F8C45AA25}"/>
          </ac:inkMkLst>
        </pc:inkChg>
        <pc:inkChg chg="add">
          <ac:chgData name="Md. Nahid Hasan" userId="S::nahid@vu.edu.bd::85ea5f9e-65d6-4031-b810-9415101f2e21" providerId="AD" clId="Web-{3943C6F3-8D20-4AB3-1088-C83D9C411C6F}" dt="2020-08-31T06:36:28.162" v="185"/>
          <ac:inkMkLst>
            <pc:docMk/>
            <pc:sldMk cId="0" sldId="446"/>
            <ac:inkMk id="39979" creationId="{F7D1B8B7-4A5B-49AB-99DA-6003F781AC12}"/>
          </ac:inkMkLst>
        </pc:inkChg>
        <pc:inkChg chg="add">
          <ac:chgData name="Md. Nahid Hasan" userId="S::nahid@vu.edu.bd::85ea5f9e-65d6-4031-b810-9415101f2e21" providerId="AD" clId="Web-{3943C6F3-8D20-4AB3-1088-C83D9C411C6F}" dt="2020-08-31T06:36:29.241" v="186"/>
          <ac:inkMkLst>
            <pc:docMk/>
            <pc:sldMk cId="0" sldId="446"/>
            <ac:inkMk id="39980" creationId="{3A074EFD-B178-4585-ABD4-1583EEC99AEF}"/>
          </ac:inkMkLst>
        </pc:inkChg>
        <pc:inkChg chg="add">
          <ac:chgData name="Md. Nahid Hasan" userId="S::nahid@vu.edu.bd::85ea5f9e-65d6-4031-b810-9415101f2e21" providerId="AD" clId="Web-{3943C6F3-8D20-4AB3-1088-C83D9C411C6F}" dt="2020-08-31T06:36:30.069" v="187"/>
          <ac:inkMkLst>
            <pc:docMk/>
            <pc:sldMk cId="0" sldId="446"/>
            <ac:inkMk id="39981" creationId="{97CB70A5-8FE6-4B91-B370-CB3ED02D5018}"/>
          </ac:inkMkLst>
        </pc:inkChg>
        <pc:inkChg chg="add">
          <ac:chgData name="Md. Nahid Hasan" userId="S::nahid@vu.edu.bd::85ea5f9e-65d6-4031-b810-9415101f2e21" providerId="AD" clId="Web-{3943C6F3-8D20-4AB3-1088-C83D9C411C6F}" dt="2020-08-31T06:36:31.506" v="188"/>
          <ac:inkMkLst>
            <pc:docMk/>
            <pc:sldMk cId="0" sldId="446"/>
            <ac:inkMk id="39982" creationId="{3C475CAB-07A6-47BA-98D6-D721CC5F7619}"/>
          </ac:inkMkLst>
        </pc:inkChg>
        <pc:inkChg chg="add">
          <ac:chgData name="Md. Nahid Hasan" userId="S::nahid@vu.edu.bd::85ea5f9e-65d6-4031-b810-9415101f2e21" providerId="AD" clId="Web-{3943C6F3-8D20-4AB3-1088-C83D9C411C6F}" dt="2020-08-31T06:36:32.725" v="189"/>
          <ac:inkMkLst>
            <pc:docMk/>
            <pc:sldMk cId="0" sldId="446"/>
            <ac:inkMk id="39983" creationId="{D0F2B594-D49D-4ADA-B209-E4AE73DD1D5F}"/>
          </ac:inkMkLst>
        </pc:inkChg>
        <pc:inkChg chg="add">
          <ac:chgData name="Md. Nahid Hasan" userId="S::nahid@vu.edu.bd::85ea5f9e-65d6-4031-b810-9415101f2e21" providerId="AD" clId="Web-{3943C6F3-8D20-4AB3-1088-C83D9C411C6F}" dt="2020-08-31T06:36:35.022" v="190"/>
          <ac:inkMkLst>
            <pc:docMk/>
            <pc:sldMk cId="0" sldId="446"/>
            <ac:inkMk id="39984" creationId="{C2912D96-3899-4E9F-8BF8-FB91622FE7CF}"/>
          </ac:inkMkLst>
        </pc:inkChg>
        <pc:inkChg chg="add">
          <ac:chgData name="Md. Nahid Hasan" userId="S::nahid@vu.edu.bd::85ea5f9e-65d6-4031-b810-9415101f2e21" providerId="AD" clId="Web-{3943C6F3-8D20-4AB3-1088-C83D9C411C6F}" dt="2020-08-31T06:36:35.022" v="191"/>
          <ac:inkMkLst>
            <pc:docMk/>
            <pc:sldMk cId="0" sldId="446"/>
            <ac:inkMk id="39985" creationId="{6C90AFD9-DB85-497A-8F93-979AD06223D3}"/>
          </ac:inkMkLst>
        </pc:inkChg>
        <pc:inkChg chg="add">
          <ac:chgData name="Md. Nahid Hasan" userId="S::nahid@vu.edu.bd::85ea5f9e-65d6-4031-b810-9415101f2e21" providerId="AD" clId="Web-{3943C6F3-8D20-4AB3-1088-C83D9C411C6F}" dt="2020-08-31T06:36:35.037" v="192"/>
          <ac:inkMkLst>
            <pc:docMk/>
            <pc:sldMk cId="0" sldId="446"/>
            <ac:inkMk id="39986" creationId="{E26A233A-BF39-4868-BCBF-59392E3A8983}"/>
          </ac:inkMkLst>
        </pc:inkChg>
        <pc:inkChg chg="add">
          <ac:chgData name="Md. Nahid Hasan" userId="S::nahid@vu.edu.bd::85ea5f9e-65d6-4031-b810-9415101f2e21" providerId="AD" clId="Web-{3943C6F3-8D20-4AB3-1088-C83D9C411C6F}" dt="2020-08-31T06:36:35.053" v="193"/>
          <ac:inkMkLst>
            <pc:docMk/>
            <pc:sldMk cId="0" sldId="446"/>
            <ac:inkMk id="39987" creationId="{3300AE78-17D3-4E06-833D-F12BFE00203F}"/>
          </ac:inkMkLst>
        </pc:inkChg>
        <pc:inkChg chg="add">
          <ac:chgData name="Md. Nahid Hasan" userId="S::nahid@vu.edu.bd::85ea5f9e-65d6-4031-b810-9415101f2e21" providerId="AD" clId="Web-{3943C6F3-8D20-4AB3-1088-C83D9C411C6F}" dt="2020-08-31T06:36:35.663" v="194"/>
          <ac:inkMkLst>
            <pc:docMk/>
            <pc:sldMk cId="0" sldId="446"/>
            <ac:inkMk id="39988" creationId="{893647A4-8DD5-4008-B6CB-830443390966}"/>
          </ac:inkMkLst>
        </pc:inkChg>
        <pc:inkChg chg="add">
          <ac:chgData name="Md. Nahid Hasan" userId="S::nahid@vu.edu.bd::85ea5f9e-65d6-4031-b810-9415101f2e21" providerId="AD" clId="Web-{3943C6F3-8D20-4AB3-1088-C83D9C411C6F}" dt="2020-08-31T06:36:36.694" v="195"/>
          <ac:inkMkLst>
            <pc:docMk/>
            <pc:sldMk cId="0" sldId="446"/>
            <ac:inkMk id="39989" creationId="{4286FE43-CC62-40D6-8126-7CEB42A33694}"/>
          </ac:inkMkLst>
        </pc:inkChg>
        <pc:inkChg chg="add">
          <ac:chgData name="Md. Nahid Hasan" userId="S::nahid@vu.edu.bd::85ea5f9e-65d6-4031-b810-9415101f2e21" providerId="AD" clId="Web-{3943C6F3-8D20-4AB3-1088-C83D9C411C6F}" dt="2020-08-31T06:36:37.241" v="196"/>
          <ac:inkMkLst>
            <pc:docMk/>
            <pc:sldMk cId="0" sldId="446"/>
            <ac:inkMk id="39990" creationId="{E9F8199F-CD5B-4921-85C2-2CB683E92920}"/>
          </ac:inkMkLst>
        </pc:inkChg>
        <pc:inkChg chg="add">
          <ac:chgData name="Md. Nahid Hasan" userId="S::nahid@vu.edu.bd::85ea5f9e-65d6-4031-b810-9415101f2e21" providerId="AD" clId="Web-{3943C6F3-8D20-4AB3-1088-C83D9C411C6F}" dt="2020-08-31T06:36:38.397" v="197"/>
          <ac:inkMkLst>
            <pc:docMk/>
            <pc:sldMk cId="0" sldId="446"/>
            <ac:inkMk id="39991" creationId="{B323855A-3DCD-44A1-8FF5-64A8B8FCB26F}"/>
          </ac:inkMkLst>
        </pc:inkChg>
        <pc:inkChg chg="add">
          <ac:chgData name="Md. Nahid Hasan" userId="S::nahid@vu.edu.bd::85ea5f9e-65d6-4031-b810-9415101f2e21" providerId="AD" clId="Web-{3943C6F3-8D20-4AB3-1088-C83D9C411C6F}" dt="2020-08-31T06:36:39.522" v="198"/>
          <ac:inkMkLst>
            <pc:docMk/>
            <pc:sldMk cId="0" sldId="446"/>
            <ac:inkMk id="39992" creationId="{E8FCE62D-AE15-4743-A672-1E30217AEB28}"/>
          </ac:inkMkLst>
        </pc:inkChg>
        <pc:inkChg chg="add">
          <ac:chgData name="Md. Nahid Hasan" userId="S::nahid@vu.edu.bd::85ea5f9e-65d6-4031-b810-9415101f2e21" providerId="AD" clId="Web-{3943C6F3-8D20-4AB3-1088-C83D9C411C6F}" dt="2020-08-31T06:36:51.381" v="199"/>
          <ac:inkMkLst>
            <pc:docMk/>
            <pc:sldMk cId="0" sldId="446"/>
            <ac:inkMk id="39993" creationId="{26928885-E441-40E6-AE60-77B8B67F93A4}"/>
          </ac:inkMkLst>
        </pc:inkChg>
        <pc:inkChg chg="add">
          <ac:chgData name="Md. Nahid Hasan" userId="S::nahid@vu.edu.bd::85ea5f9e-65d6-4031-b810-9415101f2e21" providerId="AD" clId="Web-{3943C6F3-8D20-4AB3-1088-C83D9C411C6F}" dt="2020-08-31T06:36:52.709" v="200"/>
          <ac:inkMkLst>
            <pc:docMk/>
            <pc:sldMk cId="0" sldId="446"/>
            <ac:inkMk id="39994" creationId="{78923A85-6E8C-403D-B08D-6A77A1C0EA38}"/>
          </ac:inkMkLst>
        </pc:inkChg>
        <pc:inkChg chg="add">
          <ac:chgData name="Md. Nahid Hasan" userId="S::nahid@vu.edu.bd::85ea5f9e-65d6-4031-b810-9415101f2e21" providerId="AD" clId="Web-{3943C6F3-8D20-4AB3-1088-C83D9C411C6F}" dt="2020-08-31T06:36:52.725" v="201"/>
          <ac:inkMkLst>
            <pc:docMk/>
            <pc:sldMk cId="0" sldId="446"/>
            <ac:inkMk id="39995" creationId="{B70FBB17-B5B1-4F4C-8E5B-CB8347154708}"/>
          </ac:inkMkLst>
        </pc:inkChg>
        <pc:inkChg chg="add">
          <ac:chgData name="Md. Nahid Hasan" userId="S::nahid@vu.edu.bd::85ea5f9e-65d6-4031-b810-9415101f2e21" providerId="AD" clId="Web-{3943C6F3-8D20-4AB3-1088-C83D9C411C6F}" dt="2020-08-31T06:36:53.178" v="202"/>
          <ac:inkMkLst>
            <pc:docMk/>
            <pc:sldMk cId="0" sldId="446"/>
            <ac:inkMk id="39996" creationId="{B8CC224C-36BB-4CF2-9BBC-AB9E518351F6}"/>
          </ac:inkMkLst>
        </pc:inkChg>
        <pc:inkChg chg="add">
          <ac:chgData name="Md. Nahid Hasan" userId="S::nahid@vu.edu.bd::85ea5f9e-65d6-4031-b810-9415101f2e21" providerId="AD" clId="Web-{3943C6F3-8D20-4AB3-1088-C83D9C411C6F}" dt="2020-08-31T06:36:53.897" v="203"/>
          <ac:inkMkLst>
            <pc:docMk/>
            <pc:sldMk cId="0" sldId="446"/>
            <ac:inkMk id="39997" creationId="{86742DAD-42BF-46E9-B3CB-76625CE5C542}"/>
          </ac:inkMkLst>
        </pc:inkChg>
        <pc:inkChg chg="add">
          <ac:chgData name="Md. Nahid Hasan" userId="S::nahid@vu.edu.bd::85ea5f9e-65d6-4031-b810-9415101f2e21" providerId="AD" clId="Web-{3943C6F3-8D20-4AB3-1088-C83D9C411C6F}" dt="2020-08-31T06:36:57.225" v="204"/>
          <ac:inkMkLst>
            <pc:docMk/>
            <pc:sldMk cId="0" sldId="446"/>
            <ac:inkMk id="39998" creationId="{3FA2F2B1-AE5B-41C0-B63F-9BE30CD2FDEA}"/>
          </ac:inkMkLst>
        </pc:inkChg>
        <pc:inkChg chg="add">
          <ac:chgData name="Md. Nahid Hasan" userId="S::nahid@vu.edu.bd::85ea5f9e-65d6-4031-b810-9415101f2e21" providerId="AD" clId="Web-{3943C6F3-8D20-4AB3-1088-C83D9C411C6F}" dt="2020-08-31T06:36:58.491" v="205"/>
          <ac:inkMkLst>
            <pc:docMk/>
            <pc:sldMk cId="0" sldId="446"/>
            <ac:inkMk id="39999" creationId="{3AB08D90-134F-450B-8046-C021C1CFBB1E}"/>
          </ac:inkMkLst>
        </pc:inkChg>
        <pc:inkChg chg="add">
          <ac:chgData name="Md. Nahid Hasan" userId="S::nahid@vu.edu.bd::85ea5f9e-65d6-4031-b810-9415101f2e21" providerId="AD" clId="Web-{3943C6F3-8D20-4AB3-1088-C83D9C411C6F}" dt="2020-08-31T06:37:00.022" v="206"/>
          <ac:inkMkLst>
            <pc:docMk/>
            <pc:sldMk cId="0" sldId="446"/>
            <ac:inkMk id="241664" creationId="{BF1CCDB7-173B-4B77-8B52-E0894BD0A307}"/>
          </ac:inkMkLst>
        </pc:inkChg>
        <pc:inkChg chg="add">
          <ac:chgData name="Md. Nahid Hasan" userId="S::nahid@vu.edu.bd::85ea5f9e-65d6-4031-b810-9415101f2e21" providerId="AD" clId="Web-{3943C6F3-8D20-4AB3-1088-C83D9C411C6F}" dt="2020-08-31T06:37:01.163" v="207"/>
          <ac:inkMkLst>
            <pc:docMk/>
            <pc:sldMk cId="0" sldId="446"/>
            <ac:inkMk id="241665" creationId="{419DE50A-6168-46DE-A81A-C472AF8C9527}"/>
          </ac:inkMkLst>
        </pc:inkChg>
        <pc:inkChg chg="add">
          <ac:chgData name="Md. Nahid Hasan" userId="S::nahid@vu.edu.bd::85ea5f9e-65d6-4031-b810-9415101f2e21" providerId="AD" clId="Web-{3943C6F3-8D20-4AB3-1088-C83D9C411C6F}" dt="2020-08-31T06:37:03.678" v="208"/>
          <ac:inkMkLst>
            <pc:docMk/>
            <pc:sldMk cId="0" sldId="446"/>
            <ac:inkMk id="241667" creationId="{F1FF577D-86EF-483E-95D2-56CFAF5CFBB7}"/>
          </ac:inkMkLst>
        </pc:inkChg>
      </pc:sldChg>
      <pc:sldChg chg="addSp">
        <pc:chgData name="Md. Nahid Hasan" userId="S::nahid@vu.edu.bd::85ea5f9e-65d6-4031-b810-9415101f2e21" providerId="AD" clId="Web-{3943C6F3-8D20-4AB3-1088-C83D9C411C6F}" dt="2020-08-31T06:37:40.647" v="219"/>
        <pc:sldMkLst>
          <pc:docMk/>
          <pc:sldMk cId="0" sldId="447"/>
        </pc:sldMkLst>
        <pc:inkChg chg="add">
          <ac:chgData name="Md. Nahid Hasan" userId="S::nahid@vu.edu.bd::85ea5f9e-65d6-4031-b810-9415101f2e21" providerId="AD" clId="Web-{3943C6F3-8D20-4AB3-1088-C83D9C411C6F}" dt="2020-08-31T06:37:23.431" v="209"/>
          <ac:inkMkLst>
            <pc:docMk/>
            <pc:sldMk cId="0" sldId="447"/>
            <ac:inkMk id="2" creationId="{078BD9C0-5D3D-4B0F-B00B-4E3E4428E9EE}"/>
          </ac:inkMkLst>
        </pc:inkChg>
        <pc:inkChg chg="add">
          <ac:chgData name="Md. Nahid Hasan" userId="S::nahid@vu.edu.bd::85ea5f9e-65d6-4031-b810-9415101f2e21" providerId="AD" clId="Web-{3943C6F3-8D20-4AB3-1088-C83D9C411C6F}" dt="2020-08-31T06:37:25.381" v="210"/>
          <ac:inkMkLst>
            <pc:docMk/>
            <pc:sldMk cId="0" sldId="447"/>
            <ac:inkMk id="3" creationId="{C8930C67-8C46-43D0-80EE-FD47FB055794}"/>
          </ac:inkMkLst>
        </pc:inkChg>
        <pc:inkChg chg="add">
          <ac:chgData name="Md. Nahid Hasan" userId="S::nahid@vu.edu.bd::85ea5f9e-65d6-4031-b810-9415101f2e21" providerId="AD" clId="Web-{3943C6F3-8D20-4AB3-1088-C83D9C411C6F}" dt="2020-08-31T06:37:29.460" v="211"/>
          <ac:inkMkLst>
            <pc:docMk/>
            <pc:sldMk cId="0" sldId="447"/>
            <ac:inkMk id="4" creationId="{14113F39-DAF9-4230-B321-55DA10DFA1BE}"/>
          </ac:inkMkLst>
        </pc:inkChg>
        <pc:inkChg chg="add">
          <ac:chgData name="Md. Nahid Hasan" userId="S::nahid@vu.edu.bd::85ea5f9e-65d6-4031-b810-9415101f2e21" providerId="AD" clId="Web-{3943C6F3-8D20-4AB3-1088-C83D9C411C6F}" dt="2020-08-31T06:37:33.366" v="212"/>
          <ac:inkMkLst>
            <pc:docMk/>
            <pc:sldMk cId="0" sldId="447"/>
            <ac:inkMk id="5" creationId="{FA145EEC-59B5-481C-89A3-A13BAD4A6728}"/>
          </ac:inkMkLst>
        </pc:inkChg>
        <pc:inkChg chg="add">
          <ac:chgData name="Md. Nahid Hasan" userId="S::nahid@vu.edu.bd::85ea5f9e-65d6-4031-b810-9415101f2e21" providerId="AD" clId="Web-{3943C6F3-8D20-4AB3-1088-C83D9C411C6F}" dt="2020-08-31T06:37:34.241" v="213"/>
          <ac:inkMkLst>
            <pc:docMk/>
            <pc:sldMk cId="0" sldId="447"/>
            <ac:inkMk id="6" creationId="{A5147D0C-2FEA-4741-853C-A173BF14CFE4}"/>
          </ac:inkMkLst>
        </pc:inkChg>
        <pc:inkChg chg="add">
          <ac:chgData name="Md. Nahid Hasan" userId="S::nahid@vu.edu.bd::85ea5f9e-65d6-4031-b810-9415101f2e21" providerId="AD" clId="Web-{3943C6F3-8D20-4AB3-1088-C83D9C411C6F}" dt="2020-08-31T06:37:35.319" v="214"/>
          <ac:inkMkLst>
            <pc:docMk/>
            <pc:sldMk cId="0" sldId="447"/>
            <ac:inkMk id="7" creationId="{B9FA4F4D-FB6F-444A-AD0C-11ABC0A0DFB5}"/>
          </ac:inkMkLst>
        </pc:inkChg>
        <pc:inkChg chg="add">
          <ac:chgData name="Md. Nahid Hasan" userId="S::nahid@vu.edu.bd::85ea5f9e-65d6-4031-b810-9415101f2e21" providerId="AD" clId="Web-{3943C6F3-8D20-4AB3-1088-C83D9C411C6F}" dt="2020-08-31T06:37:35.335" v="215"/>
          <ac:inkMkLst>
            <pc:docMk/>
            <pc:sldMk cId="0" sldId="447"/>
            <ac:inkMk id="8" creationId="{D590AB4A-E39A-46E5-AC15-9F260FAC5A33}"/>
          </ac:inkMkLst>
        </pc:inkChg>
        <pc:inkChg chg="add">
          <ac:chgData name="Md. Nahid Hasan" userId="S::nahid@vu.edu.bd::85ea5f9e-65d6-4031-b810-9415101f2e21" providerId="AD" clId="Web-{3943C6F3-8D20-4AB3-1088-C83D9C411C6F}" dt="2020-08-31T06:37:36.366" v="216"/>
          <ac:inkMkLst>
            <pc:docMk/>
            <pc:sldMk cId="0" sldId="447"/>
            <ac:inkMk id="9" creationId="{BE3A63BF-0D36-42C2-AD76-A4027E18AD62}"/>
          </ac:inkMkLst>
        </pc:inkChg>
        <pc:inkChg chg="add">
          <ac:chgData name="Md. Nahid Hasan" userId="S::nahid@vu.edu.bd::85ea5f9e-65d6-4031-b810-9415101f2e21" providerId="AD" clId="Web-{3943C6F3-8D20-4AB3-1088-C83D9C411C6F}" dt="2020-08-31T06:37:36.382" v="217"/>
          <ac:inkMkLst>
            <pc:docMk/>
            <pc:sldMk cId="0" sldId="447"/>
            <ac:inkMk id="10" creationId="{74675DE2-EA5A-4BD2-A1DB-20D7816B46C8}"/>
          </ac:inkMkLst>
        </pc:inkChg>
        <pc:inkChg chg="add">
          <ac:chgData name="Md. Nahid Hasan" userId="S::nahid@vu.edu.bd::85ea5f9e-65d6-4031-b810-9415101f2e21" providerId="AD" clId="Web-{3943C6F3-8D20-4AB3-1088-C83D9C411C6F}" dt="2020-08-31T06:37:40.632" v="218"/>
          <ac:inkMkLst>
            <pc:docMk/>
            <pc:sldMk cId="0" sldId="447"/>
            <ac:inkMk id="11" creationId="{6D5A654D-C820-446E-9F0E-3C75C0F70726}"/>
          </ac:inkMkLst>
        </pc:inkChg>
        <pc:inkChg chg="add">
          <ac:chgData name="Md. Nahid Hasan" userId="S::nahid@vu.edu.bd::85ea5f9e-65d6-4031-b810-9415101f2e21" providerId="AD" clId="Web-{3943C6F3-8D20-4AB3-1088-C83D9C411C6F}" dt="2020-08-31T06:37:40.647" v="219"/>
          <ac:inkMkLst>
            <pc:docMk/>
            <pc:sldMk cId="0" sldId="447"/>
            <ac:inkMk id="12" creationId="{69790D26-DD00-4A3D-833C-687262ED5E74}"/>
          </ac:inkMkLst>
        </pc:inkChg>
      </pc:sldChg>
      <pc:sldChg chg="addSp">
        <pc:chgData name="Md. Nahid Hasan" userId="S::nahid@vu.edu.bd::85ea5f9e-65d6-4031-b810-9415101f2e21" providerId="AD" clId="Web-{3943C6F3-8D20-4AB3-1088-C83D9C411C6F}" dt="2020-08-31T06:37:49.163" v="221"/>
        <pc:sldMkLst>
          <pc:docMk/>
          <pc:sldMk cId="0" sldId="451"/>
        </pc:sldMkLst>
        <pc:inkChg chg="add">
          <ac:chgData name="Md. Nahid Hasan" userId="S::nahid@vu.edu.bd::85ea5f9e-65d6-4031-b810-9415101f2e21" providerId="AD" clId="Web-{3943C6F3-8D20-4AB3-1088-C83D9C411C6F}" dt="2020-08-31T06:37:45.850" v="220"/>
          <ac:inkMkLst>
            <pc:docMk/>
            <pc:sldMk cId="0" sldId="451"/>
            <ac:inkMk id="2" creationId="{EA551EE8-A9FE-40BA-9F56-4747C217760F}"/>
          </ac:inkMkLst>
        </pc:inkChg>
        <pc:inkChg chg="add">
          <ac:chgData name="Md. Nahid Hasan" userId="S::nahid@vu.edu.bd::85ea5f9e-65d6-4031-b810-9415101f2e21" providerId="AD" clId="Web-{3943C6F3-8D20-4AB3-1088-C83D9C411C6F}" dt="2020-08-31T06:37:49.163" v="221"/>
          <ac:inkMkLst>
            <pc:docMk/>
            <pc:sldMk cId="0" sldId="451"/>
            <ac:inkMk id="3" creationId="{AA9201C9-0B1F-4A1A-AA17-DC1B29AE382C}"/>
          </ac:inkMkLst>
        </pc:inkChg>
      </pc:sldChg>
      <pc:sldChg chg="addSp">
        <pc:chgData name="Md. Nahid Hasan" userId="S::nahid@vu.edu.bd::85ea5f9e-65d6-4031-b810-9415101f2e21" providerId="AD" clId="Web-{3943C6F3-8D20-4AB3-1088-C83D9C411C6F}" dt="2020-08-31T06:38:52.632" v="238"/>
        <pc:sldMkLst>
          <pc:docMk/>
          <pc:sldMk cId="0" sldId="452"/>
        </pc:sldMkLst>
        <pc:inkChg chg="add">
          <ac:chgData name="Md. Nahid Hasan" userId="S::nahid@vu.edu.bd::85ea5f9e-65d6-4031-b810-9415101f2e21" providerId="AD" clId="Web-{3943C6F3-8D20-4AB3-1088-C83D9C411C6F}" dt="2020-08-31T06:38:01.491" v="222"/>
          <ac:inkMkLst>
            <pc:docMk/>
            <pc:sldMk cId="0" sldId="452"/>
            <ac:inkMk id="2" creationId="{C975BF7E-D60F-47AA-93D5-2673E66933D5}"/>
          </ac:inkMkLst>
        </pc:inkChg>
        <pc:inkChg chg="add">
          <ac:chgData name="Md. Nahid Hasan" userId="S::nahid@vu.edu.bd::85ea5f9e-65d6-4031-b810-9415101f2e21" providerId="AD" clId="Web-{3943C6F3-8D20-4AB3-1088-C83D9C411C6F}" dt="2020-08-31T06:38:03.038" v="223"/>
          <ac:inkMkLst>
            <pc:docMk/>
            <pc:sldMk cId="0" sldId="452"/>
            <ac:inkMk id="3" creationId="{7DB36223-4E6B-4E77-AF27-059388608A6D}"/>
          </ac:inkMkLst>
        </pc:inkChg>
        <pc:inkChg chg="add">
          <ac:chgData name="Md. Nahid Hasan" userId="S::nahid@vu.edu.bd::85ea5f9e-65d6-4031-b810-9415101f2e21" providerId="AD" clId="Web-{3943C6F3-8D20-4AB3-1088-C83D9C411C6F}" dt="2020-08-31T06:38:04.788" v="224"/>
          <ac:inkMkLst>
            <pc:docMk/>
            <pc:sldMk cId="0" sldId="452"/>
            <ac:inkMk id="4" creationId="{B2226C47-B6B0-45A6-AB55-FA15E3FAA70F}"/>
          </ac:inkMkLst>
        </pc:inkChg>
        <pc:inkChg chg="add">
          <ac:chgData name="Md. Nahid Hasan" userId="S::nahid@vu.edu.bd::85ea5f9e-65d6-4031-b810-9415101f2e21" providerId="AD" clId="Web-{3943C6F3-8D20-4AB3-1088-C83D9C411C6F}" dt="2020-08-31T06:38:04.788" v="225"/>
          <ac:inkMkLst>
            <pc:docMk/>
            <pc:sldMk cId="0" sldId="452"/>
            <ac:inkMk id="5" creationId="{2658B90B-1925-4295-8155-89BB52739CC1}"/>
          </ac:inkMkLst>
        </pc:inkChg>
        <pc:inkChg chg="add">
          <ac:chgData name="Md. Nahid Hasan" userId="S::nahid@vu.edu.bd::85ea5f9e-65d6-4031-b810-9415101f2e21" providerId="AD" clId="Web-{3943C6F3-8D20-4AB3-1088-C83D9C411C6F}" dt="2020-08-31T06:38:05.710" v="226"/>
          <ac:inkMkLst>
            <pc:docMk/>
            <pc:sldMk cId="0" sldId="452"/>
            <ac:inkMk id="6" creationId="{0E1BCFEA-1102-4497-811A-F7C0489C2E1E}"/>
          </ac:inkMkLst>
        </pc:inkChg>
        <pc:inkChg chg="add">
          <ac:chgData name="Md. Nahid Hasan" userId="S::nahid@vu.edu.bd::85ea5f9e-65d6-4031-b810-9415101f2e21" providerId="AD" clId="Web-{3943C6F3-8D20-4AB3-1088-C83D9C411C6F}" dt="2020-08-31T06:38:07.288" v="227"/>
          <ac:inkMkLst>
            <pc:docMk/>
            <pc:sldMk cId="0" sldId="452"/>
            <ac:inkMk id="7" creationId="{13539493-766B-4F30-BE13-64840F0C2A2F}"/>
          </ac:inkMkLst>
        </pc:inkChg>
        <pc:inkChg chg="add">
          <ac:chgData name="Md. Nahid Hasan" userId="S::nahid@vu.edu.bd::85ea5f9e-65d6-4031-b810-9415101f2e21" providerId="AD" clId="Web-{3943C6F3-8D20-4AB3-1088-C83D9C411C6F}" dt="2020-08-31T06:38:08.475" v="228"/>
          <ac:inkMkLst>
            <pc:docMk/>
            <pc:sldMk cId="0" sldId="452"/>
            <ac:inkMk id="8" creationId="{9056D469-2B87-4D42-8639-575BE2E61F12}"/>
          </ac:inkMkLst>
        </pc:inkChg>
        <pc:inkChg chg="add">
          <ac:chgData name="Md. Nahid Hasan" userId="S::nahid@vu.edu.bd::85ea5f9e-65d6-4031-b810-9415101f2e21" providerId="AD" clId="Web-{3943C6F3-8D20-4AB3-1088-C83D9C411C6F}" dt="2020-08-31T06:38:09.116" v="229"/>
          <ac:inkMkLst>
            <pc:docMk/>
            <pc:sldMk cId="0" sldId="452"/>
            <ac:inkMk id="9" creationId="{DA79B4B6-36EE-4EF0-AC96-6CA7E1B44414}"/>
          </ac:inkMkLst>
        </pc:inkChg>
        <pc:inkChg chg="add">
          <ac:chgData name="Md. Nahid Hasan" userId="S::nahid@vu.edu.bd::85ea5f9e-65d6-4031-b810-9415101f2e21" providerId="AD" clId="Web-{3943C6F3-8D20-4AB3-1088-C83D9C411C6F}" dt="2020-08-31T06:38:44.116" v="230"/>
          <ac:inkMkLst>
            <pc:docMk/>
            <pc:sldMk cId="0" sldId="452"/>
            <ac:inkMk id="10" creationId="{FD9C975B-B577-4C18-B119-7A63B623D512}"/>
          </ac:inkMkLst>
        </pc:inkChg>
        <pc:inkChg chg="add">
          <ac:chgData name="Md. Nahid Hasan" userId="S::nahid@vu.edu.bd::85ea5f9e-65d6-4031-b810-9415101f2e21" providerId="AD" clId="Web-{3943C6F3-8D20-4AB3-1088-C83D9C411C6F}" dt="2020-08-31T06:38:44.835" v="231"/>
          <ac:inkMkLst>
            <pc:docMk/>
            <pc:sldMk cId="0" sldId="452"/>
            <ac:inkMk id="11" creationId="{42CFD1DF-3795-4BB9-A9D9-A81AFDA26B65}"/>
          </ac:inkMkLst>
        </pc:inkChg>
        <pc:inkChg chg="add">
          <ac:chgData name="Md. Nahid Hasan" userId="S::nahid@vu.edu.bd::85ea5f9e-65d6-4031-b810-9415101f2e21" providerId="AD" clId="Web-{3943C6F3-8D20-4AB3-1088-C83D9C411C6F}" dt="2020-08-31T06:38:45.913" v="232"/>
          <ac:inkMkLst>
            <pc:docMk/>
            <pc:sldMk cId="0" sldId="452"/>
            <ac:inkMk id="12" creationId="{4C5666F0-0FF5-4918-AF90-E4C3DC3E36B3}"/>
          </ac:inkMkLst>
        </pc:inkChg>
        <pc:inkChg chg="add">
          <ac:chgData name="Md. Nahid Hasan" userId="S::nahid@vu.edu.bd::85ea5f9e-65d6-4031-b810-9415101f2e21" providerId="AD" clId="Web-{3943C6F3-8D20-4AB3-1088-C83D9C411C6F}" dt="2020-08-31T06:38:46.632" v="233"/>
          <ac:inkMkLst>
            <pc:docMk/>
            <pc:sldMk cId="0" sldId="452"/>
            <ac:inkMk id="13" creationId="{7EF6CE33-9F7C-432A-AEA7-8E32BE76C724}"/>
          </ac:inkMkLst>
        </pc:inkChg>
        <pc:inkChg chg="add">
          <ac:chgData name="Md. Nahid Hasan" userId="S::nahid@vu.edu.bd::85ea5f9e-65d6-4031-b810-9415101f2e21" providerId="AD" clId="Web-{3943C6F3-8D20-4AB3-1088-C83D9C411C6F}" dt="2020-08-31T06:38:47.866" v="234"/>
          <ac:inkMkLst>
            <pc:docMk/>
            <pc:sldMk cId="0" sldId="452"/>
            <ac:inkMk id="14" creationId="{99D7284A-A94B-4836-95AD-A18B0F36A09D}"/>
          </ac:inkMkLst>
        </pc:inkChg>
        <pc:inkChg chg="add">
          <ac:chgData name="Md. Nahid Hasan" userId="S::nahid@vu.edu.bd::85ea5f9e-65d6-4031-b810-9415101f2e21" providerId="AD" clId="Web-{3943C6F3-8D20-4AB3-1088-C83D9C411C6F}" dt="2020-08-31T06:38:49.054" v="235"/>
          <ac:inkMkLst>
            <pc:docMk/>
            <pc:sldMk cId="0" sldId="452"/>
            <ac:inkMk id="15" creationId="{6270050F-F6CA-4188-9CD0-9922A284751F}"/>
          </ac:inkMkLst>
        </pc:inkChg>
        <pc:inkChg chg="add">
          <ac:chgData name="Md. Nahid Hasan" userId="S::nahid@vu.edu.bd::85ea5f9e-65d6-4031-b810-9415101f2e21" providerId="AD" clId="Web-{3943C6F3-8D20-4AB3-1088-C83D9C411C6F}" dt="2020-08-31T06:38:49.054" v="236"/>
          <ac:inkMkLst>
            <pc:docMk/>
            <pc:sldMk cId="0" sldId="452"/>
            <ac:inkMk id="16" creationId="{8620D2F4-2F7D-46F5-8D4E-702261DC18BD}"/>
          </ac:inkMkLst>
        </pc:inkChg>
        <pc:inkChg chg="add">
          <ac:chgData name="Md. Nahid Hasan" userId="S::nahid@vu.edu.bd::85ea5f9e-65d6-4031-b810-9415101f2e21" providerId="AD" clId="Web-{3943C6F3-8D20-4AB3-1088-C83D9C411C6F}" dt="2020-08-31T06:38:50.382" v="237"/>
          <ac:inkMkLst>
            <pc:docMk/>
            <pc:sldMk cId="0" sldId="452"/>
            <ac:inkMk id="17" creationId="{B9BBD8E5-C279-490B-A815-57E5FF64CA39}"/>
          </ac:inkMkLst>
        </pc:inkChg>
        <pc:inkChg chg="add">
          <ac:chgData name="Md. Nahid Hasan" userId="S::nahid@vu.edu.bd::85ea5f9e-65d6-4031-b810-9415101f2e21" providerId="AD" clId="Web-{3943C6F3-8D20-4AB3-1088-C83D9C411C6F}" dt="2020-08-31T06:38:52.632" v="238"/>
          <ac:inkMkLst>
            <pc:docMk/>
            <pc:sldMk cId="0" sldId="452"/>
            <ac:inkMk id="18" creationId="{9CD208F0-E044-48CA-AC8D-AC68173A4948}"/>
          </ac:inkMkLst>
        </pc:inkChg>
      </pc:sldChg>
      <pc:sldChg chg="addSp">
        <pc:chgData name="Md. Nahid Hasan" userId="S::nahid@vu.edu.bd::85ea5f9e-65d6-4031-b810-9415101f2e21" providerId="AD" clId="Web-{3943C6F3-8D20-4AB3-1088-C83D9C411C6F}" dt="2020-08-31T06:54:39.950" v="575"/>
        <pc:sldMkLst>
          <pc:docMk/>
          <pc:sldMk cId="0" sldId="466"/>
        </pc:sldMkLst>
        <pc:inkChg chg="add">
          <ac:chgData name="Md. Nahid Hasan" userId="S::nahid@vu.edu.bd::85ea5f9e-65d6-4031-b810-9415101f2e21" providerId="AD" clId="Web-{3943C6F3-8D20-4AB3-1088-C83D9C411C6F}" dt="2020-08-31T06:39:09.898" v="239"/>
          <ac:inkMkLst>
            <pc:docMk/>
            <pc:sldMk cId="0" sldId="466"/>
            <ac:inkMk id="2" creationId="{E319C866-FF69-4E19-8656-9DC26ECC056C}"/>
          </ac:inkMkLst>
        </pc:inkChg>
        <pc:inkChg chg="add">
          <ac:chgData name="Md. Nahid Hasan" userId="S::nahid@vu.edu.bd::85ea5f9e-65d6-4031-b810-9415101f2e21" providerId="AD" clId="Web-{3943C6F3-8D20-4AB3-1088-C83D9C411C6F}" dt="2020-08-31T06:39:20.085" v="240"/>
          <ac:inkMkLst>
            <pc:docMk/>
            <pc:sldMk cId="0" sldId="466"/>
            <ac:inkMk id="4" creationId="{3B40E4E7-CCDE-4CF6-AEA6-147CBB65633C}"/>
          </ac:inkMkLst>
        </pc:inkChg>
        <pc:inkChg chg="add">
          <ac:chgData name="Md. Nahid Hasan" userId="S::nahid@vu.edu.bd::85ea5f9e-65d6-4031-b810-9415101f2e21" providerId="AD" clId="Web-{3943C6F3-8D20-4AB3-1088-C83D9C411C6F}" dt="2020-08-31T06:39:36.929" v="241"/>
          <ac:inkMkLst>
            <pc:docMk/>
            <pc:sldMk cId="0" sldId="466"/>
            <ac:inkMk id="5" creationId="{A0A725AA-F33D-4DBD-9330-AEB0795AF2B7}"/>
          </ac:inkMkLst>
        </pc:inkChg>
        <pc:inkChg chg="add">
          <ac:chgData name="Md. Nahid Hasan" userId="S::nahid@vu.edu.bd::85ea5f9e-65d6-4031-b810-9415101f2e21" providerId="AD" clId="Web-{3943C6F3-8D20-4AB3-1088-C83D9C411C6F}" dt="2020-08-31T06:39:39.242" v="242"/>
          <ac:inkMkLst>
            <pc:docMk/>
            <pc:sldMk cId="0" sldId="466"/>
            <ac:inkMk id="6" creationId="{CD219973-6739-4537-BACA-D2119D162E16}"/>
          </ac:inkMkLst>
        </pc:inkChg>
        <pc:inkChg chg="add">
          <ac:chgData name="Md. Nahid Hasan" userId="S::nahid@vu.edu.bd::85ea5f9e-65d6-4031-b810-9415101f2e21" providerId="AD" clId="Web-{3943C6F3-8D20-4AB3-1088-C83D9C411C6F}" dt="2020-08-31T06:39:39.257" v="243"/>
          <ac:inkMkLst>
            <pc:docMk/>
            <pc:sldMk cId="0" sldId="466"/>
            <ac:inkMk id="7" creationId="{570C8DC7-B1A2-456D-93BB-B0B739D57C91}"/>
          </ac:inkMkLst>
        </pc:inkChg>
        <pc:inkChg chg="add">
          <ac:chgData name="Md. Nahid Hasan" userId="S::nahid@vu.edu.bd::85ea5f9e-65d6-4031-b810-9415101f2e21" providerId="AD" clId="Web-{3943C6F3-8D20-4AB3-1088-C83D9C411C6F}" dt="2020-08-31T06:39:39.257" v="244"/>
          <ac:inkMkLst>
            <pc:docMk/>
            <pc:sldMk cId="0" sldId="466"/>
            <ac:inkMk id="8" creationId="{8ED73174-E9CC-4233-90D7-FD559A1955F3}"/>
          </ac:inkMkLst>
        </pc:inkChg>
        <pc:inkChg chg="add">
          <ac:chgData name="Md. Nahid Hasan" userId="S::nahid@vu.edu.bd::85ea5f9e-65d6-4031-b810-9415101f2e21" providerId="AD" clId="Web-{3943C6F3-8D20-4AB3-1088-C83D9C411C6F}" dt="2020-08-31T06:39:40.117" v="245"/>
          <ac:inkMkLst>
            <pc:docMk/>
            <pc:sldMk cId="0" sldId="466"/>
            <ac:inkMk id="9" creationId="{678E3205-4336-448D-A824-CEF0EE6A271B}"/>
          </ac:inkMkLst>
        </pc:inkChg>
        <pc:inkChg chg="add">
          <ac:chgData name="Md. Nahid Hasan" userId="S::nahid@vu.edu.bd::85ea5f9e-65d6-4031-b810-9415101f2e21" providerId="AD" clId="Web-{3943C6F3-8D20-4AB3-1088-C83D9C411C6F}" dt="2020-08-31T06:39:40.117" v="246"/>
          <ac:inkMkLst>
            <pc:docMk/>
            <pc:sldMk cId="0" sldId="466"/>
            <ac:inkMk id="10" creationId="{55563F2F-86DF-4FDC-BA47-C67BE307C501}"/>
          </ac:inkMkLst>
        </pc:inkChg>
        <pc:inkChg chg="add">
          <ac:chgData name="Md. Nahid Hasan" userId="S::nahid@vu.edu.bd::85ea5f9e-65d6-4031-b810-9415101f2e21" providerId="AD" clId="Web-{3943C6F3-8D20-4AB3-1088-C83D9C411C6F}" dt="2020-08-31T06:39:41.867" v="247"/>
          <ac:inkMkLst>
            <pc:docMk/>
            <pc:sldMk cId="0" sldId="466"/>
            <ac:inkMk id="11" creationId="{588169D8-94BD-4022-BFBA-E543DD464AA3}"/>
          </ac:inkMkLst>
        </pc:inkChg>
        <pc:inkChg chg="add">
          <ac:chgData name="Md. Nahid Hasan" userId="S::nahid@vu.edu.bd::85ea5f9e-65d6-4031-b810-9415101f2e21" providerId="AD" clId="Web-{3943C6F3-8D20-4AB3-1088-C83D9C411C6F}" dt="2020-08-31T06:39:41.882" v="248"/>
          <ac:inkMkLst>
            <pc:docMk/>
            <pc:sldMk cId="0" sldId="466"/>
            <ac:inkMk id="12" creationId="{CEAB5AC4-1B68-4B5F-8B02-297270BC2885}"/>
          </ac:inkMkLst>
        </pc:inkChg>
        <pc:inkChg chg="add">
          <ac:chgData name="Md. Nahid Hasan" userId="S::nahid@vu.edu.bd::85ea5f9e-65d6-4031-b810-9415101f2e21" providerId="AD" clId="Web-{3943C6F3-8D20-4AB3-1088-C83D9C411C6F}" dt="2020-08-31T06:39:41.882" v="249"/>
          <ac:inkMkLst>
            <pc:docMk/>
            <pc:sldMk cId="0" sldId="466"/>
            <ac:inkMk id="13" creationId="{305115C1-B8FE-48A1-9118-AA86480DCB80}"/>
          </ac:inkMkLst>
        </pc:inkChg>
        <pc:inkChg chg="add">
          <ac:chgData name="Md. Nahid Hasan" userId="S::nahid@vu.edu.bd::85ea5f9e-65d6-4031-b810-9415101f2e21" providerId="AD" clId="Web-{3943C6F3-8D20-4AB3-1088-C83D9C411C6F}" dt="2020-08-31T06:39:42.726" v="250"/>
          <ac:inkMkLst>
            <pc:docMk/>
            <pc:sldMk cId="0" sldId="466"/>
            <ac:inkMk id="14" creationId="{B42DF81C-F605-40CE-80E0-4902DDBA6CFA}"/>
          </ac:inkMkLst>
        </pc:inkChg>
        <pc:inkChg chg="add">
          <ac:chgData name="Md. Nahid Hasan" userId="S::nahid@vu.edu.bd::85ea5f9e-65d6-4031-b810-9415101f2e21" providerId="AD" clId="Web-{3943C6F3-8D20-4AB3-1088-C83D9C411C6F}" dt="2020-08-31T06:39:48.867" v="251"/>
          <ac:inkMkLst>
            <pc:docMk/>
            <pc:sldMk cId="0" sldId="466"/>
            <ac:inkMk id="15" creationId="{D79DAE31-FF1C-461D-AC02-D87D7A5B88C8}"/>
          </ac:inkMkLst>
        </pc:inkChg>
        <pc:inkChg chg="add">
          <ac:chgData name="Md. Nahid Hasan" userId="S::nahid@vu.edu.bd::85ea5f9e-65d6-4031-b810-9415101f2e21" providerId="AD" clId="Web-{3943C6F3-8D20-4AB3-1088-C83D9C411C6F}" dt="2020-08-31T06:39:48.867" v="252"/>
          <ac:inkMkLst>
            <pc:docMk/>
            <pc:sldMk cId="0" sldId="466"/>
            <ac:inkMk id="16" creationId="{A059E609-5DC6-4456-888C-ED7A953D8EA5}"/>
          </ac:inkMkLst>
        </pc:inkChg>
        <pc:inkChg chg="add">
          <ac:chgData name="Md. Nahid Hasan" userId="S::nahid@vu.edu.bd::85ea5f9e-65d6-4031-b810-9415101f2e21" providerId="AD" clId="Web-{3943C6F3-8D20-4AB3-1088-C83D9C411C6F}" dt="2020-08-31T06:39:48.882" v="253"/>
          <ac:inkMkLst>
            <pc:docMk/>
            <pc:sldMk cId="0" sldId="466"/>
            <ac:inkMk id="17" creationId="{DFCD1B28-47C6-4C1A-A323-7A1159FD591E}"/>
          </ac:inkMkLst>
        </pc:inkChg>
        <pc:inkChg chg="add">
          <ac:chgData name="Md. Nahid Hasan" userId="S::nahid@vu.edu.bd::85ea5f9e-65d6-4031-b810-9415101f2e21" providerId="AD" clId="Web-{3943C6F3-8D20-4AB3-1088-C83D9C411C6F}" dt="2020-08-31T06:39:48.882" v="254"/>
          <ac:inkMkLst>
            <pc:docMk/>
            <pc:sldMk cId="0" sldId="466"/>
            <ac:inkMk id="18" creationId="{C5BF1A44-B6E5-4FD2-871F-89F1A2A443BB}"/>
          </ac:inkMkLst>
        </pc:inkChg>
        <pc:inkChg chg="add">
          <ac:chgData name="Md. Nahid Hasan" userId="S::nahid@vu.edu.bd::85ea5f9e-65d6-4031-b810-9415101f2e21" providerId="AD" clId="Web-{3943C6F3-8D20-4AB3-1088-C83D9C411C6F}" dt="2020-08-31T06:39:48.898" v="255"/>
          <ac:inkMkLst>
            <pc:docMk/>
            <pc:sldMk cId="0" sldId="466"/>
            <ac:inkMk id="19" creationId="{556AFD3E-2E14-4454-BA5A-6CD1D57DABCD}"/>
          </ac:inkMkLst>
        </pc:inkChg>
        <pc:inkChg chg="add">
          <ac:chgData name="Md. Nahid Hasan" userId="S::nahid@vu.edu.bd::85ea5f9e-65d6-4031-b810-9415101f2e21" providerId="AD" clId="Web-{3943C6F3-8D20-4AB3-1088-C83D9C411C6F}" dt="2020-08-31T06:39:48.898" v="256"/>
          <ac:inkMkLst>
            <pc:docMk/>
            <pc:sldMk cId="0" sldId="466"/>
            <ac:inkMk id="20" creationId="{5E829B0E-9094-44E1-8AB0-E25381C64297}"/>
          </ac:inkMkLst>
        </pc:inkChg>
        <pc:inkChg chg="add">
          <ac:chgData name="Md. Nahid Hasan" userId="S::nahid@vu.edu.bd::85ea5f9e-65d6-4031-b810-9415101f2e21" providerId="AD" clId="Web-{3943C6F3-8D20-4AB3-1088-C83D9C411C6F}" dt="2020-08-31T06:39:48.914" v="257"/>
          <ac:inkMkLst>
            <pc:docMk/>
            <pc:sldMk cId="0" sldId="466"/>
            <ac:inkMk id="21" creationId="{A0E25A28-0D26-4A95-96F7-4F74882FA2BF}"/>
          </ac:inkMkLst>
        </pc:inkChg>
        <pc:inkChg chg="add">
          <ac:chgData name="Md. Nahid Hasan" userId="S::nahid@vu.edu.bd::85ea5f9e-65d6-4031-b810-9415101f2e21" providerId="AD" clId="Web-{3943C6F3-8D20-4AB3-1088-C83D9C411C6F}" dt="2020-08-31T06:39:48.914" v="258"/>
          <ac:inkMkLst>
            <pc:docMk/>
            <pc:sldMk cId="0" sldId="466"/>
            <ac:inkMk id="22" creationId="{228C6BE5-F29B-47ED-B412-4B9EDF32A467}"/>
          </ac:inkMkLst>
        </pc:inkChg>
        <pc:inkChg chg="add">
          <ac:chgData name="Md. Nahid Hasan" userId="S::nahid@vu.edu.bd::85ea5f9e-65d6-4031-b810-9415101f2e21" providerId="AD" clId="Web-{3943C6F3-8D20-4AB3-1088-C83D9C411C6F}" dt="2020-08-31T06:39:49.257" v="259"/>
          <ac:inkMkLst>
            <pc:docMk/>
            <pc:sldMk cId="0" sldId="466"/>
            <ac:inkMk id="23" creationId="{76E1B0CB-9745-4010-AD91-D999755C86A3}"/>
          </ac:inkMkLst>
        </pc:inkChg>
        <pc:inkChg chg="add">
          <ac:chgData name="Md. Nahid Hasan" userId="S::nahid@vu.edu.bd::85ea5f9e-65d6-4031-b810-9415101f2e21" providerId="AD" clId="Web-{3943C6F3-8D20-4AB3-1088-C83D9C411C6F}" dt="2020-08-31T06:39:51.710" v="260"/>
          <ac:inkMkLst>
            <pc:docMk/>
            <pc:sldMk cId="0" sldId="466"/>
            <ac:inkMk id="24" creationId="{F2C7D3AC-4899-43AD-A845-EBBF9E6205EB}"/>
          </ac:inkMkLst>
        </pc:inkChg>
        <pc:inkChg chg="add">
          <ac:chgData name="Md. Nahid Hasan" userId="S::nahid@vu.edu.bd::85ea5f9e-65d6-4031-b810-9415101f2e21" providerId="AD" clId="Web-{3943C6F3-8D20-4AB3-1088-C83D9C411C6F}" dt="2020-08-31T06:39:51.726" v="261"/>
          <ac:inkMkLst>
            <pc:docMk/>
            <pc:sldMk cId="0" sldId="466"/>
            <ac:inkMk id="25" creationId="{CF97DFC3-365A-44FB-8ABE-21BED4FD3E17}"/>
          </ac:inkMkLst>
        </pc:inkChg>
        <pc:inkChg chg="add">
          <ac:chgData name="Md. Nahid Hasan" userId="S::nahid@vu.edu.bd::85ea5f9e-65d6-4031-b810-9415101f2e21" providerId="AD" clId="Web-{3943C6F3-8D20-4AB3-1088-C83D9C411C6F}" dt="2020-08-31T06:39:51.726" v="262"/>
          <ac:inkMkLst>
            <pc:docMk/>
            <pc:sldMk cId="0" sldId="466"/>
            <ac:inkMk id="26" creationId="{7071F31B-7F17-4C12-821D-B1A9D08CF264}"/>
          </ac:inkMkLst>
        </pc:inkChg>
        <pc:inkChg chg="add">
          <ac:chgData name="Md. Nahid Hasan" userId="S::nahid@vu.edu.bd::85ea5f9e-65d6-4031-b810-9415101f2e21" providerId="AD" clId="Web-{3943C6F3-8D20-4AB3-1088-C83D9C411C6F}" dt="2020-08-31T06:39:52.648" v="263"/>
          <ac:inkMkLst>
            <pc:docMk/>
            <pc:sldMk cId="0" sldId="466"/>
            <ac:inkMk id="27" creationId="{030044C8-88ED-43F1-81C1-A36F7DDF645D}"/>
          </ac:inkMkLst>
        </pc:inkChg>
        <pc:inkChg chg="add">
          <ac:chgData name="Md. Nahid Hasan" userId="S::nahid@vu.edu.bd::85ea5f9e-65d6-4031-b810-9415101f2e21" providerId="AD" clId="Web-{3943C6F3-8D20-4AB3-1088-C83D9C411C6F}" dt="2020-08-31T06:39:55.648" v="264"/>
          <ac:inkMkLst>
            <pc:docMk/>
            <pc:sldMk cId="0" sldId="466"/>
            <ac:inkMk id="28" creationId="{6DE375F5-EE78-46A5-81E6-091239D0CB97}"/>
          </ac:inkMkLst>
        </pc:inkChg>
        <pc:inkChg chg="add">
          <ac:chgData name="Md. Nahid Hasan" userId="S::nahid@vu.edu.bd::85ea5f9e-65d6-4031-b810-9415101f2e21" providerId="AD" clId="Web-{3943C6F3-8D20-4AB3-1088-C83D9C411C6F}" dt="2020-08-31T06:39:55.664" v="265"/>
          <ac:inkMkLst>
            <pc:docMk/>
            <pc:sldMk cId="0" sldId="466"/>
            <ac:inkMk id="29" creationId="{44600516-7099-4077-A73D-C168D4BD26C8}"/>
          </ac:inkMkLst>
        </pc:inkChg>
        <pc:inkChg chg="add">
          <ac:chgData name="Md. Nahid Hasan" userId="S::nahid@vu.edu.bd::85ea5f9e-65d6-4031-b810-9415101f2e21" providerId="AD" clId="Web-{3943C6F3-8D20-4AB3-1088-C83D9C411C6F}" dt="2020-08-31T06:39:55.664" v="266"/>
          <ac:inkMkLst>
            <pc:docMk/>
            <pc:sldMk cId="0" sldId="466"/>
            <ac:inkMk id="30" creationId="{2DB83B50-1993-4999-998E-2C412EBB5909}"/>
          </ac:inkMkLst>
        </pc:inkChg>
        <pc:inkChg chg="add">
          <ac:chgData name="Md. Nahid Hasan" userId="S::nahid@vu.edu.bd::85ea5f9e-65d6-4031-b810-9415101f2e21" providerId="AD" clId="Web-{3943C6F3-8D20-4AB3-1088-C83D9C411C6F}" dt="2020-08-31T06:39:56.726" v="267"/>
          <ac:inkMkLst>
            <pc:docMk/>
            <pc:sldMk cId="0" sldId="466"/>
            <ac:inkMk id="31" creationId="{5420E287-8091-4834-A261-1C0788B86111}"/>
          </ac:inkMkLst>
        </pc:inkChg>
        <pc:inkChg chg="add">
          <ac:chgData name="Md. Nahid Hasan" userId="S::nahid@vu.edu.bd::85ea5f9e-65d6-4031-b810-9415101f2e21" providerId="AD" clId="Web-{3943C6F3-8D20-4AB3-1088-C83D9C411C6F}" dt="2020-08-31T06:40:08.429" v="268"/>
          <ac:inkMkLst>
            <pc:docMk/>
            <pc:sldMk cId="0" sldId="466"/>
            <ac:inkMk id="32" creationId="{6249D3D1-ED01-4907-AFEC-8AF8BA7FD905}"/>
          </ac:inkMkLst>
        </pc:inkChg>
        <pc:inkChg chg="add">
          <ac:chgData name="Md. Nahid Hasan" userId="S::nahid@vu.edu.bd::85ea5f9e-65d6-4031-b810-9415101f2e21" providerId="AD" clId="Web-{3943C6F3-8D20-4AB3-1088-C83D9C411C6F}" dt="2020-08-31T06:40:09.679" v="269"/>
          <ac:inkMkLst>
            <pc:docMk/>
            <pc:sldMk cId="0" sldId="466"/>
            <ac:inkMk id="33" creationId="{87E849BF-18E8-4323-BF96-86C222C418DB}"/>
          </ac:inkMkLst>
        </pc:inkChg>
        <pc:inkChg chg="add">
          <ac:chgData name="Md. Nahid Hasan" userId="S::nahid@vu.edu.bd::85ea5f9e-65d6-4031-b810-9415101f2e21" providerId="AD" clId="Web-{3943C6F3-8D20-4AB3-1088-C83D9C411C6F}" dt="2020-08-31T06:40:24.601" v="270"/>
          <ac:inkMkLst>
            <pc:docMk/>
            <pc:sldMk cId="0" sldId="466"/>
            <ac:inkMk id="34" creationId="{F19D4867-8C4F-4A2F-BCD0-08AD0999A833}"/>
          </ac:inkMkLst>
        </pc:inkChg>
        <pc:inkChg chg="add">
          <ac:chgData name="Md. Nahid Hasan" userId="S::nahid@vu.edu.bd::85ea5f9e-65d6-4031-b810-9415101f2e21" providerId="AD" clId="Web-{3943C6F3-8D20-4AB3-1088-C83D9C411C6F}" dt="2020-08-31T06:40:29.664" v="271"/>
          <ac:inkMkLst>
            <pc:docMk/>
            <pc:sldMk cId="0" sldId="466"/>
            <ac:inkMk id="35" creationId="{7E8BBB15-3E6A-4A1D-A3E7-532B09D35954}"/>
          </ac:inkMkLst>
        </pc:inkChg>
        <pc:inkChg chg="add">
          <ac:chgData name="Md. Nahid Hasan" userId="S::nahid@vu.edu.bd::85ea5f9e-65d6-4031-b810-9415101f2e21" providerId="AD" clId="Web-{3943C6F3-8D20-4AB3-1088-C83D9C411C6F}" dt="2020-08-31T06:40:38.055" v="272"/>
          <ac:inkMkLst>
            <pc:docMk/>
            <pc:sldMk cId="0" sldId="466"/>
            <ac:inkMk id="36" creationId="{0A92BE7A-8E0D-41EA-8A40-060CE01D14AE}"/>
          </ac:inkMkLst>
        </pc:inkChg>
        <pc:inkChg chg="add">
          <ac:chgData name="Md. Nahid Hasan" userId="S::nahid@vu.edu.bd::85ea5f9e-65d6-4031-b810-9415101f2e21" providerId="AD" clId="Web-{3943C6F3-8D20-4AB3-1088-C83D9C411C6F}" dt="2020-08-31T06:40:38.851" v="273"/>
          <ac:inkMkLst>
            <pc:docMk/>
            <pc:sldMk cId="0" sldId="466"/>
            <ac:inkMk id="37" creationId="{182EF0B6-44A8-4A57-B10A-9F77FA8F0DB3}"/>
          </ac:inkMkLst>
        </pc:inkChg>
        <pc:inkChg chg="add">
          <ac:chgData name="Md. Nahid Hasan" userId="S::nahid@vu.edu.bd::85ea5f9e-65d6-4031-b810-9415101f2e21" providerId="AD" clId="Web-{3943C6F3-8D20-4AB3-1088-C83D9C411C6F}" dt="2020-08-31T06:40:39.805" v="274"/>
          <ac:inkMkLst>
            <pc:docMk/>
            <pc:sldMk cId="0" sldId="466"/>
            <ac:inkMk id="38" creationId="{903EBD4A-3324-438C-8A8D-46554895280A}"/>
          </ac:inkMkLst>
        </pc:inkChg>
        <pc:inkChg chg="add">
          <ac:chgData name="Md. Nahid Hasan" userId="S::nahid@vu.edu.bd::85ea5f9e-65d6-4031-b810-9415101f2e21" providerId="AD" clId="Web-{3943C6F3-8D20-4AB3-1088-C83D9C411C6F}" dt="2020-08-31T06:40:41.383" v="275"/>
          <ac:inkMkLst>
            <pc:docMk/>
            <pc:sldMk cId="0" sldId="466"/>
            <ac:inkMk id="39" creationId="{9AD88FA5-9D28-4D12-8D6A-E80838318C98}"/>
          </ac:inkMkLst>
        </pc:inkChg>
        <pc:inkChg chg="add">
          <ac:chgData name="Md. Nahid Hasan" userId="S::nahid@vu.edu.bd::85ea5f9e-65d6-4031-b810-9415101f2e21" providerId="AD" clId="Web-{3943C6F3-8D20-4AB3-1088-C83D9C411C6F}" dt="2020-08-31T06:40:41.383" v="276"/>
          <ac:inkMkLst>
            <pc:docMk/>
            <pc:sldMk cId="0" sldId="466"/>
            <ac:inkMk id="40" creationId="{BC085B92-43A7-4999-8A4E-3E9C56DAC0FC}"/>
          </ac:inkMkLst>
        </pc:inkChg>
        <pc:inkChg chg="add">
          <ac:chgData name="Md. Nahid Hasan" userId="S::nahid@vu.edu.bd::85ea5f9e-65d6-4031-b810-9415101f2e21" providerId="AD" clId="Web-{3943C6F3-8D20-4AB3-1088-C83D9C411C6F}" dt="2020-08-31T06:40:41.398" v="277"/>
          <ac:inkMkLst>
            <pc:docMk/>
            <pc:sldMk cId="0" sldId="466"/>
            <ac:inkMk id="41" creationId="{8B47A6B7-5821-448F-85AC-F391936454F8}"/>
          </ac:inkMkLst>
        </pc:inkChg>
        <pc:inkChg chg="add">
          <ac:chgData name="Md. Nahid Hasan" userId="S::nahid@vu.edu.bd::85ea5f9e-65d6-4031-b810-9415101f2e21" providerId="AD" clId="Web-{3943C6F3-8D20-4AB3-1088-C83D9C411C6F}" dt="2020-08-31T06:40:41.961" v="278"/>
          <ac:inkMkLst>
            <pc:docMk/>
            <pc:sldMk cId="0" sldId="466"/>
            <ac:inkMk id="42" creationId="{18FE3DC7-334F-4D5C-B8DB-BF1755814B59}"/>
          </ac:inkMkLst>
        </pc:inkChg>
        <pc:inkChg chg="add">
          <ac:chgData name="Md. Nahid Hasan" userId="S::nahid@vu.edu.bd::85ea5f9e-65d6-4031-b810-9415101f2e21" providerId="AD" clId="Web-{3943C6F3-8D20-4AB3-1088-C83D9C411C6F}" dt="2020-08-31T06:40:43.586" v="279"/>
          <ac:inkMkLst>
            <pc:docMk/>
            <pc:sldMk cId="0" sldId="466"/>
            <ac:inkMk id="43" creationId="{6194E29E-4C8B-4CDA-864C-A2AA53429669}"/>
          </ac:inkMkLst>
        </pc:inkChg>
        <pc:inkChg chg="add">
          <ac:chgData name="Md. Nahid Hasan" userId="S::nahid@vu.edu.bd::85ea5f9e-65d6-4031-b810-9415101f2e21" providerId="AD" clId="Web-{3943C6F3-8D20-4AB3-1088-C83D9C411C6F}" dt="2020-08-31T06:40:43.586" v="280"/>
          <ac:inkMkLst>
            <pc:docMk/>
            <pc:sldMk cId="0" sldId="466"/>
            <ac:inkMk id="44" creationId="{C30AD803-ACC1-454C-BF35-35FAE3C44D99}"/>
          </ac:inkMkLst>
        </pc:inkChg>
        <pc:inkChg chg="add">
          <ac:chgData name="Md. Nahid Hasan" userId="S::nahid@vu.edu.bd::85ea5f9e-65d6-4031-b810-9415101f2e21" providerId="AD" clId="Web-{3943C6F3-8D20-4AB3-1088-C83D9C411C6F}" dt="2020-08-31T06:40:44.851" v="281"/>
          <ac:inkMkLst>
            <pc:docMk/>
            <pc:sldMk cId="0" sldId="466"/>
            <ac:inkMk id="45" creationId="{4024D897-9BC1-4854-8D48-2055F93920CB}"/>
          </ac:inkMkLst>
        </pc:inkChg>
        <pc:inkChg chg="add">
          <ac:chgData name="Md. Nahid Hasan" userId="S::nahid@vu.edu.bd::85ea5f9e-65d6-4031-b810-9415101f2e21" providerId="AD" clId="Web-{3943C6F3-8D20-4AB3-1088-C83D9C411C6F}" dt="2020-08-31T06:40:44.867" v="282"/>
          <ac:inkMkLst>
            <pc:docMk/>
            <pc:sldMk cId="0" sldId="466"/>
            <ac:inkMk id="46" creationId="{951DFA5F-D129-43D7-A7D8-5590AAC6AFDE}"/>
          </ac:inkMkLst>
        </pc:inkChg>
        <pc:inkChg chg="add">
          <ac:chgData name="Md. Nahid Hasan" userId="S::nahid@vu.edu.bd::85ea5f9e-65d6-4031-b810-9415101f2e21" providerId="AD" clId="Web-{3943C6F3-8D20-4AB3-1088-C83D9C411C6F}" dt="2020-08-31T06:40:47.180" v="283"/>
          <ac:inkMkLst>
            <pc:docMk/>
            <pc:sldMk cId="0" sldId="466"/>
            <ac:inkMk id="47" creationId="{14486D64-89DA-407C-89AC-CF902E376402}"/>
          </ac:inkMkLst>
        </pc:inkChg>
        <pc:inkChg chg="add">
          <ac:chgData name="Md. Nahid Hasan" userId="S::nahid@vu.edu.bd::85ea5f9e-65d6-4031-b810-9415101f2e21" providerId="AD" clId="Web-{3943C6F3-8D20-4AB3-1088-C83D9C411C6F}" dt="2020-08-31T06:40:47.195" v="284"/>
          <ac:inkMkLst>
            <pc:docMk/>
            <pc:sldMk cId="0" sldId="466"/>
            <ac:inkMk id="48" creationId="{1E024B2A-753D-44EC-BE84-74AD6C6CB971}"/>
          </ac:inkMkLst>
        </pc:inkChg>
        <pc:inkChg chg="add">
          <ac:chgData name="Md. Nahid Hasan" userId="S::nahid@vu.edu.bd::85ea5f9e-65d6-4031-b810-9415101f2e21" providerId="AD" clId="Web-{3943C6F3-8D20-4AB3-1088-C83D9C411C6F}" dt="2020-08-31T06:40:47.195" v="285"/>
          <ac:inkMkLst>
            <pc:docMk/>
            <pc:sldMk cId="0" sldId="466"/>
            <ac:inkMk id="49" creationId="{B80E3D31-592E-40E6-8CDC-969ECD80048B}"/>
          </ac:inkMkLst>
        </pc:inkChg>
        <pc:inkChg chg="add">
          <ac:chgData name="Md. Nahid Hasan" userId="S::nahid@vu.edu.bd::85ea5f9e-65d6-4031-b810-9415101f2e21" providerId="AD" clId="Web-{3943C6F3-8D20-4AB3-1088-C83D9C411C6F}" dt="2020-08-31T06:40:47.211" v="286"/>
          <ac:inkMkLst>
            <pc:docMk/>
            <pc:sldMk cId="0" sldId="466"/>
            <ac:inkMk id="50" creationId="{06A79A67-C299-41D5-AAAA-82A7ACC3F807}"/>
          </ac:inkMkLst>
        </pc:inkChg>
        <pc:inkChg chg="add">
          <ac:chgData name="Md. Nahid Hasan" userId="S::nahid@vu.edu.bd::85ea5f9e-65d6-4031-b810-9415101f2e21" providerId="AD" clId="Web-{3943C6F3-8D20-4AB3-1088-C83D9C411C6F}" dt="2020-08-31T06:40:48.351" v="287"/>
          <ac:inkMkLst>
            <pc:docMk/>
            <pc:sldMk cId="0" sldId="466"/>
            <ac:inkMk id="51" creationId="{3475D315-2780-438C-AE15-119AF949EF86}"/>
          </ac:inkMkLst>
        </pc:inkChg>
        <pc:inkChg chg="add">
          <ac:chgData name="Md. Nahid Hasan" userId="S::nahid@vu.edu.bd::85ea5f9e-65d6-4031-b810-9415101f2e21" providerId="AD" clId="Web-{3943C6F3-8D20-4AB3-1088-C83D9C411C6F}" dt="2020-08-31T06:40:48.367" v="288"/>
          <ac:inkMkLst>
            <pc:docMk/>
            <pc:sldMk cId="0" sldId="466"/>
            <ac:inkMk id="52" creationId="{2E206A28-22BC-4140-8ADA-60F5A0D67802}"/>
          </ac:inkMkLst>
        </pc:inkChg>
        <pc:inkChg chg="add">
          <ac:chgData name="Md. Nahid Hasan" userId="S::nahid@vu.edu.bd::85ea5f9e-65d6-4031-b810-9415101f2e21" providerId="AD" clId="Web-{3943C6F3-8D20-4AB3-1088-C83D9C411C6F}" dt="2020-08-31T06:40:52.445" v="289"/>
          <ac:inkMkLst>
            <pc:docMk/>
            <pc:sldMk cId="0" sldId="466"/>
            <ac:inkMk id="53" creationId="{A7810898-8275-491D-9431-D619829D0A38}"/>
          </ac:inkMkLst>
        </pc:inkChg>
        <pc:inkChg chg="add">
          <ac:chgData name="Md. Nahid Hasan" userId="S::nahid@vu.edu.bd::85ea5f9e-65d6-4031-b810-9415101f2e21" providerId="AD" clId="Web-{3943C6F3-8D20-4AB3-1088-C83D9C411C6F}" dt="2020-08-31T06:40:55.883" v="290"/>
          <ac:inkMkLst>
            <pc:docMk/>
            <pc:sldMk cId="0" sldId="466"/>
            <ac:inkMk id="54" creationId="{4054E593-7733-48E5-BF42-1322A372257D}"/>
          </ac:inkMkLst>
        </pc:inkChg>
        <pc:inkChg chg="add">
          <ac:chgData name="Md. Nahid Hasan" userId="S::nahid@vu.edu.bd::85ea5f9e-65d6-4031-b810-9415101f2e21" providerId="AD" clId="Web-{3943C6F3-8D20-4AB3-1088-C83D9C411C6F}" dt="2020-08-31T06:40:56.742" v="291"/>
          <ac:inkMkLst>
            <pc:docMk/>
            <pc:sldMk cId="0" sldId="466"/>
            <ac:inkMk id="55" creationId="{DD5E3F0C-BA17-4F59-9389-DD943E245AC5}"/>
          </ac:inkMkLst>
        </pc:inkChg>
        <pc:inkChg chg="add">
          <ac:chgData name="Md. Nahid Hasan" userId="S::nahid@vu.edu.bd::85ea5f9e-65d6-4031-b810-9415101f2e21" providerId="AD" clId="Web-{3943C6F3-8D20-4AB3-1088-C83D9C411C6F}" dt="2020-08-31T06:40:57.539" v="292"/>
          <ac:inkMkLst>
            <pc:docMk/>
            <pc:sldMk cId="0" sldId="466"/>
            <ac:inkMk id="56" creationId="{3B199450-60CE-44BF-9577-430BE336A8F1}"/>
          </ac:inkMkLst>
        </pc:inkChg>
        <pc:inkChg chg="add">
          <ac:chgData name="Md. Nahid Hasan" userId="S::nahid@vu.edu.bd::85ea5f9e-65d6-4031-b810-9415101f2e21" providerId="AD" clId="Web-{3943C6F3-8D20-4AB3-1088-C83D9C411C6F}" dt="2020-08-31T06:40:58.430" v="293"/>
          <ac:inkMkLst>
            <pc:docMk/>
            <pc:sldMk cId="0" sldId="466"/>
            <ac:inkMk id="57" creationId="{E454364C-1F5B-4DCD-AC35-3D90ECB35136}"/>
          </ac:inkMkLst>
        </pc:inkChg>
        <pc:inkChg chg="add">
          <ac:chgData name="Md. Nahid Hasan" userId="S::nahid@vu.edu.bd::85ea5f9e-65d6-4031-b810-9415101f2e21" providerId="AD" clId="Web-{3943C6F3-8D20-4AB3-1088-C83D9C411C6F}" dt="2020-08-31T06:40:58.930" v="294"/>
          <ac:inkMkLst>
            <pc:docMk/>
            <pc:sldMk cId="0" sldId="466"/>
            <ac:inkMk id="58" creationId="{A5DD0C31-6202-4191-8AD0-F3FD8DEA53A1}"/>
          </ac:inkMkLst>
        </pc:inkChg>
        <pc:inkChg chg="add">
          <ac:chgData name="Md. Nahid Hasan" userId="S::nahid@vu.edu.bd::85ea5f9e-65d6-4031-b810-9415101f2e21" providerId="AD" clId="Web-{3943C6F3-8D20-4AB3-1088-C83D9C411C6F}" dt="2020-08-31T06:41:00.383" v="295"/>
          <ac:inkMkLst>
            <pc:docMk/>
            <pc:sldMk cId="0" sldId="466"/>
            <ac:inkMk id="59" creationId="{E4763D9F-3C6F-429E-AD9A-D6321089B61E}"/>
          </ac:inkMkLst>
        </pc:inkChg>
        <pc:inkChg chg="add">
          <ac:chgData name="Md. Nahid Hasan" userId="S::nahid@vu.edu.bd::85ea5f9e-65d6-4031-b810-9415101f2e21" providerId="AD" clId="Web-{3943C6F3-8D20-4AB3-1088-C83D9C411C6F}" dt="2020-08-31T06:41:01.992" v="296"/>
          <ac:inkMkLst>
            <pc:docMk/>
            <pc:sldMk cId="0" sldId="466"/>
            <ac:inkMk id="60" creationId="{6BDBCA11-E7EF-4F57-BF19-BC5853B8C9BB}"/>
          </ac:inkMkLst>
        </pc:inkChg>
        <pc:inkChg chg="add">
          <ac:chgData name="Md. Nahid Hasan" userId="S::nahid@vu.edu.bd::85ea5f9e-65d6-4031-b810-9415101f2e21" providerId="AD" clId="Web-{3943C6F3-8D20-4AB3-1088-C83D9C411C6F}" dt="2020-08-31T06:41:02.008" v="297"/>
          <ac:inkMkLst>
            <pc:docMk/>
            <pc:sldMk cId="0" sldId="466"/>
            <ac:inkMk id="61" creationId="{86334DAF-5FF6-4823-B8C2-FB59638643F4}"/>
          </ac:inkMkLst>
        </pc:inkChg>
        <pc:inkChg chg="add">
          <ac:chgData name="Md. Nahid Hasan" userId="S::nahid@vu.edu.bd::85ea5f9e-65d6-4031-b810-9415101f2e21" providerId="AD" clId="Web-{3943C6F3-8D20-4AB3-1088-C83D9C411C6F}" dt="2020-08-31T06:41:03.477" v="298"/>
          <ac:inkMkLst>
            <pc:docMk/>
            <pc:sldMk cId="0" sldId="466"/>
            <ac:inkMk id="62" creationId="{27935483-0007-4468-A420-9B77E5EB5C52}"/>
          </ac:inkMkLst>
        </pc:inkChg>
        <pc:inkChg chg="add">
          <ac:chgData name="Md. Nahid Hasan" userId="S::nahid@vu.edu.bd::85ea5f9e-65d6-4031-b810-9415101f2e21" providerId="AD" clId="Web-{3943C6F3-8D20-4AB3-1088-C83D9C411C6F}" dt="2020-08-31T06:41:19.055" v="299"/>
          <ac:inkMkLst>
            <pc:docMk/>
            <pc:sldMk cId="0" sldId="466"/>
            <ac:inkMk id="63" creationId="{68EE8D6B-3DED-42DE-A993-91B75F9E3299}"/>
          </ac:inkMkLst>
        </pc:inkChg>
        <pc:inkChg chg="add">
          <ac:chgData name="Md. Nahid Hasan" userId="S::nahid@vu.edu.bd::85ea5f9e-65d6-4031-b810-9415101f2e21" providerId="AD" clId="Web-{3943C6F3-8D20-4AB3-1088-C83D9C411C6F}" dt="2020-08-31T06:41:21.680" v="300"/>
          <ac:inkMkLst>
            <pc:docMk/>
            <pc:sldMk cId="0" sldId="466"/>
            <ac:inkMk id="48128" creationId="{ED7CA9BD-B9B5-4B99-AE15-C68D3C307E1A}"/>
          </ac:inkMkLst>
        </pc:inkChg>
        <pc:inkChg chg="add">
          <ac:chgData name="Md. Nahid Hasan" userId="S::nahid@vu.edu.bd::85ea5f9e-65d6-4031-b810-9415101f2e21" providerId="AD" clId="Web-{3943C6F3-8D20-4AB3-1088-C83D9C411C6F}" dt="2020-08-31T06:41:33.461" v="301"/>
          <ac:inkMkLst>
            <pc:docMk/>
            <pc:sldMk cId="0" sldId="466"/>
            <ac:inkMk id="48129" creationId="{7FBBE6B2-1AF3-489A-834C-4C0445C4EB51}"/>
          </ac:inkMkLst>
        </pc:inkChg>
        <pc:inkChg chg="add">
          <ac:chgData name="Md. Nahid Hasan" userId="S::nahid@vu.edu.bd::85ea5f9e-65d6-4031-b810-9415101f2e21" providerId="AD" clId="Web-{3943C6F3-8D20-4AB3-1088-C83D9C411C6F}" dt="2020-08-31T06:41:38.508" v="302"/>
          <ac:inkMkLst>
            <pc:docMk/>
            <pc:sldMk cId="0" sldId="466"/>
            <ac:inkMk id="48131" creationId="{EFAD4CB7-469F-4C4C-B501-8F2D0E38D8A7}"/>
          </ac:inkMkLst>
        </pc:inkChg>
        <pc:inkChg chg="add">
          <ac:chgData name="Md. Nahid Hasan" userId="S::nahid@vu.edu.bd::85ea5f9e-65d6-4031-b810-9415101f2e21" providerId="AD" clId="Web-{3943C6F3-8D20-4AB3-1088-C83D9C411C6F}" dt="2020-08-31T06:41:39.664" v="303"/>
          <ac:inkMkLst>
            <pc:docMk/>
            <pc:sldMk cId="0" sldId="466"/>
            <ac:inkMk id="48132" creationId="{B6E7FA29-B7F1-495A-A93E-3296D2E08872}"/>
          </ac:inkMkLst>
        </pc:inkChg>
        <pc:inkChg chg="add">
          <ac:chgData name="Md. Nahid Hasan" userId="S::nahid@vu.edu.bd::85ea5f9e-65d6-4031-b810-9415101f2e21" providerId="AD" clId="Web-{3943C6F3-8D20-4AB3-1088-C83D9C411C6F}" dt="2020-08-31T06:41:40.649" v="304"/>
          <ac:inkMkLst>
            <pc:docMk/>
            <pc:sldMk cId="0" sldId="466"/>
            <ac:inkMk id="48133" creationId="{E7923A23-5624-4414-AE77-A162C647C94D}"/>
          </ac:inkMkLst>
        </pc:inkChg>
        <pc:inkChg chg="add">
          <ac:chgData name="Md. Nahid Hasan" userId="S::nahid@vu.edu.bd::85ea5f9e-65d6-4031-b810-9415101f2e21" providerId="AD" clId="Web-{3943C6F3-8D20-4AB3-1088-C83D9C411C6F}" dt="2020-08-31T06:41:59.368" v="305"/>
          <ac:inkMkLst>
            <pc:docMk/>
            <pc:sldMk cId="0" sldId="466"/>
            <ac:inkMk id="48134" creationId="{6C5A3FBE-21CF-46B4-A98A-2110E27A9ADB}"/>
          </ac:inkMkLst>
        </pc:inkChg>
        <pc:inkChg chg="add">
          <ac:chgData name="Md. Nahid Hasan" userId="S::nahid@vu.edu.bd::85ea5f9e-65d6-4031-b810-9415101f2e21" providerId="AD" clId="Web-{3943C6F3-8D20-4AB3-1088-C83D9C411C6F}" dt="2020-08-31T06:42:00.430" v="306"/>
          <ac:inkMkLst>
            <pc:docMk/>
            <pc:sldMk cId="0" sldId="466"/>
            <ac:inkMk id="48135" creationId="{A70FBC1F-146F-4B38-B191-1351391379DE}"/>
          </ac:inkMkLst>
        </pc:inkChg>
        <pc:inkChg chg="add">
          <ac:chgData name="Md. Nahid Hasan" userId="S::nahid@vu.edu.bd::85ea5f9e-65d6-4031-b810-9415101f2e21" providerId="AD" clId="Web-{3943C6F3-8D20-4AB3-1088-C83D9C411C6F}" dt="2020-08-31T06:42:01.102" v="307"/>
          <ac:inkMkLst>
            <pc:docMk/>
            <pc:sldMk cId="0" sldId="466"/>
            <ac:inkMk id="48136" creationId="{D0B21A98-BD9D-46BF-BF23-963EFB3FD343}"/>
          </ac:inkMkLst>
        </pc:inkChg>
        <pc:inkChg chg="add">
          <ac:chgData name="Md. Nahid Hasan" userId="S::nahid@vu.edu.bd::85ea5f9e-65d6-4031-b810-9415101f2e21" providerId="AD" clId="Web-{3943C6F3-8D20-4AB3-1088-C83D9C411C6F}" dt="2020-08-31T06:42:01.758" v="308"/>
          <ac:inkMkLst>
            <pc:docMk/>
            <pc:sldMk cId="0" sldId="466"/>
            <ac:inkMk id="48137" creationId="{19E008E1-84CF-4F12-9672-BD6110AF8572}"/>
          </ac:inkMkLst>
        </pc:inkChg>
        <pc:inkChg chg="add">
          <ac:chgData name="Md. Nahid Hasan" userId="S::nahid@vu.edu.bd::85ea5f9e-65d6-4031-b810-9415101f2e21" providerId="AD" clId="Web-{3943C6F3-8D20-4AB3-1088-C83D9C411C6F}" dt="2020-08-31T06:42:02.836" v="309"/>
          <ac:inkMkLst>
            <pc:docMk/>
            <pc:sldMk cId="0" sldId="466"/>
            <ac:inkMk id="48138" creationId="{5EF11D3D-03FE-4C85-A61E-DCE92A7C0E9F}"/>
          </ac:inkMkLst>
        </pc:inkChg>
        <pc:inkChg chg="add">
          <ac:chgData name="Md. Nahid Hasan" userId="S::nahid@vu.edu.bd::85ea5f9e-65d6-4031-b810-9415101f2e21" providerId="AD" clId="Web-{3943C6F3-8D20-4AB3-1088-C83D9C411C6F}" dt="2020-08-31T06:42:03.758" v="310"/>
          <ac:inkMkLst>
            <pc:docMk/>
            <pc:sldMk cId="0" sldId="466"/>
            <ac:inkMk id="48139" creationId="{5E5B8947-B008-4102-AB51-51FF542C8133}"/>
          </ac:inkMkLst>
        </pc:inkChg>
        <pc:inkChg chg="add">
          <ac:chgData name="Md. Nahid Hasan" userId="S::nahid@vu.edu.bd::85ea5f9e-65d6-4031-b810-9415101f2e21" providerId="AD" clId="Web-{3943C6F3-8D20-4AB3-1088-C83D9C411C6F}" dt="2020-08-31T06:42:10.102" v="311"/>
          <ac:inkMkLst>
            <pc:docMk/>
            <pc:sldMk cId="0" sldId="466"/>
            <ac:inkMk id="48140" creationId="{574F35EC-55D9-44F9-9F5F-B225261D34B0}"/>
          </ac:inkMkLst>
        </pc:inkChg>
        <pc:inkChg chg="add">
          <ac:chgData name="Md. Nahid Hasan" userId="S::nahid@vu.edu.bd::85ea5f9e-65d6-4031-b810-9415101f2e21" providerId="AD" clId="Web-{3943C6F3-8D20-4AB3-1088-C83D9C411C6F}" dt="2020-08-31T06:42:11.086" v="312"/>
          <ac:inkMkLst>
            <pc:docMk/>
            <pc:sldMk cId="0" sldId="466"/>
            <ac:inkMk id="48141" creationId="{FA1C7EEB-0077-4008-93D9-64006D8372E4}"/>
          </ac:inkMkLst>
        </pc:inkChg>
        <pc:inkChg chg="add">
          <ac:chgData name="Md. Nahid Hasan" userId="S::nahid@vu.edu.bd::85ea5f9e-65d6-4031-b810-9415101f2e21" providerId="AD" clId="Web-{3943C6F3-8D20-4AB3-1088-C83D9C411C6F}" dt="2020-08-31T06:42:18.258" v="313"/>
          <ac:inkMkLst>
            <pc:docMk/>
            <pc:sldMk cId="0" sldId="466"/>
            <ac:inkMk id="48142" creationId="{273EBF0E-B009-41BD-824E-4BA365616E9A}"/>
          </ac:inkMkLst>
        </pc:inkChg>
        <pc:inkChg chg="add">
          <ac:chgData name="Md. Nahid Hasan" userId="S::nahid@vu.edu.bd::85ea5f9e-65d6-4031-b810-9415101f2e21" providerId="AD" clId="Web-{3943C6F3-8D20-4AB3-1088-C83D9C411C6F}" dt="2020-08-31T06:42:18.258" v="314"/>
          <ac:inkMkLst>
            <pc:docMk/>
            <pc:sldMk cId="0" sldId="466"/>
            <ac:inkMk id="48143" creationId="{4EF5DEA1-77DE-4754-A276-87E12463CB35}"/>
          </ac:inkMkLst>
        </pc:inkChg>
        <pc:inkChg chg="add">
          <ac:chgData name="Md. Nahid Hasan" userId="S::nahid@vu.edu.bd::85ea5f9e-65d6-4031-b810-9415101f2e21" providerId="AD" clId="Web-{3943C6F3-8D20-4AB3-1088-C83D9C411C6F}" dt="2020-08-31T06:42:18.274" v="315"/>
          <ac:inkMkLst>
            <pc:docMk/>
            <pc:sldMk cId="0" sldId="466"/>
            <ac:inkMk id="48144" creationId="{80A7326C-2FCF-4730-BAF2-F3F0A499B456}"/>
          </ac:inkMkLst>
        </pc:inkChg>
        <pc:inkChg chg="add">
          <ac:chgData name="Md. Nahid Hasan" userId="S::nahid@vu.edu.bd::85ea5f9e-65d6-4031-b810-9415101f2e21" providerId="AD" clId="Web-{3943C6F3-8D20-4AB3-1088-C83D9C411C6F}" dt="2020-08-31T06:42:18.274" v="316"/>
          <ac:inkMkLst>
            <pc:docMk/>
            <pc:sldMk cId="0" sldId="466"/>
            <ac:inkMk id="48145" creationId="{64569933-5E05-4955-B151-9B4D55054F58}"/>
          </ac:inkMkLst>
        </pc:inkChg>
        <pc:inkChg chg="add">
          <ac:chgData name="Md. Nahid Hasan" userId="S::nahid@vu.edu.bd::85ea5f9e-65d6-4031-b810-9415101f2e21" providerId="AD" clId="Web-{3943C6F3-8D20-4AB3-1088-C83D9C411C6F}" dt="2020-08-31T06:42:20.415" v="317"/>
          <ac:inkMkLst>
            <pc:docMk/>
            <pc:sldMk cId="0" sldId="466"/>
            <ac:inkMk id="48146" creationId="{F49E0AE3-3DA7-4881-B431-0A55254FE749}"/>
          </ac:inkMkLst>
        </pc:inkChg>
        <pc:inkChg chg="add">
          <ac:chgData name="Md. Nahid Hasan" userId="S::nahid@vu.edu.bd::85ea5f9e-65d6-4031-b810-9415101f2e21" providerId="AD" clId="Web-{3943C6F3-8D20-4AB3-1088-C83D9C411C6F}" dt="2020-08-31T06:42:20.430" v="318"/>
          <ac:inkMkLst>
            <pc:docMk/>
            <pc:sldMk cId="0" sldId="466"/>
            <ac:inkMk id="48147" creationId="{B73FB54F-8BE3-480F-9B5C-E336835C993C}"/>
          </ac:inkMkLst>
        </pc:inkChg>
        <pc:inkChg chg="add">
          <ac:chgData name="Md. Nahid Hasan" userId="S::nahid@vu.edu.bd::85ea5f9e-65d6-4031-b810-9415101f2e21" providerId="AD" clId="Web-{3943C6F3-8D20-4AB3-1088-C83D9C411C6F}" dt="2020-08-31T06:42:20.430" v="319"/>
          <ac:inkMkLst>
            <pc:docMk/>
            <pc:sldMk cId="0" sldId="466"/>
            <ac:inkMk id="48148" creationId="{100CF787-AE39-4547-8656-BC1B07FB04A2}"/>
          </ac:inkMkLst>
        </pc:inkChg>
        <pc:inkChg chg="add">
          <ac:chgData name="Md. Nahid Hasan" userId="S::nahid@vu.edu.bd::85ea5f9e-65d6-4031-b810-9415101f2e21" providerId="AD" clId="Web-{3943C6F3-8D20-4AB3-1088-C83D9C411C6F}" dt="2020-08-31T06:42:20.836" v="320"/>
          <ac:inkMkLst>
            <pc:docMk/>
            <pc:sldMk cId="0" sldId="466"/>
            <ac:inkMk id="48149" creationId="{1ED064C6-CA59-42CC-B57A-A8FCD4A0EB02}"/>
          </ac:inkMkLst>
        </pc:inkChg>
        <pc:inkChg chg="add">
          <ac:chgData name="Md. Nahid Hasan" userId="S::nahid@vu.edu.bd::85ea5f9e-65d6-4031-b810-9415101f2e21" providerId="AD" clId="Web-{3943C6F3-8D20-4AB3-1088-C83D9C411C6F}" dt="2020-08-31T06:42:29.446" v="321"/>
          <ac:inkMkLst>
            <pc:docMk/>
            <pc:sldMk cId="0" sldId="466"/>
            <ac:inkMk id="48150" creationId="{424515B4-69B3-48A4-9D29-2F507F28FE52}"/>
          </ac:inkMkLst>
        </pc:inkChg>
        <pc:inkChg chg="add">
          <ac:chgData name="Md. Nahid Hasan" userId="S::nahid@vu.edu.bd::85ea5f9e-65d6-4031-b810-9415101f2e21" providerId="AD" clId="Web-{3943C6F3-8D20-4AB3-1088-C83D9C411C6F}" dt="2020-08-31T06:42:32.555" v="322"/>
          <ac:inkMkLst>
            <pc:docMk/>
            <pc:sldMk cId="0" sldId="466"/>
            <ac:inkMk id="48151" creationId="{F5102FEA-B2B1-41CB-88D5-88C100BACCB3}"/>
          </ac:inkMkLst>
        </pc:inkChg>
        <pc:inkChg chg="add">
          <ac:chgData name="Md. Nahid Hasan" userId="S::nahid@vu.edu.bd::85ea5f9e-65d6-4031-b810-9415101f2e21" providerId="AD" clId="Web-{3943C6F3-8D20-4AB3-1088-C83D9C411C6F}" dt="2020-08-31T06:42:32.571" v="323"/>
          <ac:inkMkLst>
            <pc:docMk/>
            <pc:sldMk cId="0" sldId="466"/>
            <ac:inkMk id="48152" creationId="{BA18986D-CC5F-44A1-BCE0-DA3EE5796AD6}"/>
          </ac:inkMkLst>
        </pc:inkChg>
        <pc:inkChg chg="add">
          <ac:chgData name="Md. Nahid Hasan" userId="S::nahid@vu.edu.bd::85ea5f9e-65d6-4031-b810-9415101f2e21" providerId="AD" clId="Web-{3943C6F3-8D20-4AB3-1088-C83D9C411C6F}" dt="2020-08-31T06:42:33.837" v="324"/>
          <ac:inkMkLst>
            <pc:docMk/>
            <pc:sldMk cId="0" sldId="466"/>
            <ac:inkMk id="48153" creationId="{B18770B5-BA25-49B3-95C6-B1A6256E3C81}"/>
          </ac:inkMkLst>
        </pc:inkChg>
        <pc:inkChg chg="add">
          <ac:chgData name="Md. Nahid Hasan" userId="S::nahid@vu.edu.bd::85ea5f9e-65d6-4031-b810-9415101f2e21" providerId="AD" clId="Web-{3943C6F3-8D20-4AB3-1088-C83D9C411C6F}" dt="2020-08-31T06:42:35.540" v="325"/>
          <ac:inkMkLst>
            <pc:docMk/>
            <pc:sldMk cId="0" sldId="466"/>
            <ac:inkMk id="48154" creationId="{093C1866-EF32-4BA9-8D5B-7B40DFBAC395}"/>
          </ac:inkMkLst>
        </pc:inkChg>
        <pc:inkChg chg="add">
          <ac:chgData name="Md. Nahid Hasan" userId="S::nahid@vu.edu.bd::85ea5f9e-65d6-4031-b810-9415101f2e21" providerId="AD" clId="Web-{3943C6F3-8D20-4AB3-1088-C83D9C411C6F}" dt="2020-08-31T06:43:36.337" v="326"/>
          <ac:inkMkLst>
            <pc:docMk/>
            <pc:sldMk cId="0" sldId="466"/>
            <ac:inkMk id="48155" creationId="{D5C2D827-8965-444B-8A07-AF26244E2ADF}"/>
          </ac:inkMkLst>
        </pc:inkChg>
        <pc:inkChg chg="add">
          <ac:chgData name="Md. Nahid Hasan" userId="S::nahid@vu.edu.bd::85ea5f9e-65d6-4031-b810-9415101f2e21" providerId="AD" clId="Web-{3943C6F3-8D20-4AB3-1088-C83D9C411C6F}" dt="2020-08-31T06:43:37.899" v="327"/>
          <ac:inkMkLst>
            <pc:docMk/>
            <pc:sldMk cId="0" sldId="466"/>
            <ac:inkMk id="48156" creationId="{06D3C07E-A855-41E4-8D79-F9A3FB5D4CEB}"/>
          </ac:inkMkLst>
        </pc:inkChg>
        <pc:inkChg chg="add">
          <ac:chgData name="Md. Nahid Hasan" userId="S::nahid@vu.edu.bd::85ea5f9e-65d6-4031-b810-9415101f2e21" providerId="AD" clId="Web-{3943C6F3-8D20-4AB3-1088-C83D9C411C6F}" dt="2020-08-31T06:43:46.228" v="328"/>
          <ac:inkMkLst>
            <pc:docMk/>
            <pc:sldMk cId="0" sldId="466"/>
            <ac:inkMk id="48157" creationId="{4AC843CF-6B91-44D4-A116-A980C199B829}"/>
          </ac:inkMkLst>
        </pc:inkChg>
        <pc:inkChg chg="add">
          <ac:chgData name="Md. Nahid Hasan" userId="S::nahid@vu.edu.bd::85ea5f9e-65d6-4031-b810-9415101f2e21" providerId="AD" clId="Web-{3943C6F3-8D20-4AB3-1088-C83D9C411C6F}" dt="2020-08-31T06:44:02.540" v="329"/>
          <ac:inkMkLst>
            <pc:docMk/>
            <pc:sldMk cId="0" sldId="466"/>
            <ac:inkMk id="48158" creationId="{9B83CBA8-6823-4C02-BDAA-06BDAB4360CA}"/>
          </ac:inkMkLst>
        </pc:inkChg>
        <pc:inkChg chg="add">
          <ac:chgData name="Md. Nahid Hasan" userId="S::nahid@vu.edu.bd::85ea5f9e-65d6-4031-b810-9415101f2e21" providerId="AD" clId="Web-{3943C6F3-8D20-4AB3-1088-C83D9C411C6F}" dt="2020-08-31T06:44:03.634" v="330"/>
          <ac:inkMkLst>
            <pc:docMk/>
            <pc:sldMk cId="0" sldId="466"/>
            <ac:inkMk id="48159" creationId="{62CCDDCF-2B86-4358-B098-82BB6D7E2B12}"/>
          </ac:inkMkLst>
        </pc:inkChg>
        <pc:inkChg chg="add">
          <ac:chgData name="Md. Nahid Hasan" userId="S::nahid@vu.edu.bd::85ea5f9e-65d6-4031-b810-9415101f2e21" providerId="AD" clId="Web-{3943C6F3-8D20-4AB3-1088-C83D9C411C6F}" dt="2020-08-31T06:44:10.228" v="331"/>
          <ac:inkMkLst>
            <pc:docMk/>
            <pc:sldMk cId="0" sldId="466"/>
            <ac:inkMk id="48160" creationId="{5CCF79E8-3747-4BA1-8346-42C83251AD7A}"/>
          </ac:inkMkLst>
        </pc:inkChg>
        <pc:inkChg chg="add">
          <ac:chgData name="Md. Nahid Hasan" userId="S::nahid@vu.edu.bd::85ea5f9e-65d6-4031-b810-9415101f2e21" providerId="AD" clId="Web-{3943C6F3-8D20-4AB3-1088-C83D9C411C6F}" dt="2020-08-31T06:44:19.587" v="332"/>
          <ac:inkMkLst>
            <pc:docMk/>
            <pc:sldMk cId="0" sldId="466"/>
            <ac:inkMk id="48161" creationId="{96D0F287-8B97-4502-9170-C819C0640B73}"/>
          </ac:inkMkLst>
        </pc:inkChg>
        <pc:inkChg chg="add">
          <ac:chgData name="Md. Nahid Hasan" userId="S::nahid@vu.edu.bd::85ea5f9e-65d6-4031-b810-9415101f2e21" providerId="AD" clId="Web-{3943C6F3-8D20-4AB3-1088-C83D9C411C6F}" dt="2020-08-31T06:44:20.541" v="333"/>
          <ac:inkMkLst>
            <pc:docMk/>
            <pc:sldMk cId="0" sldId="466"/>
            <ac:inkMk id="48162" creationId="{91582650-41D5-49CB-A090-EDD2B277F890}"/>
          </ac:inkMkLst>
        </pc:inkChg>
        <pc:inkChg chg="add">
          <ac:chgData name="Md. Nahid Hasan" userId="S::nahid@vu.edu.bd::85ea5f9e-65d6-4031-b810-9415101f2e21" providerId="AD" clId="Web-{3943C6F3-8D20-4AB3-1088-C83D9C411C6F}" dt="2020-08-31T06:44:29.275" v="334"/>
          <ac:inkMkLst>
            <pc:docMk/>
            <pc:sldMk cId="0" sldId="466"/>
            <ac:inkMk id="48163" creationId="{76B3B954-4687-40B7-9F32-B8E4FC3D7E7F}"/>
          </ac:inkMkLst>
        </pc:inkChg>
        <pc:inkChg chg="add">
          <ac:chgData name="Md. Nahid Hasan" userId="S::nahid@vu.edu.bd::85ea5f9e-65d6-4031-b810-9415101f2e21" providerId="AD" clId="Web-{3943C6F3-8D20-4AB3-1088-C83D9C411C6F}" dt="2020-08-31T06:44:35.712" v="335"/>
          <ac:inkMkLst>
            <pc:docMk/>
            <pc:sldMk cId="0" sldId="466"/>
            <ac:inkMk id="48164" creationId="{45636C04-B119-42E8-8600-4198B1DA970A}"/>
          </ac:inkMkLst>
        </pc:inkChg>
        <pc:inkChg chg="add">
          <ac:chgData name="Md. Nahid Hasan" userId="S::nahid@vu.edu.bd::85ea5f9e-65d6-4031-b810-9415101f2e21" providerId="AD" clId="Web-{3943C6F3-8D20-4AB3-1088-C83D9C411C6F}" dt="2020-08-31T06:44:37.228" v="336"/>
          <ac:inkMkLst>
            <pc:docMk/>
            <pc:sldMk cId="0" sldId="466"/>
            <ac:inkMk id="48165" creationId="{5DA4A3F2-0F2A-4996-9A5C-2C1F2654BE09}"/>
          </ac:inkMkLst>
        </pc:inkChg>
        <pc:inkChg chg="add">
          <ac:chgData name="Md. Nahid Hasan" userId="S::nahid@vu.edu.bd::85ea5f9e-65d6-4031-b810-9415101f2e21" providerId="AD" clId="Web-{3943C6F3-8D20-4AB3-1088-C83D9C411C6F}" dt="2020-08-31T06:53:56.747" v="539"/>
          <ac:inkMkLst>
            <pc:docMk/>
            <pc:sldMk cId="0" sldId="466"/>
            <ac:inkMk id="48166" creationId="{E5407B51-00AD-4A63-9898-59C1295F2154}"/>
          </ac:inkMkLst>
        </pc:inkChg>
        <pc:inkChg chg="add">
          <ac:chgData name="Md. Nahid Hasan" userId="S::nahid@vu.edu.bd::85ea5f9e-65d6-4031-b810-9415101f2e21" providerId="AD" clId="Web-{3943C6F3-8D20-4AB3-1088-C83D9C411C6F}" dt="2020-08-31T06:53:57.044" v="540"/>
          <ac:inkMkLst>
            <pc:docMk/>
            <pc:sldMk cId="0" sldId="466"/>
            <ac:inkMk id="48167" creationId="{71356C92-FE6A-4E05-8B3D-87E6EFA2526E}"/>
          </ac:inkMkLst>
        </pc:inkChg>
        <pc:inkChg chg="add">
          <ac:chgData name="Md. Nahid Hasan" userId="S::nahid@vu.edu.bd::85ea5f9e-65d6-4031-b810-9415101f2e21" providerId="AD" clId="Web-{3943C6F3-8D20-4AB3-1088-C83D9C411C6F}" dt="2020-08-31T06:54:00.278" v="541"/>
          <ac:inkMkLst>
            <pc:docMk/>
            <pc:sldMk cId="0" sldId="466"/>
            <ac:inkMk id="48168" creationId="{D0ECA7F3-FA66-4AB7-A6CA-E7F2853C6C72}"/>
          </ac:inkMkLst>
        </pc:inkChg>
        <pc:inkChg chg="add">
          <ac:chgData name="Md. Nahid Hasan" userId="S::nahid@vu.edu.bd::85ea5f9e-65d6-4031-b810-9415101f2e21" providerId="AD" clId="Web-{3943C6F3-8D20-4AB3-1088-C83D9C411C6F}" dt="2020-08-31T06:54:00.278" v="542"/>
          <ac:inkMkLst>
            <pc:docMk/>
            <pc:sldMk cId="0" sldId="466"/>
            <ac:inkMk id="48169" creationId="{4681A37F-44D4-4B48-A049-23ECD5820463}"/>
          </ac:inkMkLst>
        </pc:inkChg>
        <pc:inkChg chg="add">
          <ac:chgData name="Md. Nahid Hasan" userId="S::nahid@vu.edu.bd::85ea5f9e-65d6-4031-b810-9415101f2e21" providerId="AD" clId="Web-{3943C6F3-8D20-4AB3-1088-C83D9C411C6F}" dt="2020-08-31T06:54:00.294" v="543"/>
          <ac:inkMkLst>
            <pc:docMk/>
            <pc:sldMk cId="0" sldId="466"/>
            <ac:inkMk id="48170" creationId="{A16C06B7-EB6C-4E39-970E-AA5455C3967E}"/>
          </ac:inkMkLst>
        </pc:inkChg>
        <pc:inkChg chg="add">
          <ac:chgData name="Md. Nahid Hasan" userId="S::nahid@vu.edu.bd::85ea5f9e-65d6-4031-b810-9415101f2e21" providerId="AD" clId="Web-{3943C6F3-8D20-4AB3-1088-C83D9C411C6F}" dt="2020-08-31T06:54:00.309" v="544"/>
          <ac:inkMkLst>
            <pc:docMk/>
            <pc:sldMk cId="0" sldId="466"/>
            <ac:inkMk id="48171" creationId="{02CFCAD6-7991-454B-85B5-C92A78EE126F}"/>
          </ac:inkMkLst>
        </pc:inkChg>
        <pc:inkChg chg="add">
          <ac:chgData name="Md. Nahid Hasan" userId="S::nahid@vu.edu.bd::85ea5f9e-65d6-4031-b810-9415101f2e21" providerId="AD" clId="Web-{3943C6F3-8D20-4AB3-1088-C83D9C411C6F}" dt="2020-08-31T06:54:00.856" v="545"/>
          <ac:inkMkLst>
            <pc:docMk/>
            <pc:sldMk cId="0" sldId="466"/>
            <ac:inkMk id="48172" creationId="{F538F338-BFD0-433E-A97A-96854AC0456F}"/>
          </ac:inkMkLst>
        </pc:inkChg>
        <pc:inkChg chg="add">
          <ac:chgData name="Md. Nahid Hasan" userId="S::nahid@vu.edu.bd::85ea5f9e-65d6-4031-b810-9415101f2e21" providerId="AD" clId="Web-{3943C6F3-8D20-4AB3-1088-C83D9C411C6F}" dt="2020-08-31T06:54:01.387" v="546"/>
          <ac:inkMkLst>
            <pc:docMk/>
            <pc:sldMk cId="0" sldId="466"/>
            <ac:inkMk id="48173" creationId="{90DAF9A9-18C5-4E28-B300-E740AC7EC5BE}"/>
          </ac:inkMkLst>
        </pc:inkChg>
        <pc:inkChg chg="add">
          <ac:chgData name="Md. Nahid Hasan" userId="S::nahid@vu.edu.bd::85ea5f9e-65d6-4031-b810-9415101f2e21" providerId="AD" clId="Web-{3943C6F3-8D20-4AB3-1088-C83D9C411C6F}" dt="2020-08-31T06:54:04.075" v="547"/>
          <ac:inkMkLst>
            <pc:docMk/>
            <pc:sldMk cId="0" sldId="466"/>
            <ac:inkMk id="48174" creationId="{BE1E2815-242B-446B-B151-3C36B66CED57}"/>
          </ac:inkMkLst>
        </pc:inkChg>
        <pc:inkChg chg="add">
          <ac:chgData name="Md. Nahid Hasan" userId="S::nahid@vu.edu.bd::85ea5f9e-65d6-4031-b810-9415101f2e21" providerId="AD" clId="Web-{3943C6F3-8D20-4AB3-1088-C83D9C411C6F}" dt="2020-08-31T06:54:04.091" v="548"/>
          <ac:inkMkLst>
            <pc:docMk/>
            <pc:sldMk cId="0" sldId="466"/>
            <ac:inkMk id="48175" creationId="{77438304-D5FB-4CC2-8F36-007F5E5BF4F2}"/>
          </ac:inkMkLst>
        </pc:inkChg>
        <pc:inkChg chg="add">
          <ac:chgData name="Md. Nahid Hasan" userId="S::nahid@vu.edu.bd::85ea5f9e-65d6-4031-b810-9415101f2e21" providerId="AD" clId="Web-{3943C6F3-8D20-4AB3-1088-C83D9C411C6F}" dt="2020-08-31T06:54:04.091" v="549"/>
          <ac:inkMkLst>
            <pc:docMk/>
            <pc:sldMk cId="0" sldId="466"/>
            <ac:inkMk id="48176" creationId="{F7DB3B91-AA05-4C22-8AC4-97411418AA83}"/>
          </ac:inkMkLst>
        </pc:inkChg>
        <pc:inkChg chg="add">
          <ac:chgData name="Md. Nahid Hasan" userId="S::nahid@vu.edu.bd::85ea5f9e-65d6-4031-b810-9415101f2e21" providerId="AD" clId="Web-{3943C6F3-8D20-4AB3-1088-C83D9C411C6F}" dt="2020-08-31T06:54:05.419" v="550"/>
          <ac:inkMkLst>
            <pc:docMk/>
            <pc:sldMk cId="0" sldId="466"/>
            <ac:inkMk id="48177" creationId="{108CE36B-6BA8-4050-9282-8A5FCA93749D}"/>
          </ac:inkMkLst>
        </pc:inkChg>
        <pc:inkChg chg="add">
          <ac:chgData name="Md. Nahid Hasan" userId="S::nahid@vu.edu.bd::85ea5f9e-65d6-4031-b810-9415101f2e21" providerId="AD" clId="Web-{3943C6F3-8D20-4AB3-1088-C83D9C411C6F}" dt="2020-08-31T06:54:05.434" v="551"/>
          <ac:inkMkLst>
            <pc:docMk/>
            <pc:sldMk cId="0" sldId="466"/>
            <ac:inkMk id="48178" creationId="{6F228FD2-429B-4D34-B4CD-9502EEE22F91}"/>
          </ac:inkMkLst>
        </pc:inkChg>
        <pc:inkChg chg="add">
          <ac:chgData name="Md. Nahid Hasan" userId="S::nahid@vu.edu.bd::85ea5f9e-65d6-4031-b810-9415101f2e21" providerId="AD" clId="Web-{3943C6F3-8D20-4AB3-1088-C83D9C411C6F}" dt="2020-08-31T06:54:06.512" v="552"/>
          <ac:inkMkLst>
            <pc:docMk/>
            <pc:sldMk cId="0" sldId="466"/>
            <ac:inkMk id="48179" creationId="{71C334EB-56BC-4E25-ABC5-BA4496708A67}"/>
          </ac:inkMkLst>
        </pc:inkChg>
        <pc:inkChg chg="add">
          <ac:chgData name="Md. Nahid Hasan" userId="S::nahid@vu.edu.bd::85ea5f9e-65d6-4031-b810-9415101f2e21" providerId="AD" clId="Web-{3943C6F3-8D20-4AB3-1088-C83D9C411C6F}" dt="2020-08-31T06:54:06.528" v="553"/>
          <ac:inkMkLst>
            <pc:docMk/>
            <pc:sldMk cId="0" sldId="466"/>
            <ac:inkMk id="48180" creationId="{D9C94B9F-0920-483F-85F6-8DA6405194A5}"/>
          </ac:inkMkLst>
        </pc:inkChg>
        <pc:inkChg chg="add">
          <ac:chgData name="Md. Nahid Hasan" userId="S::nahid@vu.edu.bd::85ea5f9e-65d6-4031-b810-9415101f2e21" providerId="AD" clId="Web-{3943C6F3-8D20-4AB3-1088-C83D9C411C6F}" dt="2020-08-31T06:54:12.575" v="554"/>
          <ac:inkMkLst>
            <pc:docMk/>
            <pc:sldMk cId="0" sldId="466"/>
            <ac:inkMk id="48181" creationId="{B280A6D1-68CE-436F-AA16-6C3901D709C6}"/>
          </ac:inkMkLst>
        </pc:inkChg>
        <pc:inkChg chg="add">
          <ac:chgData name="Md. Nahid Hasan" userId="S::nahid@vu.edu.bd::85ea5f9e-65d6-4031-b810-9415101f2e21" providerId="AD" clId="Web-{3943C6F3-8D20-4AB3-1088-C83D9C411C6F}" dt="2020-08-31T06:54:18.325" v="555"/>
          <ac:inkMkLst>
            <pc:docMk/>
            <pc:sldMk cId="0" sldId="466"/>
            <ac:inkMk id="48182" creationId="{2E5676BF-2048-42A5-B84B-B5BFB1EE2BE7}"/>
          </ac:inkMkLst>
        </pc:inkChg>
        <pc:inkChg chg="add">
          <ac:chgData name="Md. Nahid Hasan" userId="S::nahid@vu.edu.bd::85ea5f9e-65d6-4031-b810-9415101f2e21" providerId="AD" clId="Web-{3943C6F3-8D20-4AB3-1088-C83D9C411C6F}" dt="2020-08-31T06:54:22.481" v="556"/>
          <ac:inkMkLst>
            <pc:docMk/>
            <pc:sldMk cId="0" sldId="466"/>
            <ac:inkMk id="48183" creationId="{31BA83BF-D7A4-4E69-BDC4-AE0DABDC38E2}"/>
          </ac:inkMkLst>
        </pc:inkChg>
        <pc:inkChg chg="add">
          <ac:chgData name="Md. Nahid Hasan" userId="S::nahid@vu.edu.bd::85ea5f9e-65d6-4031-b810-9415101f2e21" providerId="AD" clId="Web-{3943C6F3-8D20-4AB3-1088-C83D9C411C6F}" dt="2020-08-31T06:54:24.497" v="557"/>
          <ac:inkMkLst>
            <pc:docMk/>
            <pc:sldMk cId="0" sldId="466"/>
            <ac:inkMk id="48184" creationId="{160AB0AA-9F7A-48F7-9C05-3692FEDDD8B2}"/>
          </ac:inkMkLst>
        </pc:inkChg>
        <pc:inkChg chg="add">
          <ac:chgData name="Md. Nahid Hasan" userId="S::nahid@vu.edu.bd::85ea5f9e-65d6-4031-b810-9415101f2e21" providerId="AD" clId="Web-{3943C6F3-8D20-4AB3-1088-C83D9C411C6F}" dt="2020-08-31T06:54:24.794" v="558"/>
          <ac:inkMkLst>
            <pc:docMk/>
            <pc:sldMk cId="0" sldId="466"/>
            <ac:inkMk id="48185" creationId="{848D3EEB-7A95-4793-8122-4EAF225D6B0A}"/>
          </ac:inkMkLst>
        </pc:inkChg>
        <pc:inkChg chg="add">
          <ac:chgData name="Md. Nahid Hasan" userId="S::nahid@vu.edu.bd::85ea5f9e-65d6-4031-b810-9415101f2e21" providerId="AD" clId="Web-{3943C6F3-8D20-4AB3-1088-C83D9C411C6F}" dt="2020-08-31T06:54:26.497" v="559"/>
          <ac:inkMkLst>
            <pc:docMk/>
            <pc:sldMk cId="0" sldId="466"/>
            <ac:inkMk id="48186" creationId="{DD2CDBD0-EF9E-46EC-A173-9466FFC0A47C}"/>
          </ac:inkMkLst>
        </pc:inkChg>
        <pc:inkChg chg="add">
          <ac:chgData name="Md. Nahid Hasan" userId="S::nahid@vu.edu.bd::85ea5f9e-65d6-4031-b810-9415101f2e21" providerId="AD" clId="Web-{3943C6F3-8D20-4AB3-1088-C83D9C411C6F}" dt="2020-08-31T06:54:38.497" v="560"/>
          <ac:inkMkLst>
            <pc:docMk/>
            <pc:sldMk cId="0" sldId="466"/>
            <ac:inkMk id="48187" creationId="{945DF83F-4176-42D9-8CAE-5EB8B98F2A0B}"/>
          </ac:inkMkLst>
        </pc:inkChg>
        <pc:inkChg chg="add">
          <ac:chgData name="Md. Nahid Hasan" userId="S::nahid@vu.edu.bd::85ea5f9e-65d6-4031-b810-9415101f2e21" providerId="AD" clId="Web-{3943C6F3-8D20-4AB3-1088-C83D9C411C6F}" dt="2020-08-31T06:54:38.513" v="561"/>
          <ac:inkMkLst>
            <pc:docMk/>
            <pc:sldMk cId="0" sldId="466"/>
            <ac:inkMk id="48188" creationId="{F71A0272-850D-412D-A9CE-4CD31B7CDC6A}"/>
          </ac:inkMkLst>
        </pc:inkChg>
        <pc:inkChg chg="add">
          <ac:chgData name="Md. Nahid Hasan" userId="S::nahid@vu.edu.bd::85ea5f9e-65d6-4031-b810-9415101f2e21" providerId="AD" clId="Web-{3943C6F3-8D20-4AB3-1088-C83D9C411C6F}" dt="2020-08-31T06:54:38.513" v="562"/>
          <ac:inkMkLst>
            <pc:docMk/>
            <pc:sldMk cId="0" sldId="466"/>
            <ac:inkMk id="48189" creationId="{4CAA8C63-0B8F-4B86-BC33-36D52DC4DF8B}"/>
          </ac:inkMkLst>
        </pc:inkChg>
        <pc:inkChg chg="add">
          <ac:chgData name="Md. Nahid Hasan" userId="S::nahid@vu.edu.bd::85ea5f9e-65d6-4031-b810-9415101f2e21" providerId="AD" clId="Web-{3943C6F3-8D20-4AB3-1088-C83D9C411C6F}" dt="2020-08-31T06:54:38.528" v="563"/>
          <ac:inkMkLst>
            <pc:docMk/>
            <pc:sldMk cId="0" sldId="466"/>
            <ac:inkMk id="48190" creationId="{B805B4FE-9FAC-40A0-8989-54827F88D482}"/>
          </ac:inkMkLst>
        </pc:inkChg>
        <pc:inkChg chg="add">
          <ac:chgData name="Md. Nahid Hasan" userId="S::nahid@vu.edu.bd::85ea5f9e-65d6-4031-b810-9415101f2e21" providerId="AD" clId="Web-{3943C6F3-8D20-4AB3-1088-C83D9C411C6F}" dt="2020-08-31T06:54:38.528" v="564"/>
          <ac:inkMkLst>
            <pc:docMk/>
            <pc:sldMk cId="0" sldId="466"/>
            <ac:inkMk id="48191" creationId="{0AE52610-9F39-4D2C-8A8A-31ADE1D2574A}"/>
          </ac:inkMkLst>
        </pc:inkChg>
        <pc:inkChg chg="add">
          <ac:chgData name="Md. Nahid Hasan" userId="S::nahid@vu.edu.bd::85ea5f9e-65d6-4031-b810-9415101f2e21" providerId="AD" clId="Web-{3943C6F3-8D20-4AB3-1088-C83D9C411C6F}" dt="2020-08-31T06:54:38.544" v="565"/>
          <ac:inkMkLst>
            <pc:docMk/>
            <pc:sldMk cId="0" sldId="466"/>
            <ac:inkMk id="48192" creationId="{4AD1C5E9-1D83-44EE-981A-32C8B1AB63F3}"/>
          </ac:inkMkLst>
        </pc:inkChg>
        <pc:inkChg chg="add">
          <ac:chgData name="Md. Nahid Hasan" userId="S::nahid@vu.edu.bd::85ea5f9e-65d6-4031-b810-9415101f2e21" providerId="AD" clId="Web-{3943C6F3-8D20-4AB3-1088-C83D9C411C6F}" dt="2020-08-31T06:54:38.560" v="566"/>
          <ac:inkMkLst>
            <pc:docMk/>
            <pc:sldMk cId="0" sldId="466"/>
            <ac:inkMk id="48193" creationId="{7609BB32-5351-4B80-9B13-33F85270DD50}"/>
          </ac:inkMkLst>
        </pc:inkChg>
        <pc:inkChg chg="add">
          <ac:chgData name="Md. Nahid Hasan" userId="S::nahid@vu.edu.bd::85ea5f9e-65d6-4031-b810-9415101f2e21" providerId="AD" clId="Web-{3943C6F3-8D20-4AB3-1088-C83D9C411C6F}" dt="2020-08-31T06:54:38.560" v="567"/>
          <ac:inkMkLst>
            <pc:docMk/>
            <pc:sldMk cId="0" sldId="466"/>
            <ac:inkMk id="48194" creationId="{48A1DC08-A043-4976-9AD2-92B9CACEA86B}"/>
          </ac:inkMkLst>
        </pc:inkChg>
        <pc:inkChg chg="add">
          <ac:chgData name="Md. Nahid Hasan" userId="S::nahid@vu.edu.bd::85ea5f9e-65d6-4031-b810-9415101f2e21" providerId="AD" clId="Web-{3943C6F3-8D20-4AB3-1088-C83D9C411C6F}" dt="2020-08-31T06:54:38.622" v="568"/>
          <ac:inkMkLst>
            <pc:docMk/>
            <pc:sldMk cId="0" sldId="466"/>
            <ac:inkMk id="48195" creationId="{306C5F33-78D8-4252-AE47-9DEAF5FF6C72}"/>
          </ac:inkMkLst>
        </pc:inkChg>
        <pc:inkChg chg="add">
          <ac:chgData name="Md. Nahid Hasan" userId="S::nahid@vu.edu.bd::85ea5f9e-65d6-4031-b810-9415101f2e21" providerId="AD" clId="Web-{3943C6F3-8D20-4AB3-1088-C83D9C411C6F}" dt="2020-08-31T06:54:38.638" v="569"/>
          <ac:inkMkLst>
            <pc:docMk/>
            <pc:sldMk cId="0" sldId="466"/>
            <ac:inkMk id="48196" creationId="{BFACAD3E-895E-4964-949D-EC5919B1FFA3}"/>
          </ac:inkMkLst>
        </pc:inkChg>
        <pc:inkChg chg="add">
          <ac:chgData name="Md. Nahid Hasan" userId="S::nahid@vu.edu.bd::85ea5f9e-65d6-4031-b810-9415101f2e21" providerId="AD" clId="Web-{3943C6F3-8D20-4AB3-1088-C83D9C411C6F}" dt="2020-08-31T06:54:38.685" v="570"/>
          <ac:inkMkLst>
            <pc:docMk/>
            <pc:sldMk cId="0" sldId="466"/>
            <ac:inkMk id="48197" creationId="{624760DD-7B6F-4D5B-81BA-259A1A41D640}"/>
          </ac:inkMkLst>
        </pc:inkChg>
        <pc:inkChg chg="add">
          <ac:chgData name="Md. Nahid Hasan" userId="S::nahid@vu.edu.bd::85ea5f9e-65d6-4031-b810-9415101f2e21" providerId="AD" clId="Web-{3943C6F3-8D20-4AB3-1088-C83D9C411C6F}" dt="2020-08-31T06:54:38.731" v="571"/>
          <ac:inkMkLst>
            <pc:docMk/>
            <pc:sldMk cId="0" sldId="466"/>
            <ac:inkMk id="48198" creationId="{9336B58C-3D96-40AF-BE9B-4F4308D26444}"/>
          </ac:inkMkLst>
        </pc:inkChg>
        <pc:inkChg chg="add">
          <ac:chgData name="Md. Nahid Hasan" userId="S::nahid@vu.edu.bd::85ea5f9e-65d6-4031-b810-9415101f2e21" providerId="AD" clId="Web-{3943C6F3-8D20-4AB3-1088-C83D9C411C6F}" dt="2020-08-31T06:54:38.731" v="572"/>
          <ac:inkMkLst>
            <pc:docMk/>
            <pc:sldMk cId="0" sldId="466"/>
            <ac:inkMk id="48199" creationId="{8F82ABEA-F461-4AA7-BFD5-E26595964CE7}"/>
          </ac:inkMkLst>
        </pc:inkChg>
        <pc:inkChg chg="add">
          <ac:chgData name="Md. Nahid Hasan" userId="S::nahid@vu.edu.bd::85ea5f9e-65d6-4031-b810-9415101f2e21" providerId="AD" clId="Web-{3943C6F3-8D20-4AB3-1088-C83D9C411C6F}" dt="2020-08-31T06:54:38.841" v="573"/>
          <ac:inkMkLst>
            <pc:docMk/>
            <pc:sldMk cId="0" sldId="466"/>
            <ac:inkMk id="48200" creationId="{6F054BC3-EAF0-40B2-92D5-478F5B01E821}"/>
          </ac:inkMkLst>
        </pc:inkChg>
        <pc:inkChg chg="add">
          <ac:chgData name="Md. Nahid Hasan" userId="S::nahid@vu.edu.bd::85ea5f9e-65d6-4031-b810-9415101f2e21" providerId="AD" clId="Web-{3943C6F3-8D20-4AB3-1088-C83D9C411C6F}" dt="2020-08-31T06:54:39.856" v="574"/>
          <ac:inkMkLst>
            <pc:docMk/>
            <pc:sldMk cId="0" sldId="466"/>
            <ac:inkMk id="48201" creationId="{5C8AC8C8-D949-44B2-8B12-D9ACD30839F2}"/>
          </ac:inkMkLst>
        </pc:inkChg>
        <pc:inkChg chg="add">
          <ac:chgData name="Md. Nahid Hasan" userId="S::nahid@vu.edu.bd::85ea5f9e-65d6-4031-b810-9415101f2e21" providerId="AD" clId="Web-{3943C6F3-8D20-4AB3-1088-C83D9C411C6F}" dt="2020-08-31T06:54:39.950" v="575"/>
          <ac:inkMkLst>
            <pc:docMk/>
            <pc:sldMk cId="0" sldId="466"/>
            <ac:inkMk id="48202" creationId="{E0827A14-301E-429A-95EE-4323D328576D}"/>
          </ac:inkMkLst>
        </pc:inkChg>
      </pc:sldChg>
      <pc:sldChg chg="addSp">
        <pc:chgData name="Md. Nahid Hasan" userId="S::nahid@vu.edu.bd::85ea5f9e-65d6-4031-b810-9415101f2e21" providerId="AD" clId="Web-{3943C6F3-8D20-4AB3-1088-C83D9C411C6F}" dt="2020-08-31T06:55:56.279" v="591"/>
        <pc:sldMkLst>
          <pc:docMk/>
          <pc:sldMk cId="0" sldId="467"/>
        </pc:sldMkLst>
        <pc:inkChg chg="add">
          <ac:chgData name="Md. Nahid Hasan" userId="S::nahid@vu.edu.bd::85ea5f9e-65d6-4031-b810-9415101f2e21" providerId="AD" clId="Web-{3943C6F3-8D20-4AB3-1088-C83D9C411C6F}" dt="2020-08-31T06:54:52.763" v="577"/>
          <ac:inkMkLst>
            <pc:docMk/>
            <pc:sldMk cId="0" sldId="467"/>
            <ac:inkMk id="2" creationId="{6004C726-B4CB-4A1D-B0A2-F08E605144B0}"/>
          </ac:inkMkLst>
        </pc:inkChg>
        <pc:inkChg chg="add">
          <ac:chgData name="Md. Nahid Hasan" userId="S::nahid@vu.edu.bd::85ea5f9e-65d6-4031-b810-9415101f2e21" providerId="AD" clId="Web-{3943C6F3-8D20-4AB3-1088-C83D9C411C6F}" dt="2020-08-31T06:54:53.747" v="578"/>
          <ac:inkMkLst>
            <pc:docMk/>
            <pc:sldMk cId="0" sldId="467"/>
            <ac:inkMk id="3" creationId="{7105B127-292F-4D89-B7E2-9328CCE9D107}"/>
          </ac:inkMkLst>
        </pc:inkChg>
        <pc:inkChg chg="add">
          <ac:chgData name="Md. Nahid Hasan" userId="S::nahid@vu.edu.bd::85ea5f9e-65d6-4031-b810-9415101f2e21" providerId="AD" clId="Web-{3943C6F3-8D20-4AB3-1088-C83D9C411C6F}" dt="2020-08-31T06:54:55.622" v="579"/>
          <ac:inkMkLst>
            <pc:docMk/>
            <pc:sldMk cId="0" sldId="467"/>
            <ac:inkMk id="4" creationId="{56CDB4C2-8190-4B05-80E7-C9A20B36384E}"/>
          </ac:inkMkLst>
        </pc:inkChg>
        <pc:inkChg chg="add">
          <ac:chgData name="Md. Nahid Hasan" userId="S::nahid@vu.edu.bd::85ea5f9e-65d6-4031-b810-9415101f2e21" providerId="AD" clId="Web-{3943C6F3-8D20-4AB3-1088-C83D9C411C6F}" dt="2020-08-31T06:54:56.794" v="580"/>
          <ac:inkMkLst>
            <pc:docMk/>
            <pc:sldMk cId="0" sldId="467"/>
            <ac:inkMk id="5" creationId="{CAD9166C-AEEC-4977-AA5B-33B54E09515B}"/>
          </ac:inkMkLst>
        </pc:inkChg>
        <pc:inkChg chg="add">
          <ac:chgData name="Md. Nahid Hasan" userId="S::nahid@vu.edu.bd::85ea5f9e-65d6-4031-b810-9415101f2e21" providerId="AD" clId="Web-{3943C6F3-8D20-4AB3-1088-C83D9C411C6F}" dt="2020-08-31T06:55:47.997" v="581"/>
          <ac:inkMkLst>
            <pc:docMk/>
            <pc:sldMk cId="0" sldId="467"/>
            <ac:inkMk id="6" creationId="{34380E30-F6CE-4A34-B421-31257CA081AA}"/>
          </ac:inkMkLst>
        </pc:inkChg>
        <pc:inkChg chg="add">
          <ac:chgData name="Md. Nahid Hasan" userId="S::nahid@vu.edu.bd::85ea5f9e-65d6-4031-b810-9415101f2e21" providerId="AD" clId="Web-{3943C6F3-8D20-4AB3-1088-C83D9C411C6F}" dt="2020-08-31T06:55:49.263" v="582"/>
          <ac:inkMkLst>
            <pc:docMk/>
            <pc:sldMk cId="0" sldId="467"/>
            <ac:inkMk id="7" creationId="{72AD67BE-B7A7-484A-A1E6-77DEF5A69FAE}"/>
          </ac:inkMkLst>
        </pc:inkChg>
        <pc:inkChg chg="add">
          <ac:chgData name="Md. Nahid Hasan" userId="S::nahid@vu.edu.bd::85ea5f9e-65d6-4031-b810-9415101f2e21" providerId="AD" clId="Web-{3943C6F3-8D20-4AB3-1088-C83D9C411C6F}" dt="2020-08-31T06:55:50.029" v="583"/>
          <ac:inkMkLst>
            <pc:docMk/>
            <pc:sldMk cId="0" sldId="467"/>
            <ac:inkMk id="8" creationId="{7172DE5B-149E-4149-8DA1-E4FBAE58ACD1}"/>
          </ac:inkMkLst>
        </pc:inkChg>
        <pc:inkChg chg="add">
          <ac:chgData name="Md. Nahid Hasan" userId="S::nahid@vu.edu.bd::85ea5f9e-65d6-4031-b810-9415101f2e21" providerId="AD" clId="Web-{3943C6F3-8D20-4AB3-1088-C83D9C411C6F}" dt="2020-08-31T06:55:52.107" v="584"/>
          <ac:inkMkLst>
            <pc:docMk/>
            <pc:sldMk cId="0" sldId="467"/>
            <ac:inkMk id="9" creationId="{B4A48D67-D88E-485A-BFAD-FD873D73F76B}"/>
          </ac:inkMkLst>
        </pc:inkChg>
        <pc:inkChg chg="add">
          <ac:chgData name="Md. Nahid Hasan" userId="S::nahid@vu.edu.bd::85ea5f9e-65d6-4031-b810-9415101f2e21" providerId="AD" clId="Web-{3943C6F3-8D20-4AB3-1088-C83D9C411C6F}" dt="2020-08-31T06:55:52.107" v="585"/>
          <ac:inkMkLst>
            <pc:docMk/>
            <pc:sldMk cId="0" sldId="467"/>
            <ac:inkMk id="10" creationId="{6FAC560F-7F10-4075-976E-7485E929D7E6}"/>
          </ac:inkMkLst>
        </pc:inkChg>
        <pc:inkChg chg="add">
          <ac:chgData name="Md. Nahid Hasan" userId="S::nahid@vu.edu.bd::85ea5f9e-65d6-4031-b810-9415101f2e21" providerId="AD" clId="Web-{3943C6F3-8D20-4AB3-1088-C83D9C411C6F}" dt="2020-08-31T06:55:52.122" v="586"/>
          <ac:inkMkLst>
            <pc:docMk/>
            <pc:sldMk cId="0" sldId="467"/>
            <ac:inkMk id="11" creationId="{8198FEBB-1D1B-4B3B-BBDD-7154582FF4AB}"/>
          </ac:inkMkLst>
        </pc:inkChg>
        <pc:inkChg chg="add">
          <ac:chgData name="Md. Nahid Hasan" userId="S::nahid@vu.edu.bd::85ea5f9e-65d6-4031-b810-9415101f2e21" providerId="AD" clId="Web-{3943C6F3-8D20-4AB3-1088-C83D9C411C6F}" dt="2020-08-31T06:55:52.122" v="587"/>
          <ac:inkMkLst>
            <pc:docMk/>
            <pc:sldMk cId="0" sldId="467"/>
            <ac:inkMk id="12" creationId="{8D610E37-FC13-4A1B-A3C8-CD8F884567FA}"/>
          </ac:inkMkLst>
        </pc:inkChg>
        <pc:inkChg chg="add">
          <ac:chgData name="Md. Nahid Hasan" userId="S::nahid@vu.edu.bd::85ea5f9e-65d6-4031-b810-9415101f2e21" providerId="AD" clId="Web-{3943C6F3-8D20-4AB3-1088-C83D9C411C6F}" dt="2020-08-31T06:55:53.372" v="588"/>
          <ac:inkMkLst>
            <pc:docMk/>
            <pc:sldMk cId="0" sldId="467"/>
            <ac:inkMk id="13" creationId="{5CEC9A03-73BB-4198-B567-40B1D9FC90C3}"/>
          </ac:inkMkLst>
        </pc:inkChg>
        <pc:inkChg chg="add">
          <ac:chgData name="Md. Nahid Hasan" userId="S::nahid@vu.edu.bd::85ea5f9e-65d6-4031-b810-9415101f2e21" providerId="AD" clId="Web-{3943C6F3-8D20-4AB3-1088-C83D9C411C6F}" dt="2020-08-31T06:55:53.372" v="589"/>
          <ac:inkMkLst>
            <pc:docMk/>
            <pc:sldMk cId="0" sldId="467"/>
            <ac:inkMk id="14" creationId="{8DC4959B-9EB2-40FE-88AC-86F919B641C3}"/>
          </ac:inkMkLst>
        </pc:inkChg>
        <pc:inkChg chg="add">
          <ac:chgData name="Md. Nahid Hasan" userId="S::nahid@vu.edu.bd::85ea5f9e-65d6-4031-b810-9415101f2e21" providerId="AD" clId="Web-{3943C6F3-8D20-4AB3-1088-C83D9C411C6F}" dt="2020-08-31T06:55:53.388" v="590"/>
          <ac:inkMkLst>
            <pc:docMk/>
            <pc:sldMk cId="0" sldId="467"/>
            <ac:inkMk id="15" creationId="{336834EC-8C4B-4DA2-8F29-3978E365E45F}"/>
          </ac:inkMkLst>
        </pc:inkChg>
        <pc:inkChg chg="add">
          <ac:chgData name="Md. Nahid Hasan" userId="S::nahid@vu.edu.bd::85ea5f9e-65d6-4031-b810-9415101f2e21" providerId="AD" clId="Web-{3943C6F3-8D20-4AB3-1088-C83D9C411C6F}" dt="2020-08-31T06:55:56.279" v="591"/>
          <ac:inkMkLst>
            <pc:docMk/>
            <pc:sldMk cId="0" sldId="467"/>
            <ac:inkMk id="16" creationId="{4C6026EB-B745-461E-B22B-A29D995BD8F9}"/>
          </ac:inkMkLst>
        </pc:inkChg>
      </pc:sldChg>
      <pc:sldChg chg="addSp">
        <pc:chgData name="Md. Nahid Hasan" userId="S::nahid@vu.edu.bd::85ea5f9e-65d6-4031-b810-9415101f2e21" providerId="AD" clId="Web-{3943C6F3-8D20-4AB3-1088-C83D9C411C6F}" dt="2020-08-31T06:56:02.841" v="593"/>
        <pc:sldMkLst>
          <pc:docMk/>
          <pc:sldMk cId="0" sldId="468"/>
        </pc:sldMkLst>
        <pc:inkChg chg="add">
          <ac:chgData name="Md. Nahid Hasan" userId="S::nahid@vu.edu.bd::85ea5f9e-65d6-4031-b810-9415101f2e21" providerId="AD" clId="Web-{3943C6F3-8D20-4AB3-1088-C83D9C411C6F}" dt="2020-08-31T06:56:01.685" v="592"/>
          <ac:inkMkLst>
            <pc:docMk/>
            <pc:sldMk cId="0" sldId="468"/>
            <ac:inkMk id="2" creationId="{2EBE9069-21F0-489D-9AF4-89E3E8EF9EC6}"/>
          </ac:inkMkLst>
        </pc:inkChg>
        <pc:inkChg chg="add">
          <ac:chgData name="Md. Nahid Hasan" userId="S::nahid@vu.edu.bd::85ea5f9e-65d6-4031-b810-9415101f2e21" providerId="AD" clId="Web-{3943C6F3-8D20-4AB3-1088-C83D9C411C6F}" dt="2020-08-31T06:56:02.841" v="593"/>
          <ac:inkMkLst>
            <pc:docMk/>
            <pc:sldMk cId="0" sldId="468"/>
            <ac:inkMk id="4" creationId="{5A52906B-2E4A-4F65-82C1-5628CA47A2C6}"/>
          </ac:inkMkLst>
        </pc:inkChg>
      </pc:sldChg>
      <pc:sldChg chg="addSp delSp modSp">
        <pc:chgData name="Md. Nahid Hasan" userId="S::nahid@vu.edu.bd::85ea5f9e-65d6-4031-b810-9415101f2e21" providerId="AD" clId="Web-{3943C6F3-8D20-4AB3-1088-C83D9C411C6F}" dt="2020-08-31T06:58:57.717" v="611"/>
        <pc:sldMkLst>
          <pc:docMk/>
          <pc:sldMk cId="0" sldId="472"/>
        </pc:sldMkLst>
        <pc:spChg chg="mod">
          <ac:chgData name="Md. Nahid Hasan" userId="S::nahid@vu.edu.bd::85ea5f9e-65d6-4031-b810-9415101f2e21" providerId="AD" clId="Web-{3943C6F3-8D20-4AB3-1088-C83D9C411C6F}" dt="2020-08-31T06:58:51.311" v="609" actId="20577"/>
          <ac:spMkLst>
            <pc:docMk/>
            <pc:sldMk cId="0" sldId="472"/>
            <ac:spMk id="55298" creationId="{4A588E4C-FAED-469D-93AE-758027F06785}"/>
          </ac:spMkLst>
        </pc:spChg>
        <pc:inkChg chg="add">
          <ac:chgData name="Md. Nahid Hasan" userId="S::nahid@vu.edu.bd::85ea5f9e-65d6-4031-b810-9415101f2e21" providerId="AD" clId="Web-{3943C6F3-8D20-4AB3-1088-C83D9C411C6F}" dt="2020-08-31T06:56:12.654" v="594"/>
          <ac:inkMkLst>
            <pc:docMk/>
            <pc:sldMk cId="0" sldId="472"/>
            <ac:inkMk id="2" creationId="{9DF8AB0D-339D-47B4-8C87-31B91B306DAB}"/>
          </ac:inkMkLst>
        </pc:inkChg>
        <pc:inkChg chg="add">
          <ac:chgData name="Md. Nahid Hasan" userId="S::nahid@vu.edu.bd::85ea5f9e-65d6-4031-b810-9415101f2e21" providerId="AD" clId="Web-{3943C6F3-8D20-4AB3-1088-C83D9C411C6F}" dt="2020-08-31T06:56:14.310" v="595"/>
          <ac:inkMkLst>
            <pc:docMk/>
            <pc:sldMk cId="0" sldId="472"/>
            <ac:inkMk id="3" creationId="{C4BED6B3-6602-4297-97C2-2609C2DBCE85}"/>
          </ac:inkMkLst>
        </pc:inkChg>
        <pc:inkChg chg="add del">
          <ac:chgData name="Md. Nahid Hasan" userId="S::nahid@vu.edu.bd::85ea5f9e-65d6-4031-b810-9415101f2e21" providerId="AD" clId="Web-{3943C6F3-8D20-4AB3-1088-C83D9C411C6F}" dt="2020-08-31T06:58:16.686" v="600"/>
          <ac:inkMkLst>
            <pc:docMk/>
            <pc:sldMk cId="0" sldId="472"/>
            <ac:inkMk id="4" creationId="{165B3B74-AE50-4DF4-B655-BCBDE6FE23D5}"/>
          </ac:inkMkLst>
        </pc:inkChg>
        <pc:inkChg chg="add del">
          <ac:chgData name="Md. Nahid Hasan" userId="S::nahid@vu.edu.bd::85ea5f9e-65d6-4031-b810-9415101f2e21" providerId="AD" clId="Web-{3943C6F3-8D20-4AB3-1088-C83D9C411C6F}" dt="2020-08-31T06:58:57.717" v="611"/>
          <ac:inkMkLst>
            <pc:docMk/>
            <pc:sldMk cId="0" sldId="472"/>
            <ac:inkMk id="5" creationId="{EDF2C20F-63EB-4E45-979F-926B8BC8DB65}"/>
          </ac:inkMkLst>
        </pc:inkChg>
        <pc:inkChg chg="add">
          <ac:chgData name="Md. Nahid Hasan" userId="S::nahid@vu.edu.bd::85ea5f9e-65d6-4031-b810-9415101f2e21" providerId="AD" clId="Web-{3943C6F3-8D20-4AB3-1088-C83D9C411C6F}" dt="2020-08-31T06:56:28.498" v="598"/>
          <ac:inkMkLst>
            <pc:docMk/>
            <pc:sldMk cId="0" sldId="472"/>
            <ac:inkMk id="6" creationId="{12B23C4D-F41E-42C0-94AF-E3268EC79062}"/>
          </ac:inkMkLst>
        </pc:inkChg>
        <pc:inkChg chg="add del">
          <ac:chgData name="Md. Nahid Hasan" userId="S::nahid@vu.edu.bd::85ea5f9e-65d6-4031-b810-9415101f2e21" providerId="AD" clId="Web-{3943C6F3-8D20-4AB3-1088-C83D9C411C6F}" dt="2020-08-31T06:58:57.702" v="610"/>
          <ac:inkMkLst>
            <pc:docMk/>
            <pc:sldMk cId="0" sldId="472"/>
            <ac:inkMk id="7" creationId="{22993B1A-7168-4977-8DC5-7EA65FD93760}"/>
          </ac:inkMkLst>
        </pc:inkChg>
        <pc:inkChg chg="add del">
          <ac:chgData name="Md. Nahid Hasan" userId="S::nahid@vu.edu.bd::85ea5f9e-65d6-4031-b810-9415101f2e21" providerId="AD" clId="Web-{3943C6F3-8D20-4AB3-1088-C83D9C411C6F}" dt="2020-08-31T06:58:43.795" v="608"/>
          <ac:inkMkLst>
            <pc:docMk/>
            <pc:sldMk cId="0" sldId="472"/>
            <ac:inkMk id="8" creationId="{EEE587CB-AE72-4D9B-B36E-23FF12330E01}"/>
          </ac:inkMkLst>
        </pc:inkChg>
        <pc:inkChg chg="add del">
          <ac:chgData name="Md. Nahid Hasan" userId="S::nahid@vu.edu.bd::85ea5f9e-65d6-4031-b810-9415101f2e21" providerId="AD" clId="Web-{3943C6F3-8D20-4AB3-1088-C83D9C411C6F}" dt="2020-08-31T06:58:43.795" v="607"/>
          <ac:inkMkLst>
            <pc:docMk/>
            <pc:sldMk cId="0" sldId="472"/>
            <ac:inkMk id="9" creationId="{2C9541CC-2AF9-4866-876E-C25DF47E2932}"/>
          </ac:inkMkLst>
        </pc:inkChg>
        <pc:inkChg chg="add del">
          <ac:chgData name="Md. Nahid Hasan" userId="S::nahid@vu.edu.bd::85ea5f9e-65d6-4031-b810-9415101f2e21" providerId="AD" clId="Web-{3943C6F3-8D20-4AB3-1088-C83D9C411C6F}" dt="2020-08-31T06:58:43.795" v="606"/>
          <ac:inkMkLst>
            <pc:docMk/>
            <pc:sldMk cId="0" sldId="472"/>
            <ac:inkMk id="10" creationId="{EF67061A-D9BE-458C-B068-CEBF302F5173}"/>
          </ac:inkMkLst>
        </pc:inkChg>
        <pc:inkChg chg="add del">
          <ac:chgData name="Md. Nahid Hasan" userId="S::nahid@vu.edu.bd::85ea5f9e-65d6-4031-b810-9415101f2e21" providerId="AD" clId="Web-{3943C6F3-8D20-4AB3-1088-C83D9C411C6F}" dt="2020-08-31T06:58:43.795" v="605"/>
          <ac:inkMkLst>
            <pc:docMk/>
            <pc:sldMk cId="0" sldId="472"/>
            <ac:inkMk id="11" creationId="{89B7A981-7D75-4FED-9F94-E8B058FAC3D7}"/>
          </ac:inkMkLst>
        </pc:inkChg>
      </pc:sldChg>
      <pc:sldChg chg="addSp delSp">
        <pc:chgData name="Md. Nahid Hasan" userId="S::nahid@vu.edu.bd::85ea5f9e-65d6-4031-b810-9415101f2e21" providerId="AD" clId="Web-{3943C6F3-8D20-4AB3-1088-C83D9C411C6F}" dt="2020-08-31T06:54:48.794" v="576"/>
        <pc:sldMkLst>
          <pc:docMk/>
          <pc:sldMk cId="0" sldId="474"/>
        </pc:sldMkLst>
        <pc:inkChg chg="add">
          <ac:chgData name="Md. Nahid Hasan" userId="S::nahid@vu.edu.bd::85ea5f9e-65d6-4031-b810-9415101f2e21" providerId="AD" clId="Web-{3943C6F3-8D20-4AB3-1088-C83D9C411C6F}" dt="2020-08-31T06:44:40.306" v="337"/>
          <ac:inkMkLst>
            <pc:docMk/>
            <pc:sldMk cId="0" sldId="474"/>
            <ac:inkMk id="2" creationId="{D9B92417-5F21-447B-A0DF-A8F32959B428}"/>
          </ac:inkMkLst>
        </pc:inkChg>
        <pc:inkChg chg="add">
          <ac:chgData name="Md. Nahid Hasan" userId="S::nahid@vu.edu.bd::85ea5f9e-65d6-4031-b810-9415101f2e21" providerId="AD" clId="Web-{3943C6F3-8D20-4AB3-1088-C83D9C411C6F}" dt="2020-08-31T06:44:41.665" v="338"/>
          <ac:inkMkLst>
            <pc:docMk/>
            <pc:sldMk cId="0" sldId="474"/>
            <ac:inkMk id="3" creationId="{B5B57D90-7365-4CC9-A908-86A4335287BC}"/>
          </ac:inkMkLst>
        </pc:inkChg>
        <pc:inkChg chg="add">
          <ac:chgData name="Md. Nahid Hasan" userId="S::nahid@vu.edu.bd::85ea5f9e-65d6-4031-b810-9415101f2e21" providerId="AD" clId="Web-{3943C6F3-8D20-4AB3-1088-C83D9C411C6F}" dt="2020-08-31T06:44:43.368" v="339"/>
          <ac:inkMkLst>
            <pc:docMk/>
            <pc:sldMk cId="0" sldId="474"/>
            <ac:inkMk id="4" creationId="{C5BAB699-1CFB-41EA-ADB0-E33BA6E85911}"/>
          </ac:inkMkLst>
        </pc:inkChg>
        <pc:inkChg chg="add">
          <ac:chgData name="Md. Nahid Hasan" userId="S::nahid@vu.edu.bd::85ea5f9e-65d6-4031-b810-9415101f2e21" providerId="AD" clId="Web-{3943C6F3-8D20-4AB3-1088-C83D9C411C6F}" dt="2020-08-31T06:44:45.634" v="340"/>
          <ac:inkMkLst>
            <pc:docMk/>
            <pc:sldMk cId="0" sldId="474"/>
            <ac:inkMk id="5" creationId="{B54B6985-9434-48F5-ABA6-A2902151B379}"/>
          </ac:inkMkLst>
        </pc:inkChg>
        <pc:inkChg chg="add">
          <ac:chgData name="Md. Nahid Hasan" userId="S::nahid@vu.edu.bd::85ea5f9e-65d6-4031-b810-9415101f2e21" providerId="AD" clId="Web-{3943C6F3-8D20-4AB3-1088-C83D9C411C6F}" dt="2020-08-31T06:44:46.728" v="341"/>
          <ac:inkMkLst>
            <pc:docMk/>
            <pc:sldMk cId="0" sldId="474"/>
            <ac:inkMk id="6" creationId="{CEED3008-9A06-40C7-9DEE-05D7A7FB10AB}"/>
          </ac:inkMkLst>
        </pc:inkChg>
        <pc:inkChg chg="add">
          <ac:chgData name="Md. Nahid Hasan" userId="S::nahid@vu.edu.bd::85ea5f9e-65d6-4031-b810-9415101f2e21" providerId="AD" clId="Web-{3943C6F3-8D20-4AB3-1088-C83D9C411C6F}" dt="2020-08-31T06:44:47.197" v="342"/>
          <ac:inkMkLst>
            <pc:docMk/>
            <pc:sldMk cId="0" sldId="474"/>
            <ac:inkMk id="7" creationId="{8493740A-C0A2-4598-B85A-A0F53D09D70D}"/>
          </ac:inkMkLst>
        </pc:inkChg>
        <pc:inkChg chg="add">
          <ac:chgData name="Md. Nahid Hasan" userId="S::nahid@vu.edu.bd::85ea5f9e-65d6-4031-b810-9415101f2e21" providerId="AD" clId="Web-{3943C6F3-8D20-4AB3-1088-C83D9C411C6F}" dt="2020-08-31T06:44:48.588" v="343"/>
          <ac:inkMkLst>
            <pc:docMk/>
            <pc:sldMk cId="0" sldId="474"/>
            <ac:inkMk id="8" creationId="{554EBE94-A97D-4985-894D-9C007578FB2F}"/>
          </ac:inkMkLst>
        </pc:inkChg>
        <pc:inkChg chg="add">
          <ac:chgData name="Md. Nahid Hasan" userId="S::nahid@vu.edu.bd::85ea5f9e-65d6-4031-b810-9415101f2e21" providerId="AD" clId="Web-{3943C6F3-8D20-4AB3-1088-C83D9C411C6F}" dt="2020-08-31T06:44:49.322" v="344"/>
          <ac:inkMkLst>
            <pc:docMk/>
            <pc:sldMk cId="0" sldId="474"/>
            <ac:inkMk id="9" creationId="{AC2D9723-9B9E-4C50-8C29-0678C828BE4B}"/>
          </ac:inkMkLst>
        </pc:inkChg>
        <pc:inkChg chg="add">
          <ac:chgData name="Md. Nahid Hasan" userId="S::nahid@vu.edu.bd::85ea5f9e-65d6-4031-b810-9415101f2e21" providerId="AD" clId="Web-{3943C6F3-8D20-4AB3-1088-C83D9C411C6F}" dt="2020-08-31T06:44:50.978" v="345"/>
          <ac:inkMkLst>
            <pc:docMk/>
            <pc:sldMk cId="0" sldId="474"/>
            <ac:inkMk id="10" creationId="{F31315FD-40CC-472C-BA55-F2B37882B0A1}"/>
          </ac:inkMkLst>
        </pc:inkChg>
        <pc:inkChg chg="add">
          <ac:chgData name="Md. Nahid Hasan" userId="S::nahid@vu.edu.bd::85ea5f9e-65d6-4031-b810-9415101f2e21" providerId="AD" clId="Web-{3943C6F3-8D20-4AB3-1088-C83D9C411C6F}" dt="2020-08-31T06:44:50.978" v="346"/>
          <ac:inkMkLst>
            <pc:docMk/>
            <pc:sldMk cId="0" sldId="474"/>
            <ac:inkMk id="11" creationId="{E1660589-4976-44E1-B2B7-B3DED3D08F02}"/>
          </ac:inkMkLst>
        </pc:inkChg>
        <pc:inkChg chg="add">
          <ac:chgData name="Md. Nahid Hasan" userId="S::nahid@vu.edu.bd::85ea5f9e-65d6-4031-b810-9415101f2e21" providerId="AD" clId="Web-{3943C6F3-8D20-4AB3-1088-C83D9C411C6F}" dt="2020-08-31T06:44:50.978" v="347"/>
          <ac:inkMkLst>
            <pc:docMk/>
            <pc:sldMk cId="0" sldId="474"/>
            <ac:inkMk id="12" creationId="{79D72A05-D45F-4BB9-8981-1F290BBEB9DE}"/>
          </ac:inkMkLst>
        </pc:inkChg>
        <pc:inkChg chg="add">
          <ac:chgData name="Md. Nahid Hasan" userId="S::nahid@vu.edu.bd::85ea5f9e-65d6-4031-b810-9415101f2e21" providerId="AD" clId="Web-{3943C6F3-8D20-4AB3-1088-C83D9C411C6F}" dt="2020-08-31T06:44:51.884" v="348"/>
          <ac:inkMkLst>
            <pc:docMk/>
            <pc:sldMk cId="0" sldId="474"/>
            <ac:inkMk id="13" creationId="{11824D4B-0801-4773-B179-83B86DF5C523}"/>
          </ac:inkMkLst>
        </pc:inkChg>
        <pc:inkChg chg="add">
          <ac:chgData name="Md. Nahid Hasan" userId="S::nahid@vu.edu.bd::85ea5f9e-65d6-4031-b810-9415101f2e21" providerId="AD" clId="Web-{3943C6F3-8D20-4AB3-1088-C83D9C411C6F}" dt="2020-08-31T06:44:52.415" v="349"/>
          <ac:inkMkLst>
            <pc:docMk/>
            <pc:sldMk cId="0" sldId="474"/>
            <ac:inkMk id="14" creationId="{9C9BDDB0-6BD4-4360-8991-E367B3A0B959}"/>
          </ac:inkMkLst>
        </pc:inkChg>
        <pc:inkChg chg="add">
          <ac:chgData name="Md. Nahid Hasan" userId="S::nahid@vu.edu.bd::85ea5f9e-65d6-4031-b810-9415101f2e21" providerId="AD" clId="Web-{3943C6F3-8D20-4AB3-1088-C83D9C411C6F}" dt="2020-08-31T06:44:53.697" v="350"/>
          <ac:inkMkLst>
            <pc:docMk/>
            <pc:sldMk cId="0" sldId="474"/>
            <ac:inkMk id="15" creationId="{47E6E882-AF93-441C-A185-F315761E0C3E}"/>
          </ac:inkMkLst>
        </pc:inkChg>
        <pc:inkChg chg="add">
          <ac:chgData name="Md. Nahid Hasan" userId="S::nahid@vu.edu.bd::85ea5f9e-65d6-4031-b810-9415101f2e21" providerId="AD" clId="Web-{3943C6F3-8D20-4AB3-1088-C83D9C411C6F}" dt="2020-08-31T06:44:54.025" v="351"/>
          <ac:inkMkLst>
            <pc:docMk/>
            <pc:sldMk cId="0" sldId="474"/>
            <ac:inkMk id="16" creationId="{5C264298-F4A5-42CC-9E7E-75CF15519AF0}"/>
          </ac:inkMkLst>
        </pc:inkChg>
        <pc:inkChg chg="add">
          <ac:chgData name="Md. Nahid Hasan" userId="S::nahid@vu.edu.bd::85ea5f9e-65d6-4031-b810-9415101f2e21" providerId="AD" clId="Web-{3943C6F3-8D20-4AB3-1088-C83D9C411C6F}" dt="2020-08-31T06:44:55.369" v="352"/>
          <ac:inkMkLst>
            <pc:docMk/>
            <pc:sldMk cId="0" sldId="474"/>
            <ac:inkMk id="17" creationId="{60146E48-2C83-4AFE-BB9D-9511F6061DFB}"/>
          </ac:inkMkLst>
        </pc:inkChg>
        <pc:inkChg chg="add">
          <ac:chgData name="Md. Nahid Hasan" userId="S::nahid@vu.edu.bd::85ea5f9e-65d6-4031-b810-9415101f2e21" providerId="AD" clId="Web-{3943C6F3-8D20-4AB3-1088-C83D9C411C6F}" dt="2020-08-31T06:44:58.822" v="353"/>
          <ac:inkMkLst>
            <pc:docMk/>
            <pc:sldMk cId="0" sldId="474"/>
            <ac:inkMk id="18" creationId="{75AD3362-BF25-4787-83D1-8E6688CF0697}"/>
          </ac:inkMkLst>
        </pc:inkChg>
        <pc:inkChg chg="add">
          <ac:chgData name="Md. Nahid Hasan" userId="S::nahid@vu.edu.bd::85ea5f9e-65d6-4031-b810-9415101f2e21" providerId="AD" clId="Web-{3943C6F3-8D20-4AB3-1088-C83D9C411C6F}" dt="2020-08-31T06:45:00.509" v="354"/>
          <ac:inkMkLst>
            <pc:docMk/>
            <pc:sldMk cId="0" sldId="474"/>
            <ac:inkMk id="19" creationId="{0246E9E4-58BE-4C61-A629-69ADC8C5565C}"/>
          </ac:inkMkLst>
        </pc:inkChg>
        <pc:inkChg chg="add">
          <ac:chgData name="Md. Nahid Hasan" userId="S::nahid@vu.edu.bd::85ea5f9e-65d6-4031-b810-9415101f2e21" providerId="AD" clId="Web-{3943C6F3-8D20-4AB3-1088-C83D9C411C6F}" dt="2020-08-31T06:45:09.509" v="355"/>
          <ac:inkMkLst>
            <pc:docMk/>
            <pc:sldMk cId="0" sldId="474"/>
            <ac:inkMk id="20" creationId="{F80E7689-1867-4452-BC36-7A73B3207364}"/>
          </ac:inkMkLst>
        </pc:inkChg>
        <pc:inkChg chg="add">
          <ac:chgData name="Md. Nahid Hasan" userId="S::nahid@vu.edu.bd::85ea5f9e-65d6-4031-b810-9415101f2e21" providerId="AD" clId="Web-{3943C6F3-8D20-4AB3-1088-C83D9C411C6F}" dt="2020-08-31T06:45:11.619" v="356"/>
          <ac:inkMkLst>
            <pc:docMk/>
            <pc:sldMk cId="0" sldId="474"/>
            <ac:inkMk id="21" creationId="{A21925B5-B205-4F91-94C4-CFE65C06E657}"/>
          </ac:inkMkLst>
        </pc:inkChg>
        <pc:inkChg chg="add">
          <ac:chgData name="Md. Nahid Hasan" userId="S::nahid@vu.edu.bd::85ea5f9e-65d6-4031-b810-9415101f2e21" providerId="AD" clId="Web-{3943C6F3-8D20-4AB3-1088-C83D9C411C6F}" dt="2020-08-31T06:45:11.619" v="357"/>
          <ac:inkMkLst>
            <pc:docMk/>
            <pc:sldMk cId="0" sldId="474"/>
            <ac:inkMk id="22" creationId="{EA39017E-3FAC-4366-BC14-8ED38B72DCD8}"/>
          </ac:inkMkLst>
        </pc:inkChg>
        <pc:inkChg chg="add">
          <ac:chgData name="Md. Nahid Hasan" userId="S::nahid@vu.edu.bd::85ea5f9e-65d6-4031-b810-9415101f2e21" providerId="AD" clId="Web-{3943C6F3-8D20-4AB3-1088-C83D9C411C6F}" dt="2020-08-31T06:45:11.619" v="358"/>
          <ac:inkMkLst>
            <pc:docMk/>
            <pc:sldMk cId="0" sldId="474"/>
            <ac:inkMk id="23" creationId="{1E43A371-D304-4427-A589-3A4ACD8BC3A0}"/>
          </ac:inkMkLst>
        </pc:inkChg>
        <pc:inkChg chg="add">
          <ac:chgData name="Md. Nahid Hasan" userId="S::nahid@vu.edu.bd::85ea5f9e-65d6-4031-b810-9415101f2e21" providerId="AD" clId="Web-{3943C6F3-8D20-4AB3-1088-C83D9C411C6F}" dt="2020-08-31T06:45:14.119" v="359"/>
          <ac:inkMkLst>
            <pc:docMk/>
            <pc:sldMk cId="0" sldId="474"/>
            <ac:inkMk id="24" creationId="{54BCBF9E-9587-45AA-AD69-CCC0B702A9C2}"/>
          </ac:inkMkLst>
        </pc:inkChg>
        <pc:inkChg chg="add">
          <ac:chgData name="Md. Nahid Hasan" userId="S::nahid@vu.edu.bd::85ea5f9e-65d6-4031-b810-9415101f2e21" providerId="AD" clId="Web-{3943C6F3-8D20-4AB3-1088-C83D9C411C6F}" dt="2020-08-31T06:45:14.119" v="360"/>
          <ac:inkMkLst>
            <pc:docMk/>
            <pc:sldMk cId="0" sldId="474"/>
            <ac:inkMk id="25" creationId="{236ADD61-8B3A-4642-B89B-CAB1EC3EFAA7}"/>
          </ac:inkMkLst>
        </pc:inkChg>
        <pc:inkChg chg="add">
          <ac:chgData name="Md. Nahid Hasan" userId="S::nahid@vu.edu.bd::85ea5f9e-65d6-4031-b810-9415101f2e21" providerId="AD" clId="Web-{3943C6F3-8D20-4AB3-1088-C83D9C411C6F}" dt="2020-08-31T06:45:14.134" v="361"/>
          <ac:inkMkLst>
            <pc:docMk/>
            <pc:sldMk cId="0" sldId="474"/>
            <ac:inkMk id="26" creationId="{EA03D4C0-618E-41BB-8F12-18B6ACFE6208}"/>
          </ac:inkMkLst>
        </pc:inkChg>
        <pc:inkChg chg="add">
          <ac:chgData name="Md. Nahid Hasan" userId="S::nahid@vu.edu.bd::85ea5f9e-65d6-4031-b810-9415101f2e21" providerId="AD" clId="Web-{3943C6F3-8D20-4AB3-1088-C83D9C411C6F}" dt="2020-08-31T06:45:14.134" v="362"/>
          <ac:inkMkLst>
            <pc:docMk/>
            <pc:sldMk cId="0" sldId="474"/>
            <ac:inkMk id="27" creationId="{BC507F09-45FB-4EC8-BD98-7B494E2D522F}"/>
          </ac:inkMkLst>
        </pc:inkChg>
        <pc:inkChg chg="add">
          <ac:chgData name="Md. Nahid Hasan" userId="S::nahid@vu.edu.bd::85ea5f9e-65d6-4031-b810-9415101f2e21" providerId="AD" clId="Web-{3943C6F3-8D20-4AB3-1088-C83D9C411C6F}" dt="2020-08-31T06:45:14.134" v="363"/>
          <ac:inkMkLst>
            <pc:docMk/>
            <pc:sldMk cId="0" sldId="474"/>
            <ac:inkMk id="28" creationId="{D24EE04A-22FE-4D56-BBBC-4703F8C6E9D0}"/>
          </ac:inkMkLst>
        </pc:inkChg>
        <pc:inkChg chg="add">
          <ac:chgData name="Md. Nahid Hasan" userId="S::nahid@vu.edu.bd::85ea5f9e-65d6-4031-b810-9415101f2e21" providerId="AD" clId="Web-{3943C6F3-8D20-4AB3-1088-C83D9C411C6F}" dt="2020-08-31T06:45:14.744" v="364"/>
          <ac:inkMkLst>
            <pc:docMk/>
            <pc:sldMk cId="0" sldId="474"/>
            <ac:inkMk id="29" creationId="{EAF370D8-6256-467B-A717-A0AFBF6467C9}"/>
          </ac:inkMkLst>
        </pc:inkChg>
        <pc:inkChg chg="add">
          <ac:chgData name="Md. Nahid Hasan" userId="S::nahid@vu.edu.bd::85ea5f9e-65d6-4031-b810-9415101f2e21" providerId="AD" clId="Web-{3943C6F3-8D20-4AB3-1088-C83D9C411C6F}" dt="2020-08-31T06:45:15.462" v="365"/>
          <ac:inkMkLst>
            <pc:docMk/>
            <pc:sldMk cId="0" sldId="474"/>
            <ac:inkMk id="30" creationId="{A68C279C-61A9-4F59-9520-F5B20C0DFD70}"/>
          </ac:inkMkLst>
        </pc:inkChg>
        <pc:inkChg chg="add">
          <ac:chgData name="Md. Nahid Hasan" userId="S::nahid@vu.edu.bd::85ea5f9e-65d6-4031-b810-9415101f2e21" providerId="AD" clId="Web-{3943C6F3-8D20-4AB3-1088-C83D9C411C6F}" dt="2020-08-31T06:45:18.353" v="366"/>
          <ac:inkMkLst>
            <pc:docMk/>
            <pc:sldMk cId="0" sldId="474"/>
            <ac:inkMk id="31" creationId="{F7F7A0C0-C4EA-4A85-8CAC-8DC245CF3448}"/>
          </ac:inkMkLst>
        </pc:inkChg>
        <pc:inkChg chg="add">
          <ac:chgData name="Md. Nahid Hasan" userId="S::nahid@vu.edu.bd::85ea5f9e-65d6-4031-b810-9415101f2e21" providerId="AD" clId="Web-{3943C6F3-8D20-4AB3-1088-C83D9C411C6F}" dt="2020-08-31T06:45:18.353" v="367"/>
          <ac:inkMkLst>
            <pc:docMk/>
            <pc:sldMk cId="0" sldId="474"/>
            <ac:inkMk id="32" creationId="{9227D3B9-36F3-4E36-B979-C4F7DFB37B89}"/>
          </ac:inkMkLst>
        </pc:inkChg>
        <pc:inkChg chg="add">
          <ac:chgData name="Md. Nahid Hasan" userId="S::nahid@vu.edu.bd::85ea5f9e-65d6-4031-b810-9415101f2e21" providerId="AD" clId="Web-{3943C6F3-8D20-4AB3-1088-C83D9C411C6F}" dt="2020-08-31T06:45:18.353" v="368"/>
          <ac:inkMkLst>
            <pc:docMk/>
            <pc:sldMk cId="0" sldId="474"/>
            <ac:inkMk id="33" creationId="{7016FD20-5C70-4EE4-9472-F78CCBB3BCD9}"/>
          </ac:inkMkLst>
        </pc:inkChg>
        <pc:inkChg chg="add">
          <ac:chgData name="Md. Nahid Hasan" userId="S::nahid@vu.edu.bd::85ea5f9e-65d6-4031-b810-9415101f2e21" providerId="AD" clId="Web-{3943C6F3-8D20-4AB3-1088-C83D9C411C6F}" dt="2020-08-31T06:45:18.369" v="369"/>
          <ac:inkMkLst>
            <pc:docMk/>
            <pc:sldMk cId="0" sldId="474"/>
            <ac:inkMk id="34" creationId="{610FF883-25E4-46AF-B02D-0DD1019958C4}"/>
          </ac:inkMkLst>
        </pc:inkChg>
        <pc:inkChg chg="add">
          <ac:chgData name="Md. Nahid Hasan" userId="S::nahid@vu.edu.bd::85ea5f9e-65d6-4031-b810-9415101f2e21" providerId="AD" clId="Web-{3943C6F3-8D20-4AB3-1088-C83D9C411C6F}" dt="2020-08-31T06:45:21.400" v="370"/>
          <ac:inkMkLst>
            <pc:docMk/>
            <pc:sldMk cId="0" sldId="474"/>
            <ac:inkMk id="35" creationId="{5501F412-86EA-4E3D-B983-E5297578A7BC}"/>
          </ac:inkMkLst>
        </pc:inkChg>
        <pc:inkChg chg="add">
          <ac:chgData name="Md. Nahid Hasan" userId="S::nahid@vu.edu.bd::85ea5f9e-65d6-4031-b810-9415101f2e21" providerId="AD" clId="Web-{3943C6F3-8D20-4AB3-1088-C83D9C411C6F}" dt="2020-08-31T06:45:21.400" v="371"/>
          <ac:inkMkLst>
            <pc:docMk/>
            <pc:sldMk cId="0" sldId="474"/>
            <ac:inkMk id="36" creationId="{28DFF592-7E56-4AF6-B466-87D365236279}"/>
          </ac:inkMkLst>
        </pc:inkChg>
        <pc:inkChg chg="add">
          <ac:chgData name="Md. Nahid Hasan" userId="S::nahid@vu.edu.bd::85ea5f9e-65d6-4031-b810-9415101f2e21" providerId="AD" clId="Web-{3943C6F3-8D20-4AB3-1088-C83D9C411C6F}" dt="2020-08-31T06:45:21.416" v="372"/>
          <ac:inkMkLst>
            <pc:docMk/>
            <pc:sldMk cId="0" sldId="474"/>
            <ac:inkMk id="37" creationId="{4B653B0A-2B65-4096-8CFA-EBA893EA9BAC}"/>
          </ac:inkMkLst>
        </pc:inkChg>
        <pc:inkChg chg="add">
          <ac:chgData name="Md. Nahid Hasan" userId="S::nahid@vu.edu.bd::85ea5f9e-65d6-4031-b810-9415101f2e21" providerId="AD" clId="Web-{3943C6F3-8D20-4AB3-1088-C83D9C411C6F}" dt="2020-08-31T06:45:22.259" v="373"/>
          <ac:inkMkLst>
            <pc:docMk/>
            <pc:sldMk cId="0" sldId="474"/>
            <ac:inkMk id="38" creationId="{9766EAB0-96F7-4505-AC33-8190D19ABCCC}"/>
          </ac:inkMkLst>
        </pc:inkChg>
        <pc:inkChg chg="add">
          <ac:chgData name="Md. Nahid Hasan" userId="S::nahid@vu.edu.bd::85ea5f9e-65d6-4031-b810-9415101f2e21" providerId="AD" clId="Web-{3943C6F3-8D20-4AB3-1088-C83D9C411C6F}" dt="2020-08-31T06:45:23.384" v="374"/>
          <ac:inkMkLst>
            <pc:docMk/>
            <pc:sldMk cId="0" sldId="474"/>
            <ac:inkMk id="39" creationId="{9683A5E1-7CD7-4046-B230-15514A63C2C0}"/>
          </ac:inkMkLst>
        </pc:inkChg>
        <pc:inkChg chg="add">
          <ac:chgData name="Md. Nahid Hasan" userId="S::nahid@vu.edu.bd::85ea5f9e-65d6-4031-b810-9415101f2e21" providerId="AD" clId="Web-{3943C6F3-8D20-4AB3-1088-C83D9C411C6F}" dt="2020-08-31T06:45:23.384" v="375"/>
          <ac:inkMkLst>
            <pc:docMk/>
            <pc:sldMk cId="0" sldId="474"/>
            <ac:inkMk id="40" creationId="{C4DEB86C-2739-44FD-868F-06494302393F}"/>
          </ac:inkMkLst>
        </pc:inkChg>
        <pc:inkChg chg="add">
          <ac:chgData name="Md. Nahid Hasan" userId="S::nahid@vu.edu.bd::85ea5f9e-65d6-4031-b810-9415101f2e21" providerId="AD" clId="Web-{3943C6F3-8D20-4AB3-1088-C83D9C411C6F}" dt="2020-08-31T06:45:24.791" v="376"/>
          <ac:inkMkLst>
            <pc:docMk/>
            <pc:sldMk cId="0" sldId="474"/>
            <ac:inkMk id="41" creationId="{E134BD3B-6B74-4DC7-9DFE-DA0BBBDBED74}"/>
          </ac:inkMkLst>
        </pc:inkChg>
        <pc:inkChg chg="add">
          <ac:chgData name="Md. Nahid Hasan" userId="S::nahid@vu.edu.bd::85ea5f9e-65d6-4031-b810-9415101f2e21" providerId="AD" clId="Web-{3943C6F3-8D20-4AB3-1088-C83D9C411C6F}" dt="2020-08-31T06:45:24.806" v="377"/>
          <ac:inkMkLst>
            <pc:docMk/>
            <pc:sldMk cId="0" sldId="474"/>
            <ac:inkMk id="42" creationId="{15A93F0E-38C0-4A52-8E41-4878615E8577}"/>
          </ac:inkMkLst>
        </pc:inkChg>
        <pc:inkChg chg="add">
          <ac:chgData name="Md. Nahid Hasan" userId="S::nahid@vu.edu.bd::85ea5f9e-65d6-4031-b810-9415101f2e21" providerId="AD" clId="Web-{3943C6F3-8D20-4AB3-1088-C83D9C411C6F}" dt="2020-08-31T06:45:25.837" v="378"/>
          <ac:inkMkLst>
            <pc:docMk/>
            <pc:sldMk cId="0" sldId="474"/>
            <ac:inkMk id="43" creationId="{5AD7EFED-CB21-43C6-A225-0B4A318B773E}"/>
          </ac:inkMkLst>
        </pc:inkChg>
        <pc:inkChg chg="add">
          <ac:chgData name="Md. Nahid Hasan" userId="S::nahid@vu.edu.bd::85ea5f9e-65d6-4031-b810-9415101f2e21" providerId="AD" clId="Web-{3943C6F3-8D20-4AB3-1088-C83D9C411C6F}" dt="2020-08-31T06:45:26.650" v="379"/>
          <ac:inkMkLst>
            <pc:docMk/>
            <pc:sldMk cId="0" sldId="474"/>
            <ac:inkMk id="44" creationId="{AB38DF70-436A-4A19-9A61-CD59131087CE}"/>
          </ac:inkMkLst>
        </pc:inkChg>
        <pc:inkChg chg="add">
          <ac:chgData name="Md. Nahid Hasan" userId="S::nahid@vu.edu.bd::85ea5f9e-65d6-4031-b810-9415101f2e21" providerId="AD" clId="Web-{3943C6F3-8D20-4AB3-1088-C83D9C411C6F}" dt="2020-08-31T06:45:27.697" v="380"/>
          <ac:inkMkLst>
            <pc:docMk/>
            <pc:sldMk cId="0" sldId="474"/>
            <ac:inkMk id="45" creationId="{C5485607-C0D7-4310-B917-714C84FA0CF8}"/>
          </ac:inkMkLst>
        </pc:inkChg>
        <pc:inkChg chg="add">
          <ac:chgData name="Md. Nahid Hasan" userId="S::nahid@vu.edu.bd::85ea5f9e-65d6-4031-b810-9415101f2e21" providerId="AD" clId="Web-{3943C6F3-8D20-4AB3-1088-C83D9C411C6F}" dt="2020-08-31T06:45:28.728" v="381"/>
          <ac:inkMkLst>
            <pc:docMk/>
            <pc:sldMk cId="0" sldId="474"/>
            <ac:inkMk id="46" creationId="{37EAA053-204E-42BE-AE21-0966EC11AB84}"/>
          </ac:inkMkLst>
        </pc:inkChg>
        <pc:inkChg chg="add">
          <ac:chgData name="Md. Nahid Hasan" userId="S::nahid@vu.edu.bd::85ea5f9e-65d6-4031-b810-9415101f2e21" providerId="AD" clId="Web-{3943C6F3-8D20-4AB3-1088-C83D9C411C6F}" dt="2020-08-31T06:45:37.478" v="382"/>
          <ac:inkMkLst>
            <pc:docMk/>
            <pc:sldMk cId="0" sldId="474"/>
            <ac:inkMk id="47" creationId="{68EAB923-F088-4728-8BBD-2E52C713AAFF}"/>
          </ac:inkMkLst>
        </pc:inkChg>
        <pc:inkChg chg="add">
          <ac:chgData name="Md. Nahid Hasan" userId="S::nahid@vu.edu.bd::85ea5f9e-65d6-4031-b810-9415101f2e21" providerId="AD" clId="Web-{3943C6F3-8D20-4AB3-1088-C83D9C411C6F}" dt="2020-08-31T06:45:38.588" v="383"/>
          <ac:inkMkLst>
            <pc:docMk/>
            <pc:sldMk cId="0" sldId="474"/>
            <ac:inkMk id="48" creationId="{C10B9CA9-F2DE-4823-A6BD-352AB468D58F}"/>
          </ac:inkMkLst>
        </pc:inkChg>
        <pc:inkChg chg="add">
          <ac:chgData name="Md. Nahid Hasan" userId="S::nahid@vu.edu.bd::85ea5f9e-65d6-4031-b810-9415101f2e21" providerId="AD" clId="Web-{3943C6F3-8D20-4AB3-1088-C83D9C411C6F}" dt="2020-08-31T06:45:41.869" v="384"/>
          <ac:inkMkLst>
            <pc:docMk/>
            <pc:sldMk cId="0" sldId="474"/>
            <ac:inkMk id="49" creationId="{43B91582-B3D6-4010-9330-5ECD09D147F7}"/>
          </ac:inkMkLst>
        </pc:inkChg>
        <pc:inkChg chg="add">
          <ac:chgData name="Md. Nahid Hasan" userId="S::nahid@vu.edu.bd::85ea5f9e-65d6-4031-b810-9415101f2e21" providerId="AD" clId="Web-{3943C6F3-8D20-4AB3-1088-C83D9C411C6F}" dt="2020-08-31T06:45:42.494" v="385"/>
          <ac:inkMkLst>
            <pc:docMk/>
            <pc:sldMk cId="0" sldId="474"/>
            <ac:inkMk id="50" creationId="{E4615EC5-A23C-4868-83AD-519417375FBC}"/>
          </ac:inkMkLst>
        </pc:inkChg>
        <pc:inkChg chg="add">
          <ac:chgData name="Md. Nahid Hasan" userId="S::nahid@vu.edu.bd::85ea5f9e-65d6-4031-b810-9415101f2e21" providerId="AD" clId="Web-{3943C6F3-8D20-4AB3-1088-C83D9C411C6F}" dt="2020-08-31T06:45:43.947" v="386"/>
          <ac:inkMkLst>
            <pc:docMk/>
            <pc:sldMk cId="0" sldId="474"/>
            <ac:inkMk id="51" creationId="{1AA2C410-8B63-4042-B7D3-868ABBF5482E}"/>
          </ac:inkMkLst>
        </pc:inkChg>
        <pc:inkChg chg="add">
          <ac:chgData name="Md. Nahid Hasan" userId="S::nahid@vu.edu.bd::85ea5f9e-65d6-4031-b810-9415101f2e21" providerId="AD" clId="Web-{3943C6F3-8D20-4AB3-1088-C83D9C411C6F}" dt="2020-08-31T06:45:44.806" v="387"/>
          <ac:inkMkLst>
            <pc:docMk/>
            <pc:sldMk cId="0" sldId="474"/>
            <ac:inkMk id="52" creationId="{968064AF-2AA0-4A4A-BD11-B6ED73401ADF}"/>
          </ac:inkMkLst>
        </pc:inkChg>
        <pc:inkChg chg="add">
          <ac:chgData name="Md. Nahid Hasan" userId="S::nahid@vu.edu.bd::85ea5f9e-65d6-4031-b810-9415101f2e21" providerId="AD" clId="Web-{3943C6F3-8D20-4AB3-1088-C83D9C411C6F}" dt="2020-08-31T06:45:45.728" v="388"/>
          <ac:inkMkLst>
            <pc:docMk/>
            <pc:sldMk cId="0" sldId="474"/>
            <ac:inkMk id="53" creationId="{B5C1AF07-1B77-44F9-B9C5-4CEC23251D01}"/>
          </ac:inkMkLst>
        </pc:inkChg>
        <pc:inkChg chg="add">
          <ac:chgData name="Md. Nahid Hasan" userId="S::nahid@vu.edu.bd::85ea5f9e-65d6-4031-b810-9415101f2e21" providerId="AD" clId="Web-{3943C6F3-8D20-4AB3-1088-C83D9C411C6F}" dt="2020-08-31T06:45:59.947" v="389"/>
          <ac:inkMkLst>
            <pc:docMk/>
            <pc:sldMk cId="0" sldId="474"/>
            <ac:inkMk id="54" creationId="{056321B0-A307-400A-B49D-0F3EC2691338}"/>
          </ac:inkMkLst>
        </pc:inkChg>
        <pc:inkChg chg="add">
          <ac:chgData name="Md. Nahid Hasan" userId="S::nahid@vu.edu.bd::85ea5f9e-65d6-4031-b810-9415101f2e21" providerId="AD" clId="Web-{3943C6F3-8D20-4AB3-1088-C83D9C411C6F}" dt="2020-08-31T06:46:02.713" v="390"/>
          <ac:inkMkLst>
            <pc:docMk/>
            <pc:sldMk cId="0" sldId="474"/>
            <ac:inkMk id="55" creationId="{225B08CA-89B7-4B82-8D2D-29B9C2934D2B}"/>
          </ac:inkMkLst>
        </pc:inkChg>
        <pc:inkChg chg="add">
          <ac:chgData name="Md. Nahid Hasan" userId="S::nahid@vu.edu.bd::85ea5f9e-65d6-4031-b810-9415101f2e21" providerId="AD" clId="Web-{3943C6F3-8D20-4AB3-1088-C83D9C411C6F}" dt="2020-08-31T06:46:13.494" v="391"/>
          <ac:inkMkLst>
            <pc:docMk/>
            <pc:sldMk cId="0" sldId="474"/>
            <ac:inkMk id="56" creationId="{5D65E284-2391-4739-BF6E-95A89838EA82}"/>
          </ac:inkMkLst>
        </pc:inkChg>
        <pc:inkChg chg="add">
          <ac:chgData name="Md. Nahid Hasan" userId="S::nahid@vu.edu.bd::85ea5f9e-65d6-4031-b810-9415101f2e21" providerId="AD" clId="Web-{3943C6F3-8D20-4AB3-1088-C83D9C411C6F}" dt="2020-08-31T06:46:20.838" v="392"/>
          <ac:inkMkLst>
            <pc:docMk/>
            <pc:sldMk cId="0" sldId="474"/>
            <ac:inkMk id="57" creationId="{FA23EE8F-FAB2-4D6B-ACA4-6B250868C0FA}"/>
          </ac:inkMkLst>
        </pc:inkChg>
        <pc:inkChg chg="add">
          <ac:chgData name="Md. Nahid Hasan" userId="S::nahid@vu.edu.bd::85ea5f9e-65d6-4031-b810-9415101f2e21" providerId="AD" clId="Web-{3943C6F3-8D20-4AB3-1088-C83D9C411C6F}" dt="2020-08-31T06:46:21.791" v="393"/>
          <ac:inkMkLst>
            <pc:docMk/>
            <pc:sldMk cId="0" sldId="474"/>
            <ac:inkMk id="58" creationId="{25CACD20-9966-4657-AED8-33A5BEE49782}"/>
          </ac:inkMkLst>
        </pc:inkChg>
        <pc:inkChg chg="add">
          <ac:chgData name="Md. Nahid Hasan" userId="S::nahid@vu.edu.bd::85ea5f9e-65d6-4031-b810-9415101f2e21" providerId="AD" clId="Web-{3943C6F3-8D20-4AB3-1088-C83D9C411C6F}" dt="2020-08-31T06:46:23.025" v="394"/>
          <ac:inkMkLst>
            <pc:docMk/>
            <pc:sldMk cId="0" sldId="474"/>
            <ac:inkMk id="59" creationId="{78CE1EF6-7E10-4C07-9B87-44BBC5462CBB}"/>
          </ac:inkMkLst>
        </pc:inkChg>
        <pc:inkChg chg="add">
          <ac:chgData name="Md. Nahid Hasan" userId="S::nahid@vu.edu.bd::85ea5f9e-65d6-4031-b810-9415101f2e21" providerId="AD" clId="Web-{3943C6F3-8D20-4AB3-1088-C83D9C411C6F}" dt="2020-08-31T06:46:24.369" v="395"/>
          <ac:inkMkLst>
            <pc:docMk/>
            <pc:sldMk cId="0" sldId="474"/>
            <ac:inkMk id="60" creationId="{0DFFB1F4-4B57-488A-87B6-3FC30ED85921}"/>
          </ac:inkMkLst>
        </pc:inkChg>
        <pc:inkChg chg="add">
          <ac:chgData name="Md. Nahid Hasan" userId="S::nahid@vu.edu.bd::85ea5f9e-65d6-4031-b810-9415101f2e21" providerId="AD" clId="Web-{3943C6F3-8D20-4AB3-1088-C83D9C411C6F}" dt="2020-08-31T06:46:25.557" v="396"/>
          <ac:inkMkLst>
            <pc:docMk/>
            <pc:sldMk cId="0" sldId="474"/>
            <ac:inkMk id="61" creationId="{2761F3FC-D197-4358-B81E-70FF2BA6F506}"/>
          </ac:inkMkLst>
        </pc:inkChg>
        <pc:inkChg chg="add">
          <ac:chgData name="Md. Nahid Hasan" userId="S::nahid@vu.edu.bd::85ea5f9e-65d6-4031-b810-9415101f2e21" providerId="AD" clId="Web-{3943C6F3-8D20-4AB3-1088-C83D9C411C6F}" dt="2020-08-31T06:46:26.057" v="397"/>
          <ac:inkMkLst>
            <pc:docMk/>
            <pc:sldMk cId="0" sldId="474"/>
            <ac:inkMk id="62" creationId="{9639A2EC-6819-49CA-B232-83C06FDBDF95}"/>
          </ac:inkMkLst>
        </pc:inkChg>
        <pc:inkChg chg="add">
          <ac:chgData name="Md. Nahid Hasan" userId="S::nahid@vu.edu.bd::85ea5f9e-65d6-4031-b810-9415101f2e21" providerId="AD" clId="Web-{3943C6F3-8D20-4AB3-1088-C83D9C411C6F}" dt="2020-08-31T06:46:27.322" v="398"/>
          <ac:inkMkLst>
            <pc:docMk/>
            <pc:sldMk cId="0" sldId="474"/>
            <ac:inkMk id="63" creationId="{2872BF9A-5851-4CB4-8826-54F13155987A}"/>
          </ac:inkMkLst>
        </pc:inkChg>
        <pc:inkChg chg="add">
          <ac:chgData name="Md. Nahid Hasan" userId="S::nahid@vu.edu.bd::85ea5f9e-65d6-4031-b810-9415101f2e21" providerId="AD" clId="Web-{3943C6F3-8D20-4AB3-1088-C83D9C411C6F}" dt="2020-08-31T06:46:27.338" v="399"/>
          <ac:inkMkLst>
            <pc:docMk/>
            <pc:sldMk cId="0" sldId="474"/>
            <ac:inkMk id="49152" creationId="{99BEC422-FDC4-4DD4-AC5C-F0CC9A6D38BB}"/>
          </ac:inkMkLst>
        </pc:inkChg>
        <pc:inkChg chg="add">
          <ac:chgData name="Md. Nahid Hasan" userId="S::nahid@vu.edu.bd::85ea5f9e-65d6-4031-b810-9415101f2e21" providerId="AD" clId="Web-{3943C6F3-8D20-4AB3-1088-C83D9C411C6F}" dt="2020-08-31T06:46:27.838" v="400"/>
          <ac:inkMkLst>
            <pc:docMk/>
            <pc:sldMk cId="0" sldId="474"/>
            <ac:inkMk id="49153" creationId="{810A274B-8DF8-4989-951C-01D532E2F073}"/>
          </ac:inkMkLst>
        </pc:inkChg>
        <pc:inkChg chg="add">
          <ac:chgData name="Md. Nahid Hasan" userId="S::nahid@vu.edu.bd::85ea5f9e-65d6-4031-b810-9415101f2e21" providerId="AD" clId="Web-{3943C6F3-8D20-4AB3-1088-C83D9C411C6F}" dt="2020-08-31T06:46:29.807" v="401"/>
          <ac:inkMkLst>
            <pc:docMk/>
            <pc:sldMk cId="0" sldId="474"/>
            <ac:inkMk id="49156" creationId="{7D98E43A-51A0-4A71-AE76-20546DA3FAB0}"/>
          </ac:inkMkLst>
        </pc:inkChg>
        <pc:inkChg chg="add">
          <ac:chgData name="Md. Nahid Hasan" userId="S::nahid@vu.edu.bd::85ea5f9e-65d6-4031-b810-9415101f2e21" providerId="AD" clId="Web-{3943C6F3-8D20-4AB3-1088-C83D9C411C6F}" dt="2020-08-31T06:46:29.807" v="402"/>
          <ac:inkMkLst>
            <pc:docMk/>
            <pc:sldMk cId="0" sldId="474"/>
            <ac:inkMk id="49157" creationId="{2D93C101-7480-4039-9A24-D06390FA3848}"/>
          </ac:inkMkLst>
        </pc:inkChg>
        <pc:inkChg chg="add">
          <ac:chgData name="Md. Nahid Hasan" userId="S::nahid@vu.edu.bd::85ea5f9e-65d6-4031-b810-9415101f2e21" providerId="AD" clId="Web-{3943C6F3-8D20-4AB3-1088-C83D9C411C6F}" dt="2020-08-31T06:46:29.822" v="403"/>
          <ac:inkMkLst>
            <pc:docMk/>
            <pc:sldMk cId="0" sldId="474"/>
            <ac:inkMk id="49158" creationId="{16D93457-E121-4461-9C4C-DA16CDB87021}"/>
          </ac:inkMkLst>
        </pc:inkChg>
        <pc:inkChg chg="add">
          <ac:chgData name="Md. Nahid Hasan" userId="S::nahid@vu.edu.bd::85ea5f9e-65d6-4031-b810-9415101f2e21" providerId="AD" clId="Web-{3943C6F3-8D20-4AB3-1088-C83D9C411C6F}" dt="2020-08-31T06:46:30.525" v="404"/>
          <ac:inkMkLst>
            <pc:docMk/>
            <pc:sldMk cId="0" sldId="474"/>
            <ac:inkMk id="49159" creationId="{B4420679-2E87-4418-96DA-F54E9C5E2FF5}"/>
          </ac:inkMkLst>
        </pc:inkChg>
        <pc:inkChg chg="add">
          <ac:chgData name="Md. Nahid Hasan" userId="S::nahid@vu.edu.bd::85ea5f9e-65d6-4031-b810-9415101f2e21" providerId="AD" clId="Web-{3943C6F3-8D20-4AB3-1088-C83D9C411C6F}" dt="2020-08-31T06:46:32.338" v="405"/>
          <ac:inkMkLst>
            <pc:docMk/>
            <pc:sldMk cId="0" sldId="474"/>
            <ac:inkMk id="49160" creationId="{EF2C0B84-0509-4342-8620-771E6442C63B}"/>
          </ac:inkMkLst>
        </pc:inkChg>
        <pc:inkChg chg="add">
          <ac:chgData name="Md. Nahid Hasan" userId="S::nahid@vu.edu.bd::85ea5f9e-65d6-4031-b810-9415101f2e21" providerId="AD" clId="Web-{3943C6F3-8D20-4AB3-1088-C83D9C411C6F}" dt="2020-08-31T06:46:32.916" v="406"/>
          <ac:inkMkLst>
            <pc:docMk/>
            <pc:sldMk cId="0" sldId="474"/>
            <ac:inkMk id="49161" creationId="{0717450F-DF67-46A9-A63B-D9C73A9B42D6}"/>
          </ac:inkMkLst>
        </pc:inkChg>
        <pc:inkChg chg="add">
          <ac:chgData name="Md. Nahid Hasan" userId="S::nahid@vu.edu.bd::85ea5f9e-65d6-4031-b810-9415101f2e21" providerId="AD" clId="Web-{3943C6F3-8D20-4AB3-1088-C83D9C411C6F}" dt="2020-08-31T06:46:34.447" v="407"/>
          <ac:inkMkLst>
            <pc:docMk/>
            <pc:sldMk cId="0" sldId="474"/>
            <ac:inkMk id="49162" creationId="{F12DCD88-EB61-4754-95C8-898C36ADCE91}"/>
          </ac:inkMkLst>
        </pc:inkChg>
        <pc:inkChg chg="add">
          <ac:chgData name="Md. Nahid Hasan" userId="S::nahid@vu.edu.bd::85ea5f9e-65d6-4031-b810-9415101f2e21" providerId="AD" clId="Web-{3943C6F3-8D20-4AB3-1088-C83D9C411C6F}" dt="2020-08-31T06:48:35.026" v="408"/>
          <ac:inkMkLst>
            <pc:docMk/>
            <pc:sldMk cId="0" sldId="474"/>
            <ac:inkMk id="49163" creationId="{DDD94195-3F5B-4FA8-910A-387F0CAD6C2B}"/>
          </ac:inkMkLst>
        </pc:inkChg>
        <pc:inkChg chg="add">
          <ac:chgData name="Md. Nahid Hasan" userId="S::nahid@vu.edu.bd::85ea5f9e-65d6-4031-b810-9415101f2e21" providerId="AD" clId="Web-{3943C6F3-8D20-4AB3-1088-C83D9C411C6F}" dt="2020-08-31T06:48:35.073" v="409"/>
          <ac:inkMkLst>
            <pc:docMk/>
            <pc:sldMk cId="0" sldId="474"/>
            <ac:inkMk id="49164" creationId="{84057459-4CA3-41EF-B2B2-1C4C196F27F3}"/>
          </ac:inkMkLst>
        </pc:inkChg>
        <pc:inkChg chg="add">
          <ac:chgData name="Md. Nahid Hasan" userId="S::nahid@vu.edu.bd::85ea5f9e-65d6-4031-b810-9415101f2e21" providerId="AD" clId="Web-{3943C6F3-8D20-4AB3-1088-C83D9C411C6F}" dt="2020-08-31T06:48:35.104" v="410"/>
          <ac:inkMkLst>
            <pc:docMk/>
            <pc:sldMk cId="0" sldId="474"/>
            <ac:inkMk id="49165" creationId="{C8D639CD-2DFB-4573-8669-B15E2C851A12}"/>
          </ac:inkMkLst>
        </pc:inkChg>
        <pc:inkChg chg="add">
          <ac:chgData name="Md. Nahid Hasan" userId="S::nahid@vu.edu.bd::85ea5f9e-65d6-4031-b810-9415101f2e21" providerId="AD" clId="Web-{3943C6F3-8D20-4AB3-1088-C83D9C411C6F}" dt="2020-08-31T06:48:38.354" v="411"/>
          <ac:inkMkLst>
            <pc:docMk/>
            <pc:sldMk cId="0" sldId="474"/>
            <ac:inkMk id="49166" creationId="{3D426AF8-CB78-4EF2-9E65-261ED6AE4073}"/>
          </ac:inkMkLst>
        </pc:inkChg>
        <pc:inkChg chg="add">
          <ac:chgData name="Md. Nahid Hasan" userId="S::nahid@vu.edu.bd::85ea5f9e-65d6-4031-b810-9415101f2e21" providerId="AD" clId="Web-{3943C6F3-8D20-4AB3-1088-C83D9C411C6F}" dt="2020-08-31T06:48:39.886" v="412"/>
          <ac:inkMkLst>
            <pc:docMk/>
            <pc:sldMk cId="0" sldId="474"/>
            <ac:inkMk id="49167" creationId="{6F6A5C4B-AEB8-4D2E-9B4D-0D7DB8BE35A8}"/>
          </ac:inkMkLst>
        </pc:inkChg>
        <pc:inkChg chg="add">
          <ac:chgData name="Md. Nahid Hasan" userId="S::nahid@vu.edu.bd::85ea5f9e-65d6-4031-b810-9415101f2e21" providerId="AD" clId="Web-{3943C6F3-8D20-4AB3-1088-C83D9C411C6F}" dt="2020-08-31T06:48:49.667" v="413"/>
          <ac:inkMkLst>
            <pc:docMk/>
            <pc:sldMk cId="0" sldId="474"/>
            <ac:inkMk id="49168" creationId="{AA9D7E34-4C57-42F1-86FE-EDC50B583DA1}"/>
          </ac:inkMkLst>
        </pc:inkChg>
        <pc:inkChg chg="add">
          <ac:chgData name="Md. Nahid Hasan" userId="S::nahid@vu.edu.bd::85ea5f9e-65d6-4031-b810-9415101f2e21" providerId="AD" clId="Web-{3943C6F3-8D20-4AB3-1088-C83D9C411C6F}" dt="2020-08-31T06:48:50.761" v="414"/>
          <ac:inkMkLst>
            <pc:docMk/>
            <pc:sldMk cId="0" sldId="474"/>
            <ac:inkMk id="49169" creationId="{24F251AC-EF7D-4613-B865-327D499E479B}"/>
          </ac:inkMkLst>
        </pc:inkChg>
        <pc:inkChg chg="add">
          <ac:chgData name="Md. Nahid Hasan" userId="S::nahid@vu.edu.bd::85ea5f9e-65d6-4031-b810-9415101f2e21" providerId="AD" clId="Web-{3943C6F3-8D20-4AB3-1088-C83D9C411C6F}" dt="2020-08-31T06:48:52.214" v="415"/>
          <ac:inkMkLst>
            <pc:docMk/>
            <pc:sldMk cId="0" sldId="474"/>
            <ac:inkMk id="49170" creationId="{C2E43578-83D9-454F-9737-981436BF64AF}"/>
          </ac:inkMkLst>
        </pc:inkChg>
        <pc:inkChg chg="add">
          <ac:chgData name="Md. Nahid Hasan" userId="S::nahid@vu.edu.bd::85ea5f9e-65d6-4031-b810-9415101f2e21" providerId="AD" clId="Web-{3943C6F3-8D20-4AB3-1088-C83D9C411C6F}" dt="2020-08-31T06:48:52.964" v="416"/>
          <ac:inkMkLst>
            <pc:docMk/>
            <pc:sldMk cId="0" sldId="474"/>
            <ac:inkMk id="49171" creationId="{6D076D8D-DDF7-4D6C-93A1-C02873EFD0E8}"/>
          </ac:inkMkLst>
        </pc:inkChg>
        <pc:inkChg chg="add">
          <ac:chgData name="Md. Nahid Hasan" userId="S::nahid@vu.edu.bd::85ea5f9e-65d6-4031-b810-9415101f2e21" providerId="AD" clId="Web-{3943C6F3-8D20-4AB3-1088-C83D9C411C6F}" dt="2020-08-31T06:48:53.261" v="417"/>
          <ac:inkMkLst>
            <pc:docMk/>
            <pc:sldMk cId="0" sldId="474"/>
            <ac:inkMk id="49172" creationId="{F02A5BDF-FF3E-452A-A4A0-81BD45D5CEBE}"/>
          </ac:inkMkLst>
        </pc:inkChg>
        <pc:inkChg chg="add">
          <ac:chgData name="Md. Nahid Hasan" userId="S::nahid@vu.edu.bd::85ea5f9e-65d6-4031-b810-9415101f2e21" providerId="AD" clId="Web-{3943C6F3-8D20-4AB3-1088-C83D9C411C6F}" dt="2020-08-31T06:48:54.698" v="418"/>
          <ac:inkMkLst>
            <pc:docMk/>
            <pc:sldMk cId="0" sldId="474"/>
            <ac:inkMk id="49173" creationId="{B753500A-7DF7-4506-ABB6-45721BCDCA0C}"/>
          </ac:inkMkLst>
        </pc:inkChg>
        <pc:inkChg chg="add">
          <ac:chgData name="Md. Nahid Hasan" userId="S::nahid@vu.edu.bd::85ea5f9e-65d6-4031-b810-9415101f2e21" providerId="AD" clId="Web-{3943C6F3-8D20-4AB3-1088-C83D9C411C6F}" dt="2020-08-31T06:48:55.761" v="419"/>
          <ac:inkMkLst>
            <pc:docMk/>
            <pc:sldMk cId="0" sldId="474"/>
            <ac:inkMk id="49174" creationId="{3832FEAA-AF5C-4EE9-B131-D08C6F921FA3}"/>
          </ac:inkMkLst>
        </pc:inkChg>
        <pc:inkChg chg="add">
          <ac:chgData name="Md. Nahid Hasan" userId="S::nahid@vu.edu.bd::85ea5f9e-65d6-4031-b810-9415101f2e21" providerId="AD" clId="Web-{3943C6F3-8D20-4AB3-1088-C83D9C411C6F}" dt="2020-08-31T06:48:55.776" v="420"/>
          <ac:inkMkLst>
            <pc:docMk/>
            <pc:sldMk cId="0" sldId="474"/>
            <ac:inkMk id="49175" creationId="{ED3F7D1A-512C-44A5-8F98-13C8E1BCB5FB}"/>
          </ac:inkMkLst>
        </pc:inkChg>
        <pc:inkChg chg="add">
          <ac:chgData name="Md. Nahid Hasan" userId="S::nahid@vu.edu.bd::85ea5f9e-65d6-4031-b810-9415101f2e21" providerId="AD" clId="Web-{3943C6F3-8D20-4AB3-1088-C83D9C411C6F}" dt="2020-08-31T06:48:58.417" v="421"/>
          <ac:inkMkLst>
            <pc:docMk/>
            <pc:sldMk cId="0" sldId="474"/>
            <ac:inkMk id="49176" creationId="{32A122FC-AC76-4EE4-86DA-B5A951BA6B76}"/>
          </ac:inkMkLst>
        </pc:inkChg>
        <pc:inkChg chg="add">
          <ac:chgData name="Md. Nahid Hasan" userId="S::nahid@vu.edu.bd::85ea5f9e-65d6-4031-b810-9415101f2e21" providerId="AD" clId="Web-{3943C6F3-8D20-4AB3-1088-C83D9C411C6F}" dt="2020-08-31T06:49:00.823" v="422"/>
          <ac:inkMkLst>
            <pc:docMk/>
            <pc:sldMk cId="0" sldId="474"/>
            <ac:inkMk id="49177" creationId="{377AD692-9F10-4C60-B042-0827F9485065}"/>
          </ac:inkMkLst>
        </pc:inkChg>
        <pc:inkChg chg="add">
          <ac:chgData name="Md. Nahid Hasan" userId="S::nahid@vu.edu.bd::85ea5f9e-65d6-4031-b810-9415101f2e21" providerId="AD" clId="Web-{3943C6F3-8D20-4AB3-1088-C83D9C411C6F}" dt="2020-08-31T06:49:00.870" v="423"/>
          <ac:inkMkLst>
            <pc:docMk/>
            <pc:sldMk cId="0" sldId="474"/>
            <ac:inkMk id="49178" creationId="{E5EB2BC0-4336-49DC-9C47-FDCFA4C5CDC5}"/>
          </ac:inkMkLst>
        </pc:inkChg>
        <pc:inkChg chg="add">
          <ac:chgData name="Md. Nahid Hasan" userId="S::nahid@vu.edu.bd::85ea5f9e-65d6-4031-b810-9415101f2e21" providerId="AD" clId="Web-{3943C6F3-8D20-4AB3-1088-C83D9C411C6F}" dt="2020-08-31T06:49:00.870" v="424"/>
          <ac:inkMkLst>
            <pc:docMk/>
            <pc:sldMk cId="0" sldId="474"/>
            <ac:inkMk id="49179" creationId="{F9CD5C92-61C9-4E1E-BEC5-652A850FC954}"/>
          </ac:inkMkLst>
        </pc:inkChg>
        <pc:inkChg chg="add">
          <ac:chgData name="Md. Nahid Hasan" userId="S::nahid@vu.edu.bd::85ea5f9e-65d6-4031-b810-9415101f2e21" providerId="AD" clId="Web-{3943C6F3-8D20-4AB3-1088-C83D9C411C6F}" dt="2020-08-31T06:49:00.917" v="425"/>
          <ac:inkMkLst>
            <pc:docMk/>
            <pc:sldMk cId="0" sldId="474"/>
            <ac:inkMk id="49180" creationId="{DB2BB546-6D2B-4751-AE6F-7E9C1AA73239}"/>
          </ac:inkMkLst>
        </pc:inkChg>
        <pc:inkChg chg="add">
          <ac:chgData name="Md. Nahid Hasan" userId="S::nahid@vu.edu.bd::85ea5f9e-65d6-4031-b810-9415101f2e21" providerId="AD" clId="Web-{3943C6F3-8D20-4AB3-1088-C83D9C411C6F}" dt="2020-08-31T06:49:01.026" v="426"/>
          <ac:inkMkLst>
            <pc:docMk/>
            <pc:sldMk cId="0" sldId="474"/>
            <ac:inkMk id="49181" creationId="{BDD725F8-365B-4109-9615-889B2C61950F}"/>
          </ac:inkMkLst>
        </pc:inkChg>
        <pc:inkChg chg="add">
          <ac:chgData name="Md. Nahid Hasan" userId="S::nahid@vu.edu.bd::85ea5f9e-65d6-4031-b810-9415101f2e21" providerId="AD" clId="Web-{3943C6F3-8D20-4AB3-1088-C83D9C411C6F}" dt="2020-08-31T06:49:01.058" v="427"/>
          <ac:inkMkLst>
            <pc:docMk/>
            <pc:sldMk cId="0" sldId="474"/>
            <ac:inkMk id="49182" creationId="{75837CAD-CFB6-43F8-BC20-65B1114487C8}"/>
          </ac:inkMkLst>
        </pc:inkChg>
        <pc:inkChg chg="add">
          <ac:chgData name="Md. Nahid Hasan" userId="S::nahid@vu.edu.bd::85ea5f9e-65d6-4031-b810-9415101f2e21" providerId="AD" clId="Web-{3943C6F3-8D20-4AB3-1088-C83D9C411C6F}" dt="2020-08-31T06:49:01.292" v="428"/>
          <ac:inkMkLst>
            <pc:docMk/>
            <pc:sldMk cId="0" sldId="474"/>
            <ac:inkMk id="49183" creationId="{E6272A97-B531-40C7-BF32-6DFBC263123D}"/>
          </ac:inkMkLst>
        </pc:inkChg>
        <pc:inkChg chg="add">
          <ac:chgData name="Md. Nahid Hasan" userId="S::nahid@vu.edu.bd::85ea5f9e-65d6-4031-b810-9415101f2e21" providerId="AD" clId="Web-{3943C6F3-8D20-4AB3-1088-C83D9C411C6F}" dt="2020-08-31T06:49:10.761" v="429"/>
          <ac:inkMkLst>
            <pc:docMk/>
            <pc:sldMk cId="0" sldId="474"/>
            <ac:inkMk id="49184" creationId="{E2B0156E-9827-4CEF-BC86-38E6C05AB2D9}"/>
          </ac:inkMkLst>
        </pc:inkChg>
        <pc:inkChg chg="add">
          <ac:chgData name="Md. Nahid Hasan" userId="S::nahid@vu.edu.bd::85ea5f9e-65d6-4031-b810-9415101f2e21" providerId="AD" clId="Web-{3943C6F3-8D20-4AB3-1088-C83D9C411C6F}" dt="2020-08-31T06:49:11.573" v="430"/>
          <ac:inkMkLst>
            <pc:docMk/>
            <pc:sldMk cId="0" sldId="474"/>
            <ac:inkMk id="49185" creationId="{3D0A09AA-2170-4C30-9574-6C9A94E379AA}"/>
          </ac:inkMkLst>
        </pc:inkChg>
        <pc:inkChg chg="add">
          <ac:chgData name="Md. Nahid Hasan" userId="S::nahid@vu.edu.bd::85ea5f9e-65d6-4031-b810-9415101f2e21" providerId="AD" clId="Web-{3943C6F3-8D20-4AB3-1088-C83D9C411C6F}" dt="2020-08-31T06:49:12.620" v="431"/>
          <ac:inkMkLst>
            <pc:docMk/>
            <pc:sldMk cId="0" sldId="474"/>
            <ac:inkMk id="49186" creationId="{EF715BC8-E1DD-49ED-AB06-B730C5D2D214}"/>
          </ac:inkMkLst>
        </pc:inkChg>
        <pc:inkChg chg="add">
          <ac:chgData name="Md. Nahid Hasan" userId="S::nahid@vu.edu.bd::85ea5f9e-65d6-4031-b810-9415101f2e21" providerId="AD" clId="Web-{3943C6F3-8D20-4AB3-1088-C83D9C411C6F}" dt="2020-08-31T06:49:35.511" v="432"/>
          <ac:inkMkLst>
            <pc:docMk/>
            <pc:sldMk cId="0" sldId="474"/>
            <ac:inkMk id="49187" creationId="{FFA870C9-F742-4555-BF1A-32ECBE25680E}"/>
          </ac:inkMkLst>
        </pc:inkChg>
        <pc:inkChg chg="add">
          <ac:chgData name="Md. Nahid Hasan" userId="S::nahid@vu.edu.bd::85ea5f9e-65d6-4031-b810-9415101f2e21" providerId="AD" clId="Web-{3943C6F3-8D20-4AB3-1088-C83D9C411C6F}" dt="2020-08-31T06:49:44.511" v="433"/>
          <ac:inkMkLst>
            <pc:docMk/>
            <pc:sldMk cId="0" sldId="474"/>
            <ac:inkMk id="49188" creationId="{7D35BB76-389F-4900-8027-C46173E362DC}"/>
          </ac:inkMkLst>
        </pc:inkChg>
        <pc:inkChg chg="add">
          <ac:chgData name="Md. Nahid Hasan" userId="S::nahid@vu.edu.bd::85ea5f9e-65d6-4031-b810-9415101f2e21" providerId="AD" clId="Web-{3943C6F3-8D20-4AB3-1088-C83D9C411C6F}" dt="2020-08-31T06:49:53.370" v="434"/>
          <ac:inkMkLst>
            <pc:docMk/>
            <pc:sldMk cId="0" sldId="474"/>
            <ac:inkMk id="49189" creationId="{CB6C6BC2-1065-4D18-A826-1AF412EF2496}"/>
          </ac:inkMkLst>
        </pc:inkChg>
        <pc:inkChg chg="add">
          <ac:chgData name="Md. Nahid Hasan" userId="S::nahid@vu.edu.bd::85ea5f9e-65d6-4031-b810-9415101f2e21" providerId="AD" clId="Web-{3943C6F3-8D20-4AB3-1088-C83D9C411C6F}" dt="2020-08-31T06:49:54.605" v="435"/>
          <ac:inkMkLst>
            <pc:docMk/>
            <pc:sldMk cId="0" sldId="474"/>
            <ac:inkMk id="49190" creationId="{F4A08E32-1640-4AD0-AB9F-63BC9DEDC8CE}"/>
          </ac:inkMkLst>
        </pc:inkChg>
        <pc:inkChg chg="add">
          <ac:chgData name="Md. Nahid Hasan" userId="S::nahid@vu.edu.bd::85ea5f9e-65d6-4031-b810-9415101f2e21" providerId="AD" clId="Web-{3943C6F3-8D20-4AB3-1088-C83D9C411C6F}" dt="2020-08-31T06:49:56.730" v="436"/>
          <ac:inkMkLst>
            <pc:docMk/>
            <pc:sldMk cId="0" sldId="474"/>
            <ac:inkMk id="49191" creationId="{F0974582-A2B7-4248-9A25-062EB3ACFF1B}"/>
          </ac:inkMkLst>
        </pc:inkChg>
        <pc:inkChg chg="add">
          <ac:chgData name="Md. Nahid Hasan" userId="S::nahid@vu.edu.bd::85ea5f9e-65d6-4031-b810-9415101f2e21" providerId="AD" clId="Web-{3943C6F3-8D20-4AB3-1088-C83D9C411C6F}" dt="2020-08-31T06:49:58.527" v="437"/>
          <ac:inkMkLst>
            <pc:docMk/>
            <pc:sldMk cId="0" sldId="474"/>
            <ac:inkMk id="49192" creationId="{EA7E2165-4DD1-4869-B61E-EAC28B06781B}"/>
          </ac:inkMkLst>
        </pc:inkChg>
        <pc:inkChg chg="add">
          <ac:chgData name="Md. Nahid Hasan" userId="S::nahid@vu.edu.bd::85ea5f9e-65d6-4031-b810-9415101f2e21" providerId="AD" clId="Web-{3943C6F3-8D20-4AB3-1088-C83D9C411C6F}" dt="2020-08-31T06:49:59.761" v="438"/>
          <ac:inkMkLst>
            <pc:docMk/>
            <pc:sldMk cId="0" sldId="474"/>
            <ac:inkMk id="49193" creationId="{95E54BC2-6FAB-4888-A4B6-F8979B32A512}"/>
          </ac:inkMkLst>
        </pc:inkChg>
        <pc:inkChg chg="add">
          <ac:chgData name="Md. Nahid Hasan" userId="S::nahid@vu.edu.bd::85ea5f9e-65d6-4031-b810-9415101f2e21" providerId="AD" clId="Web-{3943C6F3-8D20-4AB3-1088-C83D9C411C6F}" dt="2020-08-31T06:50:00.761" v="439"/>
          <ac:inkMkLst>
            <pc:docMk/>
            <pc:sldMk cId="0" sldId="474"/>
            <ac:inkMk id="49194" creationId="{32D199AA-0D92-458F-9526-8BB5B3FD6E76}"/>
          </ac:inkMkLst>
        </pc:inkChg>
        <pc:inkChg chg="add">
          <ac:chgData name="Md. Nahid Hasan" userId="S::nahid@vu.edu.bd::85ea5f9e-65d6-4031-b810-9415101f2e21" providerId="AD" clId="Web-{3943C6F3-8D20-4AB3-1088-C83D9C411C6F}" dt="2020-08-31T06:50:01.902" v="440"/>
          <ac:inkMkLst>
            <pc:docMk/>
            <pc:sldMk cId="0" sldId="474"/>
            <ac:inkMk id="49195" creationId="{D97C8771-627A-4485-963A-5D57ED87273D}"/>
          </ac:inkMkLst>
        </pc:inkChg>
        <pc:inkChg chg="add">
          <ac:chgData name="Md. Nahid Hasan" userId="S::nahid@vu.edu.bd::85ea5f9e-65d6-4031-b810-9415101f2e21" providerId="AD" clId="Web-{3943C6F3-8D20-4AB3-1088-C83D9C411C6F}" dt="2020-08-31T06:50:03.042" v="441"/>
          <ac:inkMkLst>
            <pc:docMk/>
            <pc:sldMk cId="0" sldId="474"/>
            <ac:inkMk id="49196" creationId="{1DEC3FF5-74B7-476D-BE6B-AFF6BE4BF9B1}"/>
          </ac:inkMkLst>
        </pc:inkChg>
        <pc:inkChg chg="add">
          <ac:chgData name="Md. Nahid Hasan" userId="S::nahid@vu.edu.bd::85ea5f9e-65d6-4031-b810-9415101f2e21" providerId="AD" clId="Web-{3943C6F3-8D20-4AB3-1088-C83D9C411C6F}" dt="2020-08-31T06:50:05.167" v="442"/>
          <ac:inkMkLst>
            <pc:docMk/>
            <pc:sldMk cId="0" sldId="474"/>
            <ac:inkMk id="49197" creationId="{C574EE14-D6EB-4B8B-9734-30A3B9A51D79}"/>
          </ac:inkMkLst>
        </pc:inkChg>
        <pc:inkChg chg="add">
          <ac:chgData name="Md. Nahid Hasan" userId="S::nahid@vu.edu.bd::85ea5f9e-65d6-4031-b810-9415101f2e21" providerId="AD" clId="Web-{3943C6F3-8D20-4AB3-1088-C83D9C411C6F}" dt="2020-08-31T06:50:25.480" v="443"/>
          <ac:inkMkLst>
            <pc:docMk/>
            <pc:sldMk cId="0" sldId="474"/>
            <ac:inkMk id="49198" creationId="{E53BBBF7-26AC-4DF5-B680-A9520385BF4B}"/>
          </ac:inkMkLst>
        </pc:inkChg>
        <pc:inkChg chg="add">
          <ac:chgData name="Md. Nahid Hasan" userId="S::nahid@vu.edu.bd::85ea5f9e-65d6-4031-b810-9415101f2e21" providerId="AD" clId="Web-{3943C6F3-8D20-4AB3-1088-C83D9C411C6F}" dt="2020-08-31T06:50:27.152" v="444"/>
          <ac:inkMkLst>
            <pc:docMk/>
            <pc:sldMk cId="0" sldId="474"/>
            <ac:inkMk id="49199" creationId="{DD6C2A4C-76DB-4307-8BC7-F50695A5C005}"/>
          </ac:inkMkLst>
        </pc:inkChg>
        <pc:inkChg chg="add">
          <ac:chgData name="Md. Nahid Hasan" userId="S::nahid@vu.edu.bd::85ea5f9e-65d6-4031-b810-9415101f2e21" providerId="AD" clId="Web-{3943C6F3-8D20-4AB3-1088-C83D9C411C6F}" dt="2020-08-31T06:50:44.011" v="445"/>
          <ac:inkMkLst>
            <pc:docMk/>
            <pc:sldMk cId="0" sldId="474"/>
            <ac:inkMk id="49200" creationId="{7CC20F96-DF42-4EAA-A7F3-5604279BE8D7}"/>
          </ac:inkMkLst>
        </pc:inkChg>
        <pc:inkChg chg="add">
          <ac:chgData name="Md. Nahid Hasan" userId="S::nahid@vu.edu.bd::85ea5f9e-65d6-4031-b810-9415101f2e21" providerId="AD" clId="Web-{3943C6F3-8D20-4AB3-1088-C83D9C411C6F}" dt="2020-08-31T06:50:45.480" v="446"/>
          <ac:inkMkLst>
            <pc:docMk/>
            <pc:sldMk cId="0" sldId="474"/>
            <ac:inkMk id="49201" creationId="{0BBC49EA-736B-4882-816A-1D849B47A2CA}"/>
          </ac:inkMkLst>
        </pc:inkChg>
        <pc:inkChg chg="add">
          <ac:chgData name="Md. Nahid Hasan" userId="S::nahid@vu.edu.bd::85ea5f9e-65d6-4031-b810-9415101f2e21" providerId="AD" clId="Web-{3943C6F3-8D20-4AB3-1088-C83D9C411C6F}" dt="2020-08-31T06:50:45.496" v="447"/>
          <ac:inkMkLst>
            <pc:docMk/>
            <pc:sldMk cId="0" sldId="474"/>
            <ac:inkMk id="49202" creationId="{77BC03E2-19D1-4EC1-A8DC-D3DDFCA5884D}"/>
          </ac:inkMkLst>
        </pc:inkChg>
        <pc:inkChg chg="add">
          <ac:chgData name="Md. Nahid Hasan" userId="S::nahid@vu.edu.bd::85ea5f9e-65d6-4031-b810-9415101f2e21" providerId="AD" clId="Web-{3943C6F3-8D20-4AB3-1088-C83D9C411C6F}" dt="2020-08-31T06:50:52.840" v="448"/>
          <ac:inkMkLst>
            <pc:docMk/>
            <pc:sldMk cId="0" sldId="474"/>
            <ac:inkMk id="49203" creationId="{84F919ED-67E3-48D4-B250-A5C01055C4DB}"/>
          </ac:inkMkLst>
        </pc:inkChg>
        <pc:inkChg chg="add">
          <ac:chgData name="Md. Nahid Hasan" userId="S::nahid@vu.edu.bd::85ea5f9e-65d6-4031-b810-9415101f2e21" providerId="AD" clId="Web-{3943C6F3-8D20-4AB3-1088-C83D9C411C6F}" dt="2020-08-31T06:50:54.964" v="449"/>
          <ac:inkMkLst>
            <pc:docMk/>
            <pc:sldMk cId="0" sldId="474"/>
            <ac:inkMk id="49204" creationId="{C4117D6D-CB61-4DCF-BED7-66E7CD580E33}"/>
          </ac:inkMkLst>
        </pc:inkChg>
        <pc:inkChg chg="add">
          <ac:chgData name="Md. Nahid Hasan" userId="S::nahid@vu.edu.bd::85ea5f9e-65d6-4031-b810-9415101f2e21" providerId="AD" clId="Web-{3943C6F3-8D20-4AB3-1088-C83D9C411C6F}" dt="2020-08-31T06:50:55.058" v="450"/>
          <ac:inkMkLst>
            <pc:docMk/>
            <pc:sldMk cId="0" sldId="474"/>
            <ac:inkMk id="49205" creationId="{ECB3274C-8852-48EB-A284-D2F45C335AFF}"/>
          </ac:inkMkLst>
        </pc:inkChg>
        <pc:inkChg chg="add">
          <ac:chgData name="Md. Nahid Hasan" userId="S::nahid@vu.edu.bd::85ea5f9e-65d6-4031-b810-9415101f2e21" providerId="AD" clId="Web-{3943C6F3-8D20-4AB3-1088-C83D9C411C6F}" dt="2020-08-31T06:50:55.543" v="451"/>
          <ac:inkMkLst>
            <pc:docMk/>
            <pc:sldMk cId="0" sldId="474"/>
            <ac:inkMk id="49206" creationId="{8047C262-BDEC-4772-A9BB-90A68FDF31B9}"/>
          </ac:inkMkLst>
        </pc:inkChg>
        <pc:inkChg chg="add">
          <ac:chgData name="Md. Nahid Hasan" userId="S::nahid@vu.edu.bd::85ea5f9e-65d6-4031-b810-9415101f2e21" providerId="AD" clId="Web-{3943C6F3-8D20-4AB3-1088-C83D9C411C6F}" dt="2020-08-31T06:50:56.246" v="452"/>
          <ac:inkMkLst>
            <pc:docMk/>
            <pc:sldMk cId="0" sldId="474"/>
            <ac:inkMk id="49207" creationId="{868673FF-95C2-4292-BEBF-9A083C9D6226}"/>
          </ac:inkMkLst>
        </pc:inkChg>
        <pc:inkChg chg="add">
          <ac:chgData name="Md. Nahid Hasan" userId="S::nahid@vu.edu.bd::85ea5f9e-65d6-4031-b810-9415101f2e21" providerId="AD" clId="Web-{3943C6F3-8D20-4AB3-1088-C83D9C411C6F}" dt="2020-08-31T06:50:56.261" v="453"/>
          <ac:inkMkLst>
            <pc:docMk/>
            <pc:sldMk cId="0" sldId="474"/>
            <ac:inkMk id="49208" creationId="{9B43ED75-0546-4B86-B9BE-616D08FAA68D}"/>
          </ac:inkMkLst>
        </pc:inkChg>
        <pc:inkChg chg="add">
          <ac:chgData name="Md. Nahid Hasan" userId="S::nahid@vu.edu.bd::85ea5f9e-65d6-4031-b810-9415101f2e21" providerId="AD" clId="Web-{3943C6F3-8D20-4AB3-1088-C83D9C411C6F}" dt="2020-08-31T06:50:58.433" v="454"/>
          <ac:inkMkLst>
            <pc:docMk/>
            <pc:sldMk cId="0" sldId="474"/>
            <ac:inkMk id="49209" creationId="{5E3523B5-C514-4F6D-A9FE-4A984BDE3687}"/>
          </ac:inkMkLst>
        </pc:inkChg>
        <pc:inkChg chg="add">
          <ac:chgData name="Md. Nahid Hasan" userId="S::nahid@vu.edu.bd::85ea5f9e-65d6-4031-b810-9415101f2e21" providerId="AD" clId="Web-{3943C6F3-8D20-4AB3-1088-C83D9C411C6F}" dt="2020-08-31T06:50:58.449" v="455"/>
          <ac:inkMkLst>
            <pc:docMk/>
            <pc:sldMk cId="0" sldId="474"/>
            <ac:inkMk id="49210" creationId="{E25CC380-07EB-4554-898E-412E3624A5BB}"/>
          </ac:inkMkLst>
        </pc:inkChg>
        <pc:inkChg chg="add">
          <ac:chgData name="Md. Nahid Hasan" userId="S::nahid@vu.edu.bd::85ea5f9e-65d6-4031-b810-9415101f2e21" providerId="AD" clId="Web-{3943C6F3-8D20-4AB3-1088-C83D9C411C6F}" dt="2020-08-31T06:50:58.449" v="456"/>
          <ac:inkMkLst>
            <pc:docMk/>
            <pc:sldMk cId="0" sldId="474"/>
            <ac:inkMk id="49211" creationId="{443403A2-666C-43DD-88D4-4C1DADC92CC2}"/>
          </ac:inkMkLst>
        </pc:inkChg>
        <pc:inkChg chg="add">
          <ac:chgData name="Md. Nahid Hasan" userId="S::nahid@vu.edu.bd::85ea5f9e-65d6-4031-b810-9415101f2e21" providerId="AD" clId="Web-{3943C6F3-8D20-4AB3-1088-C83D9C411C6F}" dt="2020-08-31T06:50:58.449" v="457"/>
          <ac:inkMkLst>
            <pc:docMk/>
            <pc:sldMk cId="0" sldId="474"/>
            <ac:inkMk id="49212" creationId="{3E130520-25DC-4D16-A50C-F3EFC2F4F27C}"/>
          </ac:inkMkLst>
        </pc:inkChg>
        <pc:inkChg chg="add">
          <ac:chgData name="Md. Nahid Hasan" userId="S::nahid@vu.edu.bd::85ea5f9e-65d6-4031-b810-9415101f2e21" providerId="AD" clId="Web-{3943C6F3-8D20-4AB3-1088-C83D9C411C6F}" dt="2020-08-31T06:51:00.074" v="458"/>
          <ac:inkMkLst>
            <pc:docMk/>
            <pc:sldMk cId="0" sldId="474"/>
            <ac:inkMk id="49213" creationId="{2AF43656-6656-4F66-A739-050D92326F3F}"/>
          </ac:inkMkLst>
        </pc:inkChg>
        <pc:inkChg chg="add">
          <ac:chgData name="Md. Nahid Hasan" userId="S::nahid@vu.edu.bd::85ea5f9e-65d6-4031-b810-9415101f2e21" providerId="AD" clId="Web-{3943C6F3-8D20-4AB3-1088-C83D9C411C6F}" dt="2020-08-31T06:51:00.152" v="459"/>
          <ac:inkMkLst>
            <pc:docMk/>
            <pc:sldMk cId="0" sldId="474"/>
            <ac:inkMk id="49214" creationId="{C86CD061-8993-44B4-A79F-CF33A9C3D8F9}"/>
          </ac:inkMkLst>
        </pc:inkChg>
        <pc:inkChg chg="add">
          <ac:chgData name="Md. Nahid Hasan" userId="S::nahid@vu.edu.bd::85ea5f9e-65d6-4031-b810-9415101f2e21" providerId="AD" clId="Web-{3943C6F3-8D20-4AB3-1088-C83D9C411C6F}" dt="2020-08-31T06:51:01.402" v="460"/>
          <ac:inkMkLst>
            <pc:docMk/>
            <pc:sldMk cId="0" sldId="474"/>
            <ac:inkMk id="49215" creationId="{A8047C27-C9AA-480F-B62C-DE06E15DCE29}"/>
          </ac:inkMkLst>
        </pc:inkChg>
        <pc:inkChg chg="add">
          <ac:chgData name="Md. Nahid Hasan" userId="S::nahid@vu.edu.bd::85ea5f9e-65d6-4031-b810-9415101f2e21" providerId="AD" clId="Web-{3943C6F3-8D20-4AB3-1088-C83D9C411C6F}" dt="2020-08-31T06:51:05.746" v="461"/>
          <ac:inkMkLst>
            <pc:docMk/>
            <pc:sldMk cId="0" sldId="474"/>
            <ac:inkMk id="49216" creationId="{393D72D4-2E42-46FF-9494-8202525B9541}"/>
          </ac:inkMkLst>
        </pc:inkChg>
        <pc:inkChg chg="add">
          <ac:chgData name="Md. Nahid Hasan" userId="S::nahid@vu.edu.bd::85ea5f9e-65d6-4031-b810-9415101f2e21" providerId="AD" clId="Web-{3943C6F3-8D20-4AB3-1088-C83D9C411C6F}" dt="2020-08-31T06:51:05.793" v="462"/>
          <ac:inkMkLst>
            <pc:docMk/>
            <pc:sldMk cId="0" sldId="474"/>
            <ac:inkMk id="49217" creationId="{0059562B-0CAF-4F9C-BAA7-CAE59691BC6C}"/>
          </ac:inkMkLst>
        </pc:inkChg>
        <pc:inkChg chg="add">
          <ac:chgData name="Md. Nahid Hasan" userId="S::nahid@vu.edu.bd::85ea5f9e-65d6-4031-b810-9415101f2e21" providerId="AD" clId="Web-{3943C6F3-8D20-4AB3-1088-C83D9C411C6F}" dt="2020-08-31T06:51:05.793" v="463"/>
          <ac:inkMkLst>
            <pc:docMk/>
            <pc:sldMk cId="0" sldId="474"/>
            <ac:inkMk id="49218" creationId="{CBA68175-6A01-43FA-9CED-EA6D0C425095}"/>
          </ac:inkMkLst>
        </pc:inkChg>
        <pc:inkChg chg="add">
          <ac:chgData name="Md. Nahid Hasan" userId="S::nahid@vu.edu.bd::85ea5f9e-65d6-4031-b810-9415101f2e21" providerId="AD" clId="Web-{3943C6F3-8D20-4AB3-1088-C83D9C411C6F}" dt="2020-08-31T06:51:09.808" v="464"/>
          <ac:inkMkLst>
            <pc:docMk/>
            <pc:sldMk cId="0" sldId="474"/>
            <ac:inkMk id="49219" creationId="{BEA218E8-EA23-4BFF-AE5F-F2AE01445691}"/>
          </ac:inkMkLst>
        </pc:inkChg>
        <pc:inkChg chg="add">
          <ac:chgData name="Md. Nahid Hasan" userId="S::nahid@vu.edu.bd::85ea5f9e-65d6-4031-b810-9415101f2e21" providerId="AD" clId="Web-{3943C6F3-8D20-4AB3-1088-C83D9C411C6F}" dt="2020-08-31T06:51:11.605" v="465"/>
          <ac:inkMkLst>
            <pc:docMk/>
            <pc:sldMk cId="0" sldId="474"/>
            <ac:inkMk id="49220" creationId="{60E3DBD4-735E-4A07-8AE1-D2F9CA940C14}"/>
          </ac:inkMkLst>
        </pc:inkChg>
        <pc:inkChg chg="add">
          <ac:chgData name="Md. Nahid Hasan" userId="S::nahid@vu.edu.bd::85ea5f9e-65d6-4031-b810-9415101f2e21" providerId="AD" clId="Web-{3943C6F3-8D20-4AB3-1088-C83D9C411C6F}" dt="2020-08-31T06:51:18.168" v="466"/>
          <ac:inkMkLst>
            <pc:docMk/>
            <pc:sldMk cId="0" sldId="474"/>
            <ac:inkMk id="49221" creationId="{A8015892-E7F0-4EA8-A4C8-1E4A506CE996}"/>
          </ac:inkMkLst>
        </pc:inkChg>
        <pc:inkChg chg="add">
          <ac:chgData name="Md. Nahid Hasan" userId="S::nahid@vu.edu.bd::85ea5f9e-65d6-4031-b810-9415101f2e21" providerId="AD" clId="Web-{3943C6F3-8D20-4AB3-1088-C83D9C411C6F}" dt="2020-08-31T06:51:18.355" v="467"/>
          <ac:inkMkLst>
            <pc:docMk/>
            <pc:sldMk cId="0" sldId="474"/>
            <ac:inkMk id="49222" creationId="{2149EBFC-1BF4-47F5-B7CB-625CBAA0460F}"/>
          </ac:inkMkLst>
        </pc:inkChg>
        <pc:inkChg chg="add">
          <ac:chgData name="Md. Nahid Hasan" userId="S::nahid@vu.edu.bd::85ea5f9e-65d6-4031-b810-9415101f2e21" providerId="AD" clId="Web-{3943C6F3-8D20-4AB3-1088-C83D9C411C6F}" dt="2020-08-31T06:51:18.371" v="468"/>
          <ac:inkMkLst>
            <pc:docMk/>
            <pc:sldMk cId="0" sldId="474"/>
            <ac:inkMk id="49223" creationId="{CC8B3338-CD0D-4AE6-A39E-EA5227D3F89D}"/>
          </ac:inkMkLst>
        </pc:inkChg>
        <pc:inkChg chg="add">
          <ac:chgData name="Md. Nahid Hasan" userId="S::nahid@vu.edu.bd::85ea5f9e-65d6-4031-b810-9415101f2e21" providerId="AD" clId="Web-{3943C6F3-8D20-4AB3-1088-C83D9C411C6F}" dt="2020-08-31T06:51:18.418" v="469"/>
          <ac:inkMkLst>
            <pc:docMk/>
            <pc:sldMk cId="0" sldId="474"/>
            <ac:inkMk id="49224" creationId="{26059CCC-C888-4655-B4C9-43559CC8AC65}"/>
          </ac:inkMkLst>
        </pc:inkChg>
        <pc:inkChg chg="add">
          <ac:chgData name="Md. Nahid Hasan" userId="S::nahid@vu.edu.bd::85ea5f9e-65d6-4031-b810-9415101f2e21" providerId="AD" clId="Web-{3943C6F3-8D20-4AB3-1088-C83D9C411C6F}" dt="2020-08-31T06:51:20.152" v="470"/>
          <ac:inkMkLst>
            <pc:docMk/>
            <pc:sldMk cId="0" sldId="474"/>
            <ac:inkMk id="49225" creationId="{9521BD11-C851-42B3-BA31-61FF3613AA8A}"/>
          </ac:inkMkLst>
        </pc:inkChg>
        <pc:inkChg chg="add">
          <ac:chgData name="Md. Nahid Hasan" userId="S::nahid@vu.edu.bd::85ea5f9e-65d6-4031-b810-9415101f2e21" providerId="AD" clId="Web-{3943C6F3-8D20-4AB3-1088-C83D9C411C6F}" dt="2020-08-31T06:51:20.168" v="471"/>
          <ac:inkMkLst>
            <pc:docMk/>
            <pc:sldMk cId="0" sldId="474"/>
            <ac:inkMk id="49226" creationId="{FFA7320B-6ED1-4A65-A2F2-D9BF6E0736ED}"/>
          </ac:inkMkLst>
        </pc:inkChg>
        <pc:inkChg chg="add">
          <ac:chgData name="Md. Nahid Hasan" userId="S::nahid@vu.edu.bd::85ea5f9e-65d6-4031-b810-9415101f2e21" providerId="AD" clId="Web-{3943C6F3-8D20-4AB3-1088-C83D9C411C6F}" dt="2020-08-31T06:51:20.168" v="472"/>
          <ac:inkMkLst>
            <pc:docMk/>
            <pc:sldMk cId="0" sldId="474"/>
            <ac:inkMk id="49227" creationId="{B0DCF41C-9A78-4D6D-B826-5C95C721FAD9}"/>
          </ac:inkMkLst>
        </pc:inkChg>
        <pc:inkChg chg="add">
          <ac:chgData name="Md. Nahid Hasan" userId="S::nahid@vu.edu.bd::85ea5f9e-65d6-4031-b810-9415101f2e21" providerId="AD" clId="Web-{3943C6F3-8D20-4AB3-1088-C83D9C411C6F}" dt="2020-08-31T06:51:20.183" v="473"/>
          <ac:inkMkLst>
            <pc:docMk/>
            <pc:sldMk cId="0" sldId="474"/>
            <ac:inkMk id="49228" creationId="{519A842A-0265-4BFC-B786-89B6C91D252F}"/>
          </ac:inkMkLst>
        </pc:inkChg>
        <pc:inkChg chg="add">
          <ac:chgData name="Md. Nahid Hasan" userId="S::nahid@vu.edu.bd::85ea5f9e-65d6-4031-b810-9415101f2e21" providerId="AD" clId="Web-{3943C6F3-8D20-4AB3-1088-C83D9C411C6F}" dt="2020-08-31T06:51:20.183" v="474"/>
          <ac:inkMkLst>
            <pc:docMk/>
            <pc:sldMk cId="0" sldId="474"/>
            <ac:inkMk id="49229" creationId="{BA700F5F-54D4-4FB8-8B72-96AD3D697A23}"/>
          </ac:inkMkLst>
        </pc:inkChg>
        <pc:inkChg chg="add">
          <ac:chgData name="Md. Nahid Hasan" userId="S::nahid@vu.edu.bd::85ea5f9e-65d6-4031-b810-9415101f2e21" providerId="AD" clId="Web-{3943C6F3-8D20-4AB3-1088-C83D9C411C6F}" dt="2020-08-31T06:51:21.699" v="475"/>
          <ac:inkMkLst>
            <pc:docMk/>
            <pc:sldMk cId="0" sldId="474"/>
            <ac:inkMk id="49230" creationId="{6863954D-0473-4CF8-BDEA-9F362C33E52F}"/>
          </ac:inkMkLst>
        </pc:inkChg>
        <pc:inkChg chg="add">
          <ac:chgData name="Md. Nahid Hasan" userId="S::nahid@vu.edu.bd::85ea5f9e-65d6-4031-b810-9415101f2e21" providerId="AD" clId="Web-{3943C6F3-8D20-4AB3-1088-C83D9C411C6F}" dt="2020-08-31T06:51:21.715" v="476"/>
          <ac:inkMkLst>
            <pc:docMk/>
            <pc:sldMk cId="0" sldId="474"/>
            <ac:inkMk id="49231" creationId="{B0D39493-89D9-4CF8-AC04-3BB1C8DE8388}"/>
          </ac:inkMkLst>
        </pc:inkChg>
        <pc:inkChg chg="add">
          <ac:chgData name="Md. Nahid Hasan" userId="S::nahid@vu.edu.bd::85ea5f9e-65d6-4031-b810-9415101f2e21" providerId="AD" clId="Web-{3943C6F3-8D20-4AB3-1088-C83D9C411C6F}" dt="2020-08-31T06:51:21.715" v="477"/>
          <ac:inkMkLst>
            <pc:docMk/>
            <pc:sldMk cId="0" sldId="474"/>
            <ac:inkMk id="49232" creationId="{1744143E-83DD-4E60-8B25-725ED27C853C}"/>
          </ac:inkMkLst>
        </pc:inkChg>
        <pc:inkChg chg="add">
          <ac:chgData name="Md. Nahid Hasan" userId="S::nahid@vu.edu.bd::85ea5f9e-65d6-4031-b810-9415101f2e21" providerId="AD" clId="Web-{3943C6F3-8D20-4AB3-1088-C83D9C411C6F}" dt="2020-08-31T06:51:22.527" v="478"/>
          <ac:inkMkLst>
            <pc:docMk/>
            <pc:sldMk cId="0" sldId="474"/>
            <ac:inkMk id="49233" creationId="{B8DFFE70-1EA0-45A4-9671-EDEACAEFA107}"/>
          </ac:inkMkLst>
        </pc:inkChg>
        <pc:inkChg chg="add">
          <ac:chgData name="Md. Nahid Hasan" userId="S::nahid@vu.edu.bd::85ea5f9e-65d6-4031-b810-9415101f2e21" providerId="AD" clId="Web-{3943C6F3-8D20-4AB3-1088-C83D9C411C6F}" dt="2020-08-31T06:51:22.793" v="479"/>
          <ac:inkMkLst>
            <pc:docMk/>
            <pc:sldMk cId="0" sldId="474"/>
            <ac:inkMk id="49234" creationId="{D0B971AF-82D4-4342-8251-9D85E9880B49}"/>
          </ac:inkMkLst>
        </pc:inkChg>
        <pc:inkChg chg="add">
          <ac:chgData name="Md. Nahid Hasan" userId="S::nahid@vu.edu.bd::85ea5f9e-65d6-4031-b810-9415101f2e21" providerId="AD" clId="Web-{3943C6F3-8D20-4AB3-1088-C83D9C411C6F}" dt="2020-08-31T06:51:31.637" v="480"/>
          <ac:inkMkLst>
            <pc:docMk/>
            <pc:sldMk cId="0" sldId="474"/>
            <ac:inkMk id="49235" creationId="{5FF02E32-BF65-4C7E-B711-16ED40FDBB40}"/>
          </ac:inkMkLst>
        </pc:inkChg>
        <pc:inkChg chg="add">
          <ac:chgData name="Md. Nahid Hasan" userId="S::nahid@vu.edu.bd::85ea5f9e-65d6-4031-b810-9415101f2e21" providerId="AD" clId="Web-{3943C6F3-8D20-4AB3-1088-C83D9C411C6F}" dt="2020-08-31T06:51:32.855" v="481"/>
          <ac:inkMkLst>
            <pc:docMk/>
            <pc:sldMk cId="0" sldId="474"/>
            <ac:inkMk id="49236" creationId="{CD2AC17C-BFD6-4DAD-A03A-2D6DC0BD8FE2}"/>
          </ac:inkMkLst>
        </pc:inkChg>
        <pc:inkChg chg="add">
          <ac:chgData name="Md. Nahid Hasan" userId="S::nahid@vu.edu.bd::85ea5f9e-65d6-4031-b810-9415101f2e21" providerId="AD" clId="Web-{3943C6F3-8D20-4AB3-1088-C83D9C411C6F}" dt="2020-08-31T06:51:33.762" v="482"/>
          <ac:inkMkLst>
            <pc:docMk/>
            <pc:sldMk cId="0" sldId="474"/>
            <ac:inkMk id="49237" creationId="{D6C86980-FB07-4A56-86E1-0267943C0E77}"/>
          </ac:inkMkLst>
        </pc:inkChg>
        <pc:inkChg chg="add">
          <ac:chgData name="Md. Nahid Hasan" userId="S::nahid@vu.edu.bd::85ea5f9e-65d6-4031-b810-9415101f2e21" providerId="AD" clId="Web-{3943C6F3-8D20-4AB3-1088-C83D9C411C6F}" dt="2020-08-31T06:51:41.965" v="483"/>
          <ac:inkMkLst>
            <pc:docMk/>
            <pc:sldMk cId="0" sldId="474"/>
            <ac:inkMk id="49238" creationId="{1B19C992-462A-4598-8D9B-BDCA4D88C02B}"/>
          </ac:inkMkLst>
        </pc:inkChg>
        <pc:inkChg chg="add">
          <ac:chgData name="Md. Nahid Hasan" userId="S::nahid@vu.edu.bd::85ea5f9e-65d6-4031-b810-9415101f2e21" providerId="AD" clId="Web-{3943C6F3-8D20-4AB3-1088-C83D9C411C6F}" dt="2020-08-31T06:51:43.793" v="484"/>
          <ac:inkMkLst>
            <pc:docMk/>
            <pc:sldMk cId="0" sldId="474"/>
            <ac:inkMk id="49239" creationId="{75EE25DB-6049-4D37-BCB4-8F17CDA83AF8}"/>
          </ac:inkMkLst>
        </pc:inkChg>
        <pc:inkChg chg="add">
          <ac:chgData name="Md. Nahid Hasan" userId="S::nahid@vu.edu.bd::85ea5f9e-65d6-4031-b810-9415101f2e21" providerId="AD" clId="Web-{3943C6F3-8D20-4AB3-1088-C83D9C411C6F}" dt="2020-08-31T06:51:54.371" v="485"/>
          <ac:inkMkLst>
            <pc:docMk/>
            <pc:sldMk cId="0" sldId="474"/>
            <ac:inkMk id="49240" creationId="{FB58F6E5-3C24-4DBC-964E-03035B2C37B8}"/>
          </ac:inkMkLst>
        </pc:inkChg>
        <pc:inkChg chg="add">
          <ac:chgData name="Md. Nahid Hasan" userId="S::nahid@vu.edu.bd::85ea5f9e-65d6-4031-b810-9415101f2e21" providerId="AD" clId="Web-{3943C6F3-8D20-4AB3-1088-C83D9C411C6F}" dt="2020-08-31T06:51:55.637" v="486"/>
          <ac:inkMkLst>
            <pc:docMk/>
            <pc:sldMk cId="0" sldId="474"/>
            <ac:inkMk id="49241" creationId="{51D99746-5FAA-41C9-BCD6-FC8DB3309ECD}"/>
          </ac:inkMkLst>
        </pc:inkChg>
        <pc:inkChg chg="add">
          <ac:chgData name="Md. Nahid Hasan" userId="S::nahid@vu.edu.bd::85ea5f9e-65d6-4031-b810-9415101f2e21" providerId="AD" clId="Web-{3943C6F3-8D20-4AB3-1088-C83D9C411C6F}" dt="2020-08-31T06:51:56.824" v="487"/>
          <ac:inkMkLst>
            <pc:docMk/>
            <pc:sldMk cId="0" sldId="474"/>
            <ac:inkMk id="49242" creationId="{0B563E6E-7EF1-41F7-9ACA-3D94363CE6D7}"/>
          </ac:inkMkLst>
        </pc:inkChg>
        <pc:inkChg chg="add">
          <ac:chgData name="Md. Nahid Hasan" userId="S::nahid@vu.edu.bd::85ea5f9e-65d6-4031-b810-9415101f2e21" providerId="AD" clId="Web-{3943C6F3-8D20-4AB3-1088-C83D9C411C6F}" dt="2020-08-31T06:51:58.980" v="488"/>
          <ac:inkMkLst>
            <pc:docMk/>
            <pc:sldMk cId="0" sldId="474"/>
            <ac:inkMk id="49243" creationId="{F44EA565-0790-47C4-B1D7-3646201C2B7E}"/>
          </ac:inkMkLst>
        </pc:inkChg>
        <pc:inkChg chg="add">
          <ac:chgData name="Md. Nahid Hasan" userId="S::nahid@vu.edu.bd::85ea5f9e-65d6-4031-b810-9415101f2e21" providerId="AD" clId="Web-{3943C6F3-8D20-4AB3-1088-C83D9C411C6F}" dt="2020-08-31T06:51:59.887" v="489"/>
          <ac:inkMkLst>
            <pc:docMk/>
            <pc:sldMk cId="0" sldId="474"/>
            <ac:inkMk id="49244" creationId="{E8BA9C9E-3736-489A-A8E3-A624D2B81C73}"/>
          </ac:inkMkLst>
        </pc:inkChg>
        <pc:inkChg chg="add">
          <ac:chgData name="Md. Nahid Hasan" userId="S::nahid@vu.edu.bd::85ea5f9e-65d6-4031-b810-9415101f2e21" providerId="AD" clId="Web-{3943C6F3-8D20-4AB3-1088-C83D9C411C6F}" dt="2020-08-31T06:52:00.793" v="490"/>
          <ac:inkMkLst>
            <pc:docMk/>
            <pc:sldMk cId="0" sldId="474"/>
            <ac:inkMk id="49245" creationId="{55439FD6-8668-41AF-A794-5B1C2D079066}"/>
          </ac:inkMkLst>
        </pc:inkChg>
        <pc:inkChg chg="add">
          <ac:chgData name="Md. Nahid Hasan" userId="S::nahid@vu.edu.bd::85ea5f9e-65d6-4031-b810-9415101f2e21" providerId="AD" clId="Web-{3943C6F3-8D20-4AB3-1088-C83D9C411C6F}" dt="2020-08-31T06:52:18.746" v="491"/>
          <ac:inkMkLst>
            <pc:docMk/>
            <pc:sldMk cId="0" sldId="474"/>
            <ac:inkMk id="49246" creationId="{43B2335E-0DAC-409D-8862-85D8C7CD6FDD}"/>
          </ac:inkMkLst>
        </pc:inkChg>
        <pc:inkChg chg="add">
          <ac:chgData name="Md. Nahid Hasan" userId="S::nahid@vu.edu.bd::85ea5f9e-65d6-4031-b810-9415101f2e21" providerId="AD" clId="Web-{3943C6F3-8D20-4AB3-1088-C83D9C411C6F}" dt="2020-08-31T06:52:20.121" v="492"/>
          <ac:inkMkLst>
            <pc:docMk/>
            <pc:sldMk cId="0" sldId="474"/>
            <ac:inkMk id="49247" creationId="{361CC8B9-DA69-40CD-998C-86BD86D14742}"/>
          </ac:inkMkLst>
        </pc:inkChg>
        <pc:inkChg chg="add">
          <ac:chgData name="Md. Nahid Hasan" userId="S::nahid@vu.edu.bd::85ea5f9e-65d6-4031-b810-9415101f2e21" providerId="AD" clId="Web-{3943C6F3-8D20-4AB3-1088-C83D9C411C6F}" dt="2020-08-31T06:52:21.184" v="493"/>
          <ac:inkMkLst>
            <pc:docMk/>
            <pc:sldMk cId="0" sldId="474"/>
            <ac:inkMk id="49248" creationId="{DDFA6AF1-AF62-453F-8724-D2A06B68C898}"/>
          </ac:inkMkLst>
        </pc:inkChg>
        <pc:inkChg chg="add">
          <ac:chgData name="Md. Nahid Hasan" userId="S::nahid@vu.edu.bd::85ea5f9e-65d6-4031-b810-9415101f2e21" providerId="AD" clId="Web-{3943C6F3-8D20-4AB3-1088-C83D9C411C6F}" dt="2020-08-31T06:52:21.199" v="494"/>
          <ac:inkMkLst>
            <pc:docMk/>
            <pc:sldMk cId="0" sldId="474"/>
            <ac:inkMk id="49249" creationId="{4087EE6B-DC20-4A8D-95B1-2C07135C69B5}"/>
          </ac:inkMkLst>
        </pc:inkChg>
        <pc:inkChg chg="add">
          <ac:chgData name="Md. Nahid Hasan" userId="S::nahid@vu.edu.bd::85ea5f9e-65d6-4031-b810-9415101f2e21" providerId="AD" clId="Web-{3943C6F3-8D20-4AB3-1088-C83D9C411C6F}" dt="2020-08-31T06:52:25.293" v="495"/>
          <ac:inkMkLst>
            <pc:docMk/>
            <pc:sldMk cId="0" sldId="474"/>
            <ac:inkMk id="49250" creationId="{2E7463CF-9C51-4615-9C55-AE18C1376B78}"/>
          </ac:inkMkLst>
        </pc:inkChg>
        <pc:inkChg chg="add">
          <ac:chgData name="Md. Nahid Hasan" userId="S::nahid@vu.edu.bd::85ea5f9e-65d6-4031-b810-9415101f2e21" providerId="AD" clId="Web-{3943C6F3-8D20-4AB3-1088-C83D9C411C6F}" dt="2020-08-31T06:52:25.293" v="496"/>
          <ac:inkMkLst>
            <pc:docMk/>
            <pc:sldMk cId="0" sldId="474"/>
            <ac:inkMk id="49251" creationId="{DE9B4925-4EB9-4DC2-B326-7FF0EEDDCC85}"/>
          </ac:inkMkLst>
        </pc:inkChg>
        <pc:inkChg chg="add">
          <ac:chgData name="Md. Nahid Hasan" userId="S::nahid@vu.edu.bd::85ea5f9e-65d6-4031-b810-9415101f2e21" providerId="AD" clId="Web-{3943C6F3-8D20-4AB3-1088-C83D9C411C6F}" dt="2020-08-31T06:52:25.309" v="497"/>
          <ac:inkMkLst>
            <pc:docMk/>
            <pc:sldMk cId="0" sldId="474"/>
            <ac:inkMk id="49252" creationId="{9C63476C-DD48-4D2E-80C0-6DECE40F56AB}"/>
          </ac:inkMkLst>
        </pc:inkChg>
        <pc:inkChg chg="add">
          <ac:chgData name="Md. Nahid Hasan" userId="S::nahid@vu.edu.bd::85ea5f9e-65d6-4031-b810-9415101f2e21" providerId="AD" clId="Web-{3943C6F3-8D20-4AB3-1088-C83D9C411C6F}" dt="2020-08-31T06:52:25.309" v="498"/>
          <ac:inkMkLst>
            <pc:docMk/>
            <pc:sldMk cId="0" sldId="474"/>
            <ac:inkMk id="49253" creationId="{41B4D242-1A3A-48BD-BB56-FAD2EAE1254C}"/>
          </ac:inkMkLst>
        </pc:inkChg>
        <pc:inkChg chg="add">
          <ac:chgData name="Md. Nahid Hasan" userId="S::nahid@vu.edu.bd::85ea5f9e-65d6-4031-b810-9415101f2e21" providerId="AD" clId="Web-{3943C6F3-8D20-4AB3-1088-C83D9C411C6F}" dt="2020-08-31T06:52:25.325" v="499"/>
          <ac:inkMkLst>
            <pc:docMk/>
            <pc:sldMk cId="0" sldId="474"/>
            <ac:inkMk id="49254" creationId="{753378A6-1522-423D-8F2D-641C65A3DBA6}"/>
          </ac:inkMkLst>
        </pc:inkChg>
        <pc:inkChg chg="add del">
          <ac:chgData name="Md. Nahid Hasan" userId="S::nahid@vu.edu.bd::85ea5f9e-65d6-4031-b810-9415101f2e21" providerId="AD" clId="Web-{3943C6F3-8D20-4AB3-1088-C83D9C411C6F}" dt="2020-08-31T06:52:51.965" v="512"/>
          <ac:inkMkLst>
            <pc:docMk/>
            <pc:sldMk cId="0" sldId="474"/>
            <ac:inkMk id="49255" creationId="{EC4FB4A9-D783-4EBE-8AD9-2C82AABE0BBA}"/>
          </ac:inkMkLst>
        </pc:inkChg>
        <pc:inkChg chg="add del">
          <ac:chgData name="Md. Nahid Hasan" userId="S::nahid@vu.edu.bd::85ea5f9e-65d6-4031-b810-9415101f2e21" providerId="AD" clId="Web-{3943C6F3-8D20-4AB3-1088-C83D9C411C6F}" dt="2020-08-31T06:52:51.965" v="511"/>
          <ac:inkMkLst>
            <pc:docMk/>
            <pc:sldMk cId="0" sldId="474"/>
            <ac:inkMk id="49256" creationId="{AFD258CA-9608-400F-91E2-071E97EB866F}"/>
          </ac:inkMkLst>
        </pc:inkChg>
        <pc:inkChg chg="add del">
          <ac:chgData name="Md. Nahid Hasan" userId="S::nahid@vu.edu.bd::85ea5f9e-65d6-4031-b810-9415101f2e21" providerId="AD" clId="Web-{3943C6F3-8D20-4AB3-1088-C83D9C411C6F}" dt="2020-08-31T06:52:51.965" v="510"/>
          <ac:inkMkLst>
            <pc:docMk/>
            <pc:sldMk cId="0" sldId="474"/>
            <ac:inkMk id="49257" creationId="{A2A7E117-C832-4474-AA46-38A182DC0082}"/>
          </ac:inkMkLst>
        </pc:inkChg>
        <pc:inkChg chg="add del">
          <ac:chgData name="Md. Nahid Hasan" userId="S::nahid@vu.edu.bd::85ea5f9e-65d6-4031-b810-9415101f2e21" providerId="AD" clId="Web-{3943C6F3-8D20-4AB3-1088-C83D9C411C6F}" dt="2020-08-31T06:52:51.950" v="509"/>
          <ac:inkMkLst>
            <pc:docMk/>
            <pc:sldMk cId="0" sldId="474"/>
            <ac:inkMk id="49258" creationId="{B4F5B08B-E788-41BF-8CAB-19968D545FCC}"/>
          </ac:inkMkLst>
        </pc:inkChg>
        <pc:inkChg chg="add del">
          <ac:chgData name="Md. Nahid Hasan" userId="S::nahid@vu.edu.bd::85ea5f9e-65d6-4031-b810-9415101f2e21" providerId="AD" clId="Web-{3943C6F3-8D20-4AB3-1088-C83D9C411C6F}" dt="2020-08-31T06:52:51.950" v="508"/>
          <ac:inkMkLst>
            <pc:docMk/>
            <pc:sldMk cId="0" sldId="474"/>
            <ac:inkMk id="49259" creationId="{89616CD7-D98A-4CAF-A46F-9BFEF6FD66C4}"/>
          </ac:inkMkLst>
        </pc:inkChg>
        <pc:inkChg chg="add">
          <ac:chgData name="Md. Nahid Hasan" userId="S::nahid@vu.edu.bd::85ea5f9e-65d6-4031-b810-9415101f2e21" providerId="AD" clId="Web-{3943C6F3-8D20-4AB3-1088-C83D9C411C6F}" dt="2020-08-31T06:52:37.465" v="505"/>
          <ac:inkMkLst>
            <pc:docMk/>
            <pc:sldMk cId="0" sldId="474"/>
            <ac:inkMk id="49260" creationId="{A2774CD2-3219-4451-95DD-54C680C36736}"/>
          </ac:inkMkLst>
        </pc:inkChg>
        <pc:inkChg chg="add del">
          <ac:chgData name="Md. Nahid Hasan" userId="S::nahid@vu.edu.bd::85ea5f9e-65d6-4031-b810-9415101f2e21" providerId="AD" clId="Web-{3943C6F3-8D20-4AB3-1088-C83D9C411C6F}" dt="2020-08-31T06:52:51.950" v="507"/>
          <ac:inkMkLst>
            <pc:docMk/>
            <pc:sldMk cId="0" sldId="474"/>
            <ac:inkMk id="49261" creationId="{BE7D08EE-A06D-481A-A371-1310C180BE62}"/>
          </ac:inkMkLst>
        </pc:inkChg>
        <pc:inkChg chg="add">
          <ac:chgData name="Md. Nahid Hasan" userId="S::nahid@vu.edu.bd::85ea5f9e-65d6-4031-b810-9415101f2e21" providerId="AD" clId="Web-{3943C6F3-8D20-4AB3-1088-C83D9C411C6F}" dt="2020-08-31T06:52:54.840" v="513"/>
          <ac:inkMkLst>
            <pc:docMk/>
            <pc:sldMk cId="0" sldId="474"/>
            <ac:inkMk id="49262" creationId="{79224474-53A9-4EE8-AAAE-64DC2734A8BA}"/>
          </ac:inkMkLst>
        </pc:inkChg>
        <pc:inkChg chg="add">
          <ac:chgData name="Md. Nahid Hasan" userId="S::nahid@vu.edu.bd::85ea5f9e-65d6-4031-b810-9415101f2e21" providerId="AD" clId="Web-{3943C6F3-8D20-4AB3-1088-C83D9C411C6F}" dt="2020-08-31T06:53:08.715" v="514"/>
          <ac:inkMkLst>
            <pc:docMk/>
            <pc:sldMk cId="0" sldId="474"/>
            <ac:inkMk id="49263" creationId="{F838B1E8-B81E-4F05-B888-CCB646758F6B}"/>
          </ac:inkMkLst>
        </pc:inkChg>
        <pc:inkChg chg="add">
          <ac:chgData name="Md. Nahid Hasan" userId="S::nahid@vu.edu.bd::85ea5f9e-65d6-4031-b810-9415101f2e21" providerId="AD" clId="Web-{3943C6F3-8D20-4AB3-1088-C83D9C411C6F}" dt="2020-08-31T06:53:10.746" v="515"/>
          <ac:inkMkLst>
            <pc:docMk/>
            <pc:sldMk cId="0" sldId="474"/>
            <ac:inkMk id="49264" creationId="{980F35CA-8292-47A2-A277-A1B4826B929C}"/>
          </ac:inkMkLst>
        </pc:inkChg>
        <pc:inkChg chg="add">
          <ac:chgData name="Md. Nahid Hasan" userId="S::nahid@vu.edu.bd::85ea5f9e-65d6-4031-b810-9415101f2e21" providerId="AD" clId="Web-{3943C6F3-8D20-4AB3-1088-C83D9C411C6F}" dt="2020-08-31T06:53:12.137" v="516"/>
          <ac:inkMkLst>
            <pc:docMk/>
            <pc:sldMk cId="0" sldId="474"/>
            <ac:inkMk id="49265" creationId="{1DACC3F7-EB1A-4EC9-BE29-38CF0B5BF882}"/>
          </ac:inkMkLst>
        </pc:inkChg>
        <pc:inkChg chg="add">
          <ac:chgData name="Md. Nahid Hasan" userId="S::nahid@vu.edu.bd::85ea5f9e-65d6-4031-b810-9415101f2e21" providerId="AD" clId="Web-{3943C6F3-8D20-4AB3-1088-C83D9C411C6F}" dt="2020-08-31T06:53:15.231" v="517"/>
          <ac:inkMkLst>
            <pc:docMk/>
            <pc:sldMk cId="0" sldId="474"/>
            <ac:inkMk id="49266" creationId="{0410CACF-95FC-48A9-B792-C44802722090}"/>
          </ac:inkMkLst>
        </pc:inkChg>
        <pc:inkChg chg="add">
          <ac:chgData name="Md. Nahid Hasan" userId="S::nahid@vu.edu.bd::85ea5f9e-65d6-4031-b810-9415101f2e21" providerId="AD" clId="Web-{3943C6F3-8D20-4AB3-1088-C83D9C411C6F}" dt="2020-08-31T06:53:17.293" v="518"/>
          <ac:inkMkLst>
            <pc:docMk/>
            <pc:sldMk cId="0" sldId="474"/>
            <ac:inkMk id="49267" creationId="{C4676EDF-A1DD-4884-89EC-58ED8A1A7E92}"/>
          </ac:inkMkLst>
        </pc:inkChg>
        <pc:inkChg chg="add">
          <ac:chgData name="Md. Nahid Hasan" userId="S::nahid@vu.edu.bd::85ea5f9e-65d6-4031-b810-9415101f2e21" providerId="AD" clId="Web-{3943C6F3-8D20-4AB3-1088-C83D9C411C6F}" dt="2020-08-31T06:53:19.793" v="519"/>
          <ac:inkMkLst>
            <pc:docMk/>
            <pc:sldMk cId="0" sldId="474"/>
            <ac:inkMk id="49268" creationId="{062FF5AB-FBB3-4C7C-BBDE-7AAB169A1D1B}"/>
          </ac:inkMkLst>
        </pc:inkChg>
        <pc:inkChg chg="add">
          <ac:chgData name="Md. Nahid Hasan" userId="S::nahid@vu.edu.bd::85ea5f9e-65d6-4031-b810-9415101f2e21" providerId="AD" clId="Web-{3943C6F3-8D20-4AB3-1088-C83D9C411C6F}" dt="2020-08-31T06:53:25.731" v="520"/>
          <ac:inkMkLst>
            <pc:docMk/>
            <pc:sldMk cId="0" sldId="474"/>
            <ac:inkMk id="49269" creationId="{F5F0B1B8-71FE-41F4-8453-BCF55F67833C}"/>
          </ac:inkMkLst>
        </pc:inkChg>
        <pc:inkChg chg="add">
          <ac:chgData name="Md. Nahid Hasan" userId="S::nahid@vu.edu.bd::85ea5f9e-65d6-4031-b810-9415101f2e21" providerId="AD" clId="Web-{3943C6F3-8D20-4AB3-1088-C83D9C411C6F}" dt="2020-08-31T06:53:26.700" v="521"/>
          <ac:inkMkLst>
            <pc:docMk/>
            <pc:sldMk cId="0" sldId="474"/>
            <ac:inkMk id="49270" creationId="{A1334400-9847-4F45-B9D4-EC0263345370}"/>
          </ac:inkMkLst>
        </pc:inkChg>
        <pc:inkChg chg="add">
          <ac:chgData name="Md. Nahid Hasan" userId="S::nahid@vu.edu.bd::85ea5f9e-65d6-4031-b810-9415101f2e21" providerId="AD" clId="Web-{3943C6F3-8D20-4AB3-1088-C83D9C411C6F}" dt="2020-08-31T06:53:33.965" v="522"/>
          <ac:inkMkLst>
            <pc:docMk/>
            <pc:sldMk cId="0" sldId="474"/>
            <ac:inkMk id="49271" creationId="{F856AFA6-F5C7-4211-A06F-1371257E3848}"/>
          </ac:inkMkLst>
        </pc:inkChg>
        <pc:inkChg chg="add">
          <ac:chgData name="Md. Nahid Hasan" userId="S::nahid@vu.edu.bd::85ea5f9e-65d6-4031-b810-9415101f2e21" providerId="AD" clId="Web-{3943C6F3-8D20-4AB3-1088-C83D9C411C6F}" dt="2020-08-31T06:53:35.590" v="523"/>
          <ac:inkMkLst>
            <pc:docMk/>
            <pc:sldMk cId="0" sldId="474"/>
            <ac:inkMk id="49272" creationId="{F179C782-59B8-433B-A32D-882699348288}"/>
          </ac:inkMkLst>
        </pc:inkChg>
        <pc:inkChg chg="add">
          <ac:chgData name="Md. Nahid Hasan" userId="S::nahid@vu.edu.bd::85ea5f9e-65d6-4031-b810-9415101f2e21" providerId="AD" clId="Web-{3943C6F3-8D20-4AB3-1088-C83D9C411C6F}" dt="2020-08-31T06:53:35.606" v="524"/>
          <ac:inkMkLst>
            <pc:docMk/>
            <pc:sldMk cId="0" sldId="474"/>
            <ac:inkMk id="49273" creationId="{34F31A8F-8276-4C7F-AD03-5C0B7A8821AE}"/>
          </ac:inkMkLst>
        </pc:inkChg>
        <pc:inkChg chg="add">
          <ac:chgData name="Md. Nahid Hasan" userId="S::nahid@vu.edu.bd::85ea5f9e-65d6-4031-b810-9415101f2e21" providerId="AD" clId="Web-{3943C6F3-8D20-4AB3-1088-C83D9C411C6F}" dt="2020-08-31T06:53:35.606" v="525"/>
          <ac:inkMkLst>
            <pc:docMk/>
            <pc:sldMk cId="0" sldId="474"/>
            <ac:inkMk id="49274" creationId="{730C70DA-1B92-4E09-8CCB-91A573D4BC99}"/>
          </ac:inkMkLst>
        </pc:inkChg>
        <pc:inkChg chg="add">
          <ac:chgData name="Md. Nahid Hasan" userId="S::nahid@vu.edu.bd::85ea5f9e-65d6-4031-b810-9415101f2e21" providerId="AD" clId="Web-{3943C6F3-8D20-4AB3-1088-C83D9C411C6F}" dt="2020-08-31T06:53:38.997" v="526"/>
          <ac:inkMkLst>
            <pc:docMk/>
            <pc:sldMk cId="0" sldId="474"/>
            <ac:inkMk id="49275" creationId="{786EAD6D-1F17-45DD-A697-57607F265396}"/>
          </ac:inkMkLst>
        </pc:inkChg>
        <pc:inkChg chg="add">
          <ac:chgData name="Md. Nahid Hasan" userId="S::nahid@vu.edu.bd::85ea5f9e-65d6-4031-b810-9415101f2e21" providerId="AD" clId="Web-{3943C6F3-8D20-4AB3-1088-C83D9C411C6F}" dt="2020-08-31T06:53:39.012" v="527"/>
          <ac:inkMkLst>
            <pc:docMk/>
            <pc:sldMk cId="0" sldId="474"/>
            <ac:inkMk id="49276" creationId="{24A95ED7-FE3B-44F6-A41B-67F842B42C66}"/>
          </ac:inkMkLst>
        </pc:inkChg>
        <pc:inkChg chg="add">
          <ac:chgData name="Md. Nahid Hasan" userId="S::nahid@vu.edu.bd::85ea5f9e-65d6-4031-b810-9415101f2e21" providerId="AD" clId="Web-{3943C6F3-8D20-4AB3-1088-C83D9C411C6F}" dt="2020-08-31T06:53:39.012" v="528"/>
          <ac:inkMkLst>
            <pc:docMk/>
            <pc:sldMk cId="0" sldId="474"/>
            <ac:inkMk id="49277" creationId="{7A792B57-30EB-4665-ADE1-013BC5F2CAFE}"/>
          </ac:inkMkLst>
        </pc:inkChg>
        <pc:inkChg chg="add">
          <ac:chgData name="Md. Nahid Hasan" userId="S::nahid@vu.edu.bd::85ea5f9e-65d6-4031-b810-9415101f2e21" providerId="AD" clId="Web-{3943C6F3-8D20-4AB3-1088-C83D9C411C6F}" dt="2020-08-31T06:53:39.028" v="529"/>
          <ac:inkMkLst>
            <pc:docMk/>
            <pc:sldMk cId="0" sldId="474"/>
            <ac:inkMk id="49278" creationId="{8147AC4D-1F1C-49A7-9E40-68CD28C48A11}"/>
          </ac:inkMkLst>
        </pc:inkChg>
        <pc:inkChg chg="add">
          <ac:chgData name="Md. Nahid Hasan" userId="S::nahid@vu.edu.bd::85ea5f9e-65d6-4031-b810-9415101f2e21" providerId="AD" clId="Web-{3943C6F3-8D20-4AB3-1088-C83D9C411C6F}" dt="2020-08-31T06:53:39.044" v="530"/>
          <ac:inkMkLst>
            <pc:docMk/>
            <pc:sldMk cId="0" sldId="474"/>
            <ac:inkMk id="49279" creationId="{68D97580-7EEC-4149-AA75-DBEB444A2F65}"/>
          </ac:inkMkLst>
        </pc:inkChg>
        <pc:inkChg chg="add">
          <ac:chgData name="Md. Nahid Hasan" userId="S::nahid@vu.edu.bd::85ea5f9e-65d6-4031-b810-9415101f2e21" providerId="AD" clId="Web-{3943C6F3-8D20-4AB3-1088-C83D9C411C6F}" dt="2020-08-31T06:53:39.044" v="531"/>
          <ac:inkMkLst>
            <pc:docMk/>
            <pc:sldMk cId="0" sldId="474"/>
            <ac:inkMk id="49280" creationId="{F113582C-9578-4406-BC0E-A9AF4A812945}"/>
          </ac:inkMkLst>
        </pc:inkChg>
        <pc:inkChg chg="add">
          <ac:chgData name="Md. Nahid Hasan" userId="S::nahid@vu.edu.bd::85ea5f9e-65d6-4031-b810-9415101f2e21" providerId="AD" clId="Web-{3943C6F3-8D20-4AB3-1088-C83D9C411C6F}" dt="2020-08-31T06:53:39.950" v="532"/>
          <ac:inkMkLst>
            <pc:docMk/>
            <pc:sldMk cId="0" sldId="474"/>
            <ac:inkMk id="49281" creationId="{C0155E08-EC45-4268-8639-7A91F76D203F}"/>
          </ac:inkMkLst>
        </pc:inkChg>
        <pc:inkChg chg="add">
          <ac:chgData name="Md. Nahid Hasan" userId="S::nahid@vu.edu.bd::85ea5f9e-65d6-4031-b810-9415101f2e21" providerId="AD" clId="Web-{3943C6F3-8D20-4AB3-1088-C83D9C411C6F}" dt="2020-08-31T06:53:39.950" v="533"/>
          <ac:inkMkLst>
            <pc:docMk/>
            <pc:sldMk cId="0" sldId="474"/>
            <ac:inkMk id="49282" creationId="{66675355-40B7-45E7-99B1-6F3DCA07FD4B}"/>
          </ac:inkMkLst>
        </pc:inkChg>
        <pc:inkChg chg="add">
          <ac:chgData name="Md. Nahid Hasan" userId="S::nahid@vu.edu.bd::85ea5f9e-65d6-4031-b810-9415101f2e21" providerId="AD" clId="Web-{3943C6F3-8D20-4AB3-1088-C83D9C411C6F}" dt="2020-08-31T06:53:40.465" v="534"/>
          <ac:inkMkLst>
            <pc:docMk/>
            <pc:sldMk cId="0" sldId="474"/>
            <ac:inkMk id="49283" creationId="{6E4DB376-69AD-4E33-B18F-A25227C67C55}"/>
          </ac:inkMkLst>
        </pc:inkChg>
        <pc:inkChg chg="add">
          <ac:chgData name="Md. Nahid Hasan" userId="S::nahid@vu.edu.bd::85ea5f9e-65d6-4031-b810-9415101f2e21" providerId="AD" clId="Web-{3943C6F3-8D20-4AB3-1088-C83D9C411C6F}" dt="2020-08-31T06:53:41.169" v="535"/>
          <ac:inkMkLst>
            <pc:docMk/>
            <pc:sldMk cId="0" sldId="474"/>
            <ac:inkMk id="49284" creationId="{BB3C0435-7909-4248-9C3A-DEE06A5B6519}"/>
          </ac:inkMkLst>
        </pc:inkChg>
        <pc:inkChg chg="add">
          <ac:chgData name="Md. Nahid Hasan" userId="S::nahid@vu.edu.bd::85ea5f9e-65d6-4031-b810-9415101f2e21" providerId="AD" clId="Web-{3943C6F3-8D20-4AB3-1088-C83D9C411C6F}" dt="2020-08-31T06:53:44.184" v="536"/>
          <ac:inkMkLst>
            <pc:docMk/>
            <pc:sldMk cId="0" sldId="474"/>
            <ac:inkMk id="49285" creationId="{76CF66BA-581A-4ED2-85F1-371E345BE4B0}"/>
          </ac:inkMkLst>
        </pc:inkChg>
        <pc:inkChg chg="add">
          <ac:chgData name="Md. Nahid Hasan" userId="S::nahid@vu.edu.bd::85ea5f9e-65d6-4031-b810-9415101f2e21" providerId="AD" clId="Web-{3943C6F3-8D20-4AB3-1088-C83D9C411C6F}" dt="2020-08-31T06:53:44.200" v="537"/>
          <ac:inkMkLst>
            <pc:docMk/>
            <pc:sldMk cId="0" sldId="474"/>
            <ac:inkMk id="49286" creationId="{F5A23353-FA91-4DE8-AE56-34215C266C7C}"/>
          </ac:inkMkLst>
        </pc:inkChg>
        <pc:inkChg chg="add">
          <ac:chgData name="Md. Nahid Hasan" userId="S::nahid@vu.edu.bd::85ea5f9e-65d6-4031-b810-9415101f2e21" providerId="AD" clId="Web-{3943C6F3-8D20-4AB3-1088-C83D9C411C6F}" dt="2020-08-31T06:53:44.215" v="538"/>
          <ac:inkMkLst>
            <pc:docMk/>
            <pc:sldMk cId="0" sldId="474"/>
            <ac:inkMk id="49287" creationId="{DB45048F-FB56-475A-9A36-387A8E99967C}"/>
          </ac:inkMkLst>
        </pc:inkChg>
        <pc:inkChg chg="add">
          <ac:chgData name="Md. Nahid Hasan" userId="S::nahid@vu.edu.bd::85ea5f9e-65d6-4031-b810-9415101f2e21" providerId="AD" clId="Web-{3943C6F3-8D20-4AB3-1088-C83D9C411C6F}" dt="2020-08-31T06:54:48.794" v="576"/>
          <ac:inkMkLst>
            <pc:docMk/>
            <pc:sldMk cId="0" sldId="474"/>
            <ac:inkMk id="49288" creationId="{8118A421-3064-4180-92F7-3C79D6044E44}"/>
          </ac:inkMkLst>
        </pc:inkChg>
      </pc:sldChg>
    </pc:docChg>
  </pc:docChgLst>
  <pc:docChgLst>
    <pc:chgData name="Md. Nahid Hasan" userId="S::nahid@vu.edu.bd::85ea5f9e-65d6-4031-b810-9415101f2e21" providerId="AD" clId="Web-{5DFB6F68-1C20-43CB-89BC-4D76E458C838}"/>
    <pc:docChg chg="modSld">
      <pc:chgData name="Md. Nahid Hasan" userId="S::nahid@vu.edu.bd::85ea5f9e-65d6-4031-b810-9415101f2e21" providerId="AD" clId="Web-{5DFB6F68-1C20-43CB-89BC-4D76E458C838}" dt="2020-12-21T13:40:38.382" v="630"/>
      <pc:docMkLst>
        <pc:docMk/>
      </pc:docMkLst>
      <pc:sldChg chg="addSp">
        <pc:chgData name="Md. Nahid Hasan" userId="S::nahid@vu.edu.bd::85ea5f9e-65d6-4031-b810-9415101f2e21" providerId="AD" clId="Web-{5DFB6F68-1C20-43CB-89BC-4D76E458C838}" dt="2020-12-21T13:04:00.353" v="11"/>
        <pc:sldMkLst>
          <pc:docMk/>
          <pc:sldMk cId="0" sldId="427"/>
        </pc:sldMkLst>
        <pc:inkChg chg="add">
          <ac:chgData name="Md. Nahid Hasan" userId="S::nahid@vu.edu.bd::85ea5f9e-65d6-4031-b810-9415101f2e21" providerId="AD" clId="Web-{5DFB6F68-1C20-43CB-89BC-4D76E458C838}" dt="2020-12-21T13:03:41.946" v="0"/>
          <ac:inkMkLst>
            <pc:docMk/>
            <pc:sldMk cId="0" sldId="427"/>
            <ac:inkMk id="2" creationId="{B168C705-006D-4AB5-B5A5-FB49E7A16AD7}"/>
          </ac:inkMkLst>
        </pc:inkChg>
        <pc:inkChg chg="add">
          <ac:chgData name="Md. Nahid Hasan" userId="S::nahid@vu.edu.bd::85ea5f9e-65d6-4031-b810-9415101f2e21" providerId="AD" clId="Web-{5DFB6F68-1C20-43CB-89BC-4D76E458C838}" dt="2020-12-21T13:03:43.400" v="1"/>
          <ac:inkMkLst>
            <pc:docMk/>
            <pc:sldMk cId="0" sldId="427"/>
            <ac:inkMk id="3" creationId="{97EA0C5E-7F33-4D47-8422-DABE4A650EDC}"/>
          </ac:inkMkLst>
        </pc:inkChg>
        <pc:inkChg chg="add">
          <ac:chgData name="Md. Nahid Hasan" userId="S::nahid@vu.edu.bd::85ea5f9e-65d6-4031-b810-9415101f2e21" providerId="AD" clId="Web-{5DFB6F68-1C20-43CB-89BC-4D76E458C838}" dt="2020-12-21T13:03:44.415" v="2"/>
          <ac:inkMkLst>
            <pc:docMk/>
            <pc:sldMk cId="0" sldId="427"/>
            <ac:inkMk id="4" creationId="{3501B182-1109-47A9-91CA-3EB16BBFA128}"/>
          </ac:inkMkLst>
        </pc:inkChg>
        <pc:inkChg chg="add">
          <ac:chgData name="Md. Nahid Hasan" userId="S::nahid@vu.edu.bd::85ea5f9e-65d6-4031-b810-9415101f2e21" providerId="AD" clId="Web-{5DFB6F68-1C20-43CB-89BC-4D76E458C838}" dt="2020-12-21T13:03:50.353" v="3"/>
          <ac:inkMkLst>
            <pc:docMk/>
            <pc:sldMk cId="0" sldId="427"/>
            <ac:inkMk id="5" creationId="{5A079646-3A8A-45E2-9163-7DF712AD8A21}"/>
          </ac:inkMkLst>
        </pc:inkChg>
        <pc:inkChg chg="add">
          <ac:chgData name="Md. Nahid Hasan" userId="S::nahid@vu.edu.bd::85ea5f9e-65d6-4031-b810-9415101f2e21" providerId="AD" clId="Web-{5DFB6F68-1C20-43CB-89BC-4D76E458C838}" dt="2020-12-21T13:03:52.603" v="4"/>
          <ac:inkMkLst>
            <pc:docMk/>
            <pc:sldMk cId="0" sldId="427"/>
            <ac:inkMk id="6" creationId="{E84EEEBD-0286-482A-B25E-37E8EDAE8B5A}"/>
          </ac:inkMkLst>
        </pc:inkChg>
        <pc:inkChg chg="add">
          <ac:chgData name="Md. Nahid Hasan" userId="S::nahid@vu.edu.bd::85ea5f9e-65d6-4031-b810-9415101f2e21" providerId="AD" clId="Web-{5DFB6F68-1C20-43CB-89BC-4D76E458C838}" dt="2020-12-21T13:03:53.681" v="5"/>
          <ac:inkMkLst>
            <pc:docMk/>
            <pc:sldMk cId="0" sldId="427"/>
            <ac:inkMk id="7" creationId="{C9D59C35-F09C-4A92-8800-E6850436457B}"/>
          </ac:inkMkLst>
        </pc:inkChg>
        <pc:inkChg chg="add">
          <ac:chgData name="Md. Nahid Hasan" userId="S::nahid@vu.edu.bd::85ea5f9e-65d6-4031-b810-9415101f2e21" providerId="AD" clId="Web-{5DFB6F68-1C20-43CB-89BC-4D76E458C838}" dt="2020-12-21T13:03:54.759" v="6"/>
          <ac:inkMkLst>
            <pc:docMk/>
            <pc:sldMk cId="0" sldId="427"/>
            <ac:inkMk id="8" creationId="{B0026096-4F21-422F-89CD-46EDFE57C7B9}"/>
          </ac:inkMkLst>
        </pc:inkChg>
        <pc:inkChg chg="add">
          <ac:chgData name="Md. Nahid Hasan" userId="S::nahid@vu.edu.bd::85ea5f9e-65d6-4031-b810-9415101f2e21" providerId="AD" clId="Web-{5DFB6F68-1C20-43CB-89BC-4D76E458C838}" dt="2020-12-21T13:03:56.212" v="7"/>
          <ac:inkMkLst>
            <pc:docMk/>
            <pc:sldMk cId="0" sldId="427"/>
            <ac:inkMk id="9" creationId="{245E92AD-730C-4644-949B-BEFA9A36A92E}"/>
          </ac:inkMkLst>
        </pc:inkChg>
        <pc:inkChg chg="add">
          <ac:chgData name="Md. Nahid Hasan" userId="S::nahid@vu.edu.bd::85ea5f9e-65d6-4031-b810-9415101f2e21" providerId="AD" clId="Web-{5DFB6F68-1C20-43CB-89BC-4D76E458C838}" dt="2020-12-21T13:03:56.978" v="8"/>
          <ac:inkMkLst>
            <pc:docMk/>
            <pc:sldMk cId="0" sldId="427"/>
            <ac:inkMk id="10" creationId="{E48806D2-DAEA-4FCD-9552-23638CDCBEF4}"/>
          </ac:inkMkLst>
        </pc:inkChg>
        <pc:inkChg chg="add">
          <ac:chgData name="Md. Nahid Hasan" userId="S::nahid@vu.edu.bd::85ea5f9e-65d6-4031-b810-9415101f2e21" providerId="AD" clId="Web-{5DFB6F68-1C20-43CB-89BC-4D76E458C838}" dt="2020-12-21T13:03:58.462" v="9"/>
          <ac:inkMkLst>
            <pc:docMk/>
            <pc:sldMk cId="0" sldId="427"/>
            <ac:inkMk id="11" creationId="{36E1C000-1248-4100-90DB-E14BD89838DB}"/>
          </ac:inkMkLst>
        </pc:inkChg>
        <pc:inkChg chg="add">
          <ac:chgData name="Md. Nahid Hasan" userId="S::nahid@vu.edu.bd::85ea5f9e-65d6-4031-b810-9415101f2e21" providerId="AD" clId="Web-{5DFB6F68-1C20-43CB-89BC-4D76E458C838}" dt="2020-12-21T13:03:59.384" v="10"/>
          <ac:inkMkLst>
            <pc:docMk/>
            <pc:sldMk cId="0" sldId="427"/>
            <ac:inkMk id="12" creationId="{283DFD66-857D-440A-A08C-6933699202F3}"/>
          </ac:inkMkLst>
        </pc:inkChg>
        <pc:inkChg chg="add">
          <ac:chgData name="Md. Nahid Hasan" userId="S::nahid@vu.edu.bd::85ea5f9e-65d6-4031-b810-9415101f2e21" providerId="AD" clId="Web-{5DFB6F68-1C20-43CB-89BC-4D76E458C838}" dt="2020-12-21T13:04:00.353" v="11"/>
          <ac:inkMkLst>
            <pc:docMk/>
            <pc:sldMk cId="0" sldId="427"/>
            <ac:inkMk id="13" creationId="{9675A690-8EEB-4ED0-BBFF-1EE8A6DFB306}"/>
          </ac:inkMkLst>
        </pc:inkChg>
      </pc:sldChg>
      <pc:sldChg chg="addSp">
        <pc:chgData name="Md. Nahid Hasan" userId="S::nahid@vu.edu.bd::85ea5f9e-65d6-4031-b810-9415101f2e21" providerId="AD" clId="Web-{5DFB6F68-1C20-43CB-89BC-4D76E458C838}" dt="2020-12-21T13:04:55.541" v="20"/>
        <pc:sldMkLst>
          <pc:docMk/>
          <pc:sldMk cId="0" sldId="428"/>
        </pc:sldMkLst>
        <pc:inkChg chg="add">
          <ac:chgData name="Md. Nahid Hasan" userId="S::nahid@vu.edu.bd::85ea5f9e-65d6-4031-b810-9415101f2e21" providerId="AD" clId="Web-{5DFB6F68-1C20-43CB-89BC-4D76E458C838}" dt="2020-12-21T13:04:24.650" v="12"/>
          <ac:inkMkLst>
            <pc:docMk/>
            <pc:sldMk cId="0" sldId="428"/>
            <ac:inkMk id="18" creationId="{57F22A9A-71A1-4D3A-8B42-7FE802EA31AD}"/>
          </ac:inkMkLst>
        </pc:inkChg>
        <pc:inkChg chg="add">
          <ac:chgData name="Md. Nahid Hasan" userId="S::nahid@vu.edu.bd::85ea5f9e-65d6-4031-b810-9415101f2e21" providerId="AD" clId="Web-{5DFB6F68-1C20-43CB-89BC-4D76E458C838}" dt="2020-12-21T13:04:28.916" v="13"/>
          <ac:inkMkLst>
            <pc:docMk/>
            <pc:sldMk cId="0" sldId="428"/>
            <ac:inkMk id="19" creationId="{BCF7751B-502F-4B3D-AA51-3BECBC8C9FEF}"/>
          </ac:inkMkLst>
        </pc:inkChg>
        <pc:inkChg chg="add">
          <ac:chgData name="Md. Nahid Hasan" userId="S::nahid@vu.edu.bd::85ea5f9e-65d6-4031-b810-9415101f2e21" providerId="AD" clId="Web-{5DFB6F68-1C20-43CB-89BC-4D76E458C838}" dt="2020-12-21T13:04:30.900" v="14"/>
          <ac:inkMkLst>
            <pc:docMk/>
            <pc:sldMk cId="0" sldId="428"/>
            <ac:inkMk id="20" creationId="{0ABF8528-FE15-497A-B7EF-B6DB7B3EC8AA}"/>
          </ac:inkMkLst>
        </pc:inkChg>
        <pc:inkChg chg="add">
          <ac:chgData name="Md. Nahid Hasan" userId="S::nahid@vu.edu.bd::85ea5f9e-65d6-4031-b810-9415101f2e21" providerId="AD" clId="Web-{5DFB6F68-1C20-43CB-89BC-4D76E458C838}" dt="2020-12-21T13:04:40.494" v="15"/>
          <ac:inkMkLst>
            <pc:docMk/>
            <pc:sldMk cId="0" sldId="428"/>
            <ac:inkMk id="21" creationId="{5EDD5366-9B14-45BD-B652-BB1E7E218728}"/>
          </ac:inkMkLst>
        </pc:inkChg>
        <pc:inkChg chg="add">
          <ac:chgData name="Md. Nahid Hasan" userId="S::nahid@vu.edu.bd::85ea5f9e-65d6-4031-b810-9415101f2e21" providerId="AD" clId="Web-{5DFB6F68-1C20-43CB-89BC-4D76E458C838}" dt="2020-12-21T13:04:41.650" v="16"/>
          <ac:inkMkLst>
            <pc:docMk/>
            <pc:sldMk cId="0" sldId="428"/>
            <ac:inkMk id="22" creationId="{F0D77067-A08C-472C-8DC3-F8FD5583ABBA}"/>
          </ac:inkMkLst>
        </pc:inkChg>
        <pc:inkChg chg="add">
          <ac:chgData name="Md. Nahid Hasan" userId="S::nahid@vu.edu.bd::85ea5f9e-65d6-4031-b810-9415101f2e21" providerId="AD" clId="Web-{5DFB6F68-1C20-43CB-89BC-4D76E458C838}" dt="2020-12-21T13:04:42.932" v="17"/>
          <ac:inkMkLst>
            <pc:docMk/>
            <pc:sldMk cId="0" sldId="428"/>
            <ac:inkMk id="23" creationId="{026F0464-B47D-42E4-BD0A-CF88E00E69B9}"/>
          </ac:inkMkLst>
        </pc:inkChg>
        <pc:inkChg chg="add">
          <ac:chgData name="Md. Nahid Hasan" userId="S::nahid@vu.edu.bd::85ea5f9e-65d6-4031-b810-9415101f2e21" providerId="AD" clId="Web-{5DFB6F68-1C20-43CB-89BC-4D76E458C838}" dt="2020-12-21T13:04:45.713" v="18"/>
          <ac:inkMkLst>
            <pc:docMk/>
            <pc:sldMk cId="0" sldId="428"/>
            <ac:inkMk id="24" creationId="{D04FCBF9-7078-4321-8746-115D1C4B38A0}"/>
          </ac:inkMkLst>
        </pc:inkChg>
        <pc:inkChg chg="add">
          <ac:chgData name="Md. Nahid Hasan" userId="S::nahid@vu.edu.bd::85ea5f9e-65d6-4031-b810-9415101f2e21" providerId="AD" clId="Web-{5DFB6F68-1C20-43CB-89BC-4D76E458C838}" dt="2020-12-21T13:04:51.557" v="19"/>
          <ac:inkMkLst>
            <pc:docMk/>
            <pc:sldMk cId="0" sldId="428"/>
            <ac:inkMk id="25" creationId="{B9DBDD53-8693-4A68-9D3F-95C8A0E526FE}"/>
          </ac:inkMkLst>
        </pc:inkChg>
        <pc:inkChg chg="add">
          <ac:chgData name="Md. Nahid Hasan" userId="S::nahid@vu.edu.bd::85ea5f9e-65d6-4031-b810-9415101f2e21" providerId="AD" clId="Web-{5DFB6F68-1C20-43CB-89BC-4D76E458C838}" dt="2020-12-21T13:04:55.541" v="20"/>
          <ac:inkMkLst>
            <pc:docMk/>
            <pc:sldMk cId="0" sldId="428"/>
            <ac:inkMk id="26" creationId="{B51300B3-31DC-4690-BB65-B17ABA32F8F7}"/>
          </ac:inkMkLst>
        </pc:inkChg>
      </pc:sldChg>
      <pc:sldChg chg="addSp">
        <pc:chgData name="Md. Nahid Hasan" userId="S::nahid@vu.edu.bd::85ea5f9e-65d6-4031-b810-9415101f2e21" providerId="AD" clId="Web-{5DFB6F68-1C20-43CB-89BC-4D76E458C838}" dt="2020-12-21T13:09:50.764" v="110"/>
        <pc:sldMkLst>
          <pc:docMk/>
          <pc:sldMk cId="0" sldId="429"/>
        </pc:sldMkLst>
        <pc:inkChg chg="add">
          <ac:chgData name="Md. Nahid Hasan" userId="S::nahid@vu.edu.bd::85ea5f9e-65d6-4031-b810-9415101f2e21" providerId="AD" clId="Web-{5DFB6F68-1C20-43CB-89BC-4D76E458C838}" dt="2020-12-21T13:09:33.107" v="103"/>
          <ac:inkMkLst>
            <pc:docMk/>
            <pc:sldMk cId="0" sldId="429"/>
            <ac:inkMk id="2" creationId="{ED832080-A2E9-40FB-976E-E7FC05D02F2D}"/>
          </ac:inkMkLst>
        </pc:inkChg>
        <pc:inkChg chg="add">
          <ac:chgData name="Md. Nahid Hasan" userId="S::nahid@vu.edu.bd::85ea5f9e-65d6-4031-b810-9415101f2e21" providerId="AD" clId="Web-{5DFB6F68-1C20-43CB-89BC-4D76E458C838}" dt="2020-12-21T13:09:33.670" v="104"/>
          <ac:inkMkLst>
            <pc:docMk/>
            <pc:sldMk cId="0" sldId="429"/>
            <ac:inkMk id="3" creationId="{C020B7D4-2EB4-4D9A-A6BC-E7ABBDEA34E6}"/>
          </ac:inkMkLst>
        </pc:inkChg>
        <pc:inkChg chg="add">
          <ac:chgData name="Md. Nahid Hasan" userId="S::nahid@vu.edu.bd::85ea5f9e-65d6-4031-b810-9415101f2e21" providerId="AD" clId="Web-{5DFB6F68-1C20-43CB-89BC-4D76E458C838}" dt="2020-12-21T13:09:34.889" v="105"/>
          <ac:inkMkLst>
            <pc:docMk/>
            <pc:sldMk cId="0" sldId="429"/>
            <ac:inkMk id="4" creationId="{EB2B71BE-4E16-4C92-8C11-2A078F35A6FE}"/>
          </ac:inkMkLst>
        </pc:inkChg>
        <pc:inkChg chg="add">
          <ac:chgData name="Md. Nahid Hasan" userId="S::nahid@vu.edu.bd::85ea5f9e-65d6-4031-b810-9415101f2e21" providerId="AD" clId="Web-{5DFB6F68-1C20-43CB-89BC-4D76E458C838}" dt="2020-12-21T13:09:35.810" v="106"/>
          <ac:inkMkLst>
            <pc:docMk/>
            <pc:sldMk cId="0" sldId="429"/>
            <ac:inkMk id="5" creationId="{3876D577-7E27-4ABA-A93A-A40F44DAE0F8}"/>
          </ac:inkMkLst>
        </pc:inkChg>
        <pc:inkChg chg="add">
          <ac:chgData name="Md. Nahid Hasan" userId="S::nahid@vu.edu.bd::85ea5f9e-65d6-4031-b810-9415101f2e21" providerId="AD" clId="Web-{5DFB6F68-1C20-43CB-89BC-4D76E458C838}" dt="2020-12-21T13:09:39.217" v="107"/>
          <ac:inkMkLst>
            <pc:docMk/>
            <pc:sldMk cId="0" sldId="429"/>
            <ac:inkMk id="6" creationId="{DFAF534D-4C8E-4F46-A4EC-96D8B547EDB1}"/>
          </ac:inkMkLst>
        </pc:inkChg>
        <pc:inkChg chg="add">
          <ac:chgData name="Md. Nahid Hasan" userId="S::nahid@vu.edu.bd::85ea5f9e-65d6-4031-b810-9415101f2e21" providerId="AD" clId="Web-{5DFB6F68-1C20-43CB-89BC-4D76E458C838}" dt="2020-12-21T13:09:47.873" v="108"/>
          <ac:inkMkLst>
            <pc:docMk/>
            <pc:sldMk cId="0" sldId="429"/>
            <ac:inkMk id="7" creationId="{7CBE75AA-FFD9-45DD-9880-96E34751860C}"/>
          </ac:inkMkLst>
        </pc:inkChg>
        <pc:inkChg chg="add">
          <ac:chgData name="Md. Nahid Hasan" userId="S::nahid@vu.edu.bd::85ea5f9e-65d6-4031-b810-9415101f2e21" providerId="AD" clId="Web-{5DFB6F68-1C20-43CB-89BC-4D76E458C838}" dt="2020-12-21T13:09:48.686" v="109"/>
          <ac:inkMkLst>
            <pc:docMk/>
            <pc:sldMk cId="0" sldId="429"/>
            <ac:inkMk id="8" creationId="{88D8904D-754F-4A42-ACD6-C3127220E055}"/>
          </ac:inkMkLst>
        </pc:inkChg>
        <pc:inkChg chg="add">
          <ac:chgData name="Md. Nahid Hasan" userId="S::nahid@vu.edu.bd::85ea5f9e-65d6-4031-b810-9415101f2e21" providerId="AD" clId="Web-{5DFB6F68-1C20-43CB-89BC-4D76E458C838}" dt="2020-12-21T13:09:50.764" v="110"/>
          <ac:inkMkLst>
            <pc:docMk/>
            <pc:sldMk cId="0" sldId="429"/>
            <ac:inkMk id="9" creationId="{55A894FF-8F19-4374-8C01-4C9DB5C144DF}"/>
          </ac:inkMkLst>
        </pc:inkChg>
      </pc:sldChg>
      <pc:sldChg chg="addSp">
        <pc:chgData name="Md. Nahid Hasan" userId="S::nahid@vu.edu.bd::85ea5f9e-65d6-4031-b810-9415101f2e21" providerId="AD" clId="Web-{5DFB6F68-1C20-43CB-89BC-4D76E458C838}" dt="2020-12-21T13:09:09.544" v="102"/>
        <pc:sldMkLst>
          <pc:docMk/>
          <pc:sldMk cId="0" sldId="430"/>
        </pc:sldMkLst>
        <pc:inkChg chg="add">
          <ac:chgData name="Md. Nahid Hasan" userId="S::nahid@vu.edu.bd::85ea5f9e-65d6-4031-b810-9415101f2e21" providerId="AD" clId="Web-{5DFB6F68-1C20-43CB-89BC-4D76E458C838}" dt="2020-12-21T13:05:14.229" v="21"/>
          <ac:inkMkLst>
            <pc:docMk/>
            <pc:sldMk cId="0" sldId="430"/>
            <ac:inkMk id="2" creationId="{B33D4FDB-D27D-4036-9DCB-77136A68CAFD}"/>
          </ac:inkMkLst>
        </pc:inkChg>
        <pc:inkChg chg="add">
          <ac:chgData name="Md. Nahid Hasan" userId="S::nahid@vu.edu.bd::85ea5f9e-65d6-4031-b810-9415101f2e21" providerId="AD" clId="Web-{5DFB6F68-1C20-43CB-89BC-4D76E458C838}" dt="2020-12-21T13:05:21.870" v="22"/>
          <ac:inkMkLst>
            <pc:docMk/>
            <pc:sldMk cId="0" sldId="430"/>
            <ac:inkMk id="3" creationId="{FD459E7C-C014-4781-9A01-0296C3020DA1}"/>
          </ac:inkMkLst>
        </pc:inkChg>
        <pc:inkChg chg="add">
          <ac:chgData name="Md. Nahid Hasan" userId="S::nahid@vu.edu.bd::85ea5f9e-65d6-4031-b810-9415101f2e21" providerId="AD" clId="Web-{5DFB6F68-1C20-43CB-89BC-4D76E458C838}" dt="2020-12-21T13:05:23.479" v="23"/>
          <ac:inkMkLst>
            <pc:docMk/>
            <pc:sldMk cId="0" sldId="430"/>
            <ac:inkMk id="4" creationId="{2A2C523F-DC18-40B4-8548-F42F5CADDF88}"/>
          </ac:inkMkLst>
        </pc:inkChg>
        <pc:inkChg chg="add">
          <ac:chgData name="Md. Nahid Hasan" userId="S::nahid@vu.edu.bd::85ea5f9e-65d6-4031-b810-9415101f2e21" providerId="AD" clId="Web-{5DFB6F68-1C20-43CB-89BC-4D76E458C838}" dt="2020-12-21T13:05:24.698" v="24"/>
          <ac:inkMkLst>
            <pc:docMk/>
            <pc:sldMk cId="0" sldId="430"/>
            <ac:inkMk id="5" creationId="{9492D6EA-B510-473E-ACC6-4514719251BB}"/>
          </ac:inkMkLst>
        </pc:inkChg>
        <pc:inkChg chg="add">
          <ac:chgData name="Md. Nahid Hasan" userId="S::nahid@vu.edu.bd::85ea5f9e-65d6-4031-b810-9415101f2e21" providerId="AD" clId="Web-{5DFB6F68-1C20-43CB-89BC-4D76E458C838}" dt="2020-12-21T13:05:25.588" v="25"/>
          <ac:inkMkLst>
            <pc:docMk/>
            <pc:sldMk cId="0" sldId="430"/>
            <ac:inkMk id="6" creationId="{87503D77-BF64-47AD-99E4-CD29AB3B257C}"/>
          </ac:inkMkLst>
        </pc:inkChg>
        <pc:inkChg chg="add">
          <ac:chgData name="Md. Nahid Hasan" userId="S::nahid@vu.edu.bd::85ea5f9e-65d6-4031-b810-9415101f2e21" providerId="AD" clId="Web-{5DFB6F68-1C20-43CB-89BC-4D76E458C838}" dt="2020-12-21T13:05:26.401" v="26"/>
          <ac:inkMkLst>
            <pc:docMk/>
            <pc:sldMk cId="0" sldId="430"/>
            <ac:inkMk id="7" creationId="{7B6E1E4E-6A5F-4253-942E-1D80A40E98D3}"/>
          </ac:inkMkLst>
        </pc:inkChg>
        <pc:inkChg chg="add">
          <ac:chgData name="Md. Nahid Hasan" userId="S::nahid@vu.edu.bd::85ea5f9e-65d6-4031-b810-9415101f2e21" providerId="AD" clId="Web-{5DFB6F68-1C20-43CB-89BC-4D76E458C838}" dt="2020-12-21T13:05:27.557" v="27"/>
          <ac:inkMkLst>
            <pc:docMk/>
            <pc:sldMk cId="0" sldId="430"/>
            <ac:inkMk id="8" creationId="{61671B8E-2EF1-41D2-B006-9618F8800056}"/>
          </ac:inkMkLst>
        </pc:inkChg>
        <pc:inkChg chg="add">
          <ac:chgData name="Md. Nahid Hasan" userId="S::nahid@vu.edu.bd::85ea5f9e-65d6-4031-b810-9415101f2e21" providerId="AD" clId="Web-{5DFB6F68-1C20-43CB-89BC-4D76E458C838}" dt="2020-12-21T13:05:40.245" v="28"/>
          <ac:inkMkLst>
            <pc:docMk/>
            <pc:sldMk cId="0" sldId="430"/>
            <ac:inkMk id="9" creationId="{C0391758-7E85-4ADB-BBDD-A02B1DF3763E}"/>
          </ac:inkMkLst>
        </pc:inkChg>
        <pc:inkChg chg="add">
          <ac:chgData name="Md. Nahid Hasan" userId="S::nahid@vu.edu.bd::85ea5f9e-65d6-4031-b810-9415101f2e21" providerId="AD" clId="Web-{5DFB6F68-1C20-43CB-89BC-4D76E458C838}" dt="2020-12-21T13:05:43.401" v="29"/>
          <ac:inkMkLst>
            <pc:docMk/>
            <pc:sldMk cId="0" sldId="430"/>
            <ac:inkMk id="10" creationId="{7DFEEA04-F92B-4ABA-88E4-C3C24CBA4A8D}"/>
          </ac:inkMkLst>
        </pc:inkChg>
        <pc:inkChg chg="add">
          <ac:chgData name="Md. Nahid Hasan" userId="S::nahid@vu.edu.bd::85ea5f9e-65d6-4031-b810-9415101f2e21" providerId="AD" clId="Web-{5DFB6F68-1C20-43CB-89BC-4D76E458C838}" dt="2020-12-21T13:05:45.058" v="30"/>
          <ac:inkMkLst>
            <pc:docMk/>
            <pc:sldMk cId="0" sldId="430"/>
            <ac:inkMk id="11" creationId="{7C10F292-306A-4BDC-B820-AFC80F071BB2}"/>
          </ac:inkMkLst>
        </pc:inkChg>
        <pc:inkChg chg="add">
          <ac:chgData name="Md. Nahid Hasan" userId="S::nahid@vu.edu.bd::85ea5f9e-65d6-4031-b810-9415101f2e21" providerId="AD" clId="Web-{5DFB6F68-1C20-43CB-89BC-4D76E458C838}" dt="2020-12-21T13:05:45.901" v="31"/>
          <ac:inkMkLst>
            <pc:docMk/>
            <pc:sldMk cId="0" sldId="430"/>
            <ac:inkMk id="12" creationId="{E99246E7-E24D-46B2-932D-F6FF359A39B1}"/>
          </ac:inkMkLst>
        </pc:inkChg>
        <pc:inkChg chg="add">
          <ac:chgData name="Md. Nahid Hasan" userId="S::nahid@vu.edu.bd::85ea5f9e-65d6-4031-b810-9415101f2e21" providerId="AD" clId="Web-{5DFB6F68-1C20-43CB-89BC-4D76E458C838}" dt="2020-12-21T13:05:46.635" v="32"/>
          <ac:inkMkLst>
            <pc:docMk/>
            <pc:sldMk cId="0" sldId="430"/>
            <ac:inkMk id="13" creationId="{02D54B3C-6FFA-4686-BD3A-0E481720FFAE}"/>
          </ac:inkMkLst>
        </pc:inkChg>
        <pc:inkChg chg="add">
          <ac:chgData name="Md. Nahid Hasan" userId="S::nahid@vu.edu.bd::85ea5f9e-65d6-4031-b810-9415101f2e21" providerId="AD" clId="Web-{5DFB6F68-1C20-43CB-89BC-4D76E458C838}" dt="2020-12-21T13:05:47.761" v="33"/>
          <ac:inkMkLst>
            <pc:docMk/>
            <pc:sldMk cId="0" sldId="430"/>
            <ac:inkMk id="14" creationId="{A4A7C1D4-E78C-4C93-BABF-FCCA84A5293C}"/>
          </ac:inkMkLst>
        </pc:inkChg>
        <pc:inkChg chg="add">
          <ac:chgData name="Md. Nahid Hasan" userId="S::nahid@vu.edu.bd::85ea5f9e-65d6-4031-b810-9415101f2e21" providerId="AD" clId="Web-{5DFB6F68-1C20-43CB-89BC-4D76E458C838}" dt="2020-12-21T13:05:48.714" v="34"/>
          <ac:inkMkLst>
            <pc:docMk/>
            <pc:sldMk cId="0" sldId="430"/>
            <ac:inkMk id="15" creationId="{DF0643BF-3549-4860-9BE6-C98373881875}"/>
          </ac:inkMkLst>
        </pc:inkChg>
        <pc:inkChg chg="add">
          <ac:chgData name="Md. Nahid Hasan" userId="S::nahid@vu.edu.bd::85ea5f9e-65d6-4031-b810-9415101f2e21" providerId="AD" clId="Web-{5DFB6F68-1C20-43CB-89BC-4D76E458C838}" dt="2020-12-21T13:05:49.620" v="35"/>
          <ac:inkMkLst>
            <pc:docMk/>
            <pc:sldMk cId="0" sldId="430"/>
            <ac:inkMk id="16" creationId="{453EBF45-DF54-4E1B-B43F-4294D180728F}"/>
          </ac:inkMkLst>
        </pc:inkChg>
        <pc:inkChg chg="add">
          <ac:chgData name="Md. Nahid Hasan" userId="S::nahid@vu.edu.bd::85ea5f9e-65d6-4031-b810-9415101f2e21" providerId="AD" clId="Web-{5DFB6F68-1C20-43CB-89BC-4D76E458C838}" dt="2020-12-21T13:05:51.542" v="36"/>
          <ac:inkMkLst>
            <pc:docMk/>
            <pc:sldMk cId="0" sldId="430"/>
            <ac:inkMk id="17" creationId="{6C896982-4775-4A99-995E-F1FB38E00804}"/>
          </ac:inkMkLst>
        </pc:inkChg>
        <pc:inkChg chg="add">
          <ac:chgData name="Md. Nahid Hasan" userId="S::nahid@vu.edu.bd::85ea5f9e-65d6-4031-b810-9415101f2e21" providerId="AD" clId="Web-{5DFB6F68-1C20-43CB-89BC-4D76E458C838}" dt="2020-12-21T13:05:51.557" v="37"/>
          <ac:inkMkLst>
            <pc:docMk/>
            <pc:sldMk cId="0" sldId="430"/>
            <ac:inkMk id="18" creationId="{F0DD8418-7C9D-44FD-81E1-85CDCBAEF595}"/>
          </ac:inkMkLst>
        </pc:inkChg>
        <pc:inkChg chg="add">
          <ac:chgData name="Md. Nahid Hasan" userId="S::nahid@vu.edu.bd::85ea5f9e-65d6-4031-b810-9415101f2e21" providerId="AD" clId="Web-{5DFB6F68-1C20-43CB-89BC-4D76E458C838}" dt="2020-12-21T13:05:51.557" v="38"/>
          <ac:inkMkLst>
            <pc:docMk/>
            <pc:sldMk cId="0" sldId="430"/>
            <ac:inkMk id="19" creationId="{BB42E149-CF82-46F6-A6A5-1933FE40A351}"/>
          </ac:inkMkLst>
        </pc:inkChg>
        <pc:inkChg chg="add">
          <ac:chgData name="Md. Nahid Hasan" userId="S::nahid@vu.edu.bd::85ea5f9e-65d6-4031-b810-9415101f2e21" providerId="AD" clId="Web-{5DFB6F68-1C20-43CB-89BC-4D76E458C838}" dt="2020-12-21T13:05:52.417" v="39"/>
          <ac:inkMkLst>
            <pc:docMk/>
            <pc:sldMk cId="0" sldId="430"/>
            <ac:inkMk id="20" creationId="{00BE762C-A875-4CC5-A10E-EFA89679D932}"/>
          </ac:inkMkLst>
        </pc:inkChg>
        <pc:inkChg chg="add">
          <ac:chgData name="Md. Nahid Hasan" userId="S::nahid@vu.edu.bd::85ea5f9e-65d6-4031-b810-9415101f2e21" providerId="AD" clId="Web-{5DFB6F68-1C20-43CB-89BC-4D76E458C838}" dt="2020-12-21T13:05:52.432" v="40"/>
          <ac:inkMkLst>
            <pc:docMk/>
            <pc:sldMk cId="0" sldId="430"/>
            <ac:inkMk id="21" creationId="{0907154A-E80D-49D5-BF37-83BB934C7A38}"/>
          </ac:inkMkLst>
        </pc:inkChg>
        <pc:inkChg chg="add">
          <ac:chgData name="Md. Nahid Hasan" userId="S::nahid@vu.edu.bd::85ea5f9e-65d6-4031-b810-9415101f2e21" providerId="AD" clId="Web-{5DFB6F68-1C20-43CB-89BC-4D76E458C838}" dt="2020-12-21T13:05:52.448" v="41"/>
          <ac:inkMkLst>
            <pc:docMk/>
            <pc:sldMk cId="0" sldId="430"/>
            <ac:inkMk id="22" creationId="{74C12B41-95A4-440D-A8ED-604E68B539A5}"/>
          </ac:inkMkLst>
        </pc:inkChg>
        <pc:inkChg chg="add">
          <ac:chgData name="Md. Nahid Hasan" userId="S::nahid@vu.edu.bd::85ea5f9e-65d6-4031-b810-9415101f2e21" providerId="AD" clId="Web-{5DFB6F68-1C20-43CB-89BC-4D76E458C838}" dt="2020-12-21T13:05:53.870" v="42"/>
          <ac:inkMkLst>
            <pc:docMk/>
            <pc:sldMk cId="0" sldId="430"/>
            <ac:inkMk id="23" creationId="{5F28B426-8A7B-4691-AB8A-BCE50F9C3839}"/>
          </ac:inkMkLst>
        </pc:inkChg>
        <pc:inkChg chg="add">
          <ac:chgData name="Md. Nahid Hasan" userId="S::nahid@vu.edu.bd::85ea5f9e-65d6-4031-b810-9415101f2e21" providerId="AD" clId="Web-{5DFB6F68-1C20-43CB-89BC-4D76E458C838}" dt="2020-12-21T13:05:54.667" v="43"/>
          <ac:inkMkLst>
            <pc:docMk/>
            <pc:sldMk cId="0" sldId="430"/>
            <ac:inkMk id="24" creationId="{DE82B901-23DE-4611-878D-D0CE8DC2518F}"/>
          </ac:inkMkLst>
        </pc:inkChg>
        <pc:inkChg chg="add">
          <ac:chgData name="Md. Nahid Hasan" userId="S::nahid@vu.edu.bd::85ea5f9e-65d6-4031-b810-9415101f2e21" providerId="AD" clId="Web-{5DFB6F68-1C20-43CB-89BC-4D76E458C838}" dt="2020-12-21T13:05:55.417" v="44"/>
          <ac:inkMkLst>
            <pc:docMk/>
            <pc:sldMk cId="0" sldId="430"/>
            <ac:inkMk id="25" creationId="{3571FC44-0A29-4D58-8611-270B3ABDCFD2}"/>
          </ac:inkMkLst>
        </pc:inkChg>
        <pc:inkChg chg="add">
          <ac:chgData name="Md. Nahid Hasan" userId="S::nahid@vu.edu.bd::85ea5f9e-65d6-4031-b810-9415101f2e21" providerId="AD" clId="Web-{5DFB6F68-1C20-43CB-89BC-4D76E458C838}" dt="2020-12-21T13:05:56.026" v="45"/>
          <ac:inkMkLst>
            <pc:docMk/>
            <pc:sldMk cId="0" sldId="430"/>
            <ac:inkMk id="26" creationId="{FD97938D-AF2A-46CA-83BC-7E56AC913F87}"/>
          </ac:inkMkLst>
        </pc:inkChg>
        <pc:inkChg chg="add">
          <ac:chgData name="Md. Nahid Hasan" userId="S::nahid@vu.edu.bd::85ea5f9e-65d6-4031-b810-9415101f2e21" providerId="AD" clId="Web-{5DFB6F68-1C20-43CB-89BC-4D76E458C838}" dt="2020-12-21T13:05:57.229" v="46"/>
          <ac:inkMkLst>
            <pc:docMk/>
            <pc:sldMk cId="0" sldId="430"/>
            <ac:inkMk id="27" creationId="{43C031CE-B0A3-4C18-B131-2451A9E44558}"/>
          </ac:inkMkLst>
        </pc:inkChg>
        <pc:inkChg chg="add">
          <ac:chgData name="Md. Nahid Hasan" userId="S::nahid@vu.edu.bd::85ea5f9e-65d6-4031-b810-9415101f2e21" providerId="AD" clId="Web-{5DFB6F68-1C20-43CB-89BC-4D76E458C838}" dt="2020-12-21T13:05:57.245" v="47"/>
          <ac:inkMkLst>
            <pc:docMk/>
            <pc:sldMk cId="0" sldId="430"/>
            <ac:inkMk id="28" creationId="{5C9A8E9D-E846-4A1A-AB21-A037EA6EA64C}"/>
          </ac:inkMkLst>
        </pc:inkChg>
        <pc:inkChg chg="add">
          <ac:chgData name="Md. Nahid Hasan" userId="S::nahid@vu.edu.bd::85ea5f9e-65d6-4031-b810-9415101f2e21" providerId="AD" clId="Web-{5DFB6F68-1C20-43CB-89BC-4D76E458C838}" dt="2020-12-21T13:05:57.995" v="48"/>
          <ac:inkMkLst>
            <pc:docMk/>
            <pc:sldMk cId="0" sldId="430"/>
            <ac:inkMk id="29" creationId="{5CF5687C-4A48-47FE-935E-7F9D15005604}"/>
          </ac:inkMkLst>
        </pc:inkChg>
        <pc:inkChg chg="add">
          <ac:chgData name="Md. Nahid Hasan" userId="S::nahid@vu.edu.bd::85ea5f9e-65d6-4031-b810-9415101f2e21" providerId="AD" clId="Web-{5DFB6F68-1C20-43CB-89BC-4D76E458C838}" dt="2020-12-21T13:05:58.995" v="49"/>
          <ac:inkMkLst>
            <pc:docMk/>
            <pc:sldMk cId="0" sldId="430"/>
            <ac:inkMk id="30" creationId="{C98ACF91-4172-49EA-B40A-529F8E9E150A}"/>
          </ac:inkMkLst>
        </pc:inkChg>
        <pc:inkChg chg="add">
          <ac:chgData name="Md. Nahid Hasan" userId="S::nahid@vu.edu.bd::85ea5f9e-65d6-4031-b810-9415101f2e21" providerId="AD" clId="Web-{5DFB6F68-1C20-43CB-89BC-4D76E458C838}" dt="2020-12-21T13:05:59.964" v="50"/>
          <ac:inkMkLst>
            <pc:docMk/>
            <pc:sldMk cId="0" sldId="430"/>
            <ac:inkMk id="31" creationId="{4E896BBC-847B-4B6C-8716-5C934ACC6AF6}"/>
          </ac:inkMkLst>
        </pc:inkChg>
        <pc:inkChg chg="add">
          <ac:chgData name="Md. Nahid Hasan" userId="S::nahid@vu.edu.bd::85ea5f9e-65d6-4031-b810-9415101f2e21" providerId="AD" clId="Web-{5DFB6F68-1C20-43CB-89BC-4D76E458C838}" dt="2020-12-21T13:05:59.980" v="51"/>
          <ac:inkMkLst>
            <pc:docMk/>
            <pc:sldMk cId="0" sldId="430"/>
            <ac:inkMk id="32" creationId="{B25D6D56-C95C-4088-AD2C-9791D6992AE1}"/>
          </ac:inkMkLst>
        </pc:inkChg>
        <pc:inkChg chg="add">
          <ac:chgData name="Md. Nahid Hasan" userId="S::nahid@vu.edu.bd::85ea5f9e-65d6-4031-b810-9415101f2e21" providerId="AD" clId="Web-{5DFB6F68-1C20-43CB-89BC-4D76E458C838}" dt="2020-12-21T13:06:00.948" v="52"/>
          <ac:inkMkLst>
            <pc:docMk/>
            <pc:sldMk cId="0" sldId="430"/>
            <ac:inkMk id="33" creationId="{820C3B6C-2588-4FC8-92FF-97764566EE2A}"/>
          </ac:inkMkLst>
        </pc:inkChg>
        <pc:inkChg chg="add">
          <ac:chgData name="Md. Nahid Hasan" userId="S::nahid@vu.edu.bd::85ea5f9e-65d6-4031-b810-9415101f2e21" providerId="AD" clId="Web-{5DFB6F68-1C20-43CB-89BC-4D76E458C838}" dt="2020-12-21T13:06:00.964" v="53"/>
          <ac:inkMkLst>
            <pc:docMk/>
            <pc:sldMk cId="0" sldId="430"/>
            <ac:inkMk id="34" creationId="{40A3F9BC-C8A5-43D5-B571-C2EE4CB8DE6E}"/>
          </ac:inkMkLst>
        </pc:inkChg>
        <pc:inkChg chg="add">
          <ac:chgData name="Md. Nahid Hasan" userId="S::nahid@vu.edu.bd::85ea5f9e-65d6-4031-b810-9415101f2e21" providerId="AD" clId="Web-{5DFB6F68-1C20-43CB-89BC-4D76E458C838}" dt="2020-12-21T13:06:01.370" v="54"/>
          <ac:inkMkLst>
            <pc:docMk/>
            <pc:sldMk cId="0" sldId="430"/>
            <ac:inkMk id="35" creationId="{18013552-70BF-4DC5-AABD-1E0E7855DA1F}"/>
          </ac:inkMkLst>
        </pc:inkChg>
        <pc:inkChg chg="add">
          <ac:chgData name="Md. Nahid Hasan" userId="S::nahid@vu.edu.bd::85ea5f9e-65d6-4031-b810-9415101f2e21" providerId="AD" clId="Web-{5DFB6F68-1C20-43CB-89BC-4D76E458C838}" dt="2020-12-21T13:06:02.417" v="55"/>
          <ac:inkMkLst>
            <pc:docMk/>
            <pc:sldMk cId="0" sldId="430"/>
            <ac:inkMk id="36" creationId="{D13CA8E1-9D28-40FB-8245-D9CF51004CBB}"/>
          </ac:inkMkLst>
        </pc:inkChg>
        <pc:inkChg chg="add">
          <ac:chgData name="Md. Nahid Hasan" userId="S::nahid@vu.edu.bd::85ea5f9e-65d6-4031-b810-9415101f2e21" providerId="AD" clId="Web-{5DFB6F68-1C20-43CB-89BC-4D76E458C838}" dt="2020-12-21T13:06:07.355" v="56"/>
          <ac:inkMkLst>
            <pc:docMk/>
            <pc:sldMk cId="0" sldId="430"/>
            <ac:inkMk id="37" creationId="{7B8C01F2-B601-4280-BF2F-F3A5BEE71960}"/>
          </ac:inkMkLst>
        </pc:inkChg>
        <pc:inkChg chg="add">
          <ac:chgData name="Md. Nahid Hasan" userId="S::nahid@vu.edu.bd::85ea5f9e-65d6-4031-b810-9415101f2e21" providerId="AD" clId="Web-{5DFB6F68-1C20-43CB-89BC-4D76E458C838}" dt="2020-12-21T13:06:08.886" v="57"/>
          <ac:inkMkLst>
            <pc:docMk/>
            <pc:sldMk cId="0" sldId="430"/>
            <ac:inkMk id="38" creationId="{92E8B7F8-7CB9-4660-8E03-EF4AAE178356}"/>
          </ac:inkMkLst>
        </pc:inkChg>
        <pc:inkChg chg="add">
          <ac:chgData name="Md. Nahid Hasan" userId="S::nahid@vu.edu.bd::85ea5f9e-65d6-4031-b810-9415101f2e21" providerId="AD" clId="Web-{5DFB6F68-1C20-43CB-89BC-4D76E458C838}" dt="2020-12-21T13:06:09.433" v="58"/>
          <ac:inkMkLst>
            <pc:docMk/>
            <pc:sldMk cId="0" sldId="430"/>
            <ac:inkMk id="39" creationId="{E4205B74-2FCA-4281-8AD2-9EF452E2F82A}"/>
          </ac:inkMkLst>
        </pc:inkChg>
        <pc:inkChg chg="add">
          <ac:chgData name="Md. Nahid Hasan" userId="S::nahid@vu.edu.bd::85ea5f9e-65d6-4031-b810-9415101f2e21" providerId="AD" clId="Web-{5DFB6F68-1C20-43CB-89BC-4D76E458C838}" dt="2020-12-21T13:06:10.980" v="59"/>
          <ac:inkMkLst>
            <pc:docMk/>
            <pc:sldMk cId="0" sldId="430"/>
            <ac:inkMk id="40" creationId="{94D82B23-3424-40BE-97AF-34D6540AF719}"/>
          </ac:inkMkLst>
        </pc:inkChg>
        <pc:inkChg chg="add">
          <ac:chgData name="Md. Nahid Hasan" userId="S::nahid@vu.edu.bd::85ea5f9e-65d6-4031-b810-9415101f2e21" providerId="AD" clId="Web-{5DFB6F68-1C20-43CB-89BC-4D76E458C838}" dt="2020-12-21T13:06:10.995" v="60"/>
          <ac:inkMkLst>
            <pc:docMk/>
            <pc:sldMk cId="0" sldId="430"/>
            <ac:inkMk id="41" creationId="{13970C73-4A2C-4E95-97AB-1E021D811D6E}"/>
          </ac:inkMkLst>
        </pc:inkChg>
        <pc:inkChg chg="add">
          <ac:chgData name="Md. Nahid Hasan" userId="S::nahid@vu.edu.bd::85ea5f9e-65d6-4031-b810-9415101f2e21" providerId="AD" clId="Web-{5DFB6F68-1C20-43CB-89BC-4D76E458C838}" dt="2020-12-21T13:06:11.011" v="61"/>
          <ac:inkMkLst>
            <pc:docMk/>
            <pc:sldMk cId="0" sldId="430"/>
            <ac:inkMk id="42" creationId="{3A22BAC2-BACB-46DB-92CF-D2E69C5E3916}"/>
          </ac:inkMkLst>
        </pc:inkChg>
        <pc:inkChg chg="add">
          <ac:chgData name="Md. Nahid Hasan" userId="S::nahid@vu.edu.bd::85ea5f9e-65d6-4031-b810-9415101f2e21" providerId="AD" clId="Web-{5DFB6F68-1C20-43CB-89BC-4D76E458C838}" dt="2020-12-21T13:06:12.089" v="62"/>
          <ac:inkMkLst>
            <pc:docMk/>
            <pc:sldMk cId="0" sldId="430"/>
            <ac:inkMk id="43" creationId="{2AD83F9B-52C2-4DAE-A2F9-A540328434FC}"/>
          </ac:inkMkLst>
        </pc:inkChg>
        <pc:inkChg chg="add">
          <ac:chgData name="Md. Nahid Hasan" userId="S::nahid@vu.edu.bd::85ea5f9e-65d6-4031-b810-9415101f2e21" providerId="AD" clId="Web-{5DFB6F68-1C20-43CB-89BC-4D76E458C838}" dt="2020-12-21T13:06:25.370" v="63"/>
          <ac:inkMkLst>
            <pc:docMk/>
            <pc:sldMk cId="0" sldId="430"/>
            <ac:inkMk id="44" creationId="{667A6DB2-1CE9-469B-AE3D-4588BB384990}"/>
          </ac:inkMkLst>
        </pc:inkChg>
        <pc:inkChg chg="add">
          <ac:chgData name="Md. Nahid Hasan" userId="S::nahid@vu.edu.bd::85ea5f9e-65d6-4031-b810-9415101f2e21" providerId="AD" clId="Web-{5DFB6F68-1C20-43CB-89BC-4D76E458C838}" dt="2020-12-21T13:06:26.714" v="64"/>
          <ac:inkMkLst>
            <pc:docMk/>
            <pc:sldMk cId="0" sldId="430"/>
            <ac:inkMk id="45" creationId="{BDE58246-7EED-4FAA-8F62-326D7757690B}"/>
          </ac:inkMkLst>
        </pc:inkChg>
        <pc:inkChg chg="add">
          <ac:chgData name="Md. Nahid Hasan" userId="S::nahid@vu.edu.bd::85ea5f9e-65d6-4031-b810-9415101f2e21" providerId="AD" clId="Web-{5DFB6F68-1C20-43CB-89BC-4D76E458C838}" dt="2020-12-21T13:06:28.120" v="65"/>
          <ac:inkMkLst>
            <pc:docMk/>
            <pc:sldMk cId="0" sldId="430"/>
            <ac:inkMk id="46" creationId="{B736771F-E0E2-4F60-BD9D-1F5FC77ED8E5}"/>
          </ac:inkMkLst>
        </pc:inkChg>
        <pc:inkChg chg="add">
          <ac:chgData name="Md. Nahid Hasan" userId="S::nahid@vu.edu.bd::85ea5f9e-65d6-4031-b810-9415101f2e21" providerId="AD" clId="Web-{5DFB6F68-1C20-43CB-89BC-4D76E458C838}" dt="2020-12-21T13:06:56.433" v="66"/>
          <ac:inkMkLst>
            <pc:docMk/>
            <pc:sldMk cId="0" sldId="430"/>
            <ac:inkMk id="47" creationId="{66C34BBE-05CB-421C-898C-11F199D9F92C}"/>
          </ac:inkMkLst>
        </pc:inkChg>
        <pc:inkChg chg="add">
          <ac:chgData name="Md. Nahid Hasan" userId="S::nahid@vu.edu.bd::85ea5f9e-65d6-4031-b810-9415101f2e21" providerId="AD" clId="Web-{5DFB6F68-1C20-43CB-89BC-4D76E458C838}" dt="2020-12-21T13:06:57.449" v="67"/>
          <ac:inkMkLst>
            <pc:docMk/>
            <pc:sldMk cId="0" sldId="430"/>
            <ac:inkMk id="48" creationId="{65D1338C-EE0C-43CC-A91E-732EDFE7498B}"/>
          </ac:inkMkLst>
        </pc:inkChg>
        <pc:inkChg chg="add">
          <ac:chgData name="Md. Nahid Hasan" userId="S::nahid@vu.edu.bd::85ea5f9e-65d6-4031-b810-9415101f2e21" providerId="AD" clId="Web-{5DFB6F68-1C20-43CB-89BC-4D76E458C838}" dt="2020-12-21T13:06:58.152" v="68"/>
          <ac:inkMkLst>
            <pc:docMk/>
            <pc:sldMk cId="0" sldId="430"/>
            <ac:inkMk id="49" creationId="{542C639F-7B34-4939-9F46-EE1501078A16}"/>
          </ac:inkMkLst>
        </pc:inkChg>
        <pc:inkChg chg="add">
          <ac:chgData name="Md. Nahid Hasan" userId="S::nahid@vu.edu.bd::85ea5f9e-65d6-4031-b810-9415101f2e21" providerId="AD" clId="Web-{5DFB6F68-1C20-43CB-89BC-4D76E458C838}" dt="2020-12-21T13:07:18.652" v="69"/>
          <ac:inkMkLst>
            <pc:docMk/>
            <pc:sldMk cId="0" sldId="430"/>
            <ac:inkMk id="50" creationId="{8D5944B4-50BA-4326-B4B6-B3FB36726207}"/>
          </ac:inkMkLst>
        </pc:inkChg>
        <pc:inkChg chg="add">
          <ac:chgData name="Md. Nahid Hasan" userId="S::nahid@vu.edu.bd::85ea5f9e-65d6-4031-b810-9415101f2e21" providerId="AD" clId="Web-{5DFB6F68-1C20-43CB-89BC-4D76E458C838}" dt="2020-12-21T13:07:19.512" v="70"/>
          <ac:inkMkLst>
            <pc:docMk/>
            <pc:sldMk cId="0" sldId="430"/>
            <ac:inkMk id="51" creationId="{5B594EBF-106F-4F65-B320-2F16A00FD488}"/>
          </ac:inkMkLst>
        </pc:inkChg>
        <pc:inkChg chg="add">
          <ac:chgData name="Md. Nahid Hasan" userId="S::nahid@vu.edu.bd::85ea5f9e-65d6-4031-b810-9415101f2e21" providerId="AD" clId="Web-{5DFB6F68-1C20-43CB-89BC-4D76E458C838}" dt="2020-12-21T13:07:20.246" v="71"/>
          <ac:inkMkLst>
            <pc:docMk/>
            <pc:sldMk cId="0" sldId="430"/>
            <ac:inkMk id="52" creationId="{6E88E13F-36B5-4D21-BB15-36E65EDEBD01}"/>
          </ac:inkMkLst>
        </pc:inkChg>
        <pc:inkChg chg="add">
          <ac:chgData name="Md. Nahid Hasan" userId="S::nahid@vu.edu.bd::85ea5f9e-65d6-4031-b810-9415101f2e21" providerId="AD" clId="Web-{5DFB6F68-1C20-43CB-89BC-4D76E458C838}" dt="2020-12-21T13:07:26.121" v="72"/>
          <ac:inkMkLst>
            <pc:docMk/>
            <pc:sldMk cId="0" sldId="430"/>
            <ac:inkMk id="53" creationId="{4612D415-157F-4442-9BF7-D9B74363D4C0}"/>
          </ac:inkMkLst>
        </pc:inkChg>
        <pc:inkChg chg="add">
          <ac:chgData name="Md. Nahid Hasan" userId="S::nahid@vu.edu.bd::85ea5f9e-65d6-4031-b810-9415101f2e21" providerId="AD" clId="Web-{5DFB6F68-1C20-43CB-89BC-4D76E458C838}" dt="2020-12-21T13:07:33.403" v="73"/>
          <ac:inkMkLst>
            <pc:docMk/>
            <pc:sldMk cId="0" sldId="430"/>
            <ac:inkMk id="54" creationId="{6FF3C6B9-1A43-4FED-B107-63BD1F9BBD6C}"/>
          </ac:inkMkLst>
        </pc:inkChg>
        <pc:inkChg chg="add">
          <ac:chgData name="Md. Nahid Hasan" userId="S::nahid@vu.edu.bd::85ea5f9e-65d6-4031-b810-9415101f2e21" providerId="AD" clId="Web-{5DFB6F68-1C20-43CB-89BC-4D76E458C838}" dt="2020-12-21T13:07:34.387" v="74"/>
          <ac:inkMkLst>
            <pc:docMk/>
            <pc:sldMk cId="0" sldId="430"/>
            <ac:inkMk id="55" creationId="{3E351890-7431-42CC-8CBA-1D029C12B36A}"/>
          </ac:inkMkLst>
        </pc:inkChg>
        <pc:inkChg chg="add">
          <ac:chgData name="Md. Nahid Hasan" userId="S::nahid@vu.edu.bd::85ea5f9e-65d6-4031-b810-9415101f2e21" providerId="AD" clId="Web-{5DFB6F68-1C20-43CB-89BC-4D76E458C838}" dt="2020-12-21T13:07:34.387" v="75"/>
          <ac:inkMkLst>
            <pc:docMk/>
            <pc:sldMk cId="0" sldId="430"/>
            <ac:inkMk id="56" creationId="{6B94C13A-C0B7-4779-977C-38A0C746AC63}"/>
          </ac:inkMkLst>
        </pc:inkChg>
        <pc:inkChg chg="add">
          <ac:chgData name="Md. Nahid Hasan" userId="S::nahid@vu.edu.bd::85ea5f9e-65d6-4031-b810-9415101f2e21" providerId="AD" clId="Web-{5DFB6F68-1C20-43CB-89BC-4D76E458C838}" dt="2020-12-21T13:07:40.387" v="76"/>
          <ac:inkMkLst>
            <pc:docMk/>
            <pc:sldMk cId="0" sldId="430"/>
            <ac:inkMk id="57" creationId="{7A190ECC-2008-4391-8047-9C674ECAAB7E}"/>
          </ac:inkMkLst>
        </pc:inkChg>
        <pc:inkChg chg="add">
          <ac:chgData name="Md. Nahid Hasan" userId="S::nahid@vu.edu.bd::85ea5f9e-65d6-4031-b810-9415101f2e21" providerId="AD" clId="Web-{5DFB6F68-1C20-43CB-89BC-4D76E458C838}" dt="2020-12-21T13:08:06.356" v="77"/>
          <ac:inkMkLst>
            <pc:docMk/>
            <pc:sldMk cId="0" sldId="430"/>
            <ac:inkMk id="58" creationId="{781CD993-35A2-4204-B28B-13EF67283218}"/>
          </ac:inkMkLst>
        </pc:inkChg>
        <pc:inkChg chg="add">
          <ac:chgData name="Md. Nahid Hasan" userId="S::nahid@vu.edu.bd::85ea5f9e-65d6-4031-b810-9415101f2e21" providerId="AD" clId="Web-{5DFB6F68-1C20-43CB-89BC-4D76E458C838}" dt="2020-12-21T13:08:07.403" v="78"/>
          <ac:inkMkLst>
            <pc:docMk/>
            <pc:sldMk cId="0" sldId="430"/>
            <ac:inkMk id="59" creationId="{FDDF1C4B-013C-484F-9CC5-4AF37BEA10D6}"/>
          </ac:inkMkLst>
        </pc:inkChg>
        <pc:inkChg chg="add">
          <ac:chgData name="Md. Nahid Hasan" userId="S::nahid@vu.edu.bd::85ea5f9e-65d6-4031-b810-9415101f2e21" providerId="AD" clId="Web-{5DFB6F68-1C20-43CB-89BC-4D76E458C838}" dt="2020-12-21T13:08:08.294" v="79"/>
          <ac:inkMkLst>
            <pc:docMk/>
            <pc:sldMk cId="0" sldId="430"/>
            <ac:inkMk id="60" creationId="{3BEBFA9B-5029-492F-9F54-FC99C29FC0A5}"/>
          </ac:inkMkLst>
        </pc:inkChg>
        <pc:inkChg chg="add">
          <ac:chgData name="Md. Nahid Hasan" userId="S::nahid@vu.edu.bd::85ea5f9e-65d6-4031-b810-9415101f2e21" providerId="AD" clId="Web-{5DFB6F68-1C20-43CB-89BC-4D76E458C838}" dt="2020-12-21T13:08:09.278" v="80"/>
          <ac:inkMkLst>
            <pc:docMk/>
            <pc:sldMk cId="0" sldId="430"/>
            <ac:inkMk id="61" creationId="{3AF41013-1EDD-45D9-8A7F-354D18F8376E}"/>
          </ac:inkMkLst>
        </pc:inkChg>
        <pc:inkChg chg="add">
          <ac:chgData name="Md. Nahid Hasan" userId="S::nahid@vu.edu.bd::85ea5f9e-65d6-4031-b810-9415101f2e21" providerId="AD" clId="Web-{5DFB6F68-1C20-43CB-89BC-4D76E458C838}" dt="2020-12-21T13:08:10.856" v="81"/>
          <ac:inkMkLst>
            <pc:docMk/>
            <pc:sldMk cId="0" sldId="430"/>
            <ac:inkMk id="62" creationId="{B27A36B0-8F45-4380-A014-25692A54EB4F}"/>
          </ac:inkMkLst>
        </pc:inkChg>
        <pc:inkChg chg="add">
          <ac:chgData name="Md. Nahid Hasan" userId="S::nahid@vu.edu.bd::85ea5f9e-65d6-4031-b810-9415101f2e21" providerId="AD" clId="Web-{5DFB6F68-1C20-43CB-89BC-4D76E458C838}" dt="2020-12-21T13:08:14.669" v="82"/>
          <ac:inkMkLst>
            <pc:docMk/>
            <pc:sldMk cId="0" sldId="430"/>
            <ac:inkMk id="63" creationId="{ACFF8954-7379-41C5-AADE-983695029967}"/>
          </ac:inkMkLst>
        </pc:inkChg>
        <pc:inkChg chg="add">
          <ac:chgData name="Md. Nahid Hasan" userId="S::nahid@vu.edu.bd::85ea5f9e-65d6-4031-b810-9415101f2e21" providerId="AD" clId="Web-{5DFB6F68-1C20-43CB-89BC-4D76E458C838}" dt="2020-12-21T13:08:15.653" v="83"/>
          <ac:inkMkLst>
            <pc:docMk/>
            <pc:sldMk cId="0" sldId="430"/>
            <ac:inkMk id="9216" creationId="{D66F563D-F145-4C42-9366-981DBC3D1F73}"/>
          </ac:inkMkLst>
        </pc:inkChg>
        <pc:inkChg chg="add">
          <ac:chgData name="Md. Nahid Hasan" userId="S::nahid@vu.edu.bd::85ea5f9e-65d6-4031-b810-9415101f2e21" providerId="AD" clId="Web-{5DFB6F68-1C20-43CB-89BC-4D76E458C838}" dt="2020-12-21T13:08:15.669" v="84"/>
          <ac:inkMkLst>
            <pc:docMk/>
            <pc:sldMk cId="0" sldId="430"/>
            <ac:inkMk id="9217" creationId="{C6FB1927-E30D-462C-B424-9ABB4296BB61}"/>
          </ac:inkMkLst>
        </pc:inkChg>
        <pc:inkChg chg="add">
          <ac:chgData name="Md. Nahid Hasan" userId="S::nahid@vu.edu.bd::85ea5f9e-65d6-4031-b810-9415101f2e21" providerId="AD" clId="Web-{5DFB6F68-1C20-43CB-89BC-4D76E458C838}" dt="2020-12-21T13:08:16.356" v="85"/>
          <ac:inkMkLst>
            <pc:docMk/>
            <pc:sldMk cId="0" sldId="430"/>
            <ac:inkMk id="9220" creationId="{C7AF9250-7214-4370-90BC-F8C0DCB374E3}"/>
          </ac:inkMkLst>
        </pc:inkChg>
        <pc:inkChg chg="add">
          <ac:chgData name="Md. Nahid Hasan" userId="S::nahid@vu.edu.bd::85ea5f9e-65d6-4031-b810-9415101f2e21" providerId="AD" clId="Web-{5DFB6F68-1C20-43CB-89BC-4D76E458C838}" dt="2020-12-21T13:08:19.059" v="86"/>
          <ac:inkMkLst>
            <pc:docMk/>
            <pc:sldMk cId="0" sldId="430"/>
            <ac:inkMk id="9221" creationId="{0D17E5C2-6E5F-439A-B656-0C442789FD5F}"/>
          </ac:inkMkLst>
        </pc:inkChg>
        <pc:inkChg chg="add">
          <ac:chgData name="Md. Nahid Hasan" userId="S::nahid@vu.edu.bd::85ea5f9e-65d6-4031-b810-9415101f2e21" providerId="AD" clId="Web-{5DFB6F68-1C20-43CB-89BC-4D76E458C838}" dt="2020-12-21T13:08:19.075" v="87"/>
          <ac:inkMkLst>
            <pc:docMk/>
            <pc:sldMk cId="0" sldId="430"/>
            <ac:inkMk id="9222" creationId="{6F74D3C7-500B-4F8C-A4BD-80BDD9333AA3}"/>
          </ac:inkMkLst>
        </pc:inkChg>
        <pc:inkChg chg="add">
          <ac:chgData name="Md. Nahid Hasan" userId="S::nahid@vu.edu.bd::85ea5f9e-65d6-4031-b810-9415101f2e21" providerId="AD" clId="Web-{5DFB6F68-1C20-43CB-89BC-4D76E458C838}" dt="2020-12-21T13:08:20.247" v="88"/>
          <ac:inkMkLst>
            <pc:docMk/>
            <pc:sldMk cId="0" sldId="430"/>
            <ac:inkMk id="9223" creationId="{38FD4757-15C8-4A74-8B37-1E1929F9CA8B}"/>
          </ac:inkMkLst>
        </pc:inkChg>
        <pc:inkChg chg="add">
          <ac:chgData name="Md. Nahid Hasan" userId="S::nahid@vu.edu.bd::85ea5f9e-65d6-4031-b810-9415101f2e21" providerId="AD" clId="Web-{5DFB6F68-1C20-43CB-89BC-4D76E458C838}" dt="2020-12-21T13:08:20.263" v="89"/>
          <ac:inkMkLst>
            <pc:docMk/>
            <pc:sldMk cId="0" sldId="430"/>
            <ac:inkMk id="9224" creationId="{71888398-CEF1-4A09-8EBD-C798B1BB08C8}"/>
          </ac:inkMkLst>
        </pc:inkChg>
        <pc:inkChg chg="add">
          <ac:chgData name="Md. Nahid Hasan" userId="S::nahid@vu.edu.bd::85ea5f9e-65d6-4031-b810-9415101f2e21" providerId="AD" clId="Web-{5DFB6F68-1C20-43CB-89BC-4D76E458C838}" dt="2020-12-21T13:08:20.700" v="90"/>
          <ac:inkMkLst>
            <pc:docMk/>
            <pc:sldMk cId="0" sldId="430"/>
            <ac:inkMk id="9225" creationId="{35AAE63E-EA22-4969-A0A1-FD43B771A71C}"/>
          </ac:inkMkLst>
        </pc:inkChg>
        <pc:inkChg chg="add">
          <ac:chgData name="Md. Nahid Hasan" userId="S::nahid@vu.edu.bd::85ea5f9e-65d6-4031-b810-9415101f2e21" providerId="AD" clId="Web-{5DFB6F68-1C20-43CB-89BC-4D76E458C838}" dt="2020-12-21T13:08:40.716" v="91"/>
          <ac:inkMkLst>
            <pc:docMk/>
            <pc:sldMk cId="0" sldId="430"/>
            <ac:inkMk id="9226" creationId="{35608B21-B2E0-4902-A16D-67D9A6FFC6E0}"/>
          </ac:inkMkLst>
        </pc:inkChg>
        <pc:inkChg chg="add">
          <ac:chgData name="Md. Nahid Hasan" userId="S::nahid@vu.edu.bd::85ea5f9e-65d6-4031-b810-9415101f2e21" providerId="AD" clId="Web-{5DFB6F68-1C20-43CB-89BC-4D76E458C838}" dt="2020-12-21T13:08:41.372" v="92"/>
          <ac:inkMkLst>
            <pc:docMk/>
            <pc:sldMk cId="0" sldId="430"/>
            <ac:inkMk id="9227" creationId="{3CD75BE2-8762-4E54-9207-17B70AF40DFD}"/>
          </ac:inkMkLst>
        </pc:inkChg>
        <pc:inkChg chg="add">
          <ac:chgData name="Md. Nahid Hasan" userId="S::nahid@vu.edu.bd::85ea5f9e-65d6-4031-b810-9415101f2e21" providerId="AD" clId="Web-{5DFB6F68-1C20-43CB-89BC-4D76E458C838}" dt="2020-12-21T13:08:54.576" v="93"/>
          <ac:inkMkLst>
            <pc:docMk/>
            <pc:sldMk cId="0" sldId="430"/>
            <ac:inkMk id="9228" creationId="{1C474833-AAFE-4AEA-8268-5333412D4698}"/>
          </ac:inkMkLst>
        </pc:inkChg>
        <pc:inkChg chg="add">
          <ac:chgData name="Md. Nahid Hasan" userId="S::nahid@vu.edu.bd::85ea5f9e-65d6-4031-b810-9415101f2e21" providerId="AD" clId="Web-{5DFB6F68-1C20-43CB-89BC-4D76E458C838}" dt="2020-12-21T13:08:55.841" v="94"/>
          <ac:inkMkLst>
            <pc:docMk/>
            <pc:sldMk cId="0" sldId="430"/>
            <ac:inkMk id="9229" creationId="{462F9E62-3904-4247-AAF8-E373827455EE}"/>
          </ac:inkMkLst>
        </pc:inkChg>
        <pc:inkChg chg="add">
          <ac:chgData name="Md. Nahid Hasan" userId="S::nahid@vu.edu.bd::85ea5f9e-65d6-4031-b810-9415101f2e21" providerId="AD" clId="Web-{5DFB6F68-1C20-43CB-89BC-4D76E458C838}" dt="2020-12-21T13:08:58.060" v="95"/>
          <ac:inkMkLst>
            <pc:docMk/>
            <pc:sldMk cId="0" sldId="430"/>
            <ac:inkMk id="9230" creationId="{7D69EEC8-880B-48FE-8014-5F29EA33ADBF}"/>
          </ac:inkMkLst>
        </pc:inkChg>
        <pc:inkChg chg="add">
          <ac:chgData name="Md. Nahid Hasan" userId="S::nahid@vu.edu.bd::85ea5f9e-65d6-4031-b810-9415101f2e21" providerId="AD" clId="Web-{5DFB6F68-1C20-43CB-89BC-4D76E458C838}" dt="2020-12-21T13:08:59.372" v="96"/>
          <ac:inkMkLst>
            <pc:docMk/>
            <pc:sldMk cId="0" sldId="430"/>
            <ac:inkMk id="9231" creationId="{E7D94AA0-BD49-4C2B-81E7-FB37939F30B4}"/>
          </ac:inkMkLst>
        </pc:inkChg>
        <pc:inkChg chg="add">
          <ac:chgData name="Md. Nahid Hasan" userId="S::nahid@vu.edu.bd::85ea5f9e-65d6-4031-b810-9415101f2e21" providerId="AD" clId="Web-{5DFB6F68-1C20-43CB-89BC-4D76E458C838}" dt="2020-12-21T13:09:00.576" v="97"/>
          <ac:inkMkLst>
            <pc:docMk/>
            <pc:sldMk cId="0" sldId="430"/>
            <ac:inkMk id="9232" creationId="{736F2C30-30CE-446A-A741-20EDD9A97798}"/>
          </ac:inkMkLst>
        </pc:inkChg>
        <pc:inkChg chg="add">
          <ac:chgData name="Md. Nahid Hasan" userId="S::nahid@vu.edu.bd::85ea5f9e-65d6-4031-b810-9415101f2e21" providerId="AD" clId="Web-{5DFB6F68-1C20-43CB-89BC-4D76E458C838}" dt="2020-12-21T13:09:02.060" v="98"/>
          <ac:inkMkLst>
            <pc:docMk/>
            <pc:sldMk cId="0" sldId="430"/>
            <ac:inkMk id="9233" creationId="{584A566E-765A-4955-AA62-CB61D59E5810}"/>
          </ac:inkMkLst>
        </pc:inkChg>
        <pc:inkChg chg="add">
          <ac:chgData name="Md. Nahid Hasan" userId="S::nahid@vu.edu.bd::85ea5f9e-65d6-4031-b810-9415101f2e21" providerId="AD" clId="Web-{5DFB6F68-1C20-43CB-89BC-4D76E458C838}" dt="2020-12-21T13:09:03.060" v="99"/>
          <ac:inkMkLst>
            <pc:docMk/>
            <pc:sldMk cId="0" sldId="430"/>
            <ac:inkMk id="9234" creationId="{40D20C3D-EB26-4B69-9C0A-3D87D17E62FD}"/>
          </ac:inkMkLst>
        </pc:inkChg>
        <pc:inkChg chg="add">
          <ac:chgData name="Md. Nahid Hasan" userId="S::nahid@vu.edu.bd::85ea5f9e-65d6-4031-b810-9415101f2e21" providerId="AD" clId="Web-{5DFB6F68-1C20-43CB-89BC-4D76E458C838}" dt="2020-12-21T13:09:04.466" v="100"/>
          <ac:inkMkLst>
            <pc:docMk/>
            <pc:sldMk cId="0" sldId="430"/>
            <ac:inkMk id="9235" creationId="{E75BF5F5-5537-4838-BFC7-A96F6B9C6F22}"/>
          </ac:inkMkLst>
        </pc:inkChg>
        <pc:inkChg chg="add">
          <ac:chgData name="Md. Nahid Hasan" userId="S::nahid@vu.edu.bd::85ea5f9e-65d6-4031-b810-9415101f2e21" providerId="AD" clId="Web-{5DFB6F68-1C20-43CB-89BC-4D76E458C838}" dt="2020-12-21T13:09:04.482" v="101"/>
          <ac:inkMkLst>
            <pc:docMk/>
            <pc:sldMk cId="0" sldId="430"/>
            <ac:inkMk id="9236" creationId="{23C11FA2-A14E-42D2-AB9F-F8126B611167}"/>
          </ac:inkMkLst>
        </pc:inkChg>
        <pc:inkChg chg="add">
          <ac:chgData name="Md. Nahid Hasan" userId="S::nahid@vu.edu.bd::85ea5f9e-65d6-4031-b810-9415101f2e21" providerId="AD" clId="Web-{5DFB6F68-1C20-43CB-89BC-4D76E458C838}" dt="2020-12-21T13:09:09.544" v="102"/>
          <ac:inkMkLst>
            <pc:docMk/>
            <pc:sldMk cId="0" sldId="430"/>
            <ac:inkMk id="9237" creationId="{0EEDB51F-419D-4938-8CE1-FA83FE60E1CE}"/>
          </ac:inkMkLst>
        </pc:inkChg>
      </pc:sldChg>
      <pc:sldChg chg="addSp">
        <pc:chgData name="Md. Nahid Hasan" userId="S::nahid@vu.edu.bd::85ea5f9e-65d6-4031-b810-9415101f2e21" providerId="AD" clId="Web-{5DFB6F68-1C20-43CB-89BC-4D76E458C838}" dt="2020-12-21T13:10:39.718" v="116"/>
        <pc:sldMkLst>
          <pc:docMk/>
          <pc:sldMk cId="0" sldId="431"/>
        </pc:sldMkLst>
        <pc:inkChg chg="add">
          <ac:chgData name="Md. Nahid Hasan" userId="S::nahid@vu.edu.bd::85ea5f9e-65d6-4031-b810-9415101f2e21" providerId="AD" clId="Web-{5DFB6F68-1C20-43CB-89BC-4D76E458C838}" dt="2020-12-21T13:10:10.764" v="111"/>
          <ac:inkMkLst>
            <pc:docMk/>
            <pc:sldMk cId="0" sldId="431"/>
            <ac:inkMk id="2" creationId="{23D4823E-522B-4ADD-8B4C-94F57082C625}"/>
          </ac:inkMkLst>
        </pc:inkChg>
        <pc:inkChg chg="add">
          <ac:chgData name="Md. Nahid Hasan" userId="S::nahid@vu.edu.bd::85ea5f9e-65d6-4031-b810-9415101f2e21" providerId="AD" clId="Web-{5DFB6F68-1C20-43CB-89BC-4D76E458C838}" dt="2020-12-21T13:10:21.780" v="112"/>
          <ac:inkMkLst>
            <pc:docMk/>
            <pc:sldMk cId="0" sldId="431"/>
            <ac:inkMk id="3" creationId="{993F2C8B-214F-4ABE-939C-27A4155320F5}"/>
          </ac:inkMkLst>
        </pc:inkChg>
        <pc:inkChg chg="add">
          <ac:chgData name="Md. Nahid Hasan" userId="S::nahid@vu.edu.bd::85ea5f9e-65d6-4031-b810-9415101f2e21" providerId="AD" clId="Web-{5DFB6F68-1C20-43CB-89BC-4D76E458C838}" dt="2020-12-21T13:10:27.030" v="113"/>
          <ac:inkMkLst>
            <pc:docMk/>
            <pc:sldMk cId="0" sldId="431"/>
            <ac:inkMk id="4" creationId="{EFE09060-2D26-43D2-9FC6-003C9C060369}"/>
          </ac:inkMkLst>
        </pc:inkChg>
        <pc:inkChg chg="add">
          <ac:chgData name="Md. Nahid Hasan" userId="S::nahid@vu.edu.bd::85ea5f9e-65d6-4031-b810-9415101f2e21" providerId="AD" clId="Web-{5DFB6F68-1C20-43CB-89BC-4D76E458C838}" dt="2020-12-21T13:10:32.749" v="114"/>
          <ac:inkMkLst>
            <pc:docMk/>
            <pc:sldMk cId="0" sldId="431"/>
            <ac:inkMk id="5" creationId="{07EE4165-0AE9-4159-99E3-A61E9D6D1E7B}"/>
          </ac:inkMkLst>
        </pc:inkChg>
        <pc:inkChg chg="add">
          <ac:chgData name="Md. Nahid Hasan" userId="S::nahid@vu.edu.bd::85ea5f9e-65d6-4031-b810-9415101f2e21" providerId="AD" clId="Web-{5DFB6F68-1C20-43CB-89BC-4D76E458C838}" dt="2020-12-21T13:10:37.358" v="115"/>
          <ac:inkMkLst>
            <pc:docMk/>
            <pc:sldMk cId="0" sldId="431"/>
            <ac:inkMk id="6" creationId="{80092CF2-161E-43D7-9329-77A8548C8B86}"/>
          </ac:inkMkLst>
        </pc:inkChg>
        <pc:inkChg chg="add">
          <ac:chgData name="Md. Nahid Hasan" userId="S::nahid@vu.edu.bd::85ea5f9e-65d6-4031-b810-9415101f2e21" providerId="AD" clId="Web-{5DFB6F68-1C20-43CB-89BC-4D76E458C838}" dt="2020-12-21T13:10:39.718" v="116"/>
          <ac:inkMkLst>
            <pc:docMk/>
            <pc:sldMk cId="0" sldId="431"/>
            <ac:inkMk id="7" creationId="{FFF69A40-7235-44A9-93DB-B80EEDE86852}"/>
          </ac:inkMkLst>
        </pc:inkChg>
      </pc:sldChg>
      <pc:sldChg chg="addSp">
        <pc:chgData name="Md. Nahid Hasan" userId="S::nahid@vu.edu.bd::85ea5f9e-65d6-4031-b810-9415101f2e21" providerId="AD" clId="Web-{5DFB6F68-1C20-43CB-89BC-4D76E458C838}" dt="2020-12-21T13:17:19.629" v="232"/>
        <pc:sldMkLst>
          <pc:docMk/>
          <pc:sldMk cId="0" sldId="432"/>
        </pc:sldMkLst>
        <pc:inkChg chg="add">
          <ac:chgData name="Md. Nahid Hasan" userId="S::nahid@vu.edu.bd::85ea5f9e-65d6-4031-b810-9415101f2e21" providerId="AD" clId="Web-{5DFB6F68-1C20-43CB-89BC-4D76E458C838}" dt="2020-12-21T13:16:15.535" v="216"/>
          <ac:inkMkLst>
            <pc:docMk/>
            <pc:sldMk cId="0" sldId="432"/>
            <ac:inkMk id="2" creationId="{1B98E99D-F62F-4A58-A950-61C6C00B6E23}"/>
          </ac:inkMkLst>
        </pc:inkChg>
        <pc:inkChg chg="add">
          <ac:chgData name="Md. Nahid Hasan" userId="S::nahid@vu.edu.bd::85ea5f9e-65d6-4031-b810-9415101f2e21" providerId="AD" clId="Web-{5DFB6F68-1C20-43CB-89BC-4D76E458C838}" dt="2020-12-21T13:16:15.535" v="217"/>
          <ac:inkMkLst>
            <pc:docMk/>
            <pc:sldMk cId="0" sldId="432"/>
            <ac:inkMk id="3" creationId="{EF73F891-4787-4606-BD39-C150DC7EEF12}"/>
          </ac:inkMkLst>
        </pc:inkChg>
        <pc:inkChg chg="add">
          <ac:chgData name="Md. Nahid Hasan" userId="S::nahid@vu.edu.bd::85ea5f9e-65d6-4031-b810-9415101f2e21" providerId="AD" clId="Web-{5DFB6F68-1C20-43CB-89BC-4D76E458C838}" dt="2020-12-21T13:16:16.081" v="218"/>
          <ac:inkMkLst>
            <pc:docMk/>
            <pc:sldMk cId="0" sldId="432"/>
            <ac:inkMk id="4" creationId="{8F085F8E-3130-4E3F-8E28-AF3F346689C2}"/>
          </ac:inkMkLst>
        </pc:inkChg>
        <pc:inkChg chg="add">
          <ac:chgData name="Md. Nahid Hasan" userId="S::nahid@vu.edu.bd::85ea5f9e-65d6-4031-b810-9415101f2e21" providerId="AD" clId="Web-{5DFB6F68-1C20-43CB-89BC-4D76E458C838}" dt="2020-12-21T13:16:17.472" v="219"/>
          <ac:inkMkLst>
            <pc:docMk/>
            <pc:sldMk cId="0" sldId="432"/>
            <ac:inkMk id="5" creationId="{C066045E-C3E0-4F87-8FC6-1A8B119903BB}"/>
          </ac:inkMkLst>
        </pc:inkChg>
        <pc:inkChg chg="add">
          <ac:chgData name="Md. Nahid Hasan" userId="S::nahid@vu.edu.bd::85ea5f9e-65d6-4031-b810-9415101f2e21" providerId="AD" clId="Web-{5DFB6F68-1C20-43CB-89BC-4D76E458C838}" dt="2020-12-21T13:16:23.581" v="220"/>
          <ac:inkMkLst>
            <pc:docMk/>
            <pc:sldMk cId="0" sldId="432"/>
            <ac:inkMk id="6" creationId="{43CE386A-4C01-4CF2-ABEA-B9760C24BF26}"/>
          </ac:inkMkLst>
        </pc:inkChg>
        <pc:inkChg chg="add">
          <ac:chgData name="Md. Nahid Hasan" userId="S::nahid@vu.edu.bd::85ea5f9e-65d6-4031-b810-9415101f2e21" providerId="AD" clId="Web-{5DFB6F68-1C20-43CB-89BC-4D76E458C838}" dt="2020-12-21T13:16:30.082" v="221"/>
          <ac:inkMkLst>
            <pc:docMk/>
            <pc:sldMk cId="0" sldId="432"/>
            <ac:inkMk id="7" creationId="{A385374E-4A9A-4C9D-8D46-FF584E17DF02}"/>
          </ac:inkMkLst>
        </pc:inkChg>
        <pc:inkChg chg="add">
          <ac:chgData name="Md. Nahid Hasan" userId="S::nahid@vu.edu.bd::85ea5f9e-65d6-4031-b810-9415101f2e21" providerId="AD" clId="Web-{5DFB6F68-1C20-43CB-89BC-4D76E458C838}" dt="2020-12-21T13:16:33.425" v="222"/>
          <ac:inkMkLst>
            <pc:docMk/>
            <pc:sldMk cId="0" sldId="432"/>
            <ac:inkMk id="8" creationId="{EFB4DDD0-389B-4DBB-88E9-D1EC3E1DE0A4}"/>
          </ac:inkMkLst>
        </pc:inkChg>
        <pc:inkChg chg="add">
          <ac:chgData name="Md. Nahid Hasan" userId="S::nahid@vu.edu.bd::85ea5f9e-65d6-4031-b810-9415101f2e21" providerId="AD" clId="Web-{5DFB6F68-1C20-43CB-89BC-4D76E458C838}" dt="2020-12-21T13:16:34.691" v="223"/>
          <ac:inkMkLst>
            <pc:docMk/>
            <pc:sldMk cId="0" sldId="432"/>
            <ac:inkMk id="9" creationId="{37D79EBA-455E-46FF-BA3D-07284006ACC6}"/>
          </ac:inkMkLst>
        </pc:inkChg>
        <pc:inkChg chg="add">
          <ac:chgData name="Md. Nahid Hasan" userId="S::nahid@vu.edu.bd::85ea5f9e-65d6-4031-b810-9415101f2e21" providerId="AD" clId="Web-{5DFB6F68-1C20-43CB-89BC-4D76E458C838}" dt="2020-12-21T13:16:35.519" v="224"/>
          <ac:inkMkLst>
            <pc:docMk/>
            <pc:sldMk cId="0" sldId="432"/>
            <ac:inkMk id="10" creationId="{EBE1E775-ABB5-42D2-AB8F-4AB35F15C575}"/>
          </ac:inkMkLst>
        </pc:inkChg>
        <pc:inkChg chg="add">
          <ac:chgData name="Md. Nahid Hasan" userId="S::nahid@vu.edu.bd::85ea5f9e-65d6-4031-b810-9415101f2e21" providerId="AD" clId="Web-{5DFB6F68-1C20-43CB-89BC-4D76E458C838}" dt="2020-12-21T13:16:36.488" v="225"/>
          <ac:inkMkLst>
            <pc:docMk/>
            <pc:sldMk cId="0" sldId="432"/>
            <ac:inkMk id="11" creationId="{7E6A7225-0AE8-4DE2-BAE4-94CF34D2AF4C}"/>
          </ac:inkMkLst>
        </pc:inkChg>
        <pc:inkChg chg="add">
          <ac:chgData name="Md. Nahid Hasan" userId="S::nahid@vu.edu.bd::85ea5f9e-65d6-4031-b810-9415101f2e21" providerId="AD" clId="Web-{5DFB6F68-1C20-43CB-89BC-4D76E458C838}" dt="2020-12-21T13:16:37.457" v="226"/>
          <ac:inkMkLst>
            <pc:docMk/>
            <pc:sldMk cId="0" sldId="432"/>
            <ac:inkMk id="12" creationId="{2C115070-975B-4C6E-9004-7B292F263B92}"/>
          </ac:inkMkLst>
        </pc:inkChg>
        <pc:inkChg chg="add">
          <ac:chgData name="Md. Nahid Hasan" userId="S::nahid@vu.edu.bd::85ea5f9e-65d6-4031-b810-9415101f2e21" providerId="AD" clId="Web-{5DFB6F68-1C20-43CB-89BC-4D76E458C838}" dt="2020-12-21T13:16:41.754" v="227"/>
          <ac:inkMkLst>
            <pc:docMk/>
            <pc:sldMk cId="0" sldId="432"/>
            <ac:inkMk id="13" creationId="{A64F1BA9-5EFA-4C95-AE46-7CDCEAF1900D}"/>
          </ac:inkMkLst>
        </pc:inkChg>
        <pc:inkChg chg="add">
          <ac:chgData name="Md. Nahid Hasan" userId="S::nahid@vu.edu.bd::85ea5f9e-65d6-4031-b810-9415101f2e21" providerId="AD" clId="Web-{5DFB6F68-1C20-43CB-89BC-4D76E458C838}" dt="2020-12-21T13:17:11.270" v="228"/>
          <ac:inkMkLst>
            <pc:docMk/>
            <pc:sldMk cId="0" sldId="432"/>
            <ac:inkMk id="14" creationId="{F58ADE23-F94F-4EED-9A30-00F6D45089A4}"/>
          </ac:inkMkLst>
        </pc:inkChg>
        <pc:inkChg chg="add">
          <ac:chgData name="Md. Nahid Hasan" userId="S::nahid@vu.edu.bd::85ea5f9e-65d6-4031-b810-9415101f2e21" providerId="AD" clId="Web-{5DFB6F68-1C20-43CB-89BC-4D76E458C838}" dt="2020-12-21T13:17:12.207" v="229"/>
          <ac:inkMkLst>
            <pc:docMk/>
            <pc:sldMk cId="0" sldId="432"/>
            <ac:inkMk id="15" creationId="{6139F1D1-677D-468A-98C1-123E381B520E}"/>
          </ac:inkMkLst>
        </pc:inkChg>
        <pc:inkChg chg="add">
          <ac:chgData name="Md. Nahid Hasan" userId="S::nahid@vu.edu.bd::85ea5f9e-65d6-4031-b810-9415101f2e21" providerId="AD" clId="Web-{5DFB6F68-1C20-43CB-89BC-4D76E458C838}" dt="2020-12-21T13:17:14.613" v="230"/>
          <ac:inkMkLst>
            <pc:docMk/>
            <pc:sldMk cId="0" sldId="432"/>
            <ac:inkMk id="16" creationId="{3ECDEB97-C115-4432-86CE-0D8E06D8AAEE}"/>
          </ac:inkMkLst>
        </pc:inkChg>
        <pc:inkChg chg="add">
          <ac:chgData name="Md. Nahid Hasan" userId="S::nahid@vu.edu.bd::85ea5f9e-65d6-4031-b810-9415101f2e21" providerId="AD" clId="Web-{5DFB6F68-1C20-43CB-89BC-4D76E458C838}" dt="2020-12-21T13:17:18.067" v="231"/>
          <ac:inkMkLst>
            <pc:docMk/>
            <pc:sldMk cId="0" sldId="432"/>
            <ac:inkMk id="17" creationId="{8877C9C7-BCE4-4455-8E9A-EF68D70A4F01}"/>
          </ac:inkMkLst>
        </pc:inkChg>
        <pc:inkChg chg="add">
          <ac:chgData name="Md. Nahid Hasan" userId="S::nahid@vu.edu.bd::85ea5f9e-65d6-4031-b810-9415101f2e21" providerId="AD" clId="Web-{5DFB6F68-1C20-43CB-89BC-4D76E458C838}" dt="2020-12-21T13:17:19.629" v="232"/>
          <ac:inkMkLst>
            <pc:docMk/>
            <pc:sldMk cId="0" sldId="432"/>
            <ac:inkMk id="18" creationId="{32D7E550-C149-455B-85CB-8230418E0A86}"/>
          </ac:inkMkLst>
        </pc:inkChg>
      </pc:sldChg>
      <pc:sldChg chg="addSp">
        <pc:chgData name="Md. Nahid Hasan" userId="S::nahid@vu.edu.bd::85ea5f9e-65d6-4031-b810-9415101f2e21" providerId="AD" clId="Web-{5DFB6F68-1C20-43CB-89BC-4D76E458C838}" dt="2020-12-21T13:21:23.554" v="322"/>
        <pc:sldMkLst>
          <pc:docMk/>
          <pc:sldMk cId="0" sldId="435"/>
        </pc:sldMkLst>
        <pc:inkChg chg="add">
          <ac:chgData name="Md. Nahid Hasan" userId="S::nahid@vu.edu.bd::85ea5f9e-65d6-4031-b810-9415101f2e21" providerId="AD" clId="Web-{5DFB6F68-1C20-43CB-89BC-4D76E458C838}" dt="2020-12-21T13:18:49.568" v="263"/>
          <ac:inkMkLst>
            <pc:docMk/>
            <pc:sldMk cId="0" sldId="435"/>
            <ac:inkMk id="2" creationId="{3AC06D96-5AB8-4571-93A0-5D0290421FF6}"/>
          </ac:inkMkLst>
        </pc:inkChg>
        <pc:inkChg chg="add">
          <ac:chgData name="Md. Nahid Hasan" userId="S::nahid@vu.edu.bd::85ea5f9e-65d6-4031-b810-9415101f2e21" providerId="AD" clId="Web-{5DFB6F68-1C20-43CB-89BC-4D76E458C838}" dt="2020-12-21T13:18:51.458" v="264"/>
          <ac:inkMkLst>
            <pc:docMk/>
            <pc:sldMk cId="0" sldId="435"/>
            <ac:inkMk id="3" creationId="{63D01FF9-9ECA-4F52-BBD4-7E83F3826B7A}"/>
          </ac:inkMkLst>
        </pc:inkChg>
        <pc:inkChg chg="add">
          <ac:chgData name="Md. Nahid Hasan" userId="S::nahid@vu.edu.bd::85ea5f9e-65d6-4031-b810-9415101f2e21" providerId="AD" clId="Web-{5DFB6F68-1C20-43CB-89BC-4D76E458C838}" dt="2020-12-21T13:18:58.599" v="265"/>
          <ac:inkMkLst>
            <pc:docMk/>
            <pc:sldMk cId="0" sldId="435"/>
            <ac:inkMk id="4" creationId="{9E1BD72C-F615-43C3-B5EF-074ED38369B9}"/>
          </ac:inkMkLst>
        </pc:inkChg>
        <pc:inkChg chg="add">
          <ac:chgData name="Md. Nahid Hasan" userId="S::nahid@vu.edu.bd::85ea5f9e-65d6-4031-b810-9415101f2e21" providerId="AD" clId="Web-{5DFB6F68-1C20-43CB-89BC-4D76E458C838}" dt="2020-12-21T13:18:59.615" v="266"/>
          <ac:inkMkLst>
            <pc:docMk/>
            <pc:sldMk cId="0" sldId="435"/>
            <ac:inkMk id="5" creationId="{1894E930-345B-401F-8437-8E9CCD8663A7}"/>
          </ac:inkMkLst>
        </pc:inkChg>
        <pc:inkChg chg="add">
          <ac:chgData name="Md. Nahid Hasan" userId="S::nahid@vu.edu.bd::85ea5f9e-65d6-4031-b810-9415101f2e21" providerId="AD" clId="Web-{5DFB6F68-1C20-43CB-89BC-4D76E458C838}" dt="2020-12-21T13:19:08.365" v="267"/>
          <ac:inkMkLst>
            <pc:docMk/>
            <pc:sldMk cId="0" sldId="435"/>
            <ac:inkMk id="6" creationId="{9F4B5D38-F0B1-4625-9D4D-548A6C208BC8}"/>
          </ac:inkMkLst>
        </pc:inkChg>
        <pc:inkChg chg="add">
          <ac:chgData name="Md. Nahid Hasan" userId="S::nahid@vu.edu.bd::85ea5f9e-65d6-4031-b810-9415101f2e21" providerId="AD" clId="Web-{5DFB6F68-1C20-43CB-89BC-4D76E458C838}" dt="2020-12-21T13:19:10.037" v="268"/>
          <ac:inkMkLst>
            <pc:docMk/>
            <pc:sldMk cId="0" sldId="435"/>
            <ac:inkMk id="7" creationId="{6DBA1703-145A-4F44-8D92-7E8C14D2636E}"/>
          </ac:inkMkLst>
        </pc:inkChg>
        <pc:inkChg chg="add">
          <ac:chgData name="Md. Nahid Hasan" userId="S::nahid@vu.edu.bd::85ea5f9e-65d6-4031-b810-9415101f2e21" providerId="AD" clId="Web-{5DFB6F68-1C20-43CB-89BC-4D76E458C838}" dt="2020-12-21T13:19:37.318" v="269"/>
          <ac:inkMkLst>
            <pc:docMk/>
            <pc:sldMk cId="0" sldId="435"/>
            <ac:inkMk id="8" creationId="{B51751AB-EE8E-492D-A1BB-6FB8F568C031}"/>
          </ac:inkMkLst>
        </pc:inkChg>
        <pc:inkChg chg="add">
          <ac:chgData name="Md. Nahid Hasan" userId="S::nahid@vu.edu.bd::85ea5f9e-65d6-4031-b810-9415101f2e21" providerId="AD" clId="Web-{5DFB6F68-1C20-43CB-89BC-4D76E458C838}" dt="2020-12-21T13:19:39.475" v="270"/>
          <ac:inkMkLst>
            <pc:docMk/>
            <pc:sldMk cId="0" sldId="435"/>
            <ac:inkMk id="9" creationId="{AE600796-0EAD-4A02-BD5E-613BF4954582}"/>
          </ac:inkMkLst>
        </pc:inkChg>
        <pc:inkChg chg="add">
          <ac:chgData name="Md. Nahid Hasan" userId="S::nahid@vu.edu.bd::85ea5f9e-65d6-4031-b810-9415101f2e21" providerId="AD" clId="Web-{5DFB6F68-1C20-43CB-89BC-4D76E458C838}" dt="2020-12-21T13:19:40.162" v="271"/>
          <ac:inkMkLst>
            <pc:docMk/>
            <pc:sldMk cId="0" sldId="435"/>
            <ac:inkMk id="10" creationId="{3E69B65B-A3D5-43EC-9543-B6B918F8A440}"/>
          </ac:inkMkLst>
        </pc:inkChg>
        <pc:inkChg chg="add">
          <ac:chgData name="Md. Nahid Hasan" userId="S::nahid@vu.edu.bd::85ea5f9e-65d6-4031-b810-9415101f2e21" providerId="AD" clId="Web-{5DFB6F68-1C20-43CB-89BC-4D76E458C838}" dt="2020-12-21T13:19:41.631" v="272"/>
          <ac:inkMkLst>
            <pc:docMk/>
            <pc:sldMk cId="0" sldId="435"/>
            <ac:inkMk id="11" creationId="{EAE09C15-A820-4A2D-8E88-A8DE92D0E8D2}"/>
          </ac:inkMkLst>
        </pc:inkChg>
        <pc:inkChg chg="add">
          <ac:chgData name="Md. Nahid Hasan" userId="S::nahid@vu.edu.bd::85ea5f9e-65d6-4031-b810-9415101f2e21" providerId="AD" clId="Web-{5DFB6F68-1C20-43CB-89BC-4D76E458C838}" dt="2020-12-21T13:19:43.553" v="273"/>
          <ac:inkMkLst>
            <pc:docMk/>
            <pc:sldMk cId="0" sldId="435"/>
            <ac:inkMk id="12" creationId="{9CC92A8B-275C-483D-B33C-9C47E7A8E314}"/>
          </ac:inkMkLst>
        </pc:inkChg>
        <pc:inkChg chg="add">
          <ac:chgData name="Md. Nahid Hasan" userId="S::nahid@vu.edu.bd::85ea5f9e-65d6-4031-b810-9415101f2e21" providerId="AD" clId="Web-{5DFB6F68-1C20-43CB-89BC-4D76E458C838}" dt="2020-12-21T13:19:43.569" v="274"/>
          <ac:inkMkLst>
            <pc:docMk/>
            <pc:sldMk cId="0" sldId="435"/>
            <ac:inkMk id="13" creationId="{FB29EA7E-05EF-4CAB-AC0F-488ADA932EB1}"/>
          </ac:inkMkLst>
        </pc:inkChg>
        <pc:inkChg chg="add">
          <ac:chgData name="Md. Nahid Hasan" userId="S::nahid@vu.edu.bd::85ea5f9e-65d6-4031-b810-9415101f2e21" providerId="AD" clId="Web-{5DFB6F68-1C20-43CB-89BC-4D76E458C838}" dt="2020-12-21T13:19:43.569" v="275"/>
          <ac:inkMkLst>
            <pc:docMk/>
            <pc:sldMk cId="0" sldId="435"/>
            <ac:inkMk id="14" creationId="{0FC9D70E-0376-4229-8AA7-10BC01B9B125}"/>
          </ac:inkMkLst>
        </pc:inkChg>
        <pc:inkChg chg="add">
          <ac:chgData name="Md. Nahid Hasan" userId="S::nahid@vu.edu.bd::85ea5f9e-65d6-4031-b810-9415101f2e21" providerId="AD" clId="Web-{5DFB6F68-1C20-43CB-89BC-4D76E458C838}" dt="2020-12-21T13:19:44.709" v="276"/>
          <ac:inkMkLst>
            <pc:docMk/>
            <pc:sldMk cId="0" sldId="435"/>
            <ac:inkMk id="15" creationId="{85708155-FFD4-43DF-AD5F-F9FA3925283C}"/>
          </ac:inkMkLst>
        </pc:inkChg>
        <pc:inkChg chg="add">
          <ac:chgData name="Md. Nahid Hasan" userId="S::nahid@vu.edu.bd::85ea5f9e-65d6-4031-b810-9415101f2e21" providerId="AD" clId="Web-{5DFB6F68-1C20-43CB-89BC-4D76E458C838}" dt="2020-12-21T13:19:46.803" v="277"/>
          <ac:inkMkLst>
            <pc:docMk/>
            <pc:sldMk cId="0" sldId="435"/>
            <ac:inkMk id="16" creationId="{CFDDE234-4581-4783-AD40-5045F2B742B2}"/>
          </ac:inkMkLst>
        </pc:inkChg>
        <pc:inkChg chg="add">
          <ac:chgData name="Md. Nahid Hasan" userId="S::nahid@vu.edu.bd::85ea5f9e-65d6-4031-b810-9415101f2e21" providerId="AD" clId="Web-{5DFB6F68-1C20-43CB-89BC-4D76E458C838}" dt="2020-12-21T13:19:50.444" v="278"/>
          <ac:inkMkLst>
            <pc:docMk/>
            <pc:sldMk cId="0" sldId="435"/>
            <ac:inkMk id="17" creationId="{E6FCBA95-0BB9-4006-A366-EDFC1F9DF50A}"/>
          </ac:inkMkLst>
        </pc:inkChg>
        <pc:inkChg chg="add">
          <ac:chgData name="Md. Nahid Hasan" userId="S::nahid@vu.edu.bd::85ea5f9e-65d6-4031-b810-9415101f2e21" providerId="AD" clId="Web-{5DFB6F68-1C20-43CB-89BC-4D76E458C838}" dt="2020-12-21T13:19:52.100" v="279"/>
          <ac:inkMkLst>
            <pc:docMk/>
            <pc:sldMk cId="0" sldId="435"/>
            <ac:inkMk id="18" creationId="{7B372B07-71B5-4BF3-AD06-ED7678CD1796}"/>
          </ac:inkMkLst>
        </pc:inkChg>
        <pc:inkChg chg="add">
          <ac:chgData name="Md. Nahid Hasan" userId="S::nahid@vu.edu.bd::85ea5f9e-65d6-4031-b810-9415101f2e21" providerId="AD" clId="Web-{5DFB6F68-1C20-43CB-89BC-4D76E458C838}" dt="2020-12-21T13:19:55.225" v="280"/>
          <ac:inkMkLst>
            <pc:docMk/>
            <pc:sldMk cId="0" sldId="435"/>
            <ac:inkMk id="19" creationId="{E0110206-3946-47F2-AEFD-007555A69FD8}"/>
          </ac:inkMkLst>
        </pc:inkChg>
        <pc:inkChg chg="add">
          <ac:chgData name="Md. Nahid Hasan" userId="S::nahid@vu.edu.bd::85ea5f9e-65d6-4031-b810-9415101f2e21" providerId="AD" clId="Web-{5DFB6F68-1C20-43CB-89BC-4D76E458C838}" dt="2020-12-21T13:19:58.819" v="281"/>
          <ac:inkMkLst>
            <pc:docMk/>
            <pc:sldMk cId="0" sldId="435"/>
            <ac:inkMk id="20" creationId="{4A72FFE3-3CC1-4F5B-B169-1ABA8FCBA220}"/>
          </ac:inkMkLst>
        </pc:inkChg>
        <pc:inkChg chg="add">
          <ac:chgData name="Md. Nahid Hasan" userId="S::nahid@vu.edu.bd::85ea5f9e-65d6-4031-b810-9415101f2e21" providerId="AD" clId="Web-{5DFB6F68-1C20-43CB-89BC-4D76E458C838}" dt="2020-12-21T13:19:59.850" v="282"/>
          <ac:inkMkLst>
            <pc:docMk/>
            <pc:sldMk cId="0" sldId="435"/>
            <ac:inkMk id="21" creationId="{62AAF10C-7354-452C-A50E-8D49CFE6957F}"/>
          </ac:inkMkLst>
        </pc:inkChg>
        <pc:inkChg chg="add">
          <ac:chgData name="Md. Nahid Hasan" userId="S::nahid@vu.edu.bd::85ea5f9e-65d6-4031-b810-9415101f2e21" providerId="AD" clId="Web-{5DFB6F68-1C20-43CB-89BC-4D76E458C838}" dt="2020-12-21T13:20:01.022" v="283"/>
          <ac:inkMkLst>
            <pc:docMk/>
            <pc:sldMk cId="0" sldId="435"/>
            <ac:inkMk id="22" creationId="{36209F58-CBFA-417B-9F2C-D89C03B0BF94}"/>
          </ac:inkMkLst>
        </pc:inkChg>
        <pc:inkChg chg="add">
          <ac:chgData name="Md. Nahid Hasan" userId="S::nahid@vu.edu.bd::85ea5f9e-65d6-4031-b810-9415101f2e21" providerId="AD" clId="Web-{5DFB6F68-1C20-43CB-89BC-4D76E458C838}" dt="2020-12-21T13:20:03.053" v="284"/>
          <ac:inkMkLst>
            <pc:docMk/>
            <pc:sldMk cId="0" sldId="435"/>
            <ac:inkMk id="23" creationId="{A696B961-B9F1-4299-9C8C-61337899EC9C}"/>
          </ac:inkMkLst>
        </pc:inkChg>
        <pc:inkChg chg="add">
          <ac:chgData name="Md. Nahid Hasan" userId="S::nahid@vu.edu.bd::85ea5f9e-65d6-4031-b810-9415101f2e21" providerId="AD" clId="Web-{5DFB6F68-1C20-43CB-89BC-4D76E458C838}" dt="2020-12-21T13:20:03.069" v="285"/>
          <ac:inkMkLst>
            <pc:docMk/>
            <pc:sldMk cId="0" sldId="435"/>
            <ac:inkMk id="24" creationId="{8AEA7A20-BC85-47B8-9265-C8C6ED09451F}"/>
          </ac:inkMkLst>
        </pc:inkChg>
        <pc:inkChg chg="add">
          <ac:chgData name="Md. Nahid Hasan" userId="S::nahid@vu.edu.bd::85ea5f9e-65d6-4031-b810-9415101f2e21" providerId="AD" clId="Web-{5DFB6F68-1C20-43CB-89BC-4D76E458C838}" dt="2020-12-21T13:20:04.381" v="286"/>
          <ac:inkMkLst>
            <pc:docMk/>
            <pc:sldMk cId="0" sldId="435"/>
            <ac:inkMk id="25" creationId="{9EB09E61-5A1C-406D-AC06-3E907BD49848}"/>
          </ac:inkMkLst>
        </pc:inkChg>
        <pc:inkChg chg="add">
          <ac:chgData name="Md. Nahid Hasan" userId="S::nahid@vu.edu.bd::85ea5f9e-65d6-4031-b810-9415101f2e21" providerId="AD" clId="Web-{5DFB6F68-1C20-43CB-89BC-4D76E458C838}" dt="2020-12-21T13:20:13.163" v="287"/>
          <ac:inkMkLst>
            <pc:docMk/>
            <pc:sldMk cId="0" sldId="435"/>
            <ac:inkMk id="26" creationId="{142757CF-51C3-4553-A92A-65F5BCFAA02C}"/>
          </ac:inkMkLst>
        </pc:inkChg>
        <pc:inkChg chg="add">
          <ac:chgData name="Md. Nahid Hasan" userId="S::nahid@vu.edu.bd::85ea5f9e-65d6-4031-b810-9415101f2e21" providerId="AD" clId="Web-{5DFB6F68-1C20-43CB-89BC-4D76E458C838}" dt="2020-12-21T13:20:14.413" v="288"/>
          <ac:inkMkLst>
            <pc:docMk/>
            <pc:sldMk cId="0" sldId="435"/>
            <ac:inkMk id="27" creationId="{61B2533B-9F35-4C90-AA3C-EC3A824EDC05}"/>
          </ac:inkMkLst>
        </pc:inkChg>
        <pc:inkChg chg="add">
          <ac:chgData name="Md. Nahid Hasan" userId="S::nahid@vu.edu.bd::85ea5f9e-65d6-4031-b810-9415101f2e21" providerId="AD" clId="Web-{5DFB6F68-1C20-43CB-89BC-4D76E458C838}" dt="2020-12-21T13:20:15.788" v="289"/>
          <ac:inkMkLst>
            <pc:docMk/>
            <pc:sldMk cId="0" sldId="435"/>
            <ac:inkMk id="28" creationId="{B05FAF88-52DA-49E7-91DF-71246B1F6F6A}"/>
          </ac:inkMkLst>
        </pc:inkChg>
        <pc:inkChg chg="add">
          <ac:chgData name="Md. Nahid Hasan" userId="S::nahid@vu.edu.bd::85ea5f9e-65d6-4031-b810-9415101f2e21" providerId="AD" clId="Web-{5DFB6F68-1C20-43CB-89BC-4D76E458C838}" dt="2020-12-21T13:20:17.116" v="290"/>
          <ac:inkMkLst>
            <pc:docMk/>
            <pc:sldMk cId="0" sldId="435"/>
            <ac:inkMk id="29" creationId="{90E94D02-2265-4753-8002-E61A7900905F}"/>
          </ac:inkMkLst>
        </pc:inkChg>
        <pc:inkChg chg="add">
          <ac:chgData name="Md. Nahid Hasan" userId="S::nahid@vu.edu.bd::85ea5f9e-65d6-4031-b810-9415101f2e21" providerId="AD" clId="Web-{5DFB6F68-1C20-43CB-89BC-4D76E458C838}" dt="2020-12-21T13:20:19.178" v="291"/>
          <ac:inkMkLst>
            <pc:docMk/>
            <pc:sldMk cId="0" sldId="435"/>
            <ac:inkMk id="30" creationId="{7CCBBC11-D3AB-4811-B76A-767F804EFDBA}"/>
          </ac:inkMkLst>
        </pc:inkChg>
        <pc:inkChg chg="add">
          <ac:chgData name="Md. Nahid Hasan" userId="S::nahid@vu.edu.bd::85ea5f9e-65d6-4031-b810-9415101f2e21" providerId="AD" clId="Web-{5DFB6F68-1C20-43CB-89BC-4D76E458C838}" dt="2020-12-21T13:20:20.897" v="292"/>
          <ac:inkMkLst>
            <pc:docMk/>
            <pc:sldMk cId="0" sldId="435"/>
            <ac:inkMk id="31" creationId="{A48BDACA-A6BC-44C5-B00E-BA894A7B502F}"/>
          </ac:inkMkLst>
        </pc:inkChg>
        <pc:inkChg chg="add">
          <ac:chgData name="Md. Nahid Hasan" userId="S::nahid@vu.edu.bd::85ea5f9e-65d6-4031-b810-9415101f2e21" providerId="AD" clId="Web-{5DFB6F68-1C20-43CB-89BC-4D76E458C838}" dt="2020-12-21T13:20:22.069" v="293"/>
          <ac:inkMkLst>
            <pc:docMk/>
            <pc:sldMk cId="0" sldId="435"/>
            <ac:inkMk id="32" creationId="{F22E51DA-21E4-4953-8C9B-4923E2257D3F}"/>
          </ac:inkMkLst>
        </pc:inkChg>
        <pc:inkChg chg="add">
          <ac:chgData name="Md. Nahid Hasan" userId="S::nahid@vu.edu.bd::85ea5f9e-65d6-4031-b810-9415101f2e21" providerId="AD" clId="Web-{5DFB6F68-1C20-43CB-89BC-4D76E458C838}" dt="2020-12-21T13:20:23.288" v="294"/>
          <ac:inkMkLst>
            <pc:docMk/>
            <pc:sldMk cId="0" sldId="435"/>
            <ac:inkMk id="33" creationId="{069E692C-4DAF-43C5-8F44-B876462A62AB}"/>
          </ac:inkMkLst>
        </pc:inkChg>
        <pc:inkChg chg="add">
          <ac:chgData name="Md. Nahid Hasan" userId="S::nahid@vu.edu.bd::85ea5f9e-65d6-4031-b810-9415101f2e21" providerId="AD" clId="Web-{5DFB6F68-1C20-43CB-89BC-4D76E458C838}" dt="2020-12-21T13:20:25.553" v="295"/>
          <ac:inkMkLst>
            <pc:docMk/>
            <pc:sldMk cId="0" sldId="435"/>
            <ac:inkMk id="34" creationId="{92C5380E-8896-4AB8-BEF1-19D2B878274F}"/>
          </ac:inkMkLst>
        </pc:inkChg>
        <pc:inkChg chg="add">
          <ac:chgData name="Md. Nahid Hasan" userId="S::nahid@vu.edu.bd::85ea5f9e-65d6-4031-b810-9415101f2e21" providerId="AD" clId="Web-{5DFB6F68-1C20-43CB-89BC-4D76E458C838}" dt="2020-12-21T13:20:25.553" v="296"/>
          <ac:inkMkLst>
            <pc:docMk/>
            <pc:sldMk cId="0" sldId="435"/>
            <ac:inkMk id="35" creationId="{E4464A72-1A1B-41A8-B6EB-50DF5CF5104A}"/>
          </ac:inkMkLst>
        </pc:inkChg>
        <pc:inkChg chg="add">
          <ac:chgData name="Md. Nahid Hasan" userId="S::nahid@vu.edu.bd::85ea5f9e-65d6-4031-b810-9415101f2e21" providerId="AD" clId="Web-{5DFB6F68-1C20-43CB-89BC-4D76E458C838}" dt="2020-12-21T13:20:28.022" v="297"/>
          <ac:inkMkLst>
            <pc:docMk/>
            <pc:sldMk cId="0" sldId="435"/>
            <ac:inkMk id="36" creationId="{480F4F29-E026-443D-B815-E6E3D0CF1C57}"/>
          </ac:inkMkLst>
        </pc:inkChg>
        <pc:inkChg chg="add">
          <ac:chgData name="Md. Nahid Hasan" userId="S::nahid@vu.edu.bd::85ea5f9e-65d6-4031-b810-9415101f2e21" providerId="AD" clId="Web-{5DFB6F68-1C20-43CB-89BC-4D76E458C838}" dt="2020-12-21T13:20:28.038" v="298"/>
          <ac:inkMkLst>
            <pc:docMk/>
            <pc:sldMk cId="0" sldId="435"/>
            <ac:inkMk id="37" creationId="{8B5D0E53-B09E-4F03-8C8E-62ED5406E4AB}"/>
          </ac:inkMkLst>
        </pc:inkChg>
        <pc:inkChg chg="add">
          <ac:chgData name="Md. Nahid Hasan" userId="S::nahid@vu.edu.bd::85ea5f9e-65d6-4031-b810-9415101f2e21" providerId="AD" clId="Web-{5DFB6F68-1C20-43CB-89BC-4D76E458C838}" dt="2020-12-21T13:20:29.350" v="299"/>
          <ac:inkMkLst>
            <pc:docMk/>
            <pc:sldMk cId="0" sldId="435"/>
            <ac:inkMk id="38" creationId="{8D063B40-5AD5-4727-A5D6-463BD474CB89}"/>
          </ac:inkMkLst>
        </pc:inkChg>
        <pc:inkChg chg="add">
          <ac:chgData name="Md. Nahid Hasan" userId="S::nahid@vu.edu.bd::85ea5f9e-65d6-4031-b810-9415101f2e21" providerId="AD" clId="Web-{5DFB6F68-1C20-43CB-89BC-4D76E458C838}" dt="2020-12-21T13:20:29.725" v="300"/>
          <ac:inkMkLst>
            <pc:docMk/>
            <pc:sldMk cId="0" sldId="435"/>
            <ac:inkMk id="39" creationId="{6FFB9252-3370-4CA6-96C6-3138AD22A569}"/>
          </ac:inkMkLst>
        </pc:inkChg>
        <pc:inkChg chg="add">
          <ac:chgData name="Md. Nahid Hasan" userId="S::nahid@vu.edu.bd::85ea5f9e-65d6-4031-b810-9415101f2e21" providerId="AD" clId="Web-{5DFB6F68-1C20-43CB-89BC-4D76E458C838}" dt="2020-12-21T13:20:32.819" v="301"/>
          <ac:inkMkLst>
            <pc:docMk/>
            <pc:sldMk cId="0" sldId="435"/>
            <ac:inkMk id="40" creationId="{578DCB36-764A-4B7B-8BA2-4FE2BA0F235C}"/>
          </ac:inkMkLst>
        </pc:inkChg>
        <pc:inkChg chg="add">
          <ac:chgData name="Md. Nahid Hasan" userId="S::nahid@vu.edu.bd::85ea5f9e-65d6-4031-b810-9415101f2e21" providerId="AD" clId="Web-{5DFB6F68-1C20-43CB-89BC-4D76E458C838}" dt="2020-12-21T13:20:37.538" v="302"/>
          <ac:inkMkLst>
            <pc:docMk/>
            <pc:sldMk cId="0" sldId="435"/>
            <ac:inkMk id="41" creationId="{55F0C67E-9214-4A3F-B7CB-E1ABFD6BF69D}"/>
          </ac:inkMkLst>
        </pc:inkChg>
        <pc:inkChg chg="add">
          <ac:chgData name="Md. Nahid Hasan" userId="S::nahid@vu.edu.bd::85ea5f9e-65d6-4031-b810-9415101f2e21" providerId="AD" clId="Web-{5DFB6F68-1C20-43CB-89BC-4D76E458C838}" dt="2020-12-21T13:20:37.554" v="303"/>
          <ac:inkMkLst>
            <pc:docMk/>
            <pc:sldMk cId="0" sldId="435"/>
            <ac:inkMk id="42" creationId="{00A0119B-1E3F-4B04-81EE-58E89AD8A275}"/>
          </ac:inkMkLst>
        </pc:inkChg>
        <pc:inkChg chg="add">
          <ac:chgData name="Md. Nahid Hasan" userId="S::nahid@vu.edu.bd::85ea5f9e-65d6-4031-b810-9415101f2e21" providerId="AD" clId="Web-{5DFB6F68-1C20-43CB-89BC-4D76E458C838}" dt="2020-12-21T13:20:39.757" v="304"/>
          <ac:inkMkLst>
            <pc:docMk/>
            <pc:sldMk cId="0" sldId="435"/>
            <ac:inkMk id="43" creationId="{76FB49F1-07A6-4B9C-BB2C-D394B3F9C89E}"/>
          </ac:inkMkLst>
        </pc:inkChg>
        <pc:inkChg chg="add">
          <ac:chgData name="Md. Nahid Hasan" userId="S::nahid@vu.edu.bd::85ea5f9e-65d6-4031-b810-9415101f2e21" providerId="AD" clId="Web-{5DFB6F68-1C20-43CB-89BC-4D76E458C838}" dt="2020-12-21T13:20:39.757" v="305"/>
          <ac:inkMkLst>
            <pc:docMk/>
            <pc:sldMk cId="0" sldId="435"/>
            <ac:inkMk id="44" creationId="{806FA92A-76B1-4356-B59E-9E45FF88B38B}"/>
          </ac:inkMkLst>
        </pc:inkChg>
        <pc:inkChg chg="add">
          <ac:chgData name="Md. Nahid Hasan" userId="S::nahid@vu.edu.bd::85ea5f9e-65d6-4031-b810-9415101f2e21" providerId="AD" clId="Web-{5DFB6F68-1C20-43CB-89BC-4D76E458C838}" dt="2020-12-21T13:20:39.772" v="306"/>
          <ac:inkMkLst>
            <pc:docMk/>
            <pc:sldMk cId="0" sldId="435"/>
            <ac:inkMk id="45" creationId="{68FF2C00-F631-456A-A246-B159F05C6FDE}"/>
          </ac:inkMkLst>
        </pc:inkChg>
        <pc:inkChg chg="add">
          <ac:chgData name="Md. Nahid Hasan" userId="S::nahid@vu.edu.bd::85ea5f9e-65d6-4031-b810-9415101f2e21" providerId="AD" clId="Web-{5DFB6F68-1C20-43CB-89BC-4D76E458C838}" dt="2020-12-21T13:20:39.788" v="307"/>
          <ac:inkMkLst>
            <pc:docMk/>
            <pc:sldMk cId="0" sldId="435"/>
            <ac:inkMk id="46" creationId="{9EBFCE79-CC0B-473C-BA56-1346D3AF1546}"/>
          </ac:inkMkLst>
        </pc:inkChg>
        <pc:inkChg chg="add">
          <ac:chgData name="Md. Nahid Hasan" userId="S::nahid@vu.edu.bd::85ea5f9e-65d6-4031-b810-9415101f2e21" providerId="AD" clId="Web-{5DFB6F68-1C20-43CB-89BC-4D76E458C838}" dt="2020-12-21T13:20:40.679" v="308"/>
          <ac:inkMkLst>
            <pc:docMk/>
            <pc:sldMk cId="0" sldId="435"/>
            <ac:inkMk id="47" creationId="{051E10B8-B3FB-478D-AF5E-D1575F36129C}"/>
          </ac:inkMkLst>
        </pc:inkChg>
        <pc:inkChg chg="add">
          <ac:chgData name="Md. Nahid Hasan" userId="S::nahid@vu.edu.bd::85ea5f9e-65d6-4031-b810-9415101f2e21" providerId="AD" clId="Web-{5DFB6F68-1C20-43CB-89BC-4D76E458C838}" dt="2020-12-21T13:20:42.382" v="309"/>
          <ac:inkMkLst>
            <pc:docMk/>
            <pc:sldMk cId="0" sldId="435"/>
            <ac:inkMk id="48" creationId="{5EE63296-E17A-4575-A3E8-EDDA9AAC5B40}"/>
          </ac:inkMkLst>
        </pc:inkChg>
        <pc:inkChg chg="add">
          <ac:chgData name="Md. Nahid Hasan" userId="S::nahid@vu.edu.bd::85ea5f9e-65d6-4031-b810-9415101f2e21" providerId="AD" clId="Web-{5DFB6F68-1C20-43CB-89BC-4D76E458C838}" dt="2020-12-21T13:20:42.397" v="310"/>
          <ac:inkMkLst>
            <pc:docMk/>
            <pc:sldMk cId="0" sldId="435"/>
            <ac:inkMk id="49" creationId="{E3B37086-D619-45CA-93C7-BBE9AD18F7F4}"/>
          </ac:inkMkLst>
        </pc:inkChg>
        <pc:inkChg chg="add">
          <ac:chgData name="Md. Nahid Hasan" userId="S::nahid@vu.edu.bd::85ea5f9e-65d6-4031-b810-9415101f2e21" providerId="AD" clId="Web-{5DFB6F68-1C20-43CB-89BC-4D76E458C838}" dt="2020-12-21T13:20:42.397" v="311"/>
          <ac:inkMkLst>
            <pc:docMk/>
            <pc:sldMk cId="0" sldId="435"/>
            <ac:inkMk id="50" creationId="{10A0DBF5-1D35-4C1B-8CEA-338843A73A4A}"/>
          </ac:inkMkLst>
        </pc:inkChg>
        <pc:inkChg chg="add">
          <ac:chgData name="Md. Nahid Hasan" userId="S::nahid@vu.edu.bd::85ea5f9e-65d6-4031-b810-9415101f2e21" providerId="AD" clId="Web-{5DFB6F68-1C20-43CB-89BC-4D76E458C838}" dt="2020-12-21T13:20:59.382" v="312"/>
          <ac:inkMkLst>
            <pc:docMk/>
            <pc:sldMk cId="0" sldId="435"/>
            <ac:inkMk id="51" creationId="{A227B983-C66B-4D18-A7F5-33ECE0CB657A}"/>
          </ac:inkMkLst>
        </pc:inkChg>
        <pc:inkChg chg="add">
          <ac:chgData name="Md. Nahid Hasan" userId="S::nahid@vu.edu.bd::85ea5f9e-65d6-4031-b810-9415101f2e21" providerId="AD" clId="Web-{5DFB6F68-1C20-43CB-89BC-4D76E458C838}" dt="2020-12-21T13:21:00.460" v="313"/>
          <ac:inkMkLst>
            <pc:docMk/>
            <pc:sldMk cId="0" sldId="435"/>
            <ac:inkMk id="52" creationId="{0C631BDF-9D9B-4E47-A450-05D046FB8C90}"/>
          </ac:inkMkLst>
        </pc:inkChg>
        <pc:inkChg chg="add">
          <ac:chgData name="Md. Nahid Hasan" userId="S::nahid@vu.edu.bd::85ea5f9e-65d6-4031-b810-9415101f2e21" providerId="AD" clId="Web-{5DFB6F68-1C20-43CB-89BC-4D76E458C838}" dt="2020-12-21T13:21:00.476" v="314"/>
          <ac:inkMkLst>
            <pc:docMk/>
            <pc:sldMk cId="0" sldId="435"/>
            <ac:inkMk id="53" creationId="{77EAF2A8-43D3-4E69-A539-4F96CA8DC5A0}"/>
          </ac:inkMkLst>
        </pc:inkChg>
        <pc:inkChg chg="add">
          <ac:chgData name="Md. Nahid Hasan" userId="S::nahid@vu.edu.bd::85ea5f9e-65d6-4031-b810-9415101f2e21" providerId="AD" clId="Web-{5DFB6F68-1C20-43CB-89BC-4D76E458C838}" dt="2020-12-21T13:21:01.038" v="315"/>
          <ac:inkMkLst>
            <pc:docMk/>
            <pc:sldMk cId="0" sldId="435"/>
            <ac:inkMk id="54" creationId="{C148CA9A-DA9D-4091-9E8B-7C8D20F93315}"/>
          </ac:inkMkLst>
        </pc:inkChg>
        <pc:inkChg chg="add">
          <ac:chgData name="Md. Nahid Hasan" userId="S::nahid@vu.edu.bd::85ea5f9e-65d6-4031-b810-9415101f2e21" providerId="AD" clId="Web-{5DFB6F68-1C20-43CB-89BC-4D76E458C838}" dt="2020-12-21T13:21:04.116" v="316"/>
          <ac:inkMkLst>
            <pc:docMk/>
            <pc:sldMk cId="0" sldId="435"/>
            <ac:inkMk id="55" creationId="{D43BB78F-BDE1-4EEA-8FDA-052ED6993874}"/>
          </ac:inkMkLst>
        </pc:inkChg>
        <pc:inkChg chg="add">
          <ac:chgData name="Md. Nahid Hasan" userId="S::nahid@vu.edu.bd::85ea5f9e-65d6-4031-b810-9415101f2e21" providerId="AD" clId="Web-{5DFB6F68-1C20-43CB-89BC-4D76E458C838}" dt="2020-12-21T13:21:04.132" v="317"/>
          <ac:inkMkLst>
            <pc:docMk/>
            <pc:sldMk cId="0" sldId="435"/>
            <ac:inkMk id="56" creationId="{98EB483B-7D53-4DC4-B66D-68BF562C4B84}"/>
          </ac:inkMkLst>
        </pc:inkChg>
        <pc:inkChg chg="add">
          <ac:chgData name="Md. Nahid Hasan" userId="S::nahid@vu.edu.bd::85ea5f9e-65d6-4031-b810-9415101f2e21" providerId="AD" clId="Web-{5DFB6F68-1C20-43CB-89BC-4D76E458C838}" dt="2020-12-21T13:21:04.132" v="318"/>
          <ac:inkMkLst>
            <pc:docMk/>
            <pc:sldMk cId="0" sldId="435"/>
            <ac:inkMk id="57" creationId="{FDB12651-CE11-4CA0-9F0D-09168FA6A2FF}"/>
          </ac:inkMkLst>
        </pc:inkChg>
        <pc:inkChg chg="add">
          <ac:chgData name="Md. Nahid Hasan" userId="S::nahid@vu.edu.bd::85ea5f9e-65d6-4031-b810-9415101f2e21" providerId="AD" clId="Web-{5DFB6F68-1C20-43CB-89BC-4D76E458C838}" dt="2020-12-21T13:21:15.710" v="319"/>
          <ac:inkMkLst>
            <pc:docMk/>
            <pc:sldMk cId="0" sldId="435"/>
            <ac:inkMk id="58" creationId="{D993E5AE-952E-4AD0-AAF9-08B0FC28B071}"/>
          </ac:inkMkLst>
        </pc:inkChg>
        <pc:inkChg chg="add">
          <ac:chgData name="Md. Nahid Hasan" userId="S::nahid@vu.edu.bd::85ea5f9e-65d6-4031-b810-9415101f2e21" providerId="AD" clId="Web-{5DFB6F68-1C20-43CB-89BC-4D76E458C838}" dt="2020-12-21T13:21:20.820" v="320"/>
          <ac:inkMkLst>
            <pc:docMk/>
            <pc:sldMk cId="0" sldId="435"/>
            <ac:inkMk id="59" creationId="{C62E673C-D6F9-493A-AFE7-93EB836ECC2C}"/>
          </ac:inkMkLst>
        </pc:inkChg>
        <pc:inkChg chg="add">
          <ac:chgData name="Md. Nahid Hasan" userId="S::nahid@vu.edu.bd::85ea5f9e-65d6-4031-b810-9415101f2e21" providerId="AD" clId="Web-{5DFB6F68-1C20-43CB-89BC-4D76E458C838}" dt="2020-12-21T13:21:21.570" v="321"/>
          <ac:inkMkLst>
            <pc:docMk/>
            <pc:sldMk cId="0" sldId="435"/>
            <ac:inkMk id="60" creationId="{C54A8168-701A-49D7-A438-6ECA60463B1B}"/>
          </ac:inkMkLst>
        </pc:inkChg>
        <pc:inkChg chg="add">
          <ac:chgData name="Md. Nahid Hasan" userId="S::nahid@vu.edu.bd::85ea5f9e-65d6-4031-b810-9415101f2e21" providerId="AD" clId="Web-{5DFB6F68-1C20-43CB-89BC-4D76E458C838}" dt="2020-12-21T13:21:23.554" v="322"/>
          <ac:inkMkLst>
            <pc:docMk/>
            <pc:sldMk cId="0" sldId="435"/>
            <ac:inkMk id="61" creationId="{68C3BC33-FF60-4203-8F67-2CB6524781FD}"/>
          </ac:inkMkLst>
        </pc:inkChg>
      </pc:sldChg>
      <pc:sldChg chg="addSp">
        <pc:chgData name="Md. Nahid Hasan" userId="S::nahid@vu.edu.bd::85ea5f9e-65d6-4031-b810-9415101f2e21" providerId="AD" clId="Web-{5DFB6F68-1C20-43CB-89BC-4D76E458C838}" dt="2020-12-21T13:18:32.239" v="262"/>
        <pc:sldMkLst>
          <pc:docMk/>
          <pc:sldMk cId="0" sldId="440"/>
        </pc:sldMkLst>
        <pc:inkChg chg="add">
          <ac:chgData name="Md. Nahid Hasan" userId="S::nahid@vu.edu.bd::85ea5f9e-65d6-4031-b810-9415101f2e21" providerId="AD" clId="Web-{5DFB6F68-1C20-43CB-89BC-4D76E458C838}" dt="2020-12-21T13:10:51.671" v="117"/>
          <ac:inkMkLst>
            <pc:docMk/>
            <pc:sldMk cId="0" sldId="440"/>
            <ac:inkMk id="2" creationId="{F02A0E73-8CDE-4D6E-8B4D-7AA880C3867E}"/>
          </ac:inkMkLst>
        </pc:inkChg>
        <pc:inkChg chg="add">
          <ac:chgData name="Md. Nahid Hasan" userId="S::nahid@vu.edu.bd::85ea5f9e-65d6-4031-b810-9415101f2e21" providerId="AD" clId="Web-{5DFB6F68-1C20-43CB-89BC-4D76E458C838}" dt="2020-12-21T13:10:59.421" v="118"/>
          <ac:inkMkLst>
            <pc:docMk/>
            <pc:sldMk cId="0" sldId="440"/>
            <ac:inkMk id="3" creationId="{55D70C7F-657D-404D-83CC-9124D6E17551}"/>
          </ac:inkMkLst>
        </pc:inkChg>
        <pc:inkChg chg="add">
          <ac:chgData name="Md. Nahid Hasan" userId="S::nahid@vu.edu.bd::85ea5f9e-65d6-4031-b810-9415101f2e21" providerId="AD" clId="Web-{5DFB6F68-1C20-43CB-89BC-4D76E458C838}" dt="2020-12-21T13:11:09.687" v="119"/>
          <ac:inkMkLst>
            <pc:docMk/>
            <pc:sldMk cId="0" sldId="440"/>
            <ac:inkMk id="4" creationId="{08A80329-72F3-4106-BBCB-49ED80525054}"/>
          </ac:inkMkLst>
        </pc:inkChg>
        <pc:inkChg chg="add">
          <ac:chgData name="Md. Nahid Hasan" userId="S::nahid@vu.edu.bd::85ea5f9e-65d6-4031-b810-9415101f2e21" providerId="AD" clId="Web-{5DFB6F68-1C20-43CB-89BC-4D76E458C838}" dt="2020-12-21T13:11:19.577" v="120"/>
          <ac:inkMkLst>
            <pc:docMk/>
            <pc:sldMk cId="0" sldId="440"/>
            <ac:inkMk id="5" creationId="{8B40CB9E-86BF-46DD-928B-BB45D48B1A45}"/>
          </ac:inkMkLst>
        </pc:inkChg>
        <pc:inkChg chg="add">
          <ac:chgData name="Md. Nahid Hasan" userId="S::nahid@vu.edu.bd::85ea5f9e-65d6-4031-b810-9415101f2e21" providerId="AD" clId="Web-{5DFB6F68-1C20-43CB-89BC-4D76E458C838}" dt="2020-12-21T13:11:31.578" v="121"/>
          <ac:inkMkLst>
            <pc:docMk/>
            <pc:sldMk cId="0" sldId="440"/>
            <ac:inkMk id="6" creationId="{47DCBBE8-B2D7-48AE-8D62-3388C529FDB7}"/>
          </ac:inkMkLst>
        </pc:inkChg>
        <pc:inkChg chg="add">
          <ac:chgData name="Md. Nahid Hasan" userId="S::nahid@vu.edu.bd::85ea5f9e-65d6-4031-b810-9415101f2e21" providerId="AD" clId="Web-{5DFB6F68-1C20-43CB-89BC-4D76E458C838}" dt="2020-12-21T13:11:34.281" v="122"/>
          <ac:inkMkLst>
            <pc:docMk/>
            <pc:sldMk cId="0" sldId="440"/>
            <ac:inkMk id="7" creationId="{4E3E540F-EBB4-42D9-98F8-33C8B75D3E4B}"/>
          </ac:inkMkLst>
        </pc:inkChg>
        <pc:inkChg chg="add">
          <ac:chgData name="Md. Nahid Hasan" userId="S::nahid@vu.edu.bd::85ea5f9e-65d6-4031-b810-9415101f2e21" providerId="AD" clId="Web-{5DFB6F68-1C20-43CB-89BC-4D76E458C838}" dt="2020-12-21T13:11:39.984" v="123"/>
          <ac:inkMkLst>
            <pc:docMk/>
            <pc:sldMk cId="0" sldId="440"/>
            <ac:inkMk id="8" creationId="{C218CF70-A35A-4E3E-A2D7-01C5E3822168}"/>
          </ac:inkMkLst>
        </pc:inkChg>
        <pc:inkChg chg="add">
          <ac:chgData name="Md. Nahid Hasan" userId="S::nahid@vu.edu.bd::85ea5f9e-65d6-4031-b810-9415101f2e21" providerId="AD" clId="Web-{5DFB6F68-1C20-43CB-89BC-4D76E458C838}" dt="2020-12-21T13:11:41.093" v="124"/>
          <ac:inkMkLst>
            <pc:docMk/>
            <pc:sldMk cId="0" sldId="440"/>
            <ac:inkMk id="9" creationId="{8CF33D4C-ACCD-4A9C-8ADB-40EB9E90FD55}"/>
          </ac:inkMkLst>
        </pc:inkChg>
        <pc:inkChg chg="add">
          <ac:chgData name="Md. Nahid Hasan" userId="S::nahid@vu.edu.bd::85ea5f9e-65d6-4031-b810-9415101f2e21" providerId="AD" clId="Web-{5DFB6F68-1C20-43CB-89BC-4D76E458C838}" dt="2020-12-21T13:11:43.218" v="125"/>
          <ac:inkMkLst>
            <pc:docMk/>
            <pc:sldMk cId="0" sldId="440"/>
            <ac:inkMk id="10" creationId="{F03F1A9B-F84B-44AA-8FF9-47E3A58E48D2}"/>
          </ac:inkMkLst>
        </pc:inkChg>
        <pc:inkChg chg="add">
          <ac:chgData name="Md. Nahid Hasan" userId="S::nahid@vu.edu.bd::85ea5f9e-65d6-4031-b810-9415101f2e21" providerId="AD" clId="Web-{5DFB6F68-1C20-43CB-89BC-4D76E458C838}" dt="2020-12-21T13:11:43.375" v="126"/>
          <ac:inkMkLst>
            <pc:docMk/>
            <pc:sldMk cId="0" sldId="440"/>
            <ac:inkMk id="11" creationId="{F25DB1BC-F061-472F-8788-423144302D27}"/>
          </ac:inkMkLst>
        </pc:inkChg>
        <pc:inkChg chg="add">
          <ac:chgData name="Md. Nahid Hasan" userId="S::nahid@vu.edu.bd::85ea5f9e-65d6-4031-b810-9415101f2e21" providerId="AD" clId="Web-{5DFB6F68-1C20-43CB-89BC-4D76E458C838}" dt="2020-12-21T13:11:45.937" v="127"/>
          <ac:inkMkLst>
            <pc:docMk/>
            <pc:sldMk cId="0" sldId="440"/>
            <ac:inkMk id="12" creationId="{D0053187-4C68-4883-A4FE-AA751DD80E5A}"/>
          </ac:inkMkLst>
        </pc:inkChg>
        <pc:inkChg chg="add">
          <ac:chgData name="Md. Nahid Hasan" userId="S::nahid@vu.edu.bd::85ea5f9e-65d6-4031-b810-9415101f2e21" providerId="AD" clId="Web-{5DFB6F68-1C20-43CB-89BC-4D76E458C838}" dt="2020-12-21T13:11:46.547" v="128"/>
          <ac:inkMkLst>
            <pc:docMk/>
            <pc:sldMk cId="0" sldId="440"/>
            <ac:inkMk id="13" creationId="{71901B31-9886-4A7A-B57A-6B009D35A0B6}"/>
          </ac:inkMkLst>
        </pc:inkChg>
        <pc:inkChg chg="add">
          <ac:chgData name="Md. Nahid Hasan" userId="S::nahid@vu.edu.bd::85ea5f9e-65d6-4031-b810-9415101f2e21" providerId="AD" clId="Web-{5DFB6F68-1C20-43CB-89BC-4D76E458C838}" dt="2020-12-21T13:11:47.390" v="129"/>
          <ac:inkMkLst>
            <pc:docMk/>
            <pc:sldMk cId="0" sldId="440"/>
            <ac:inkMk id="14" creationId="{3F61E19E-BCA4-41AB-ADB5-164CFE34B2B3}"/>
          </ac:inkMkLst>
        </pc:inkChg>
        <pc:inkChg chg="add">
          <ac:chgData name="Md. Nahid Hasan" userId="S::nahid@vu.edu.bd::85ea5f9e-65d6-4031-b810-9415101f2e21" providerId="AD" clId="Web-{5DFB6F68-1C20-43CB-89BC-4D76E458C838}" dt="2020-12-21T13:12:08.562" v="130"/>
          <ac:inkMkLst>
            <pc:docMk/>
            <pc:sldMk cId="0" sldId="440"/>
            <ac:inkMk id="15" creationId="{FF7A67CA-BFC4-48B1-B13A-CA190883D463}"/>
          </ac:inkMkLst>
        </pc:inkChg>
        <pc:inkChg chg="add">
          <ac:chgData name="Md. Nahid Hasan" userId="S::nahid@vu.edu.bd::85ea5f9e-65d6-4031-b810-9415101f2e21" providerId="AD" clId="Web-{5DFB6F68-1C20-43CB-89BC-4D76E458C838}" dt="2020-12-21T13:12:21.016" v="131"/>
          <ac:inkMkLst>
            <pc:docMk/>
            <pc:sldMk cId="0" sldId="440"/>
            <ac:inkMk id="16" creationId="{BF995EDC-168A-45C7-9636-CF121D3D3D55}"/>
          </ac:inkMkLst>
        </pc:inkChg>
        <pc:inkChg chg="add">
          <ac:chgData name="Md. Nahid Hasan" userId="S::nahid@vu.edu.bd::85ea5f9e-65d6-4031-b810-9415101f2e21" providerId="AD" clId="Web-{5DFB6F68-1C20-43CB-89BC-4D76E458C838}" dt="2020-12-21T13:12:36.110" v="132"/>
          <ac:inkMkLst>
            <pc:docMk/>
            <pc:sldMk cId="0" sldId="440"/>
            <ac:inkMk id="17" creationId="{4B225906-1D32-4C45-9B02-D85B026E84D7}"/>
          </ac:inkMkLst>
        </pc:inkChg>
        <pc:inkChg chg="add">
          <ac:chgData name="Md. Nahid Hasan" userId="S::nahid@vu.edu.bd::85ea5f9e-65d6-4031-b810-9415101f2e21" providerId="AD" clId="Web-{5DFB6F68-1C20-43CB-89BC-4D76E458C838}" dt="2020-12-21T13:12:37.688" v="133"/>
          <ac:inkMkLst>
            <pc:docMk/>
            <pc:sldMk cId="0" sldId="440"/>
            <ac:inkMk id="18" creationId="{05E5A6C5-35FF-4906-85FF-7792A47C0758}"/>
          </ac:inkMkLst>
        </pc:inkChg>
        <pc:inkChg chg="add">
          <ac:chgData name="Md. Nahid Hasan" userId="S::nahid@vu.edu.bd::85ea5f9e-65d6-4031-b810-9415101f2e21" providerId="AD" clId="Web-{5DFB6F68-1C20-43CB-89BC-4D76E458C838}" dt="2020-12-21T13:12:39.297" v="134"/>
          <ac:inkMkLst>
            <pc:docMk/>
            <pc:sldMk cId="0" sldId="440"/>
            <ac:inkMk id="19" creationId="{4AD34107-A1C5-45E3-816F-D2785E685F26}"/>
          </ac:inkMkLst>
        </pc:inkChg>
        <pc:inkChg chg="add">
          <ac:chgData name="Md. Nahid Hasan" userId="S::nahid@vu.edu.bd::85ea5f9e-65d6-4031-b810-9415101f2e21" providerId="AD" clId="Web-{5DFB6F68-1C20-43CB-89BC-4D76E458C838}" dt="2020-12-21T13:12:41.688" v="135"/>
          <ac:inkMkLst>
            <pc:docMk/>
            <pc:sldMk cId="0" sldId="440"/>
            <ac:inkMk id="20" creationId="{840D6638-76DD-4C31-81A2-9909278A2D71}"/>
          </ac:inkMkLst>
        </pc:inkChg>
        <pc:inkChg chg="add">
          <ac:chgData name="Md. Nahid Hasan" userId="S::nahid@vu.edu.bd::85ea5f9e-65d6-4031-b810-9415101f2e21" providerId="AD" clId="Web-{5DFB6F68-1C20-43CB-89BC-4D76E458C838}" dt="2020-12-21T13:12:42.625" v="136"/>
          <ac:inkMkLst>
            <pc:docMk/>
            <pc:sldMk cId="0" sldId="440"/>
            <ac:inkMk id="21" creationId="{B6281213-8F2D-48EA-976A-78F2B02FB2C0}"/>
          </ac:inkMkLst>
        </pc:inkChg>
        <pc:inkChg chg="add">
          <ac:chgData name="Md. Nahid Hasan" userId="S::nahid@vu.edu.bd::85ea5f9e-65d6-4031-b810-9415101f2e21" providerId="AD" clId="Web-{5DFB6F68-1C20-43CB-89BC-4D76E458C838}" dt="2020-12-21T13:12:44.219" v="137"/>
          <ac:inkMkLst>
            <pc:docMk/>
            <pc:sldMk cId="0" sldId="440"/>
            <ac:inkMk id="22" creationId="{EF86D4E7-EE62-44B3-B812-ECF05AEB7D2F}"/>
          </ac:inkMkLst>
        </pc:inkChg>
        <pc:inkChg chg="add">
          <ac:chgData name="Md. Nahid Hasan" userId="S::nahid@vu.edu.bd::85ea5f9e-65d6-4031-b810-9415101f2e21" providerId="AD" clId="Web-{5DFB6F68-1C20-43CB-89BC-4D76E458C838}" dt="2020-12-21T13:12:45.032" v="138"/>
          <ac:inkMkLst>
            <pc:docMk/>
            <pc:sldMk cId="0" sldId="440"/>
            <ac:inkMk id="23" creationId="{C843A1D1-3714-4B61-B289-7C3A8BC80A6E}"/>
          </ac:inkMkLst>
        </pc:inkChg>
        <pc:inkChg chg="add">
          <ac:chgData name="Md. Nahid Hasan" userId="S::nahid@vu.edu.bd::85ea5f9e-65d6-4031-b810-9415101f2e21" providerId="AD" clId="Web-{5DFB6F68-1C20-43CB-89BC-4D76E458C838}" dt="2020-12-21T13:12:47.344" v="139"/>
          <ac:inkMkLst>
            <pc:docMk/>
            <pc:sldMk cId="0" sldId="440"/>
            <ac:inkMk id="24" creationId="{AD6ED115-109A-4831-A646-840B214B1E76}"/>
          </ac:inkMkLst>
        </pc:inkChg>
        <pc:inkChg chg="add">
          <ac:chgData name="Md. Nahid Hasan" userId="S::nahid@vu.edu.bd::85ea5f9e-65d6-4031-b810-9415101f2e21" providerId="AD" clId="Web-{5DFB6F68-1C20-43CB-89BC-4D76E458C838}" dt="2020-12-21T13:12:47.360" v="140"/>
          <ac:inkMkLst>
            <pc:docMk/>
            <pc:sldMk cId="0" sldId="440"/>
            <ac:inkMk id="25" creationId="{C71B2952-00AA-4CF4-98D8-48872F8F7815}"/>
          </ac:inkMkLst>
        </pc:inkChg>
        <pc:inkChg chg="add">
          <ac:chgData name="Md. Nahid Hasan" userId="S::nahid@vu.edu.bd::85ea5f9e-65d6-4031-b810-9415101f2e21" providerId="AD" clId="Web-{5DFB6F68-1C20-43CB-89BC-4D76E458C838}" dt="2020-12-21T13:12:49.797" v="141"/>
          <ac:inkMkLst>
            <pc:docMk/>
            <pc:sldMk cId="0" sldId="440"/>
            <ac:inkMk id="26" creationId="{905552E3-7258-4638-8259-CF075521AA72}"/>
          </ac:inkMkLst>
        </pc:inkChg>
        <pc:inkChg chg="add">
          <ac:chgData name="Md. Nahid Hasan" userId="S::nahid@vu.edu.bd::85ea5f9e-65d6-4031-b810-9415101f2e21" providerId="AD" clId="Web-{5DFB6F68-1C20-43CB-89BC-4D76E458C838}" dt="2020-12-21T13:12:50.876" v="142"/>
          <ac:inkMkLst>
            <pc:docMk/>
            <pc:sldMk cId="0" sldId="440"/>
            <ac:inkMk id="27" creationId="{754E9817-41B4-4D89-B710-8BB853A88EDC}"/>
          </ac:inkMkLst>
        </pc:inkChg>
        <pc:inkChg chg="add">
          <ac:chgData name="Md. Nahid Hasan" userId="S::nahid@vu.edu.bd::85ea5f9e-65d6-4031-b810-9415101f2e21" providerId="AD" clId="Web-{5DFB6F68-1C20-43CB-89BC-4D76E458C838}" dt="2020-12-21T13:12:51.860" v="143"/>
          <ac:inkMkLst>
            <pc:docMk/>
            <pc:sldMk cId="0" sldId="440"/>
            <ac:inkMk id="28" creationId="{D6B98AE9-9313-4140-B983-A5982E89D6BD}"/>
          </ac:inkMkLst>
        </pc:inkChg>
        <pc:inkChg chg="add">
          <ac:chgData name="Md. Nahid Hasan" userId="S::nahid@vu.edu.bd::85ea5f9e-65d6-4031-b810-9415101f2e21" providerId="AD" clId="Web-{5DFB6F68-1C20-43CB-89BC-4D76E458C838}" dt="2020-12-21T13:12:52.547" v="144"/>
          <ac:inkMkLst>
            <pc:docMk/>
            <pc:sldMk cId="0" sldId="440"/>
            <ac:inkMk id="29" creationId="{965D3862-BDB4-4F70-B1F5-51F030C89C2A}"/>
          </ac:inkMkLst>
        </pc:inkChg>
        <pc:inkChg chg="add">
          <ac:chgData name="Md. Nahid Hasan" userId="S::nahid@vu.edu.bd::85ea5f9e-65d6-4031-b810-9415101f2e21" providerId="AD" clId="Web-{5DFB6F68-1C20-43CB-89BC-4D76E458C838}" dt="2020-12-21T13:12:58.579" v="145"/>
          <ac:inkMkLst>
            <pc:docMk/>
            <pc:sldMk cId="0" sldId="440"/>
            <ac:inkMk id="30" creationId="{7B4B1D27-D4C9-4BDC-A8DE-CFE3D38BB71F}"/>
          </ac:inkMkLst>
        </pc:inkChg>
        <pc:inkChg chg="add">
          <ac:chgData name="Md. Nahid Hasan" userId="S::nahid@vu.edu.bd::85ea5f9e-65d6-4031-b810-9415101f2e21" providerId="AD" clId="Web-{5DFB6F68-1C20-43CB-89BC-4D76E458C838}" dt="2020-12-21T13:12:59.063" v="146"/>
          <ac:inkMkLst>
            <pc:docMk/>
            <pc:sldMk cId="0" sldId="440"/>
            <ac:inkMk id="31" creationId="{B98108AF-8E1D-44DF-BC1A-B2B2911F5223}"/>
          </ac:inkMkLst>
        </pc:inkChg>
        <pc:inkChg chg="add">
          <ac:chgData name="Md. Nahid Hasan" userId="S::nahid@vu.edu.bd::85ea5f9e-65d6-4031-b810-9415101f2e21" providerId="AD" clId="Web-{5DFB6F68-1C20-43CB-89BC-4D76E458C838}" dt="2020-12-21T13:12:59.751" v="147"/>
          <ac:inkMkLst>
            <pc:docMk/>
            <pc:sldMk cId="0" sldId="440"/>
            <ac:inkMk id="32" creationId="{EC504412-BB5D-4667-83EF-CFB03E7156CD}"/>
          </ac:inkMkLst>
        </pc:inkChg>
        <pc:inkChg chg="add">
          <ac:chgData name="Md. Nahid Hasan" userId="S::nahid@vu.edu.bd::85ea5f9e-65d6-4031-b810-9415101f2e21" providerId="AD" clId="Web-{5DFB6F68-1C20-43CB-89BC-4D76E458C838}" dt="2020-12-21T13:13:00.266" v="148"/>
          <ac:inkMkLst>
            <pc:docMk/>
            <pc:sldMk cId="0" sldId="440"/>
            <ac:inkMk id="33" creationId="{4654C528-B9A4-4AD6-B1C5-D58368532C57}"/>
          </ac:inkMkLst>
        </pc:inkChg>
        <pc:inkChg chg="add">
          <ac:chgData name="Md. Nahid Hasan" userId="S::nahid@vu.edu.bd::85ea5f9e-65d6-4031-b810-9415101f2e21" providerId="AD" clId="Web-{5DFB6F68-1C20-43CB-89BC-4D76E458C838}" dt="2020-12-21T13:13:04.204" v="149"/>
          <ac:inkMkLst>
            <pc:docMk/>
            <pc:sldMk cId="0" sldId="440"/>
            <ac:inkMk id="34" creationId="{00DDB389-9F5F-4987-950E-A109E7432149}"/>
          </ac:inkMkLst>
        </pc:inkChg>
        <pc:inkChg chg="add">
          <ac:chgData name="Md. Nahid Hasan" userId="S::nahid@vu.edu.bd::85ea5f9e-65d6-4031-b810-9415101f2e21" providerId="AD" clId="Web-{5DFB6F68-1C20-43CB-89BC-4D76E458C838}" dt="2020-12-21T13:13:07.813" v="150"/>
          <ac:inkMkLst>
            <pc:docMk/>
            <pc:sldMk cId="0" sldId="440"/>
            <ac:inkMk id="35" creationId="{12C403C9-0E6B-41A2-B3B9-DEA2D39F9E49}"/>
          </ac:inkMkLst>
        </pc:inkChg>
        <pc:inkChg chg="add">
          <ac:chgData name="Md. Nahid Hasan" userId="S::nahid@vu.edu.bd::85ea5f9e-65d6-4031-b810-9415101f2e21" providerId="AD" clId="Web-{5DFB6F68-1C20-43CB-89BC-4D76E458C838}" dt="2020-12-21T13:13:08.407" v="151"/>
          <ac:inkMkLst>
            <pc:docMk/>
            <pc:sldMk cId="0" sldId="440"/>
            <ac:inkMk id="36" creationId="{F5B26655-E748-47D7-810D-5364DE841904}"/>
          </ac:inkMkLst>
        </pc:inkChg>
        <pc:inkChg chg="add">
          <ac:chgData name="Md. Nahid Hasan" userId="S::nahid@vu.edu.bd::85ea5f9e-65d6-4031-b810-9415101f2e21" providerId="AD" clId="Web-{5DFB6F68-1C20-43CB-89BC-4D76E458C838}" dt="2020-12-21T13:13:09.470" v="152"/>
          <ac:inkMkLst>
            <pc:docMk/>
            <pc:sldMk cId="0" sldId="440"/>
            <ac:inkMk id="37" creationId="{F06B5EF9-2054-4CD4-B5A9-1EB99AE78B00}"/>
          </ac:inkMkLst>
        </pc:inkChg>
        <pc:inkChg chg="add">
          <ac:chgData name="Md. Nahid Hasan" userId="S::nahid@vu.edu.bd::85ea5f9e-65d6-4031-b810-9415101f2e21" providerId="AD" clId="Web-{5DFB6F68-1C20-43CB-89BC-4D76E458C838}" dt="2020-12-21T13:13:12.376" v="153"/>
          <ac:inkMkLst>
            <pc:docMk/>
            <pc:sldMk cId="0" sldId="440"/>
            <ac:inkMk id="38" creationId="{768C7F49-1E16-4A90-AF48-48F0D75369F4}"/>
          </ac:inkMkLst>
        </pc:inkChg>
        <pc:inkChg chg="add">
          <ac:chgData name="Md. Nahid Hasan" userId="S::nahid@vu.edu.bd::85ea5f9e-65d6-4031-b810-9415101f2e21" providerId="AD" clId="Web-{5DFB6F68-1C20-43CB-89BC-4D76E458C838}" dt="2020-12-21T13:13:13.766" v="154"/>
          <ac:inkMkLst>
            <pc:docMk/>
            <pc:sldMk cId="0" sldId="440"/>
            <ac:inkMk id="39" creationId="{7095B326-CFA7-450E-A251-D73D8B92FB03}"/>
          </ac:inkMkLst>
        </pc:inkChg>
        <pc:inkChg chg="add">
          <ac:chgData name="Md. Nahid Hasan" userId="S::nahid@vu.edu.bd::85ea5f9e-65d6-4031-b810-9415101f2e21" providerId="AD" clId="Web-{5DFB6F68-1C20-43CB-89BC-4D76E458C838}" dt="2020-12-21T13:13:15.282" v="155"/>
          <ac:inkMkLst>
            <pc:docMk/>
            <pc:sldMk cId="0" sldId="440"/>
            <ac:inkMk id="40" creationId="{EB21487F-C367-4B9B-9671-B70497992884}"/>
          </ac:inkMkLst>
        </pc:inkChg>
        <pc:inkChg chg="add">
          <ac:chgData name="Md. Nahid Hasan" userId="S::nahid@vu.edu.bd::85ea5f9e-65d6-4031-b810-9415101f2e21" providerId="AD" clId="Web-{5DFB6F68-1C20-43CB-89BC-4D76E458C838}" dt="2020-12-21T13:13:47.845" v="156"/>
          <ac:inkMkLst>
            <pc:docMk/>
            <pc:sldMk cId="0" sldId="440"/>
            <ac:inkMk id="41" creationId="{13C138FE-E99D-4B8D-86C9-B046B036A035}"/>
          </ac:inkMkLst>
        </pc:inkChg>
        <pc:inkChg chg="add">
          <ac:chgData name="Md. Nahid Hasan" userId="S::nahid@vu.edu.bd::85ea5f9e-65d6-4031-b810-9415101f2e21" providerId="AD" clId="Web-{5DFB6F68-1C20-43CB-89BC-4D76E458C838}" dt="2020-12-21T13:13:49.892" v="157"/>
          <ac:inkMkLst>
            <pc:docMk/>
            <pc:sldMk cId="0" sldId="440"/>
            <ac:inkMk id="42" creationId="{849F2080-D3A2-45FD-A7D9-326B73BD4505}"/>
          </ac:inkMkLst>
        </pc:inkChg>
        <pc:inkChg chg="add">
          <ac:chgData name="Md. Nahid Hasan" userId="S::nahid@vu.edu.bd::85ea5f9e-65d6-4031-b810-9415101f2e21" providerId="AD" clId="Web-{5DFB6F68-1C20-43CB-89BC-4D76E458C838}" dt="2020-12-21T13:13:49.892" v="158"/>
          <ac:inkMkLst>
            <pc:docMk/>
            <pc:sldMk cId="0" sldId="440"/>
            <ac:inkMk id="43" creationId="{00B80E42-3B74-4DF8-B7B4-633D19CF02AC}"/>
          </ac:inkMkLst>
        </pc:inkChg>
        <pc:inkChg chg="add">
          <ac:chgData name="Md. Nahid Hasan" userId="S::nahid@vu.edu.bd::85ea5f9e-65d6-4031-b810-9415101f2e21" providerId="AD" clId="Web-{5DFB6F68-1C20-43CB-89BC-4D76E458C838}" dt="2020-12-21T13:13:54.642" v="159"/>
          <ac:inkMkLst>
            <pc:docMk/>
            <pc:sldMk cId="0" sldId="440"/>
            <ac:inkMk id="44" creationId="{CAEF5579-0BDE-432C-8C85-BF9EA407F12E}"/>
          </ac:inkMkLst>
        </pc:inkChg>
        <pc:inkChg chg="add">
          <ac:chgData name="Md. Nahid Hasan" userId="S::nahid@vu.edu.bd::85ea5f9e-65d6-4031-b810-9415101f2e21" providerId="AD" clId="Web-{5DFB6F68-1C20-43CB-89BC-4D76E458C838}" dt="2020-12-21T13:13:55.751" v="160"/>
          <ac:inkMkLst>
            <pc:docMk/>
            <pc:sldMk cId="0" sldId="440"/>
            <ac:inkMk id="45" creationId="{212DB743-FB37-41A8-97CE-5B5A1C38EBF3}"/>
          </ac:inkMkLst>
        </pc:inkChg>
        <pc:inkChg chg="add">
          <ac:chgData name="Md. Nahid Hasan" userId="S::nahid@vu.edu.bd::85ea5f9e-65d6-4031-b810-9415101f2e21" providerId="AD" clId="Web-{5DFB6F68-1C20-43CB-89BC-4D76E458C838}" dt="2020-12-21T13:13:56.658" v="161"/>
          <ac:inkMkLst>
            <pc:docMk/>
            <pc:sldMk cId="0" sldId="440"/>
            <ac:inkMk id="46" creationId="{237F9200-4168-4663-8DA7-4761949645AE}"/>
          </ac:inkMkLst>
        </pc:inkChg>
        <pc:inkChg chg="add">
          <ac:chgData name="Md. Nahid Hasan" userId="S::nahid@vu.edu.bd::85ea5f9e-65d6-4031-b810-9415101f2e21" providerId="AD" clId="Web-{5DFB6F68-1C20-43CB-89BC-4D76E458C838}" dt="2020-12-21T13:14:00.689" v="162"/>
          <ac:inkMkLst>
            <pc:docMk/>
            <pc:sldMk cId="0" sldId="440"/>
            <ac:inkMk id="47" creationId="{60CB9497-0817-4002-A77E-31E3691037E6}"/>
          </ac:inkMkLst>
        </pc:inkChg>
        <pc:inkChg chg="add">
          <ac:chgData name="Md. Nahid Hasan" userId="S::nahid@vu.edu.bd::85ea5f9e-65d6-4031-b810-9415101f2e21" providerId="AD" clId="Web-{5DFB6F68-1C20-43CB-89BC-4D76E458C838}" dt="2020-12-21T13:14:00.689" v="163"/>
          <ac:inkMkLst>
            <pc:docMk/>
            <pc:sldMk cId="0" sldId="440"/>
            <ac:inkMk id="48" creationId="{353551BB-5440-4217-8366-819BA167EFA6}"/>
          </ac:inkMkLst>
        </pc:inkChg>
        <pc:inkChg chg="add">
          <ac:chgData name="Md. Nahid Hasan" userId="S::nahid@vu.edu.bd::85ea5f9e-65d6-4031-b810-9415101f2e21" providerId="AD" clId="Web-{5DFB6F68-1C20-43CB-89BC-4D76E458C838}" dt="2020-12-21T13:14:00.705" v="164"/>
          <ac:inkMkLst>
            <pc:docMk/>
            <pc:sldMk cId="0" sldId="440"/>
            <ac:inkMk id="49" creationId="{C4406DEE-E770-4368-A3B6-B3E9D0E3AB55}"/>
          </ac:inkMkLst>
        </pc:inkChg>
        <pc:inkChg chg="add">
          <ac:chgData name="Md. Nahid Hasan" userId="S::nahid@vu.edu.bd::85ea5f9e-65d6-4031-b810-9415101f2e21" providerId="AD" clId="Web-{5DFB6F68-1C20-43CB-89BC-4D76E458C838}" dt="2020-12-21T13:14:03.939" v="165"/>
          <ac:inkMkLst>
            <pc:docMk/>
            <pc:sldMk cId="0" sldId="440"/>
            <ac:inkMk id="50" creationId="{13C6E92E-997B-4DA9-84D2-0E5109DCBA57}"/>
          </ac:inkMkLst>
        </pc:inkChg>
        <pc:inkChg chg="add">
          <ac:chgData name="Md. Nahid Hasan" userId="S::nahid@vu.edu.bd::85ea5f9e-65d6-4031-b810-9415101f2e21" providerId="AD" clId="Web-{5DFB6F68-1C20-43CB-89BC-4D76E458C838}" dt="2020-12-21T13:14:05.892" v="166"/>
          <ac:inkMkLst>
            <pc:docMk/>
            <pc:sldMk cId="0" sldId="440"/>
            <ac:inkMk id="51" creationId="{7B37205B-C514-4C9B-B42E-DC2D80BC3F3B}"/>
          </ac:inkMkLst>
        </pc:inkChg>
        <pc:inkChg chg="add">
          <ac:chgData name="Md. Nahid Hasan" userId="S::nahid@vu.edu.bd::85ea5f9e-65d6-4031-b810-9415101f2e21" providerId="AD" clId="Web-{5DFB6F68-1C20-43CB-89BC-4D76E458C838}" dt="2020-12-21T13:14:05.892" v="167"/>
          <ac:inkMkLst>
            <pc:docMk/>
            <pc:sldMk cId="0" sldId="440"/>
            <ac:inkMk id="52" creationId="{6A35640B-F5E9-4D08-904E-1EB0B05667EF}"/>
          </ac:inkMkLst>
        </pc:inkChg>
        <pc:inkChg chg="add">
          <ac:chgData name="Md. Nahid Hasan" userId="S::nahid@vu.edu.bd::85ea5f9e-65d6-4031-b810-9415101f2e21" providerId="AD" clId="Web-{5DFB6F68-1C20-43CB-89BC-4D76E458C838}" dt="2020-12-21T13:14:07.892" v="168"/>
          <ac:inkMkLst>
            <pc:docMk/>
            <pc:sldMk cId="0" sldId="440"/>
            <ac:inkMk id="53" creationId="{FBA1082F-F685-4189-A267-D2A81B48ED31}"/>
          </ac:inkMkLst>
        </pc:inkChg>
        <pc:inkChg chg="add">
          <ac:chgData name="Md. Nahid Hasan" userId="S::nahid@vu.edu.bd::85ea5f9e-65d6-4031-b810-9415101f2e21" providerId="AD" clId="Web-{5DFB6F68-1C20-43CB-89BC-4D76E458C838}" dt="2020-12-21T13:14:07.892" v="169"/>
          <ac:inkMkLst>
            <pc:docMk/>
            <pc:sldMk cId="0" sldId="440"/>
            <ac:inkMk id="54" creationId="{57E77B98-C5B1-46AD-9F09-547A3B984165}"/>
          </ac:inkMkLst>
        </pc:inkChg>
        <pc:inkChg chg="add">
          <ac:chgData name="Md. Nahid Hasan" userId="S::nahid@vu.edu.bd::85ea5f9e-65d6-4031-b810-9415101f2e21" providerId="AD" clId="Web-{5DFB6F68-1C20-43CB-89BC-4D76E458C838}" dt="2020-12-21T13:14:09.142" v="170"/>
          <ac:inkMkLst>
            <pc:docMk/>
            <pc:sldMk cId="0" sldId="440"/>
            <ac:inkMk id="55" creationId="{C9D33B2A-2C70-4508-8E7A-C3182174F850}"/>
          </ac:inkMkLst>
        </pc:inkChg>
        <pc:inkChg chg="add">
          <ac:chgData name="Md. Nahid Hasan" userId="S::nahid@vu.edu.bd::85ea5f9e-65d6-4031-b810-9415101f2e21" providerId="AD" clId="Web-{5DFB6F68-1C20-43CB-89BC-4D76E458C838}" dt="2020-12-21T13:14:12.111" v="171"/>
          <ac:inkMkLst>
            <pc:docMk/>
            <pc:sldMk cId="0" sldId="440"/>
            <ac:inkMk id="56" creationId="{159D37C7-20D2-4944-8145-87C32EE8F97C}"/>
          </ac:inkMkLst>
        </pc:inkChg>
        <pc:inkChg chg="add">
          <ac:chgData name="Md. Nahid Hasan" userId="S::nahid@vu.edu.bd::85ea5f9e-65d6-4031-b810-9415101f2e21" providerId="AD" clId="Web-{5DFB6F68-1C20-43CB-89BC-4D76E458C838}" dt="2020-12-21T13:14:12.127" v="172"/>
          <ac:inkMkLst>
            <pc:docMk/>
            <pc:sldMk cId="0" sldId="440"/>
            <ac:inkMk id="57" creationId="{7EEB7EDC-40BB-4523-9F27-4CBFEA0FB98C}"/>
          </ac:inkMkLst>
        </pc:inkChg>
        <pc:inkChg chg="add">
          <ac:chgData name="Md. Nahid Hasan" userId="S::nahid@vu.edu.bd::85ea5f9e-65d6-4031-b810-9415101f2e21" providerId="AD" clId="Web-{5DFB6F68-1C20-43CB-89BC-4D76E458C838}" dt="2020-12-21T13:14:12.127" v="173"/>
          <ac:inkMkLst>
            <pc:docMk/>
            <pc:sldMk cId="0" sldId="440"/>
            <ac:inkMk id="58" creationId="{5ADC7B3C-3DFD-47D5-A4C6-239C2CD5E565}"/>
          </ac:inkMkLst>
        </pc:inkChg>
        <pc:inkChg chg="add">
          <ac:chgData name="Md. Nahid Hasan" userId="S::nahid@vu.edu.bd::85ea5f9e-65d6-4031-b810-9415101f2e21" providerId="AD" clId="Web-{5DFB6F68-1C20-43CB-89BC-4D76E458C838}" dt="2020-12-21T13:14:12.908" v="174"/>
          <ac:inkMkLst>
            <pc:docMk/>
            <pc:sldMk cId="0" sldId="440"/>
            <ac:inkMk id="59" creationId="{39847959-F468-483F-892E-DA91242E2481}"/>
          </ac:inkMkLst>
        </pc:inkChg>
        <pc:inkChg chg="add">
          <ac:chgData name="Md. Nahid Hasan" userId="S::nahid@vu.edu.bd::85ea5f9e-65d6-4031-b810-9415101f2e21" providerId="AD" clId="Web-{5DFB6F68-1C20-43CB-89BC-4D76E458C838}" dt="2020-12-21T13:14:13.611" v="175"/>
          <ac:inkMkLst>
            <pc:docMk/>
            <pc:sldMk cId="0" sldId="440"/>
            <ac:inkMk id="60" creationId="{780809E7-24F8-43EF-8484-533DB7E18339}"/>
          </ac:inkMkLst>
        </pc:inkChg>
        <pc:inkChg chg="add">
          <ac:chgData name="Md. Nahid Hasan" userId="S::nahid@vu.edu.bd::85ea5f9e-65d6-4031-b810-9415101f2e21" providerId="AD" clId="Web-{5DFB6F68-1C20-43CB-89BC-4D76E458C838}" dt="2020-12-21T13:14:14.924" v="176"/>
          <ac:inkMkLst>
            <pc:docMk/>
            <pc:sldMk cId="0" sldId="440"/>
            <ac:inkMk id="61" creationId="{EC69A3FE-D2B5-4462-84D8-EF7F34C264B2}"/>
          </ac:inkMkLst>
        </pc:inkChg>
        <pc:inkChg chg="add">
          <ac:chgData name="Md. Nahid Hasan" userId="S::nahid@vu.edu.bd::85ea5f9e-65d6-4031-b810-9415101f2e21" providerId="AD" clId="Web-{5DFB6F68-1C20-43CB-89BC-4D76E458C838}" dt="2020-12-21T13:14:16.392" v="177"/>
          <ac:inkMkLst>
            <pc:docMk/>
            <pc:sldMk cId="0" sldId="440"/>
            <ac:inkMk id="62" creationId="{1CED0776-3201-41D1-A2CA-81399F9766CA}"/>
          </ac:inkMkLst>
        </pc:inkChg>
        <pc:inkChg chg="add">
          <ac:chgData name="Md. Nahid Hasan" userId="S::nahid@vu.edu.bd::85ea5f9e-65d6-4031-b810-9415101f2e21" providerId="AD" clId="Web-{5DFB6F68-1C20-43CB-89BC-4D76E458C838}" dt="2020-12-21T13:14:16.392" v="178"/>
          <ac:inkMkLst>
            <pc:docMk/>
            <pc:sldMk cId="0" sldId="440"/>
            <ac:inkMk id="63" creationId="{ABDE7539-DFB4-42FB-B3A1-EF3D2B5B4009}"/>
          </ac:inkMkLst>
        </pc:inkChg>
        <pc:inkChg chg="add">
          <ac:chgData name="Md. Nahid Hasan" userId="S::nahid@vu.edu.bd::85ea5f9e-65d6-4031-b810-9415101f2e21" providerId="AD" clId="Web-{5DFB6F68-1C20-43CB-89BC-4D76E458C838}" dt="2020-12-21T13:14:17.767" v="179"/>
          <ac:inkMkLst>
            <pc:docMk/>
            <pc:sldMk cId="0" sldId="440"/>
            <ac:inkMk id="15360" creationId="{F70A0CB7-0030-4A0E-8319-223B32D44E64}"/>
          </ac:inkMkLst>
        </pc:inkChg>
        <pc:inkChg chg="add">
          <ac:chgData name="Md. Nahid Hasan" userId="S::nahid@vu.edu.bd::85ea5f9e-65d6-4031-b810-9415101f2e21" providerId="AD" clId="Web-{5DFB6F68-1C20-43CB-89BC-4D76E458C838}" dt="2020-12-21T13:14:17.783" v="180"/>
          <ac:inkMkLst>
            <pc:docMk/>
            <pc:sldMk cId="0" sldId="440"/>
            <ac:inkMk id="15361" creationId="{BB39C7E8-0EAC-427F-87CF-6C16BD925378}"/>
          </ac:inkMkLst>
        </pc:inkChg>
        <pc:inkChg chg="add">
          <ac:chgData name="Md. Nahid Hasan" userId="S::nahid@vu.edu.bd::85ea5f9e-65d6-4031-b810-9415101f2e21" providerId="AD" clId="Web-{5DFB6F68-1C20-43CB-89BC-4D76E458C838}" dt="2020-12-21T13:14:18.486" v="181"/>
          <ac:inkMkLst>
            <pc:docMk/>
            <pc:sldMk cId="0" sldId="440"/>
            <ac:inkMk id="15363" creationId="{A9DDE9E0-D5C0-4D6D-BD35-26EA4D05E870}"/>
          </ac:inkMkLst>
        </pc:inkChg>
        <pc:inkChg chg="add">
          <ac:chgData name="Md. Nahid Hasan" userId="S::nahid@vu.edu.bd::85ea5f9e-65d6-4031-b810-9415101f2e21" providerId="AD" clId="Web-{5DFB6F68-1C20-43CB-89BC-4D76E458C838}" dt="2020-12-21T13:14:19.877" v="182"/>
          <ac:inkMkLst>
            <pc:docMk/>
            <pc:sldMk cId="0" sldId="440"/>
            <ac:inkMk id="15364" creationId="{C59C5FDF-886D-407B-A79B-E9A337CB716D}"/>
          </ac:inkMkLst>
        </pc:inkChg>
        <pc:inkChg chg="add">
          <ac:chgData name="Md. Nahid Hasan" userId="S::nahid@vu.edu.bd::85ea5f9e-65d6-4031-b810-9415101f2e21" providerId="AD" clId="Web-{5DFB6F68-1C20-43CB-89BC-4D76E458C838}" dt="2020-12-21T13:14:20.439" v="183"/>
          <ac:inkMkLst>
            <pc:docMk/>
            <pc:sldMk cId="0" sldId="440"/>
            <ac:inkMk id="15365" creationId="{5F647F12-9C03-4E1F-8F5C-C55178643FAC}"/>
          </ac:inkMkLst>
        </pc:inkChg>
        <pc:inkChg chg="add">
          <ac:chgData name="Md. Nahid Hasan" userId="S::nahid@vu.edu.bd::85ea5f9e-65d6-4031-b810-9415101f2e21" providerId="AD" clId="Web-{5DFB6F68-1C20-43CB-89BC-4D76E458C838}" dt="2020-12-21T13:14:21.424" v="184"/>
          <ac:inkMkLst>
            <pc:docMk/>
            <pc:sldMk cId="0" sldId="440"/>
            <ac:inkMk id="15366" creationId="{E14B875A-ADD1-42FB-8F3A-297463C8597A}"/>
          </ac:inkMkLst>
        </pc:inkChg>
        <pc:inkChg chg="add">
          <ac:chgData name="Md. Nahid Hasan" userId="S::nahid@vu.edu.bd::85ea5f9e-65d6-4031-b810-9415101f2e21" providerId="AD" clId="Web-{5DFB6F68-1C20-43CB-89BC-4D76E458C838}" dt="2020-12-21T13:14:21.424" v="185"/>
          <ac:inkMkLst>
            <pc:docMk/>
            <pc:sldMk cId="0" sldId="440"/>
            <ac:inkMk id="15367" creationId="{DB5F38B1-DE21-4251-BA47-CBDB74C2D3DF}"/>
          </ac:inkMkLst>
        </pc:inkChg>
        <pc:inkChg chg="add">
          <ac:chgData name="Md. Nahid Hasan" userId="S::nahid@vu.edu.bd::85ea5f9e-65d6-4031-b810-9415101f2e21" providerId="AD" clId="Web-{5DFB6F68-1C20-43CB-89BC-4D76E458C838}" dt="2020-12-21T13:14:22.783" v="186"/>
          <ac:inkMkLst>
            <pc:docMk/>
            <pc:sldMk cId="0" sldId="440"/>
            <ac:inkMk id="15368" creationId="{6C6E6859-C642-4FE5-BA98-A6E300A0129A}"/>
          </ac:inkMkLst>
        </pc:inkChg>
        <pc:inkChg chg="add">
          <ac:chgData name="Md. Nahid Hasan" userId="S::nahid@vu.edu.bd::85ea5f9e-65d6-4031-b810-9415101f2e21" providerId="AD" clId="Web-{5DFB6F68-1C20-43CB-89BC-4D76E458C838}" dt="2020-12-21T13:14:25.158" v="187"/>
          <ac:inkMkLst>
            <pc:docMk/>
            <pc:sldMk cId="0" sldId="440"/>
            <ac:inkMk id="15369" creationId="{F6044250-CFE8-46A9-8ACC-E7C9A93B6EA3}"/>
          </ac:inkMkLst>
        </pc:inkChg>
        <pc:inkChg chg="add">
          <ac:chgData name="Md. Nahid Hasan" userId="S::nahid@vu.edu.bd::85ea5f9e-65d6-4031-b810-9415101f2e21" providerId="AD" clId="Web-{5DFB6F68-1C20-43CB-89BC-4D76E458C838}" dt="2020-12-21T13:14:26.674" v="188"/>
          <ac:inkMkLst>
            <pc:docMk/>
            <pc:sldMk cId="0" sldId="440"/>
            <ac:inkMk id="15370" creationId="{547E2970-25B7-4FCF-8765-8DBC683EE0CB}"/>
          </ac:inkMkLst>
        </pc:inkChg>
        <pc:inkChg chg="add">
          <ac:chgData name="Md. Nahid Hasan" userId="S::nahid@vu.edu.bd::85ea5f9e-65d6-4031-b810-9415101f2e21" providerId="AD" clId="Web-{5DFB6F68-1C20-43CB-89BC-4D76E458C838}" dt="2020-12-21T13:14:29.346" v="189"/>
          <ac:inkMkLst>
            <pc:docMk/>
            <pc:sldMk cId="0" sldId="440"/>
            <ac:inkMk id="15371" creationId="{53687399-DEF4-484B-A1AC-898A136974F6}"/>
          </ac:inkMkLst>
        </pc:inkChg>
        <pc:inkChg chg="add">
          <ac:chgData name="Md. Nahid Hasan" userId="S::nahid@vu.edu.bd::85ea5f9e-65d6-4031-b810-9415101f2e21" providerId="AD" clId="Web-{5DFB6F68-1C20-43CB-89BC-4D76E458C838}" dt="2020-12-21T13:14:30.142" v="190"/>
          <ac:inkMkLst>
            <pc:docMk/>
            <pc:sldMk cId="0" sldId="440"/>
            <ac:inkMk id="15372" creationId="{73443A26-5B31-4676-A16F-27CC10B14D20}"/>
          </ac:inkMkLst>
        </pc:inkChg>
        <pc:inkChg chg="add">
          <ac:chgData name="Md. Nahid Hasan" userId="S::nahid@vu.edu.bd::85ea5f9e-65d6-4031-b810-9415101f2e21" providerId="AD" clId="Web-{5DFB6F68-1C20-43CB-89BC-4D76E458C838}" dt="2020-12-21T13:14:31.533" v="191"/>
          <ac:inkMkLst>
            <pc:docMk/>
            <pc:sldMk cId="0" sldId="440"/>
            <ac:inkMk id="15373" creationId="{5CB6F7D6-6A11-41C0-BB10-7EA52FBB6761}"/>
          </ac:inkMkLst>
        </pc:inkChg>
        <pc:inkChg chg="add">
          <ac:chgData name="Md. Nahid Hasan" userId="S::nahid@vu.edu.bd::85ea5f9e-65d6-4031-b810-9415101f2e21" providerId="AD" clId="Web-{5DFB6F68-1C20-43CB-89BC-4D76E458C838}" dt="2020-12-21T13:14:32.408" v="192"/>
          <ac:inkMkLst>
            <pc:docMk/>
            <pc:sldMk cId="0" sldId="440"/>
            <ac:inkMk id="15374" creationId="{FAB93107-48BD-4199-B52B-3BE2F70D10D7}"/>
          </ac:inkMkLst>
        </pc:inkChg>
        <pc:inkChg chg="add">
          <ac:chgData name="Md. Nahid Hasan" userId="S::nahid@vu.edu.bd::85ea5f9e-65d6-4031-b810-9415101f2e21" providerId="AD" clId="Web-{5DFB6F68-1C20-43CB-89BC-4D76E458C838}" dt="2020-12-21T13:14:32.861" v="193"/>
          <ac:inkMkLst>
            <pc:docMk/>
            <pc:sldMk cId="0" sldId="440"/>
            <ac:inkMk id="15375" creationId="{662C5AF5-16C7-45BB-80CA-529A080706FC}"/>
          </ac:inkMkLst>
        </pc:inkChg>
        <pc:inkChg chg="add">
          <ac:chgData name="Md. Nahid Hasan" userId="S::nahid@vu.edu.bd::85ea5f9e-65d6-4031-b810-9415101f2e21" providerId="AD" clId="Web-{5DFB6F68-1C20-43CB-89BC-4D76E458C838}" dt="2020-12-21T13:14:34.361" v="194"/>
          <ac:inkMkLst>
            <pc:docMk/>
            <pc:sldMk cId="0" sldId="440"/>
            <ac:inkMk id="15376" creationId="{6FB81448-F925-41E5-8E6D-78B0543C00F0}"/>
          </ac:inkMkLst>
        </pc:inkChg>
        <pc:inkChg chg="add">
          <ac:chgData name="Md. Nahid Hasan" userId="S::nahid@vu.edu.bd::85ea5f9e-65d6-4031-b810-9415101f2e21" providerId="AD" clId="Web-{5DFB6F68-1C20-43CB-89BC-4D76E458C838}" dt="2020-12-21T13:14:50.768" v="195"/>
          <ac:inkMkLst>
            <pc:docMk/>
            <pc:sldMk cId="0" sldId="440"/>
            <ac:inkMk id="15377" creationId="{819A380C-EE9C-47D7-BDFA-2FBD51802675}"/>
          </ac:inkMkLst>
        </pc:inkChg>
        <pc:inkChg chg="add">
          <ac:chgData name="Md. Nahid Hasan" userId="S::nahid@vu.edu.bd::85ea5f9e-65d6-4031-b810-9415101f2e21" providerId="AD" clId="Web-{5DFB6F68-1C20-43CB-89BC-4D76E458C838}" dt="2020-12-21T13:14:52.486" v="196"/>
          <ac:inkMkLst>
            <pc:docMk/>
            <pc:sldMk cId="0" sldId="440"/>
            <ac:inkMk id="15378" creationId="{FA89D5FE-25A4-4438-BCA6-BE1D2ABAB938}"/>
          </ac:inkMkLst>
        </pc:inkChg>
        <pc:inkChg chg="add">
          <ac:chgData name="Md. Nahid Hasan" userId="S::nahid@vu.edu.bd::85ea5f9e-65d6-4031-b810-9415101f2e21" providerId="AD" clId="Web-{5DFB6F68-1C20-43CB-89BC-4D76E458C838}" dt="2020-12-21T13:14:54.690" v="197"/>
          <ac:inkMkLst>
            <pc:docMk/>
            <pc:sldMk cId="0" sldId="440"/>
            <ac:inkMk id="15379" creationId="{6C9F6B52-ADCB-4C73-ADEA-3D44326DEB9F}"/>
          </ac:inkMkLst>
        </pc:inkChg>
        <pc:inkChg chg="add">
          <ac:chgData name="Md. Nahid Hasan" userId="S::nahid@vu.edu.bd::85ea5f9e-65d6-4031-b810-9415101f2e21" providerId="AD" clId="Web-{5DFB6F68-1C20-43CB-89BC-4D76E458C838}" dt="2020-12-21T13:14:56.205" v="198"/>
          <ac:inkMkLst>
            <pc:docMk/>
            <pc:sldMk cId="0" sldId="440"/>
            <ac:inkMk id="15380" creationId="{C661EEB0-5E73-4C35-9F3A-9E7289C52B36}"/>
          </ac:inkMkLst>
        </pc:inkChg>
        <pc:inkChg chg="add">
          <ac:chgData name="Md. Nahid Hasan" userId="S::nahid@vu.edu.bd::85ea5f9e-65d6-4031-b810-9415101f2e21" providerId="AD" clId="Web-{5DFB6F68-1C20-43CB-89BC-4D76E458C838}" dt="2020-12-21T13:15:17.565" v="199"/>
          <ac:inkMkLst>
            <pc:docMk/>
            <pc:sldMk cId="0" sldId="440"/>
            <ac:inkMk id="15381" creationId="{409676C6-292D-4B37-83D5-B7584624FB75}"/>
          </ac:inkMkLst>
        </pc:inkChg>
        <pc:inkChg chg="add">
          <ac:chgData name="Md. Nahid Hasan" userId="S::nahid@vu.edu.bd::85ea5f9e-65d6-4031-b810-9415101f2e21" providerId="AD" clId="Web-{5DFB6F68-1C20-43CB-89BC-4D76E458C838}" dt="2020-12-21T13:15:19.096" v="200"/>
          <ac:inkMkLst>
            <pc:docMk/>
            <pc:sldMk cId="0" sldId="440"/>
            <ac:inkMk id="15382" creationId="{891BF8BC-A79B-4004-BF2D-056831B422E5}"/>
          </ac:inkMkLst>
        </pc:inkChg>
        <pc:inkChg chg="add">
          <ac:chgData name="Md. Nahid Hasan" userId="S::nahid@vu.edu.bd::85ea5f9e-65d6-4031-b810-9415101f2e21" providerId="AD" clId="Web-{5DFB6F68-1C20-43CB-89BC-4D76E458C838}" dt="2020-12-21T13:15:20.393" v="201"/>
          <ac:inkMkLst>
            <pc:docMk/>
            <pc:sldMk cId="0" sldId="440"/>
            <ac:inkMk id="15383" creationId="{BEDBD6CF-2129-4096-90BC-735462F2FCED}"/>
          </ac:inkMkLst>
        </pc:inkChg>
        <pc:inkChg chg="add">
          <ac:chgData name="Md. Nahid Hasan" userId="S::nahid@vu.edu.bd::85ea5f9e-65d6-4031-b810-9415101f2e21" providerId="AD" clId="Web-{5DFB6F68-1C20-43CB-89BC-4D76E458C838}" dt="2020-12-21T13:15:24.846" v="202"/>
          <ac:inkMkLst>
            <pc:docMk/>
            <pc:sldMk cId="0" sldId="440"/>
            <ac:inkMk id="15384" creationId="{99095675-4503-4B9C-8588-7A124E829926}"/>
          </ac:inkMkLst>
        </pc:inkChg>
        <pc:inkChg chg="add">
          <ac:chgData name="Md. Nahid Hasan" userId="S::nahid@vu.edu.bd::85ea5f9e-65d6-4031-b810-9415101f2e21" providerId="AD" clId="Web-{5DFB6F68-1C20-43CB-89BC-4D76E458C838}" dt="2020-12-21T13:15:25.596" v="203"/>
          <ac:inkMkLst>
            <pc:docMk/>
            <pc:sldMk cId="0" sldId="440"/>
            <ac:inkMk id="15385" creationId="{F055E4F5-26EF-4AE4-BEB9-82DD305C1ED9}"/>
          </ac:inkMkLst>
        </pc:inkChg>
        <pc:inkChg chg="add">
          <ac:chgData name="Md. Nahid Hasan" userId="S::nahid@vu.edu.bd::85ea5f9e-65d6-4031-b810-9415101f2e21" providerId="AD" clId="Web-{5DFB6F68-1C20-43CB-89BC-4D76E458C838}" dt="2020-12-21T13:15:28.003" v="204"/>
          <ac:inkMkLst>
            <pc:docMk/>
            <pc:sldMk cId="0" sldId="440"/>
            <ac:inkMk id="15386" creationId="{CFC7CC4C-8D46-4F7D-8505-84140E3FC558}"/>
          </ac:inkMkLst>
        </pc:inkChg>
        <pc:inkChg chg="add">
          <ac:chgData name="Md. Nahid Hasan" userId="S::nahid@vu.edu.bd::85ea5f9e-65d6-4031-b810-9415101f2e21" providerId="AD" clId="Web-{5DFB6F68-1C20-43CB-89BC-4D76E458C838}" dt="2020-12-21T13:15:35.331" v="205"/>
          <ac:inkMkLst>
            <pc:docMk/>
            <pc:sldMk cId="0" sldId="440"/>
            <ac:inkMk id="15387" creationId="{3CB65912-F717-46CF-92D3-1DC0D9621804}"/>
          </ac:inkMkLst>
        </pc:inkChg>
        <pc:inkChg chg="add">
          <ac:chgData name="Md. Nahid Hasan" userId="S::nahid@vu.edu.bd::85ea5f9e-65d6-4031-b810-9415101f2e21" providerId="AD" clId="Web-{5DFB6F68-1C20-43CB-89BC-4D76E458C838}" dt="2020-12-21T13:15:41.581" v="206"/>
          <ac:inkMkLst>
            <pc:docMk/>
            <pc:sldMk cId="0" sldId="440"/>
            <ac:inkMk id="15388" creationId="{DF01CBED-35DA-4EB1-806D-E3EB1E0CBA64}"/>
          </ac:inkMkLst>
        </pc:inkChg>
        <pc:inkChg chg="add">
          <ac:chgData name="Md. Nahid Hasan" userId="S::nahid@vu.edu.bd::85ea5f9e-65d6-4031-b810-9415101f2e21" providerId="AD" clId="Web-{5DFB6F68-1C20-43CB-89BC-4D76E458C838}" dt="2020-12-21T13:15:42.737" v="207"/>
          <ac:inkMkLst>
            <pc:docMk/>
            <pc:sldMk cId="0" sldId="440"/>
            <ac:inkMk id="15389" creationId="{7CB9E781-49E1-48F9-B119-FEE2D465DF08}"/>
          </ac:inkMkLst>
        </pc:inkChg>
        <pc:inkChg chg="add">
          <ac:chgData name="Md. Nahid Hasan" userId="S::nahid@vu.edu.bd::85ea5f9e-65d6-4031-b810-9415101f2e21" providerId="AD" clId="Web-{5DFB6F68-1C20-43CB-89BC-4D76E458C838}" dt="2020-12-21T13:15:47.862" v="208"/>
          <ac:inkMkLst>
            <pc:docMk/>
            <pc:sldMk cId="0" sldId="440"/>
            <ac:inkMk id="15390" creationId="{2BEC7DF2-332A-4E75-B45D-C938373929D3}"/>
          </ac:inkMkLst>
        </pc:inkChg>
        <pc:inkChg chg="add">
          <ac:chgData name="Md. Nahid Hasan" userId="S::nahid@vu.edu.bd::85ea5f9e-65d6-4031-b810-9415101f2e21" providerId="AD" clId="Web-{5DFB6F68-1C20-43CB-89BC-4D76E458C838}" dt="2020-12-21T13:15:49.644" v="209"/>
          <ac:inkMkLst>
            <pc:docMk/>
            <pc:sldMk cId="0" sldId="440"/>
            <ac:inkMk id="15391" creationId="{A6B6DAF4-DCDA-40B3-BB84-F488BEC0A43E}"/>
          </ac:inkMkLst>
        </pc:inkChg>
        <pc:inkChg chg="add">
          <ac:chgData name="Md. Nahid Hasan" userId="S::nahid@vu.edu.bd::85ea5f9e-65d6-4031-b810-9415101f2e21" providerId="AD" clId="Web-{5DFB6F68-1C20-43CB-89BC-4D76E458C838}" dt="2020-12-21T13:15:50.409" v="210"/>
          <ac:inkMkLst>
            <pc:docMk/>
            <pc:sldMk cId="0" sldId="440"/>
            <ac:inkMk id="15392" creationId="{356AB7E5-D941-427E-85A9-5686A34C4EED}"/>
          </ac:inkMkLst>
        </pc:inkChg>
        <pc:inkChg chg="add">
          <ac:chgData name="Md. Nahid Hasan" userId="S::nahid@vu.edu.bd::85ea5f9e-65d6-4031-b810-9415101f2e21" providerId="AD" clId="Web-{5DFB6F68-1C20-43CB-89BC-4D76E458C838}" dt="2020-12-21T13:15:55.362" v="211"/>
          <ac:inkMkLst>
            <pc:docMk/>
            <pc:sldMk cId="0" sldId="440"/>
            <ac:inkMk id="15393" creationId="{5014EE62-3A04-440C-AB28-31ABCB3BF491}"/>
          </ac:inkMkLst>
        </pc:inkChg>
        <pc:inkChg chg="add">
          <ac:chgData name="Md. Nahid Hasan" userId="S::nahid@vu.edu.bd::85ea5f9e-65d6-4031-b810-9415101f2e21" providerId="AD" clId="Web-{5DFB6F68-1C20-43CB-89BC-4D76E458C838}" dt="2020-12-21T13:15:56.128" v="212"/>
          <ac:inkMkLst>
            <pc:docMk/>
            <pc:sldMk cId="0" sldId="440"/>
            <ac:inkMk id="15394" creationId="{69528220-0FCA-44B4-AE0D-0270E98FF8D0}"/>
          </ac:inkMkLst>
        </pc:inkChg>
        <pc:inkChg chg="add">
          <ac:chgData name="Md. Nahid Hasan" userId="S::nahid@vu.edu.bd::85ea5f9e-65d6-4031-b810-9415101f2e21" providerId="AD" clId="Web-{5DFB6F68-1C20-43CB-89BC-4D76E458C838}" dt="2020-12-21T13:15:58.612" v="213"/>
          <ac:inkMkLst>
            <pc:docMk/>
            <pc:sldMk cId="0" sldId="440"/>
            <ac:inkMk id="15395" creationId="{A925CAE3-B33E-4AC9-A3F1-F4AA5DF1D193}"/>
          </ac:inkMkLst>
        </pc:inkChg>
        <pc:inkChg chg="add">
          <ac:chgData name="Md. Nahid Hasan" userId="S::nahid@vu.edu.bd::85ea5f9e-65d6-4031-b810-9415101f2e21" providerId="AD" clId="Web-{5DFB6F68-1C20-43CB-89BC-4D76E458C838}" dt="2020-12-21T13:15:59.472" v="214"/>
          <ac:inkMkLst>
            <pc:docMk/>
            <pc:sldMk cId="0" sldId="440"/>
            <ac:inkMk id="15396" creationId="{A443567C-43E4-418F-BA9D-1856CFAF1873}"/>
          </ac:inkMkLst>
        </pc:inkChg>
        <pc:inkChg chg="add">
          <ac:chgData name="Md. Nahid Hasan" userId="S::nahid@vu.edu.bd::85ea5f9e-65d6-4031-b810-9415101f2e21" providerId="AD" clId="Web-{5DFB6F68-1C20-43CB-89BC-4D76E458C838}" dt="2020-12-21T13:16:00.128" v="215"/>
          <ac:inkMkLst>
            <pc:docMk/>
            <pc:sldMk cId="0" sldId="440"/>
            <ac:inkMk id="15397" creationId="{E4F41BA9-1908-499B-844F-EAD8F7EAB14F}"/>
          </ac:inkMkLst>
        </pc:inkChg>
        <pc:inkChg chg="add">
          <ac:chgData name="Md. Nahid Hasan" userId="S::nahid@vu.edu.bd::85ea5f9e-65d6-4031-b810-9415101f2e21" providerId="AD" clId="Web-{5DFB6F68-1C20-43CB-89BC-4D76E458C838}" dt="2020-12-21T13:17:27.864" v="233"/>
          <ac:inkMkLst>
            <pc:docMk/>
            <pc:sldMk cId="0" sldId="440"/>
            <ac:inkMk id="15398" creationId="{9504079A-49C4-4301-B632-7560A06E5160}"/>
          </ac:inkMkLst>
        </pc:inkChg>
        <pc:inkChg chg="add">
          <ac:chgData name="Md. Nahid Hasan" userId="S::nahid@vu.edu.bd::85ea5f9e-65d6-4031-b810-9415101f2e21" providerId="AD" clId="Web-{5DFB6F68-1C20-43CB-89BC-4D76E458C838}" dt="2020-12-21T13:17:32.457" v="234"/>
          <ac:inkMkLst>
            <pc:docMk/>
            <pc:sldMk cId="0" sldId="440"/>
            <ac:inkMk id="15399" creationId="{A11F37E8-CBBB-4CE1-B564-B99E15B97E23}"/>
          </ac:inkMkLst>
        </pc:inkChg>
        <pc:inkChg chg="add">
          <ac:chgData name="Md. Nahid Hasan" userId="S::nahid@vu.edu.bd::85ea5f9e-65d6-4031-b810-9415101f2e21" providerId="AD" clId="Web-{5DFB6F68-1C20-43CB-89BC-4D76E458C838}" dt="2020-12-21T13:17:32.567" v="235"/>
          <ac:inkMkLst>
            <pc:docMk/>
            <pc:sldMk cId="0" sldId="440"/>
            <ac:inkMk id="15400" creationId="{097E1827-F666-49F3-892A-3D8DDDE85630}"/>
          </ac:inkMkLst>
        </pc:inkChg>
        <pc:inkChg chg="add">
          <ac:chgData name="Md. Nahid Hasan" userId="S::nahid@vu.edu.bd::85ea5f9e-65d6-4031-b810-9415101f2e21" providerId="AD" clId="Web-{5DFB6F68-1C20-43CB-89BC-4D76E458C838}" dt="2020-12-21T13:17:33.864" v="236"/>
          <ac:inkMkLst>
            <pc:docMk/>
            <pc:sldMk cId="0" sldId="440"/>
            <ac:inkMk id="15401" creationId="{0C5E80A7-711B-482C-B152-34988871C718}"/>
          </ac:inkMkLst>
        </pc:inkChg>
        <pc:inkChg chg="add">
          <ac:chgData name="Md. Nahid Hasan" userId="S::nahid@vu.edu.bd::85ea5f9e-65d6-4031-b810-9415101f2e21" providerId="AD" clId="Web-{5DFB6F68-1C20-43CB-89BC-4D76E458C838}" dt="2020-12-21T13:17:37.270" v="237"/>
          <ac:inkMkLst>
            <pc:docMk/>
            <pc:sldMk cId="0" sldId="440"/>
            <ac:inkMk id="15402" creationId="{F11E6F51-82E3-4A7A-9DA8-91340AAD9224}"/>
          </ac:inkMkLst>
        </pc:inkChg>
        <pc:inkChg chg="add">
          <ac:chgData name="Md. Nahid Hasan" userId="S::nahid@vu.edu.bd::85ea5f9e-65d6-4031-b810-9415101f2e21" providerId="AD" clId="Web-{5DFB6F68-1C20-43CB-89BC-4D76E458C838}" dt="2020-12-21T13:17:37.286" v="238"/>
          <ac:inkMkLst>
            <pc:docMk/>
            <pc:sldMk cId="0" sldId="440"/>
            <ac:inkMk id="15403" creationId="{9FA196D8-56B6-4439-9A06-CE6F3A0A1172}"/>
          </ac:inkMkLst>
        </pc:inkChg>
        <pc:inkChg chg="add">
          <ac:chgData name="Md. Nahid Hasan" userId="S::nahid@vu.edu.bd::85ea5f9e-65d6-4031-b810-9415101f2e21" providerId="AD" clId="Web-{5DFB6F68-1C20-43CB-89BC-4D76E458C838}" dt="2020-12-21T13:17:37.286" v="239"/>
          <ac:inkMkLst>
            <pc:docMk/>
            <pc:sldMk cId="0" sldId="440"/>
            <ac:inkMk id="15404" creationId="{198C3480-95D7-4DC4-B4E5-A08689D4D1D8}"/>
          </ac:inkMkLst>
        </pc:inkChg>
        <pc:inkChg chg="add">
          <ac:chgData name="Md. Nahid Hasan" userId="S::nahid@vu.edu.bd::85ea5f9e-65d6-4031-b810-9415101f2e21" providerId="AD" clId="Web-{5DFB6F68-1C20-43CB-89BC-4D76E458C838}" dt="2020-12-21T13:17:41.754" v="240"/>
          <ac:inkMkLst>
            <pc:docMk/>
            <pc:sldMk cId="0" sldId="440"/>
            <ac:inkMk id="15405" creationId="{252E9621-868A-4EF0-9431-E5DEABEA56D7}"/>
          </ac:inkMkLst>
        </pc:inkChg>
        <pc:inkChg chg="add">
          <ac:chgData name="Md. Nahid Hasan" userId="S::nahid@vu.edu.bd::85ea5f9e-65d6-4031-b810-9415101f2e21" providerId="AD" clId="Web-{5DFB6F68-1C20-43CB-89BC-4D76E458C838}" dt="2020-12-21T13:17:42.692" v="241"/>
          <ac:inkMkLst>
            <pc:docMk/>
            <pc:sldMk cId="0" sldId="440"/>
            <ac:inkMk id="15406" creationId="{619009C6-4D40-4F32-8AF1-1BC7F0AB87B4}"/>
          </ac:inkMkLst>
        </pc:inkChg>
        <pc:inkChg chg="add">
          <ac:chgData name="Md. Nahid Hasan" userId="S::nahid@vu.edu.bd::85ea5f9e-65d6-4031-b810-9415101f2e21" providerId="AD" clId="Web-{5DFB6F68-1C20-43CB-89BC-4D76E458C838}" dt="2020-12-21T13:17:43.239" v="242"/>
          <ac:inkMkLst>
            <pc:docMk/>
            <pc:sldMk cId="0" sldId="440"/>
            <ac:inkMk id="15407" creationId="{E24954F4-D1F9-4511-B532-E70CB8D97905}"/>
          </ac:inkMkLst>
        </pc:inkChg>
        <pc:inkChg chg="add">
          <ac:chgData name="Md. Nahid Hasan" userId="S::nahid@vu.edu.bd::85ea5f9e-65d6-4031-b810-9415101f2e21" providerId="AD" clId="Web-{5DFB6F68-1C20-43CB-89BC-4D76E458C838}" dt="2020-12-21T13:17:43.911" v="243"/>
          <ac:inkMkLst>
            <pc:docMk/>
            <pc:sldMk cId="0" sldId="440"/>
            <ac:inkMk id="15408" creationId="{360D11F3-C74E-42D2-8D40-26459EBCF015}"/>
          </ac:inkMkLst>
        </pc:inkChg>
        <pc:inkChg chg="add">
          <ac:chgData name="Md. Nahid Hasan" userId="S::nahid@vu.edu.bd::85ea5f9e-65d6-4031-b810-9415101f2e21" providerId="AD" clId="Web-{5DFB6F68-1C20-43CB-89BC-4D76E458C838}" dt="2020-12-21T13:17:43.926" v="244"/>
          <ac:inkMkLst>
            <pc:docMk/>
            <pc:sldMk cId="0" sldId="440"/>
            <ac:inkMk id="15409" creationId="{6C2109AB-01E3-4AF6-B6B1-8C7A635DD591}"/>
          </ac:inkMkLst>
        </pc:inkChg>
        <pc:inkChg chg="add">
          <ac:chgData name="Md. Nahid Hasan" userId="S::nahid@vu.edu.bd::85ea5f9e-65d6-4031-b810-9415101f2e21" providerId="AD" clId="Web-{5DFB6F68-1C20-43CB-89BC-4D76E458C838}" dt="2020-12-21T13:17:50.083" v="245"/>
          <ac:inkMkLst>
            <pc:docMk/>
            <pc:sldMk cId="0" sldId="440"/>
            <ac:inkMk id="15410" creationId="{2F326137-17C0-4545-A087-ABF381C579D8}"/>
          </ac:inkMkLst>
        </pc:inkChg>
        <pc:inkChg chg="add">
          <ac:chgData name="Md. Nahid Hasan" userId="S::nahid@vu.edu.bd::85ea5f9e-65d6-4031-b810-9415101f2e21" providerId="AD" clId="Web-{5DFB6F68-1C20-43CB-89BC-4D76E458C838}" dt="2020-12-21T13:17:50.098" v="246"/>
          <ac:inkMkLst>
            <pc:docMk/>
            <pc:sldMk cId="0" sldId="440"/>
            <ac:inkMk id="15411" creationId="{CEE3EE84-4F01-4DBD-809C-56BE10D5951C}"/>
          </ac:inkMkLst>
        </pc:inkChg>
        <pc:inkChg chg="add">
          <ac:chgData name="Md. Nahid Hasan" userId="S::nahid@vu.edu.bd::85ea5f9e-65d6-4031-b810-9415101f2e21" providerId="AD" clId="Web-{5DFB6F68-1C20-43CB-89BC-4D76E458C838}" dt="2020-12-21T13:17:50.114" v="247"/>
          <ac:inkMkLst>
            <pc:docMk/>
            <pc:sldMk cId="0" sldId="440"/>
            <ac:inkMk id="15412" creationId="{8BF4FA09-9DD2-48A3-992C-86F9FDA523B6}"/>
          </ac:inkMkLst>
        </pc:inkChg>
        <pc:inkChg chg="add">
          <ac:chgData name="Md. Nahid Hasan" userId="S::nahid@vu.edu.bd::85ea5f9e-65d6-4031-b810-9415101f2e21" providerId="AD" clId="Web-{5DFB6F68-1C20-43CB-89BC-4D76E458C838}" dt="2020-12-21T13:17:50.114" v="248"/>
          <ac:inkMkLst>
            <pc:docMk/>
            <pc:sldMk cId="0" sldId="440"/>
            <ac:inkMk id="15413" creationId="{33804CA6-3095-4E68-9EAA-85E5CBDFF8F5}"/>
          </ac:inkMkLst>
        </pc:inkChg>
        <pc:inkChg chg="add">
          <ac:chgData name="Md. Nahid Hasan" userId="S::nahid@vu.edu.bd::85ea5f9e-65d6-4031-b810-9415101f2e21" providerId="AD" clId="Web-{5DFB6F68-1C20-43CB-89BC-4D76E458C838}" dt="2020-12-21T13:17:55.473" v="249"/>
          <ac:inkMkLst>
            <pc:docMk/>
            <pc:sldMk cId="0" sldId="440"/>
            <ac:inkMk id="15414" creationId="{03C37312-44EB-49A6-8D9E-4E24DDA6E859}"/>
          </ac:inkMkLst>
        </pc:inkChg>
        <pc:inkChg chg="add">
          <ac:chgData name="Md. Nahid Hasan" userId="S::nahid@vu.edu.bd::85ea5f9e-65d6-4031-b810-9415101f2e21" providerId="AD" clId="Web-{5DFB6F68-1C20-43CB-89BC-4D76E458C838}" dt="2020-12-21T13:17:56.505" v="250"/>
          <ac:inkMkLst>
            <pc:docMk/>
            <pc:sldMk cId="0" sldId="440"/>
            <ac:inkMk id="15415" creationId="{866524AE-48AD-4C9B-990B-86011B10ACCE}"/>
          </ac:inkMkLst>
        </pc:inkChg>
        <pc:inkChg chg="add">
          <ac:chgData name="Md. Nahid Hasan" userId="S::nahid@vu.edu.bd::85ea5f9e-65d6-4031-b810-9415101f2e21" providerId="AD" clId="Web-{5DFB6F68-1C20-43CB-89BC-4D76E458C838}" dt="2020-12-21T13:18:10.833" v="251"/>
          <ac:inkMkLst>
            <pc:docMk/>
            <pc:sldMk cId="0" sldId="440"/>
            <ac:inkMk id="15416" creationId="{6B0AF886-B649-428A-B614-4430B38140F4}"/>
          </ac:inkMkLst>
        </pc:inkChg>
        <pc:inkChg chg="add">
          <ac:chgData name="Md. Nahid Hasan" userId="S::nahid@vu.edu.bd::85ea5f9e-65d6-4031-b810-9415101f2e21" providerId="AD" clId="Web-{5DFB6F68-1C20-43CB-89BC-4D76E458C838}" dt="2020-12-21T13:18:14.786" v="252"/>
          <ac:inkMkLst>
            <pc:docMk/>
            <pc:sldMk cId="0" sldId="440"/>
            <ac:inkMk id="15417" creationId="{14A57D2F-5744-40B0-B138-16D646D9DCB9}"/>
          </ac:inkMkLst>
        </pc:inkChg>
        <pc:inkChg chg="add">
          <ac:chgData name="Md. Nahid Hasan" userId="S::nahid@vu.edu.bd::85ea5f9e-65d6-4031-b810-9415101f2e21" providerId="AD" clId="Web-{5DFB6F68-1C20-43CB-89BC-4D76E458C838}" dt="2020-12-21T13:18:15.677" v="253"/>
          <ac:inkMkLst>
            <pc:docMk/>
            <pc:sldMk cId="0" sldId="440"/>
            <ac:inkMk id="15418" creationId="{D4FDCD6E-54E8-4C8B-BAFE-B716CB3FC177}"/>
          </ac:inkMkLst>
        </pc:inkChg>
        <pc:inkChg chg="add">
          <ac:chgData name="Md. Nahid Hasan" userId="S::nahid@vu.edu.bd::85ea5f9e-65d6-4031-b810-9415101f2e21" providerId="AD" clId="Web-{5DFB6F68-1C20-43CB-89BC-4D76E458C838}" dt="2020-12-21T13:18:16.802" v="254"/>
          <ac:inkMkLst>
            <pc:docMk/>
            <pc:sldMk cId="0" sldId="440"/>
            <ac:inkMk id="15419" creationId="{A7E8F9F3-3408-425A-B5EA-9C65F9E67F7A}"/>
          </ac:inkMkLst>
        </pc:inkChg>
        <pc:inkChg chg="add">
          <ac:chgData name="Md. Nahid Hasan" userId="S::nahid@vu.edu.bd::85ea5f9e-65d6-4031-b810-9415101f2e21" providerId="AD" clId="Web-{5DFB6F68-1C20-43CB-89BC-4D76E458C838}" dt="2020-12-21T13:18:18.208" v="255"/>
          <ac:inkMkLst>
            <pc:docMk/>
            <pc:sldMk cId="0" sldId="440"/>
            <ac:inkMk id="15420" creationId="{2E3E4B5D-E647-4E60-B334-0B180CB13A19}"/>
          </ac:inkMkLst>
        </pc:inkChg>
        <pc:inkChg chg="add">
          <ac:chgData name="Md. Nahid Hasan" userId="S::nahid@vu.edu.bd::85ea5f9e-65d6-4031-b810-9415101f2e21" providerId="AD" clId="Web-{5DFB6F68-1C20-43CB-89BC-4D76E458C838}" dt="2020-12-21T13:18:19.489" v="256"/>
          <ac:inkMkLst>
            <pc:docMk/>
            <pc:sldMk cId="0" sldId="440"/>
            <ac:inkMk id="15421" creationId="{2D291636-498A-4845-BDF2-2657C27A5F5C}"/>
          </ac:inkMkLst>
        </pc:inkChg>
        <pc:inkChg chg="add">
          <ac:chgData name="Md. Nahid Hasan" userId="S::nahid@vu.edu.bd::85ea5f9e-65d6-4031-b810-9415101f2e21" providerId="AD" clId="Web-{5DFB6F68-1C20-43CB-89BC-4D76E458C838}" dt="2020-12-21T13:18:22.411" v="257"/>
          <ac:inkMkLst>
            <pc:docMk/>
            <pc:sldMk cId="0" sldId="440"/>
            <ac:inkMk id="15422" creationId="{DE3BC0AA-4BDB-4BAB-A991-B1DE587891DA}"/>
          </ac:inkMkLst>
        </pc:inkChg>
        <pc:inkChg chg="add">
          <ac:chgData name="Md. Nahid Hasan" userId="S::nahid@vu.edu.bd::85ea5f9e-65d6-4031-b810-9415101f2e21" providerId="AD" clId="Web-{5DFB6F68-1C20-43CB-89BC-4D76E458C838}" dt="2020-12-21T13:18:22.427" v="258"/>
          <ac:inkMkLst>
            <pc:docMk/>
            <pc:sldMk cId="0" sldId="440"/>
            <ac:inkMk id="15423" creationId="{F1C9F62C-6BC3-4A30-BDC6-7C60A62C98D5}"/>
          </ac:inkMkLst>
        </pc:inkChg>
        <pc:inkChg chg="add">
          <ac:chgData name="Md. Nahid Hasan" userId="S::nahid@vu.edu.bd::85ea5f9e-65d6-4031-b810-9415101f2e21" providerId="AD" clId="Web-{5DFB6F68-1C20-43CB-89BC-4D76E458C838}" dt="2020-12-21T13:18:27.411" v="259"/>
          <ac:inkMkLst>
            <pc:docMk/>
            <pc:sldMk cId="0" sldId="440"/>
            <ac:inkMk id="70656" creationId="{70D1901F-5268-483E-9F1A-5340A3B4FCFB}"/>
          </ac:inkMkLst>
        </pc:inkChg>
        <pc:inkChg chg="add">
          <ac:chgData name="Md. Nahid Hasan" userId="S::nahid@vu.edu.bd::85ea5f9e-65d6-4031-b810-9415101f2e21" providerId="AD" clId="Web-{5DFB6F68-1C20-43CB-89BC-4D76E458C838}" dt="2020-12-21T13:18:30.052" v="260"/>
          <ac:inkMkLst>
            <pc:docMk/>
            <pc:sldMk cId="0" sldId="440"/>
            <ac:inkMk id="70657" creationId="{5BEAB006-799A-4831-AB39-A02591DDFA87}"/>
          </ac:inkMkLst>
        </pc:inkChg>
        <pc:inkChg chg="add">
          <ac:chgData name="Md. Nahid Hasan" userId="S::nahid@vu.edu.bd::85ea5f9e-65d6-4031-b810-9415101f2e21" providerId="AD" clId="Web-{5DFB6F68-1C20-43CB-89BC-4D76E458C838}" dt="2020-12-21T13:18:31.458" v="261"/>
          <ac:inkMkLst>
            <pc:docMk/>
            <pc:sldMk cId="0" sldId="440"/>
            <ac:inkMk id="70658" creationId="{EDBE6335-96B9-46E6-B478-2FCB3AB34F21}"/>
          </ac:inkMkLst>
        </pc:inkChg>
        <pc:inkChg chg="add">
          <ac:chgData name="Md. Nahid Hasan" userId="S::nahid@vu.edu.bd::85ea5f9e-65d6-4031-b810-9415101f2e21" providerId="AD" clId="Web-{5DFB6F68-1C20-43CB-89BC-4D76E458C838}" dt="2020-12-21T13:18:32.239" v="262"/>
          <ac:inkMkLst>
            <pc:docMk/>
            <pc:sldMk cId="0" sldId="440"/>
            <ac:inkMk id="70659" creationId="{1E08F491-BCBC-4219-AF42-763A7D8FCEBD}"/>
          </ac:inkMkLst>
        </pc:inkChg>
      </pc:sldChg>
      <pc:sldChg chg="addSp">
        <pc:chgData name="Md. Nahid Hasan" userId="S::nahid@vu.edu.bd::85ea5f9e-65d6-4031-b810-9415101f2e21" providerId="AD" clId="Web-{5DFB6F68-1C20-43CB-89BC-4D76E458C838}" dt="2020-12-21T13:24:29.697" v="389"/>
        <pc:sldMkLst>
          <pc:docMk/>
          <pc:sldMk cId="0" sldId="442"/>
        </pc:sldMkLst>
        <pc:inkChg chg="add">
          <ac:chgData name="Md. Nahid Hasan" userId="S::nahid@vu.edu.bd::85ea5f9e-65d6-4031-b810-9415101f2e21" providerId="AD" clId="Web-{5DFB6F68-1C20-43CB-89BC-4D76E458C838}" dt="2020-12-21T13:21:57.367" v="323"/>
          <ac:inkMkLst>
            <pc:docMk/>
            <pc:sldMk cId="0" sldId="442"/>
            <ac:inkMk id="2" creationId="{ED7CFE3A-8E9A-43DE-A468-8A44778BAD14}"/>
          </ac:inkMkLst>
        </pc:inkChg>
        <pc:inkChg chg="add">
          <ac:chgData name="Md. Nahid Hasan" userId="S::nahid@vu.edu.bd::85ea5f9e-65d6-4031-b810-9415101f2e21" providerId="AD" clId="Web-{5DFB6F68-1C20-43CB-89BC-4D76E458C838}" dt="2020-12-21T13:21:58.977" v="324"/>
          <ac:inkMkLst>
            <pc:docMk/>
            <pc:sldMk cId="0" sldId="442"/>
            <ac:inkMk id="3" creationId="{3193E509-5D95-4851-A872-B9ECB368BA2D}"/>
          </ac:inkMkLst>
        </pc:inkChg>
        <pc:inkChg chg="add">
          <ac:chgData name="Md. Nahid Hasan" userId="S::nahid@vu.edu.bd::85ea5f9e-65d6-4031-b810-9415101f2e21" providerId="AD" clId="Web-{5DFB6F68-1C20-43CB-89BC-4D76E458C838}" dt="2020-12-21T13:22:00.727" v="325"/>
          <ac:inkMkLst>
            <pc:docMk/>
            <pc:sldMk cId="0" sldId="442"/>
            <ac:inkMk id="4" creationId="{AB87C124-67E9-4820-9D06-4C09B70A1CE2}"/>
          </ac:inkMkLst>
        </pc:inkChg>
        <pc:inkChg chg="add">
          <ac:chgData name="Md. Nahid Hasan" userId="S::nahid@vu.edu.bd::85ea5f9e-65d6-4031-b810-9415101f2e21" providerId="AD" clId="Web-{5DFB6F68-1C20-43CB-89BC-4D76E458C838}" dt="2020-12-21T13:22:01.320" v="326"/>
          <ac:inkMkLst>
            <pc:docMk/>
            <pc:sldMk cId="0" sldId="442"/>
            <ac:inkMk id="5" creationId="{D41C5739-DED3-41B9-8E85-75A6CD19F7CF}"/>
          </ac:inkMkLst>
        </pc:inkChg>
        <pc:inkChg chg="add">
          <ac:chgData name="Md. Nahid Hasan" userId="S::nahid@vu.edu.bd::85ea5f9e-65d6-4031-b810-9415101f2e21" providerId="AD" clId="Web-{5DFB6F68-1C20-43CB-89BC-4D76E458C838}" dt="2020-12-21T13:22:01.977" v="327"/>
          <ac:inkMkLst>
            <pc:docMk/>
            <pc:sldMk cId="0" sldId="442"/>
            <ac:inkMk id="6" creationId="{94D60808-12D9-47A5-8232-6839CED65DCA}"/>
          </ac:inkMkLst>
        </pc:inkChg>
        <pc:inkChg chg="add">
          <ac:chgData name="Md. Nahid Hasan" userId="S::nahid@vu.edu.bd::85ea5f9e-65d6-4031-b810-9415101f2e21" providerId="AD" clId="Web-{5DFB6F68-1C20-43CB-89BC-4D76E458C838}" dt="2020-12-21T13:22:05.524" v="328"/>
          <ac:inkMkLst>
            <pc:docMk/>
            <pc:sldMk cId="0" sldId="442"/>
            <ac:inkMk id="7" creationId="{2938F7AA-2104-419A-989B-8268754A25B4}"/>
          </ac:inkMkLst>
        </pc:inkChg>
        <pc:inkChg chg="add">
          <ac:chgData name="Md. Nahid Hasan" userId="S::nahid@vu.edu.bd::85ea5f9e-65d6-4031-b810-9415101f2e21" providerId="AD" clId="Web-{5DFB6F68-1C20-43CB-89BC-4D76E458C838}" dt="2020-12-21T13:22:10.977" v="329"/>
          <ac:inkMkLst>
            <pc:docMk/>
            <pc:sldMk cId="0" sldId="442"/>
            <ac:inkMk id="8" creationId="{7FCFEFB8-0D33-40AB-9C66-0AE18B9BD6CF}"/>
          </ac:inkMkLst>
        </pc:inkChg>
        <pc:inkChg chg="add">
          <ac:chgData name="Md. Nahid Hasan" userId="S::nahid@vu.edu.bd::85ea5f9e-65d6-4031-b810-9415101f2e21" providerId="AD" clId="Web-{5DFB6F68-1C20-43CB-89BC-4D76E458C838}" dt="2020-12-21T13:22:27.680" v="330"/>
          <ac:inkMkLst>
            <pc:docMk/>
            <pc:sldMk cId="0" sldId="442"/>
            <ac:inkMk id="9" creationId="{6A2EFD70-5144-4E60-B460-51899B6E5CF8}"/>
          </ac:inkMkLst>
        </pc:inkChg>
        <pc:inkChg chg="add">
          <ac:chgData name="Md. Nahid Hasan" userId="S::nahid@vu.edu.bd::85ea5f9e-65d6-4031-b810-9415101f2e21" providerId="AD" clId="Web-{5DFB6F68-1C20-43CB-89BC-4D76E458C838}" dt="2020-12-21T13:22:29.368" v="331"/>
          <ac:inkMkLst>
            <pc:docMk/>
            <pc:sldMk cId="0" sldId="442"/>
            <ac:inkMk id="10" creationId="{3021AECB-AD71-4C43-8A5E-CB20D4679EFA}"/>
          </ac:inkMkLst>
        </pc:inkChg>
        <pc:inkChg chg="add">
          <ac:chgData name="Md. Nahid Hasan" userId="S::nahid@vu.edu.bd::85ea5f9e-65d6-4031-b810-9415101f2e21" providerId="AD" clId="Web-{5DFB6F68-1C20-43CB-89BC-4D76E458C838}" dt="2020-12-21T13:22:29.961" v="332"/>
          <ac:inkMkLst>
            <pc:docMk/>
            <pc:sldMk cId="0" sldId="442"/>
            <ac:inkMk id="11" creationId="{7BE6CA7B-542B-4EB9-8758-4DD012043334}"/>
          </ac:inkMkLst>
        </pc:inkChg>
        <pc:inkChg chg="add">
          <ac:chgData name="Md. Nahid Hasan" userId="S::nahid@vu.edu.bd::85ea5f9e-65d6-4031-b810-9415101f2e21" providerId="AD" clId="Web-{5DFB6F68-1C20-43CB-89BC-4D76E458C838}" dt="2020-12-21T13:22:33.368" v="333"/>
          <ac:inkMkLst>
            <pc:docMk/>
            <pc:sldMk cId="0" sldId="442"/>
            <ac:inkMk id="12" creationId="{1E73A4F8-4AA1-406F-B864-54F67F5EE902}"/>
          </ac:inkMkLst>
        </pc:inkChg>
        <pc:inkChg chg="add">
          <ac:chgData name="Md. Nahid Hasan" userId="S::nahid@vu.edu.bd::85ea5f9e-65d6-4031-b810-9415101f2e21" providerId="AD" clId="Web-{5DFB6F68-1C20-43CB-89BC-4D76E458C838}" dt="2020-12-21T13:22:33.383" v="334"/>
          <ac:inkMkLst>
            <pc:docMk/>
            <pc:sldMk cId="0" sldId="442"/>
            <ac:inkMk id="13" creationId="{4E14477F-2851-4E8D-BEB3-650E473511DA}"/>
          </ac:inkMkLst>
        </pc:inkChg>
        <pc:inkChg chg="add">
          <ac:chgData name="Md. Nahid Hasan" userId="S::nahid@vu.edu.bd::85ea5f9e-65d6-4031-b810-9415101f2e21" providerId="AD" clId="Web-{5DFB6F68-1C20-43CB-89BC-4D76E458C838}" dt="2020-12-21T13:22:33.399" v="335"/>
          <ac:inkMkLst>
            <pc:docMk/>
            <pc:sldMk cId="0" sldId="442"/>
            <ac:inkMk id="14" creationId="{879A7B77-D816-4417-AECE-21B9537044FC}"/>
          </ac:inkMkLst>
        </pc:inkChg>
        <pc:inkChg chg="add">
          <ac:chgData name="Md. Nahid Hasan" userId="S::nahid@vu.edu.bd::85ea5f9e-65d6-4031-b810-9415101f2e21" providerId="AD" clId="Web-{5DFB6F68-1C20-43CB-89BC-4D76E458C838}" dt="2020-12-21T13:22:33.399" v="336"/>
          <ac:inkMkLst>
            <pc:docMk/>
            <pc:sldMk cId="0" sldId="442"/>
            <ac:inkMk id="15" creationId="{33ECAAAD-4DC3-417F-8500-24FBA72C530E}"/>
          </ac:inkMkLst>
        </pc:inkChg>
        <pc:inkChg chg="add">
          <ac:chgData name="Md. Nahid Hasan" userId="S::nahid@vu.edu.bd::85ea5f9e-65d6-4031-b810-9415101f2e21" providerId="AD" clId="Web-{5DFB6F68-1C20-43CB-89BC-4D76E458C838}" dt="2020-12-21T13:22:33.415" v="337"/>
          <ac:inkMkLst>
            <pc:docMk/>
            <pc:sldMk cId="0" sldId="442"/>
            <ac:inkMk id="16" creationId="{FCDDC222-D5C0-48AA-9BCF-D1649FDB67FF}"/>
          </ac:inkMkLst>
        </pc:inkChg>
        <pc:inkChg chg="add">
          <ac:chgData name="Md. Nahid Hasan" userId="S::nahid@vu.edu.bd::85ea5f9e-65d6-4031-b810-9415101f2e21" providerId="AD" clId="Web-{5DFB6F68-1C20-43CB-89BC-4D76E458C838}" dt="2020-12-21T13:22:33.415" v="338"/>
          <ac:inkMkLst>
            <pc:docMk/>
            <pc:sldMk cId="0" sldId="442"/>
            <ac:inkMk id="17" creationId="{65124ADD-784A-42D1-A59A-1CD49CC9AD79}"/>
          </ac:inkMkLst>
        </pc:inkChg>
        <pc:inkChg chg="add">
          <ac:chgData name="Md. Nahid Hasan" userId="S::nahid@vu.edu.bd::85ea5f9e-65d6-4031-b810-9415101f2e21" providerId="AD" clId="Web-{5DFB6F68-1C20-43CB-89BC-4D76E458C838}" dt="2020-12-21T13:22:35.555" v="339"/>
          <ac:inkMkLst>
            <pc:docMk/>
            <pc:sldMk cId="0" sldId="442"/>
            <ac:inkMk id="18" creationId="{A53F595E-1329-4DF8-A999-D9946DFDFEFE}"/>
          </ac:inkMkLst>
        </pc:inkChg>
        <pc:inkChg chg="add">
          <ac:chgData name="Md. Nahid Hasan" userId="S::nahid@vu.edu.bd::85ea5f9e-65d6-4031-b810-9415101f2e21" providerId="AD" clId="Web-{5DFB6F68-1C20-43CB-89BC-4D76E458C838}" dt="2020-12-21T13:22:35.571" v="340"/>
          <ac:inkMkLst>
            <pc:docMk/>
            <pc:sldMk cId="0" sldId="442"/>
            <ac:inkMk id="19" creationId="{5FD694BE-F45B-4532-B4CA-4A4525446AC1}"/>
          </ac:inkMkLst>
        </pc:inkChg>
        <pc:inkChg chg="add">
          <ac:chgData name="Md. Nahid Hasan" userId="S::nahid@vu.edu.bd::85ea5f9e-65d6-4031-b810-9415101f2e21" providerId="AD" clId="Web-{5DFB6F68-1C20-43CB-89BC-4D76E458C838}" dt="2020-12-21T13:22:35.571" v="341"/>
          <ac:inkMkLst>
            <pc:docMk/>
            <pc:sldMk cId="0" sldId="442"/>
            <ac:inkMk id="20" creationId="{BBD0392F-1486-4431-8021-165889FEC18C}"/>
          </ac:inkMkLst>
        </pc:inkChg>
        <pc:inkChg chg="add">
          <ac:chgData name="Md. Nahid Hasan" userId="S::nahid@vu.edu.bd::85ea5f9e-65d6-4031-b810-9415101f2e21" providerId="AD" clId="Web-{5DFB6F68-1C20-43CB-89BC-4D76E458C838}" dt="2020-12-21T13:22:36.883" v="342"/>
          <ac:inkMkLst>
            <pc:docMk/>
            <pc:sldMk cId="0" sldId="442"/>
            <ac:inkMk id="21" creationId="{F112BDAE-20CB-43B4-A1A0-A191C1161945}"/>
          </ac:inkMkLst>
        </pc:inkChg>
        <pc:inkChg chg="add">
          <ac:chgData name="Md. Nahid Hasan" userId="S::nahid@vu.edu.bd::85ea5f9e-65d6-4031-b810-9415101f2e21" providerId="AD" clId="Web-{5DFB6F68-1C20-43CB-89BC-4D76E458C838}" dt="2020-12-21T13:22:39.680" v="343"/>
          <ac:inkMkLst>
            <pc:docMk/>
            <pc:sldMk cId="0" sldId="442"/>
            <ac:inkMk id="22" creationId="{CDD8E53D-379F-4B6E-8193-AB8DBF8BF5D7}"/>
          </ac:inkMkLst>
        </pc:inkChg>
        <pc:inkChg chg="add">
          <ac:chgData name="Md. Nahid Hasan" userId="S::nahid@vu.edu.bd::85ea5f9e-65d6-4031-b810-9415101f2e21" providerId="AD" clId="Web-{5DFB6F68-1C20-43CB-89BC-4D76E458C838}" dt="2020-12-21T13:22:40.680" v="344"/>
          <ac:inkMkLst>
            <pc:docMk/>
            <pc:sldMk cId="0" sldId="442"/>
            <ac:inkMk id="23" creationId="{3769047A-1C4B-4012-9A66-53E037B25F4F}"/>
          </ac:inkMkLst>
        </pc:inkChg>
        <pc:inkChg chg="add">
          <ac:chgData name="Md. Nahid Hasan" userId="S::nahid@vu.edu.bd::85ea5f9e-65d6-4031-b810-9415101f2e21" providerId="AD" clId="Web-{5DFB6F68-1C20-43CB-89BC-4D76E458C838}" dt="2020-12-21T13:22:42.852" v="345"/>
          <ac:inkMkLst>
            <pc:docMk/>
            <pc:sldMk cId="0" sldId="442"/>
            <ac:inkMk id="24" creationId="{B589F566-CF29-4EF2-BFA0-E7F5364E4214}"/>
          </ac:inkMkLst>
        </pc:inkChg>
        <pc:inkChg chg="add">
          <ac:chgData name="Md. Nahid Hasan" userId="S::nahid@vu.edu.bd::85ea5f9e-65d6-4031-b810-9415101f2e21" providerId="AD" clId="Web-{5DFB6F68-1C20-43CB-89BC-4D76E458C838}" dt="2020-12-21T13:22:44.446" v="346"/>
          <ac:inkMkLst>
            <pc:docMk/>
            <pc:sldMk cId="0" sldId="442"/>
            <ac:inkMk id="25" creationId="{F401C158-1BFE-4425-870C-901D0EFB0210}"/>
          </ac:inkMkLst>
        </pc:inkChg>
        <pc:inkChg chg="add">
          <ac:chgData name="Md. Nahid Hasan" userId="S::nahid@vu.edu.bd::85ea5f9e-65d6-4031-b810-9415101f2e21" providerId="AD" clId="Web-{5DFB6F68-1C20-43CB-89BC-4D76E458C838}" dt="2020-12-21T13:22:45.993" v="347"/>
          <ac:inkMkLst>
            <pc:docMk/>
            <pc:sldMk cId="0" sldId="442"/>
            <ac:inkMk id="26" creationId="{DF7050A8-EBC0-4FB6-9D4E-EBBBC6044D2A}"/>
          </ac:inkMkLst>
        </pc:inkChg>
        <pc:inkChg chg="add">
          <ac:chgData name="Md. Nahid Hasan" userId="S::nahid@vu.edu.bd::85ea5f9e-65d6-4031-b810-9415101f2e21" providerId="AD" clId="Web-{5DFB6F68-1C20-43CB-89BC-4D76E458C838}" dt="2020-12-21T13:22:46.008" v="348"/>
          <ac:inkMkLst>
            <pc:docMk/>
            <pc:sldMk cId="0" sldId="442"/>
            <ac:inkMk id="27" creationId="{B3F65EC3-9943-4A9C-83EC-82EFAB3D5A0D}"/>
          </ac:inkMkLst>
        </pc:inkChg>
        <pc:inkChg chg="add">
          <ac:chgData name="Md. Nahid Hasan" userId="S::nahid@vu.edu.bd::85ea5f9e-65d6-4031-b810-9415101f2e21" providerId="AD" clId="Web-{5DFB6F68-1C20-43CB-89BC-4D76E458C838}" dt="2020-12-21T13:22:50.930" v="349"/>
          <ac:inkMkLst>
            <pc:docMk/>
            <pc:sldMk cId="0" sldId="442"/>
            <ac:inkMk id="28" creationId="{69FBCCA2-6635-4C73-8743-85D0D7C7C77F}"/>
          </ac:inkMkLst>
        </pc:inkChg>
        <pc:inkChg chg="add">
          <ac:chgData name="Md. Nahid Hasan" userId="S::nahid@vu.edu.bd::85ea5f9e-65d6-4031-b810-9415101f2e21" providerId="AD" clId="Web-{5DFB6F68-1C20-43CB-89BC-4D76E458C838}" dt="2020-12-21T13:22:51.790" v="350"/>
          <ac:inkMkLst>
            <pc:docMk/>
            <pc:sldMk cId="0" sldId="442"/>
            <ac:inkMk id="29" creationId="{BD3F7A59-08BF-49EA-81B9-0F6E3C83E2F0}"/>
          </ac:inkMkLst>
        </pc:inkChg>
        <pc:inkChg chg="add">
          <ac:chgData name="Md. Nahid Hasan" userId="S::nahid@vu.edu.bd::85ea5f9e-65d6-4031-b810-9415101f2e21" providerId="AD" clId="Web-{5DFB6F68-1C20-43CB-89BC-4D76E458C838}" dt="2020-12-21T13:22:52.649" v="351"/>
          <ac:inkMkLst>
            <pc:docMk/>
            <pc:sldMk cId="0" sldId="442"/>
            <ac:inkMk id="30" creationId="{34D6063C-725F-4CDC-8195-73B37CF594A7}"/>
          </ac:inkMkLst>
        </pc:inkChg>
        <pc:inkChg chg="add">
          <ac:chgData name="Md. Nahid Hasan" userId="S::nahid@vu.edu.bd::85ea5f9e-65d6-4031-b810-9415101f2e21" providerId="AD" clId="Web-{5DFB6F68-1C20-43CB-89BC-4D76E458C838}" dt="2020-12-21T13:22:53.399" v="352"/>
          <ac:inkMkLst>
            <pc:docMk/>
            <pc:sldMk cId="0" sldId="442"/>
            <ac:inkMk id="31" creationId="{836F4747-113F-49C1-8047-012226299948}"/>
          </ac:inkMkLst>
        </pc:inkChg>
        <pc:inkChg chg="add">
          <ac:chgData name="Md. Nahid Hasan" userId="S::nahid@vu.edu.bd::85ea5f9e-65d6-4031-b810-9415101f2e21" providerId="AD" clId="Web-{5DFB6F68-1C20-43CB-89BC-4D76E458C838}" dt="2020-12-21T13:22:54.196" v="353"/>
          <ac:inkMkLst>
            <pc:docMk/>
            <pc:sldMk cId="0" sldId="442"/>
            <ac:inkMk id="32" creationId="{4B30196B-7C2B-4CBF-AF96-0D3F651ACF7C}"/>
          </ac:inkMkLst>
        </pc:inkChg>
        <pc:inkChg chg="add">
          <ac:chgData name="Md. Nahid Hasan" userId="S::nahid@vu.edu.bd::85ea5f9e-65d6-4031-b810-9415101f2e21" providerId="AD" clId="Web-{5DFB6F68-1C20-43CB-89BC-4D76E458C838}" dt="2020-12-21T13:22:55.259" v="354"/>
          <ac:inkMkLst>
            <pc:docMk/>
            <pc:sldMk cId="0" sldId="442"/>
            <ac:inkMk id="33" creationId="{1A2BF9C9-C88E-4707-8423-8E5AAC1F9658}"/>
          </ac:inkMkLst>
        </pc:inkChg>
        <pc:inkChg chg="add">
          <ac:chgData name="Md. Nahid Hasan" userId="S::nahid@vu.edu.bd::85ea5f9e-65d6-4031-b810-9415101f2e21" providerId="AD" clId="Web-{5DFB6F68-1C20-43CB-89BC-4D76E458C838}" dt="2020-12-21T13:23:02.931" v="355"/>
          <ac:inkMkLst>
            <pc:docMk/>
            <pc:sldMk cId="0" sldId="442"/>
            <ac:inkMk id="34" creationId="{DD21D8B9-116D-4AB1-800C-FF3DF45A0E5A}"/>
          </ac:inkMkLst>
        </pc:inkChg>
        <pc:inkChg chg="add">
          <ac:chgData name="Md. Nahid Hasan" userId="S::nahid@vu.edu.bd::85ea5f9e-65d6-4031-b810-9415101f2e21" providerId="AD" clId="Web-{5DFB6F68-1C20-43CB-89BC-4D76E458C838}" dt="2020-12-21T13:23:07.634" v="356"/>
          <ac:inkMkLst>
            <pc:docMk/>
            <pc:sldMk cId="0" sldId="442"/>
            <ac:inkMk id="35" creationId="{4238C04F-2668-4178-9D50-ED505FB13D7D}"/>
          </ac:inkMkLst>
        </pc:inkChg>
        <pc:inkChg chg="add">
          <ac:chgData name="Md. Nahid Hasan" userId="S::nahid@vu.edu.bd::85ea5f9e-65d6-4031-b810-9415101f2e21" providerId="AD" clId="Web-{5DFB6F68-1C20-43CB-89BC-4D76E458C838}" dt="2020-12-21T13:23:08.368" v="357"/>
          <ac:inkMkLst>
            <pc:docMk/>
            <pc:sldMk cId="0" sldId="442"/>
            <ac:inkMk id="36" creationId="{A5858E80-5826-41B9-88D4-3B1F4B8204B9}"/>
          </ac:inkMkLst>
        </pc:inkChg>
        <pc:inkChg chg="add">
          <ac:chgData name="Md. Nahid Hasan" userId="S::nahid@vu.edu.bd::85ea5f9e-65d6-4031-b810-9415101f2e21" providerId="AD" clId="Web-{5DFB6F68-1C20-43CB-89BC-4D76E458C838}" dt="2020-12-21T13:23:08.899" v="358"/>
          <ac:inkMkLst>
            <pc:docMk/>
            <pc:sldMk cId="0" sldId="442"/>
            <ac:inkMk id="37" creationId="{2B49D491-D3F9-47ED-AD16-FFE3AEBDAC56}"/>
          </ac:inkMkLst>
        </pc:inkChg>
        <pc:inkChg chg="add">
          <ac:chgData name="Md. Nahid Hasan" userId="S::nahid@vu.edu.bd::85ea5f9e-65d6-4031-b810-9415101f2e21" providerId="AD" clId="Web-{5DFB6F68-1C20-43CB-89BC-4D76E458C838}" dt="2020-12-21T13:23:10.696" v="359"/>
          <ac:inkMkLst>
            <pc:docMk/>
            <pc:sldMk cId="0" sldId="442"/>
            <ac:inkMk id="38" creationId="{6164314B-53B8-4993-A97C-6228D2C12F7F}"/>
          </ac:inkMkLst>
        </pc:inkChg>
        <pc:inkChg chg="add">
          <ac:chgData name="Md. Nahid Hasan" userId="S::nahid@vu.edu.bd::85ea5f9e-65d6-4031-b810-9415101f2e21" providerId="AD" clId="Web-{5DFB6F68-1C20-43CB-89BC-4D76E458C838}" dt="2020-12-21T13:23:11.759" v="360"/>
          <ac:inkMkLst>
            <pc:docMk/>
            <pc:sldMk cId="0" sldId="442"/>
            <ac:inkMk id="39" creationId="{88A89070-2560-494A-8EC7-F90BB47EC20C}"/>
          </ac:inkMkLst>
        </pc:inkChg>
        <pc:inkChg chg="add">
          <ac:chgData name="Md. Nahid Hasan" userId="S::nahid@vu.edu.bd::85ea5f9e-65d6-4031-b810-9415101f2e21" providerId="AD" clId="Web-{5DFB6F68-1C20-43CB-89BC-4D76E458C838}" dt="2020-12-21T13:23:21.728" v="361"/>
          <ac:inkMkLst>
            <pc:docMk/>
            <pc:sldMk cId="0" sldId="442"/>
            <ac:inkMk id="40" creationId="{BF05D4A4-9B8D-419A-83AE-261C1EE6D219}"/>
          </ac:inkMkLst>
        </pc:inkChg>
        <pc:inkChg chg="add">
          <ac:chgData name="Md. Nahid Hasan" userId="S::nahid@vu.edu.bd::85ea5f9e-65d6-4031-b810-9415101f2e21" providerId="AD" clId="Web-{5DFB6F68-1C20-43CB-89BC-4D76E458C838}" dt="2020-12-21T13:23:21.743" v="362"/>
          <ac:inkMkLst>
            <pc:docMk/>
            <pc:sldMk cId="0" sldId="442"/>
            <ac:inkMk id="41" creationId="{E88294FF-BA49-44C1-B36B-39FC82A0D324}"/>
          </ac:inkMkLst>
        </pc:inkChg>
        <pc:inkChg chg="add">
          <ac:chgData name="Md. Nahid Hasan" userId="S::nahid@vu.edu.bd::85ea5f9e-65d6-4031-b810-9415101f2e21" providerId="AD" clId="Web-{5DFB6F68-1C20-43CB-89BC-4D76E458C838}" dt="2020-12-21T13:23:21.759" v="363"/>
          <ac:inkMkLst>
            <pc:docMk/>
            <pc:sldMk cId="0" sldId="442"/>
            <ac:inkMk id="42" creationId="{169785A2-F845-464B-80D6-2426B26455DC}"/>
          </ac:inkMkLst>
        </pc:inkChg>
        <pc:inkChg chg="add">
          <ac:chgData name="Md. Nahid Hasan" userId="S::nahid@vu.edu.bd::85ea5f9e-65d6-4031-b810-9415101f2e21" providerId="AD" clId="Web-{5DFB6F68-1C20-43CB-89BC-4D76E458C838}" dt="2020-12-21T13:23:21.775" v="364"/>
          <ac:inkMkLst>
            <pc:docMk/>
            <pc:sldMk cId="0" sldId="442"/>
            <ac:inkMk id="43" creationId="{5EB313AB-393C-436E-99F1-BE6553AB85D2}"/>
          </ac:inkMkLst>
        </pc:inkChg>
        <pc:inkChg chg="add">
          <ac:chgData name="Md. Nahid Hasan" userId="S::nahid@vu.edu.bd::85ea5f9e-65d6-4031-b810-9415101f2e21" providerId="AD" clId="Web-{5DFB6F68-1C20-43CB-89BC-4D76E458C838}" dt="2020-12-21T13:23:21.790" v="365"/>
          <ac:inkMkLst>
            <pc:docMk/>
            <pc:sldMk cId="0" sldId="442"/>
            <ac:inkMk id="44" creationId="{5F1E2903-BAE4-4B7B-A7C4-7F6D124BB5DA}"/>
          </ac:inkMkLst>
        </pc:inkChg>
        <pc:inkChg chg="add">
          <ac:chgData name="Md. Nahid Hasan" userId="S::nahid@vu.edu.bd::85ea5f9e-65d6-4031-b810-9415101f2e21" providerId="AD" clId="Web-{5DFB6F68-1C20-43CB-89BC-4D76E458C838}" dt="2020-12-21T13:23:21.806" v="366"/>
          <ac:inkMkLst>
            <pc:docMk/>
            <pc:sldMk cId="0" sldId="442"/>
            <ac:inkMk id="45" creationId="{32206B75-367F-4151-B6C0-EF4D4DA38050}"/>
          </ac:inkMkLst>
        </pc:inkChg>
        <pc:inkChg chg="add">
          <ac:chgData name="Md. Nahid Hasan" userId="S::nahid@vu.edu.bd::85ea5f9e-65d6-4031-b810-9415101f2e21" providerId="AD" clId="Web-{5DFB6F68-1C20-43CB-89BC-4D76E458C838}" dt="2020-12-21T13:23:21.806" v="367"/>
          <ac:inkMkLst>
            <pc:docMk/>
            <pc:sldMk cId="0" sldId="442"/>
            <ac:inkMk id="46" creationId="{158D0181-565C-4333-8D3B-981651829994}"/>
          </ac:inkMkLst>
        </pc:inkChg>
        <pc:inkChg chg="add">
          <ac:chgData name="Md. Nahid Hasan" userId="S::nahid@vu.edu.bd::85ea5f9e-65d6-4031-b810-9415101f2e21" providerId="AD" clId="Web-{5DFB6F68-1C20-43CB-89BC-4D76E458C838}" dt="2020-12-21T13:23:23.134" v="368"/>
          <ac:inkMkLst>
            <pc:docMk/>
            <pc:sldMk cId="0" sldId="442"/>
            <ac:inkMk id="47" creationId="{AF2942E9-4F58-40D6-AA65-C1C23F6578B6}"/>
          </ac:inkMkLst>
        </pc:inkChg>
        <pc:inkChg chg="add">
          <ac:chgData name="Md. Nahid Hasan" userId="S::nahid@vu.edu.bd::85ea5f9e-65d6-4031-b810-9415101f2e21" providerId="AD" clId="Web-{5DFB6F68-1C20-43CB-89BC-4D76E458C838}" dt="2020-12-21T13:23:37.368" v="369"/>
          <ac:inkMkLst>
            <pc:docMk/>
            <pc:sldMk cId="0" sldId="442"/>
            <ac:inkMk id="48" creationId="{0CE01B98-9634-495D-B0A6-D952C446BADB}"/>
          </ac:inkMkLst>
        </pc:inkChg>
        <pc:inkChg chg="add">
          <ac:chgData name="Md. Nahid Hasan" userId="S::nahid@vu.edu.bd::85ea5f9e-65d6-4031-b810-9415101f2e21" providerId="AD" clId="Web-{5DFB6F68-1C20-43CB-89BC-4D76E458C838}" dt="2020-12-21T13:23:37.368" v="370"/>
          <ac:inkMkLst>
            <pc:docMk/>
            <pc:sldMk cId="0" sldId="442"/>
            <ac:inkMk id="49" creationId="{6A2A9CDE-3ACB-4C00-BB7C-24DA82C3D5B3}"/>
          </ac:inkMkLst>
        </pc:inkChg>
        <pc:inkChg chg="add">
          <ac:chgData name="Md. Nahid Hasan" userId="S::nahid@vu.edu.bd::85ea5f9e-65d6-4031-b810-9415101f2e21" providerId="AD" clId="Web-{5DFB6F68-1C20-43CB-89BC-4D76E458C838}" dt="2020-12-21T13:23:38.212" v="371"/>
          <ac:inkMkLst>
            <pc:docMk/>
            <pc:sldMk cId="0" sldId="442"/>
            <ac:inkMk id="50" creationId="{56D2EE09-A7A2-4939-BADA-213944E55E08}"/>
          </ac:inkMkLst>
        </pc:inkChg>
        <pc:inkChg chg="add">
          <ac:chgData name="Md. Nahid Hasan" userId="S::nahid@vu.edu.bd::85ea5f9e-65d6-4031-b810-9415101f2e21" providerId="AD" clId="Web-{5DFB6F68-1C20-43CB-89BC-4D76E458C838}" dt="2020-12-21T13:23:39.025" v="372"/>
          <ac:inkMkLst>
            <pc:docMk/>
            <pc:sldMk cId="0" sldId="442"/>
            <ac:inkMk id="51" creationId="{3DE88464-278D-4158-BB30-DDCED489F666}"/>
          </ac:inkMkLst>
        </pc:inkChg>
        <pc:inkChg chg="add">
          <ac:chgData name="Md. Nahid Hasan" userId="S::nahid@vu.edu.bd::85ea5f9e-65d6-4031-b810-9415101f2e21" providerId="AD" clId="Web-{5DFB6F68-1C20-43CB-89BC-4D76E458C838}" dt="2020-12-21T13:23:39.040" v="373"/>
          <ac:inkMkLst>
            <pc:docMk/>
            <pc:sldMk cId="0" sldId="442"/>
            <ac:inkMk id="52" creationId="{07D54193-89DF-47A3-8AA9-ED0A65850796}"/>
          </ac:inkMkLst>
        </pc:inkChg>
        <pc:inkChg chg="add">
          <ac:chgData name="Md. Nahid Hasan" userId="S::nahid@vu.edu.bd::85ea5f9e-65d6-4031-b810-9415101f2e21" providerId="AD" clId="Web-{5DFB6F68-1C20-43CB-89BC-4D76E458C838}" dt="2020-12-21T13:23:46.353" v="374"/>
          <ac:inkMkLst>
            <pc:docMk/>
            <pc:sldMk cId="0" sldId="442"/>
            <ac:inkMk id="53" creationId="{3D4498E8-E8B0-4943-92A7-34A8BF6E18D2}"/>
          </ac:inkMkLst>
        </pc:inkChg>
        <pc:inkChg chg="add">
          <ac:chgData name="Md. Nahid Hasan" userId="S::nahid@vu.edu.bd::85ea5f9e-65d6-4031-b810-9415101f2e21" providerId="AD" clId="Web-{5DFB6F68-1C20-43CB-89BC-4D76E458C838}" dt="2020-12-21T13:23:47.587" v="375"/>
          <ac:inkMkLst>
            <pc:docMk/>
            <pc:sldMk cId="0" sldId="442"/>
            <ac:inkMk id="54" creationId="{70935AE0-2B24-4DD9-BE19-20C1B8EBCBAE}"/>
          </ac:inkMkLst>
        </pc:inkChg>
        <pc:inkChg chg="add">
          <ac:chgData name="Md. Nahid Hasan" userId="S::nahid@vu.edu.bd::85ea5f9e-65d6-4031-b810-9415101f2e21" providerId="AD" clId="Web-{5DFB6F68-1C20-43CB-89BC-4D76E458C838}" dt="2020-12-21T13:23:47.603" v="376"/>
          <ac:inkMkLst>
            <pc:docMk/>
            <pc:sldMk cId="0" sldId="442"/>
            <ac:inkMk id="55" creationId="{A0AA7690-B308-47D7-A1AE-0F2AB76DEF33}"/>
          </ac:inkMkLst>
        </pc:inkChg>
        <pc:inkChg chg="add">
          <ac:chgData name="Md. Nahid Hasan" userId="S::nahid@vu.edu.bd::85ea5f9e-65d6-4031-b810-9415101f2e21" providerId="AD" clId="Web-{5DFB6F68-1C20-43CB-89BC-4D76E458C838}" dt="2020-12-21T13:23:48.603" v="377"/>
          <ac:inkMkLst>
            <pc:docMk/>
            <pc:sldMk cId="0" sldId="442"/>
            <ac:inkMk id="56" creationId="{6BA4E98B-2B8A-47BA-A49C-D8997EB8990F}"/>
          </ac:inkMkLst>
        </pc:inkChg>
        <pc:inkChg chg="add">
          <ac:chgData name="Md. Nahid Hasan" userId="S::nahid@vu.edu.bd::85ea5f9e-65d6-4031-b810-9415101f2e21" providerId="AD" clId="Web-{5DFB6F68-1C20-43CB-89BC-4D76E458C838}" dt="2020-12-21T13:23:52.697" v="378"/>
          <ac:inkMkLst>
            <pc:docMk/>
            <pc:sldMk cId="0" sldId="442"/>
            <ac:inkMk id="57" creationId="{ED464138-9F0D-4A8C-AB88-45B5F9875C8D}"/>
          </ac:inkMkLst>
        </pc:inkChg>
        <pc:inkChg chg="add">
          <ac:chgData name="Md. Nahid Hasan" userId="S::nahid@vu.edu.bd::85ea5f9e-65d6-4031-b810-9415101f2e21" providerId="AD" clId="Web-{5DFB6F68-1C20-43CB-89BC-4D76E458C838}" dt="2020-12-21T13:24:04.103" v="379"/>
          <ac:inkMkLst>
            <pc:docMk/>
            <pc:sldMk cId="0" sldId="442"/>
            <ac:inkMk id="58" creationId="{D0C1AEBE-46F1-4ECF-99FA-C95A182D6E34}"/>
          </ac:inkMkLst>
        </pc:inkChg>
        <pc:inkChg chg="add">
          <ac:chgData name="Md. Nahid Hasan" userId="S::nahid@vu.edu.bd::85ea5f9e-65d6-4031-b810-9415101f2e21" providerId="AD" clId="Web-{5DFB6F68-1C20-43CB-89BC-4D76E458C838}" dt="2020-12-21T13:24:04.103" v="380"/>
          <ac:inkMkLst>
            <pc:docMk/>
            <pc:sldMk cId="0" sldId="442"/>
            <ac:inkMk id="59" creationId="{FD471888-DB16-4BDC-AE4E-9527C317D7A7}"/>
          </ac:inkMkLst>
        </pc:inkChg>
        <pc:inkChg chg="add">
          <ac:chgData name="Md. Nahid Hasan" userId="S::nahid@vu.edu.bd::85ea5f9e-65d6-4031-b810-9415101f2e21" providerId="AD" clId="Web-{5DFB6F68-1C20-43CB-89BC-4D76E458C838}" dt="2020-12-21T13:24:04.791" v="381"/>
          <ac:inkMkLst>
            <pc:docMk/>
            <pc:sldMk cId="0" sldId="442"/>
            <ac:inkMk id="60" creationId="{33E2EAFB-56ED-4F8C-BB4B-04070D543B8D}"/>
          </ac:inkMkLst>
        </pc:inkChg>
        <pc:inkChg chg="add">
          <ac:chgData name="Md. Nahid Hasan" userId="S::nahid@vu.edu.bd::85ea5f9e-65d6-4031-b810-9415101f2e21" providerId="AD" clId="Web-{5DFB6F68-1C20-43CB-89BC-4D76E458C838}" dt="2020-12-21T13:24:05.947" v="382"/>
          <ac:inkMkLst>
            <pc:docMk/>
            <pc:sldMk cId="0" sldId="442"/>
            <ac:inkMk id="61" creationId="{3403071C-A1E6-4096-BE03-E6284F41DE2E}"/>
          </ac:inkMkLst>
        </pc:inkChg>
        <pc:inkChg chg="add">
          <ac:chgData name="Md. Nahid Hasan" userId="S::nahid@vu.edu.bd::85ea5f9e-65d6-4031-b810-9415101f2e21" providerId="AD" clId="Web-{5DFB6F68-1C20-43CB-89BC-4D76E458C838}" dt="2020-12-21T13:24:06.588" v="383"/>
          <ac:inkMkLst>
            <pc:docMk/>
            <pc:sldMk cId="0" sldId="442"/>
            <ac:inkMk id="62" creationId="{4E72DFFE-36E9-4109-838E-0259E7DCC4D0}"/>
          </ac:inkMkLst>
        </pc:inkChg>
        <pc:inkChg chg="add">
          <ac:chgData name="Md. Nahid Hasan" userId="S::nahid@vu.edu.bd::85ea5f9e-65d6-4031-b810-9415101f2e21" providerId="AD" clId="Web-{5DFB6F68-1C20-43CB-89BC-4D76E458C838}" dt="2020-12-21T13:24:20.838" v="384"/>
          <ac:inkMkLst>
            <pc:docMk/>
            <pc:sldMk cId="0" sldId="442"/>
            <ac:inkMk id="63" creationId="{2D51159F-55D4-4535-87A8-DAC8F6B8F907}"/>
          </ac:inkMkLst>
        </pc:inkChg>
        <pc:inkChg chg="add">
          <ac:chgData name="Md. Nahid Hasan" userId="S::nahid@vu.edu.bd::85ea5f9e-65d6-4031-b810-9415101f2e21" providerId="AD" clId="Web-{5DFB6F68-1C20-43CB-89BC-4D76E458C838}" dt="2020-12-21T13:24:22.291" v="385"/>
          <ac:inkMkLst>
            <pc:docMk/>
            <pc:sldMk cId="0" sldId="442"/>
            <ac:inkMk id="233472" creationId="{3B461B4A-7325-4BF3-8EB3-570EE89586D6}"/>
          </ac:inkMkLst>
        </pc:inkChg>
        <pc:inkChg chg="add">
          <ac:chgData name="Md. Nahid Hasan" userId="S::nahid@vu.edu.bd::85ea5f9e-65d6-4031-b810-9415101f2e21" providerId="AD" clId="Web-{5DFB6F68-1C20-43CB-89BC-4D76E458C838}" dt="2020-12-21T13:24:23.166" v="386"/>
          <ac:inkMkLst>
            <pc:docMk/>
            <pc:sldMk cId="0" sldId="442"/>
            <ac:inkMk id="233473" creationId="{E9002717-4F9F-44C7-9CBA-E1EF69B8E3F7}"/>
          </ac:inkMkLst>
        </pc:inkChg>
        <pc:inkChg chg="add">
          <ac:chgData name="Md. Nahid Hasan" userId="S::nahid@vu.edu.bd::85ea5f9e-65d6-4031-b810-9415101f2e21" providerId="AD" clId="Web-{5DFB6F68-1C20-43CB-89BC-4D76E458C838}" dt="2020-12-21T13:24:23.744" v="387"/>
          <ac:inkMkLst>
            <pc:docMk/>
            <pc:sldMk cId="0" sldId="442"/>
            <ac:inkMk id="233475" creationId="{C180C6C6-6039-41F6-9DB5-7A660F571143}"/>
          </ac:inkMkLst>
        </pc:inkChg>
        <pc:inkChg chg="add">
          <ac:chgData name="Md. Nahid Hasan" userId="S::nahid@vu.edu.bd::85ea5f9e-65d6-4031-b810-9415101f2e21" providerId="AD" clId="Web-{5DFB6F68-1C20-43CB-89BC-4D76E458C838}" dt="2020-12-21T13:24:28.510" v="388"/>
          <ac:inkMkLst>
            <pc:docMk/>
            <pc:sldMk cId="0" sldId="442"/>
            <ac:inkMk id="233477" creationId="{CDA9EC68-14BA-4C73-9A26-D7409F4C9CED}"/>
          </ac:inkMkLst>
        </pc:inkChg>
        <pc:inkChg chg="add">
          <ac:chgData name="Md. Nahid Hasan" userId="S::nahid@vu.edu.bd::85ea5f9e-65d6-4031-b810-9415101f2e21" providerId="AD" clId="Web-{5DFB6F68-1C20-43CB-89BC-4D76E458C838}" dt="2020-12-21T13:24:29.697" v="389"/>
          <ac:inkMkLst>
            <pc:docMk/>
            <pc:sldMk cId="0" sldId="442"/>
            <ac:inkMk id="233478" creationId="{0375C549-8B77-4E27-ACCE-738F4610202E}"/>
          </ac:inkMkLst>
        </pc:inkChg>
      </pc:sldChg>
      <pc:sldChg chg="addSp delSp">
        <pc:chgData name="Md. Nahid Hasan" userId="S::nahid@vu.edu.bd::85ea5f9e-65d6-4031-b810-9415101f2e21" providerId="AD" clId="Web-{5DFB6F68-1C20-43CB-89BC-4D76E458C838}" dt="2020-12-21T13:40:38.382" v="630"/>
        <pc:sldMkLst>
          <pc:docMk/>
          <pc:sldMk cId="0" sldId="444"/>
        </pc:sldMkLst>
        <pc:inkChg chg="add">
          <ac:chgData name="Md. Nahid Hasan" userId="S::nahid@vu.edu.bd::85ea5f9e-65d6-4031-b810-9415101f2e21" providerId="AD" clId="Web-{5DFB6F68-1C20-43CB-89BC-4D76E458C838}" dt="2020-12-21T13:24:50.229" v="390"/>
          <ac:inkMkLst>
            <pc:docMk/>
            <pc:sldMk cId="0" sldId="444"/>
            <ac:inkMk id="2" creationId="{B207826E-6C9B-4414-AA45-3E2331B51AD8}"/>
          </ac:inkMkLst>
        </pc:inkChg>
        <pc:inkChg chg="add">
          <ac:chgData name="Md. Nahid Hasan" userId="S::nahid@vu.edu.bd::85ea5f9e-65d6-4031-b810-9415101f2e21" providerId="AD" clId="Web-{5DFB6F68-1C20-43CB-89BC-4D76E458C838}" dt="2020-12-21T13:24:52.041" v="391"/>
          <ac:inkMkLst>
            <pc:docMk/>
            <pc:sldMk cId="0" sldId="444"/>
            <ac:inkMk id="3" creationId="{7B9313BE-9C66-4DCB-8249-65503594FF86}"/>
          </ac:inkMkLst>
        </pc:inkChg>
        <pc:inkChg chg="add del">
          <ac:chgData name="Md. Nahid Hasan" userId="S::nahid@vu.edu.bd::85ea5f9e-65d6-4031-b810-9415101f2e21" providerId="AD" clId="Web-{5DFB6F68-1C20-43CB-89BC-4D76E458C838}" dt="2020-12-21T13:34:26.737" v="563"/>
          <ac:inkMkLst>
            <pc:docMk/>
            <pc:sldMk cId="0" sldId="444"/>
            <ac:inkMk id="4" creationId="{CE6EC66B-C4F4-4BD4-B0A4-2A58AD8F4666}"/>
          </ac:inkMkLst>
        </pc:inkChg>
        <pc:inkChg chg="add del">
          <ac:chgData name="Md. Nahid Hasan" userId="S::nahid@vu.edu.bd::85ea5f9e-65d6-4031-b810-9415101f2e21" providerId="AD" clId="Web-{5DFB6F68-1C20-43CB-89BC-4D76E458C838}" dt="2020-12-21T13:34:26.737" v="562"/>
          <ac:inkMkLst>
            <pc:docMk/>
            <pc:sldMk cId="0" sldId="444"/>
            <ac:inkMk id="5" creationId="{D2740AA2-6B45-46BB-B5ED-AFD574A331FF}"/>
          </ac:inkMkLst>
        </pc:inkChg>
        <pc:inkChg chg="add">
          <ac:chgData name="Md. Nahid Hasan" userId="S::nahid@vu.edu.bd::85ea5f9e-65d6-4031-b810-9415101f2e21" providerId="AD" clId="Web-{5DFB6F68-1C20-43CB-89BC-4D76E458C838}" dt="2020-12-21T13:25:02.026" v="394"/>
          <ac:inkMkLst>
            <pc:docMk/>
            <pc:sldMk cId="0" sldId="444"/>
            <ac:inkMk id="6" creationId="{65032531-4E76-4EE7-8AE0-F22AD08D6F17}"/>
          </ac:inkMkLst>
        </pc:inkChg>
        <pc:inkChg chg="add del">
          <ac:chgData name="Md. Nahid Hasan" userId="S::nahid@vu.edu.bd::85ea5f9e-65d6-4031-b810-9415101f2e21" providerId="AD" clId="Web-{5DFB6F68-1C20-43CB-89BC-4D76E458C838}" dt="2020-12-21T13:34:26.737" v="561"/>
          <ac:inkMkLst>
            <pc:docMk/>
            <pc:sldMk cId="0" sldId="444"/>
            <ac:inkMk id="7" creationId="{EE289394-12DB-4A7C-92A0-6BD16E9B1235}"/>
          </ac:inkMkLst>
        </pc:inkChg>
        <pc:inkChg chg="add del">
          <ac:chgData name="Md. Nahid Hasan" userId="S::nahid@vu.edu.bd::85ea5f9e-65d6-4031-b810-9415101f2e21" providerId="AD" clId="Web-{5DFB6F68-1C20-43CB-89BC-4D76E458C838}" dt="2020-12-21T13:34:26.721" v="560"/>
          <ac:inkMkLst>
            <pc:docMk/>
            <pc:sldMk cId="0" sldId="444"/>
            <ac:inkMk id="8" creationId="{94865391-0FB0-429C-B4C3-7389336347A0}"/>
          </ac:inkMkLst>
        </pc:inkChg>
        <pc:inkChg chg="add del">
          <ac:chgData name="Md. Nahid Hasan" userId="S::nahid@vu.edu.bd::85ea5f9e-65d6-4031-b810-9415101f2e21" providerId="AD" clId="Web-{5DFB6F68-1C20-43CB-89BC-4D76E458C838}" dt="2020-12-21T13:34:26.721" v="559"/>
          <ac:inkMkLst>
            <pc:docMk/>
            <pc:sldMk cId="0" sldId="444"/>
            <ac:inkMk id="9" creationId="{DED1FC10-0120-4FB1-B7FD-87A29BC5B65D}"/>
          </ac:inkMkLst>
        </pc:inkChg>
        <pc:inkChg chg="add del">
          <ac:chgData name="Md. Nahid Hasan" userId="S::nahid@vu.edu.bd::85ea5f9e-65d6-4031-b810-9415101f2e21" providerId="AD" clId="Web-{5DFB6F68-1C20-43CB-89BC-4D76E458C838}" dt="2020-12-21T13:34:26.721" v="558"/>
          <ac:inkMkLst>
            <pc:docMk/>
            <pc:sldMk cId="0" sldId="444"/>
            <ac:inkMk id="10" creationId="{B548BB6F-5B3F-4147-8F89-DF58DF42CE18}"/>
          </ac:inkMkLst>
        </pc:inkChg>
        <pc:inkChg chg="add del">
          <ac:chgData name="Md. Nahid Hasan" userId="S::nahid@vu.edu.bd::85ea5f9e-65d6-4031-b810-9415101f2e21" providerId="AD" clId="Web-{5DFB6F68-1C20-43CB-89BC-4D76E458C838}" dt="2020-12-21T13:34:26.721" v="557"/>
          <ac:inkMkLst>
            <pc:docMk/>
            <pc:sldMk cId="0" sldId="444"/>
            <ac:inkMk id="11" creationId="{A0EF735A-97A6-4BA9-AB72-4961CBFD439C}"/>
          </ac:inkMkLst>
        </pc:inkChg>
        <pc:inkChg chg="add del">
          <ac:chgData name="Md. Nahid Hasan" userId="S::nahid@vu.edu.bd::85ea5f9e-65d6-4031-b810-9415101f2e21" providerId="AD" clId="Web-{5DFB6F68-1C20-43CB-89BC-4D76E458C838}" dt="2020-12-21T13:34:26.721" v="556"/>
          <ac:inkMkLst>
            <pc:docMk/>
            <pc:sldMk cId="0" sldId="444"/>
            <ac:inkMk id="12" creationId="{A02F089B-AD09-4146-9F86-03A4B9C55577}"/>
          </ac:inkMkLst>
        </pc:inkChg>
        <pc:inkChg chg="add del">
          <ac:chgData name="Md. Nahid Hasan" userId="S::nahid@vu.edu.bd::85ea5f9e-65d6-4031-b810-9415101f2e21" providerId="AD" clId="Web-{5DFB6F68-1C20-43CB-89BC-4D76E458C838}" dt="2020-12-21T13:34:26.721" v="555"/>
          <ac:inkMkLst>
            <pc:docMk/>
            <pc:sldMk cId="0" sldId="444"/>
            <ac:inkMk id="13" creationId="{3039AC1F-BB3A-4E51-A218-8548A7A59DBB}"/>
          </ac:inkMkLst>
        </pc:inkChg>
        <pc:inkChg chg="add del">
          <ac:chgData name="Md. Nahid Hasan" userId="S::nahid@vu.edu.bd::85ea5f9e-65d6-4031-b810-9415101f2e21" providerId="AD" clId="Web-{5DFB6F68-1C20-43CB-89BC-4D76E458C838}" dt="2020-12-21T13:34:26.721" v="554"/>
          <ac:inkMkLst>
            <pc:docMk/>
            <pc:sldMk cId="0" sldId="444"/>
            <ac:inkMk id="14" creationId="{B1DD2DE3-86B2-4DF5-ABDA-02DBFEF41062}"/>
          </ac:inkMkLst>
        </pc:inkChg>
        <pc:inkChg chg="add del">
          <ac:chgData name="Md. Nahid Hasan" userId="S::nahid@vu.edu.bd::85ea5f9e-65d6-4031-b810-9415101f2e21" providerId="AD" clId="Web-{5DFB6F68-1C20-43CB-89BC-4D76E458C838}" dt="2020-12-21T13:34:26.705" v="553"/>
          <ac:inkMkLst>
            <pc:docMk/>
            <pc:sldMk cId="0" sldId="444"/>
            <ac:inkMk id="15" creationId="{82D026D1-7F91-4F29-A766-D77F01DE1CCC}"/>
          </ac:inkMkLst>
        </pc:inkChg>
        <pc:inkChg chg="add del">
          <ac:chgData name="Md. Nahid Hasan" userId="S::nahid@vu.edu.bd::85ea5f9e-65d6-4031-b810-9415101f2e21" providerId="AD" clId="Web-{5DFB6F68-1C20-43CB-89BC-4D76E458C838}" dt="2020-12-21T13:34:26.705" v="552"/>
          <ac:inkMkLst>
            <pc:docMk/>
            <pc:sldMk cId="0" sldId="444"/>
            <ac:inkMk id="16" creationId="{47881494-1F29-4BC0-A046-33AE60A50241}"/>
          </ac:inkMkLst>
        </pc:inkChg>
        <pc:inkChg chg="add">
          <ac:chgData name="Md. Nahid Hasan" userId="S::nahid@vu.edu.bd::85ea5f9e-65d6-4031-b810-9415101f2e21" providerId="AD" clId="Web-{5DFB6F68-1C20-43CB-89BC-4D76E458C838}" dt="2020-12-21T13:26:42.215" v="405"/>
          <ac:inkMkLst>
            <pc:docMk/>
            <pc:sldMk cId="0" sldId="444"/>
            <ac:inkMk id="17" creationId="{413B71BC-3981-47A6-B0B6-532B96AA264D}"/>
          </ac:inkMkLst>
        </pc:inkChg>
        <pc:inkChg chg="add">
          <ac:chgData name="Md. Nahid Hasan" userId="S::nahid@vu.edu.bd::85ea5f9e-65d6-4031-b810-9415101f2e21" providerId="AD" clId="Web-{5DFB6F68-1C20-43CB-89BC-4D76E458C838}" dt="2020-12-21T13:26:44.824" v="406"/>
          <ac:inkMkLst>
            <pc:docMk/>
            <pc:sldMk cId="0" sldId="444"/>
            <ac:inkMk id="18" creationId="{4F9E6CE8-BE7F-4A35-B7DF-E6367ED7A64A}"/>
          </ac:inkMkLst>
        </pc:inkChg>
        <pc:inkChg chg="add">
          <ac:chgData name="Md. Nahid Hasan" userId="S::nahid@vu.edu.bd::85ea5f9e-65d6-4031-b810-9415101f2e21" providerId="AD" clId="Web-{5DFB6F68-1C20-43CB-89BC-4D76E458C838}" dt="2020-12-21T13:26:46.449" v="407"/>
          <ac:inkMkLst>
            <pc:docMk/>
            <pc:sldMk cId="0" sldId="444"/>
            <ac:inkMk id="19" creationId="{81FF5A11-AE0A-4C12-A61A-2FCECE1323CB}"/>
          </ac:inkMkLst>
        </pc:inkChg>
        <pc:inkChg chg="add">
          <ac:chgData name="Md. Nahid Hasan" userId="S::nahid@vu.edu.bd::85ea5f9e-65d6-4031-b810-9415101f2e21" providerId="AD" clId="Web-{5DFB6F68-1C20-43CB-89BC-4D76E458C838}" dt="2020-12-21T13:26:46.465" v="408"/>
          <ac:inkMkLst>
            <pc:docMk/>
            <pc:sldMk cId="0" sldId="444"/>
            <ac:inkMk id="20" creationId="{121FCA69-B63F-43B2-833D-C215BCE4950C}"/>
          </ac:inkMkLst>
        </pc:inkChg>
        <pc:inkChg chg="add">
          <ac:chgData name="Md. Nahid Hasan" userId="S::nahid@vu.edu.bd::85ea5f9e-65d6-4031-b810-9415101f2e21" providerId="AD" clId="Web-{5DFB6F68-1C20-43CB-89BC-4D76E458C838}" dt="2020-12-21T13:26:47.590" v="409"/>
          <ac:inkMkLst>
            <pc:docMk/>
            <pc:sldMk cId="0" sldId="444"/>
            <ac:inkMk id="21" creationId="{38F23973-3190-4E78-A1BE-C57EE045BFA8}"/>
          </ac:inkMkLst>
        </pc:inkChg>
        <pc:inkChg chg="add">
          <ac:chgData name="Md. Nahid Hasan" userId="S::nahid@vu.edu.bd::85ea5f9e-65d6-4031-b810-9415101f2e21" providerId="AD" clId="Web-{5DFB6F68-1C20-43CB-89BC-4D76E458C838}" dt="2020-12-21T13:26:48.137" v="410"/>
          <ac:inkMkLst>
            <pc:docMk/>
            <pc:sldMk cId="0" sldId="444"/>
            <ac:inkMk id="22" creationId="{E640B57A-0E9B-4975-8342-9E46479FF0FD}"/>
          </ac:inkMkLst>
        </pc:inkChg>
        <pc:inkChg chg="add">
          <ac:chgData name="Md. Nahid Hasan" userId="S::nahid@vu.edu.bd::85ea5f9e-65d6-4031-b810-9415101f2e21" providerId="AD" clId="Web-{5DFB6F68-1C20-43CB-89BC-4D76E458C838}" dt="2020-12-21T13:26:51.762" v="411"/>
          <ac:inkMkLst>
            <pc:docMk/>
            <pc:sldMk cId="0" sldId="444"/>
            <ac:inkMk id="23" creationId="{63F815E7-700F-4A7E-9474-4E1AC0203873}"/>
          </ac:inkMkLst>
        </pc:inkChg>
        <pc:inkChg chg="add">
          <ac:chgData name="Md. Nahid Hasan" userId="S::nahid@vu.edu.bd::85ea5f9e-65d6-4031-b810-9415101f2e21" providerId="AD" clId="Web-{5DFB6F68-1C20-43CB-89BC-4D76E458C838}" dt="2020-12-21T13:26:53.746" v="412"/>
          <ac:inkMkLst>
            <pc:docMk/>
            <pc:sldMk cId="0" sldId="444"/>
            <ac:inkMk id="24" creationId="{6EE0506F-FA21-46E5-806B-4BEC97D3BE34}"/>
          </ac:inkMkLst>
        </pc:inkChg>
        <pc:inkChg chg="add">
          <ac:chgData name="Md. Nahid Hasan" userId="S::nahid@vu.edu.bd::85ea5f9e-65d6-4031-b810-9415101f2e21" providerId="AD" clId="Web-{5DFB6F68-1C20-43CB-89BC-4D76E458C838}" dt="2020-12-21T13:26:54.074" v="413"/>
          <ac:inkMkLst>
            <pc:docMk/>
            <pc:sldMk cId="0" sldId="444"/>
            <ac:inkMk id="25" creationId="{C9682B96-C4EF-46EF-95D6-CCB785A90003}"/>
          </ac:inkMkLst>
        </pc:inkChg>
        <pc:inkChg chg="add">
          <ac:chgData name="Md. Nahid Hasan" userId="S::nahid@vu.edu.bd::85ea5f9e-65d6-4031-b810-9415101f2e21" providerId="AD" clId="Web-{5DFB6F68-1C20-43CB-89BC-4D76E458C838}" dt="2020-12-21T13:26:54.856" v="414"/>
          <ac:inkMkLst>
            <pc:docMk/>
            <pc:sldMk cId="0" sldId="444"/>
            <ac:inkMk id="26" creationId="{1FFDEB81-0444-4081-A87D-780466B8846C}"/>
          </ac:inkMkLst>
        </pc:inkChg>
        <pc:inkChg chg="add">
          <ac:chgData name="Md. Nahid Hasan" userId="S::nahid@vu.edu.bd::85ea5f9e-65d6-4031-b810-9415101f2e21" providerId="AD" clId="Web-{5DFB6F68-1C20-43CB-89BC-4D76E458C838}" dt="2020-12-21T13:26:55.934" v="415"/>
          <ac:inkMkLst>
            <pc:docMk/>
            <pc:sldMk cId="0" sldId="444"/>
            <ac:inkMk id="27" creationId="{5DFCCB51-80F6-417D-A3AB-FB19A348004E}"/>
          </ac:inkMkLst>
        </pc:inkChg>
        <pc:inkChg chg="add">
          <ac:chgData name="Md. Nahid Hasan" userId="S::nahid@vu.edu.bd::85ea5f9e-65d6-4031-b810-9415101f2e21" providerId="AD" clId="Web-{5DFB6F68-1C20-43CB-89BC-4D76E458C838}" dt="2020-12-21T13:26:58.262" v="416"/>
          <ac:inkMkLst>
            <pc:docMk/>
            <pc:sldMk cId="0" sldId="444"/>
            <ac:inkMk id="28" creationId="{82FC5B3B-8416-48DE-B082-BBAD04B00099}"/>
          </ac:inkMkLst>
        </pc:inkChg>
        <pc:inkChg chg="add">
          <ac:chgData name="Md. Nahid Hasan" userId="S::nahid@vu.edu.bd::85ea5f9e-65d6-4031-b810-9415101f2e21" providerId="AD" clId="Web-{5DFB6F68-1C20-43CB-89BC-4D76E458C838}" dt="2020-12-21T13:27:04.059" v="417"/>
          <ac:inkMkLst>
            <pc:docMk/>
            <pc:sldMk cId="0" sldId="444"/>
            <ac:inkMk id="29" creationId="{5AFE1EB1-2C76-4F7F-8B39-ABBAC2E623AD}"/>
          </ac:inkMkLst>
        </pc:inkChg>
        <pc:inkChg chg="add">
          <ac:chgData name="Md. Nahid Hasan" userId="S::nahid@vu.edu.bd::85ea5f9e-65d6-4031-b810-9415101f2e21" providerId="AD" clId="Web-{5DFB6F68-1C20-43CB-89BC-4D76E458C838}" dt="2020-12-21T13:27:04.074" v="418"/>
          <ac:inkMkLst>
            <pc:docMk/>
            <pc:sldMk cId="0" sldId="444"/>
            <ac:inkMk id="30" creationId="{20BC9460-C49F-44B9-8781-D578C61F1066}"/>
          </ac:inkMkLst>
        </pc:inkChg>
        <pc:inkChg chg="add">
          <ac:chgData name="Md. Nahid Hasan" userId="S::nahid@vu.edu.bd::85ea5f9e-65d6-4031-b810-9415101f2e21" providerId="AD" clId="Web-{5DFB6F68-1C20-43CB-89BC-4D76E458C838}" dt="2020-12-21T13:27:04.074" v="419"/>
          <ac:inkMkLst>
            <pc:docMk/>
            <pc:sldMk cId="0" sldId="444"/>
            <ac:inkMk id="31" creationId="{CE8827BD-9FE9-47B6-B1D7-CC8BB8806FD6}"/>
          </ac:inkMkLst>
        </pc:inkChg>
        <pc:inkChg chg="add">
          <ac:chgData name="Md. Nahid Hasan" userId="S::nahid@vu.edu.bd::85ea5f9e-65d6-4031-b810-9415101f2e21" providerId="AD" clId="Web-{5DFB6F68-1C20-43CB-89BC-4D76E458C838}" dt="2020-12-21T13:27:04.090" v="420"/>
          <ac:inkMkLst>
            <pc:docMk/>
            <pc:sldMk cId="0" sldId="444"/>
            <ac:inkMk id="32" creationId="{C425897C-DEC7-48AF-8D67-A7DF195F9B7D}"/>
          </ac:inkMkLst>
        </pc:inkChg>
        <pc:inkChg chg="add">
          <ac:chgData name="Md. Nahid Hasan" userId="S::nahid@vu.edu.bd::85ea5f9e-65d6-4031-b810-9415101f2e21" providerId="AD" clId="Web-{5DFB6F68-1C20-43CB-89BC-4D76E458C838}" dt="2020-12-21T13:27:04.090" v="421"/>
          <ac:inkMkLst>
            <pc:docMk/>
            <pc:sldMk cId="0" sldId="444"/>
            <ac:inkMk id="33" creationId="{F3307B37-1A72-4350-B532-85B6F9675F83}"/>
          </ac:inkMkLst>
        </pc:inkChg>
        <pc:inkChg chg="add">
          <ac:chgData name="Md. Nahid Hasan" userId="S::nahid@vu.edu.bd::85ea5f9e-65d6-4031-b810-9415101f2e21" providerId="AD" clId="Web-{5DFB6F68-1C20-43CB-89BC-4D76E458C838}" dt="2020-12-21T13:27:04.106" v="422"/>
          <ac:inkMkLst>
            <pc:docMk/>
            <pc:sldMk cId="0" sldId="444"/>
            <ac:inkMk id="34" creationId="{4D17FF25-E972-43F3-B845-29B92FDE8D32}"/>
          </ac:inkMkLst>
        </pc:inkChg>
        <pc:inkChg chg="add">
          <ac:chgData name="Md. Nahid Hasan" userId="S::nahid@vu.edu.bd::85ea5f9e-65d6-4031-b810-9415101f2e21" providerId="AD" clId="Web-{5DFB6F68-1C20-43CB-89BC-4D76E458C838}" dt="2020-12-21T13:27:04.121" v="423"/>
          <ac:inkMkLst>
            <pc:docMk/>
            <pc:sldMk cId="0" sldId="444"/>
            <ac:inkMk id="35" creationId="{03B8B0A0-CA35-4F79-864D-0F2E20543AAE}"/>
          </ac:inkMkLst>
        </pc:inkChg>
        <pc:inkChg chg="add">
          <ac:chgData name="Md. Nahid Hasan" userId="S::nahid@vu.edu.bd::85ea5f9e-65d6-4031-b810-9415101f2e21" providerId="AD" clId="Web-{5DFB6F68-1C20-43CB-89BC-4D76E458C838}" dt="2020-12-21T13:27:04.231" v="424"/>
          <ac:inkMkLst>
            <pc:docMk/>
            <pc:sldMk cId="0" sldId="444"/>
            <ac:inkMk id="36" creationId="{7D0A758D-145A-4AE6-A759-73E9BE677D60}"/>
          </ac:inkMkLst>
        </pc:inkChg>
        <pc:inkChg chg="add">
          <ac:chgData name="Md. Nahid Hasan" userId="S::nahid@vu.edu.bd::85ea5f9e-65d6-4031-b810-9415101f2e21" providerId="AD" clId="Web-{5DFB6F68-1C20-43CB-89BC-4D76E458C838}" dt="2020-12-21T13:27:05.278" v="425"/>
          <ac:inkMkLst>
            <pc:docMk/>
            <pc:sldMk cId="0" sldId="444"/>
            <ac:inkMk id="37" creationId="{1B25648F-2379-4909-B148-E148487E6398}"/>
          </ac:inkMkLst>
        </pc:inkChg>
        <pc:inkChg chg="add">
          <ac:chgData name="Md. Nahid Hasan" userId="S::nahid@vu.edu.bd::85ea5f9e-65d6-4031-b810-9415101f2e21" providerId="AD" clId="Web-{5DFB6F68-1C20-43CB-89BC-4D76E458C838}" dt="2020-12-21T13:27:07.106" v="426"/>
          <ac:inkMkLst>
            <pc:docMk/>
            <pc:sldMk cId="0" sldId="444"/>
            <ac:inkMk id="38" creationId="{691AE2A4-5A13-4BF2-96BB-AEF8B4AA05F0}"/>
          </ac:inkMkLst>
        </pc:inkChg>
        <pc:inkChg chg="add">
          <ac:chgData name="Md. Nahid Hasan" userId="S::nahid@vu.edu.bd::85ea5f9e-65d6-4031-b810-9415101f2e21" providerId="AD" clId="Web-{5DFB6F68-1C20-43CB-89BC-4D76E458C838}" dt="2020-12-21T13:27:07.840" v="427"/>
          <ac:inkMkLst>
            <pc:docMk/>
            <pc:sldMk cId="0" sldId="444"/>
            <ac:inkMk id="39" creationId="{FBB5194E-3D99-428F-B358-D19D02F52DEF}"/>
          </ac:inkMkLst>
        </pc:inkChg>
        <pc:inkChg chg="add">
          <ac:chgData name="Md. Nahid Hasan" userId="S::nahid@vu.edu.bd::85ea5f9e-65d6-4031-b810-9415101f2e21" providerId="AD" clId="Web-{5DFB6F68-1C20-43CB-89BC-4D76E458C838}" dt="2020-12-21T13:27:09.293" v="428"/>
          <ac:inkMkLst>
            <pc:docMk/>
            <pc:sldMk cId="0" sldId="444"/>
            <ac:inkMk id="40" creationId="{4F0A2394-9163-4152-9E3F-7D78DCEFDE5B}"/>
          </ac:inkMkLst>
        </pc:inkChg>
        <pc:inkChg chg="add">
          <ac:chgData name="Md. Nahid Hasan" userId="S::nahid@vu.edu.bd::85ea5f9e-65d6-4031-b810-9415101f2e21" providerId="AD" clId="Web-{5DFB6F68-1C20-43CB-89BC-4D76E458C838}" dt="2020-12-21T13:27:11.168" v="429"/>
          <ac:inkMkLst>
            <pc:docMk/>
            <pc:sldMk cId="0" sldId="444"/>
            <ac:inkMk id="41" creationId="{C23DFBC4-BD43-48C6-B312-DD5C2649E379}"/>
          </ac:inkMkLst>
        </pc:inkChg>
        <pc:inkChg chg="add">
          <ac:chgData name="Md. Nahid Hasan" userId="S::nahid@vu.edu.bd::85ea5f9e-65d6-4031-b810-9415101f2e21" providerId="AD" clId="Web-{5DFB6F68-1C20-43CB-89BC-4D76E458C838}" dt="2020-12-21T13:27:11.778" v="430"/>
          <ac:inkMkLst>
            <pc:docMk/>
            <pc:sldMk cId="0" sldId="444"/>
            <ac:inkMk id="42" creationId="{144C416D-4247-4FEF-966A-27CD880904B7}"/>
          </ac:inkMkLst>
        </pc:inkChg>
        <pc:inkChg chg="add">
          <ac:chgData name="Md. Nahid Hasan" userId="S::nahid@vu.edu.bd::85ea5f9e-65d6-4031-b810-9415101f2e21" providerId="AD" clId="Web-{5DFB6F68-1C20-43CB-89BC-4D76E458C838}" dt="2020-12-21T13:27:24.309" v="431"/>
          <ac:inkMkLst>
            <pc:docMk/>
            <pc:sldMk cId="0" sldId="444"/>
            <ac:inkMk id="43" creationId="{B6BD76D2-D08B-4DF9-93DD-20EDCA232ABF}"/>
          </ac:inkMkLst>
        </pc:inkChg>
        <pc:inkChg chg="add">
          <ac:chgData name="Md. Nahid Hasan" userId="S::nahid@vu.edu.bd::85ea5f9e-65d6-4031-b810-9415101f2e21" providerId="AD" clId="Web-{5DFB6F68-1C20-43CB-89BC-4D76E458C838}" dt="2020-12-21T13:27:25.606" v="432"/>
          <ac:inkMkLst>
            <pc:docMk/>
            <pc:sldMk cId="0" sldId="444"/>
            <ac:inkMk id="44" creationId="{39FB6478-3B23-4B0A-A8FD-CED2FE9015B9}"/>
          </ac:inkMkLst>
        </pc:inkChg>
        <pc:inkChg chg="add">
          <ac:chgData name="Md. Nahid Hasan" userId="S::nahid@vu.edu.bd::85ea5f9e-65d6-4031-b810-9415101f2e21" providerId="AD" clId="Web-{5DFB6F68-1C20-43CB-89BC-4D76E458C838}" dt="2020-12-21T13:27:44.841" v="433"/>
          <ac:inkMkLst>
            <pc:docMk/>
            <pc:sldMk cId="0" sldId="444"/>
            <ac:inkMk id="45" creationId="{78A10965-4008-424C-8F11-D6B196E97AFD}"/>
          </ac:inkMkLst>
        </pc:inkChg>
        <pc:inkChg chg="add">
          <ac:chgData name="Md. Nahid Hasan" userId="S::nahid@vu.edu.bd::85ea5f9e-65d6-4031-b810-9415101f2e21" providerId="AD" clId="Web-{5DFB6F68-1C20-43CB-89BC-4D76E458C838}" dt="2020-12-21T13:27:46.012" v="434"/>
          <ac:inkMkLst>
            <pc:docMk/>
            <pc:sldMk cId="0" sldId="444"/>
            <ac:inkMk id="46" creationId="{32BF40D5-2AC3-4466-B00D-541693CF6240}"/>
          </ac:inkMkLst>
        </pc:inkChg>
        <pc:inkChg chg="add">
          <ac:chgData name="Md. Nahid Hasan" userId="S::nahid@vu.edu.bd::85ea5f9e-65d6-4031-b810-9415101f2e21" providerId="AD" clId="Web-{5DFB6F68-1C20-43CB-89BC-4D76E458C838}" dt="2020-12-21T13:27:46.528" v="435"/>
          <ac:inkMkLst>
            <pc:docMk/>
            <pc:sldMk cId="0" sldId="444"/>
            <ac:inkMk id="47" creationId="{5F11F5A6-4C47-47CF-BA5E-955D3D6F1F95}"/>
          </ac:inkMkLst>
        </pc:inkChg>
        <pc:inkChg chg="add">
          <ac:chgData name="Md. Nahid Hasan" userId="S::nahid@vu.edu.bd::85ea5f9e-65d6-4031-b810-9415101f2e21" providerId="AD" clId="Web-{5DFB6F68-1C20-43CB-89BC-4D76E458C838}" dt="2020-12-21T13:27:47.387" v="436"/>
          <ac:inkMkLst>
            <pc:docMk/>
            <pc:sldMk cId="0" sldId="444"/>
            <ac:inkMk id="48" creationId="{2065863D-35A9-4F25-B100-D4DC314E0492}"/>
          </ac:inkMkLst>
        </pc:inkChg>
        <pc:inkChg chg="add">
          <ac:chgData name="Md. Nahid Hasan" userId="S::nahid@vu.edu.bd::85ea5f9e-65d6-4031-b810-9415101f2e21" providerId="AD" clId="Web-{5DFB6F68-1C20-43CB-89BC-4D76E458C838}" dt="2020-12-21T13:28:11.325" v="437"/>
          <ac:inkMkLst>
            <pc:docMk/>
            <pc:sldMk cId="0" sldId="444"/>
            <ac:inkMk id="49" creationId="{085904A4-0C52-454E-BD38-F5B040F6A776}"/>
          </ac:inkMkLst>
        </pc:inkChg>
        <pc:inkChg chg="add">
          <ac:chgData name="Md. Nahid Hasan" userId="S::nahid@vu.edu.bd::85ea5f9e-65d6-4031-b810-9415101f2e21" providerId="AD" clId="Web-{5DFB6F68-1C20-43CB-89BC-4D76E458C838}" dt="2020-12-21T13:28:13.966" v="438"/>
          <ac:inkMkLst>
            <pc:docMk/>
            <pc:sldMk cId="0" sldId="444"/>
            <ac:inkMk id="50" creationId="{3FF85889-497E-45F7-AED2-7451287754FC}"/>
          </ac:inkMkLst>
        </pc:inkChg>
        <pc:inkChg chg="add">
          <ac:chgData name="Md. Nahid Hasan" userId="S::nahid@vu.edu.bd::85ea5f9e-65d6-4031-b810-9415101f2e21" providerId="AD" clId="Web-{5DFB6F68-1C20-43CB-89BC-4D76E458C838}" dt="2020-12-21T13:28:13.982" v="439"/>
          <ac:inkMkLst>
            <pc:docMk/>
            <pc:sldMk cId="0" sldId="444"/>
            <ac:inkMk id="51" creationId="{9AA0006F-1828-4091-850E-E517570DD777}"/>
          </ac:inkMkLst>
        </pc:inkChg>
        <pc:inkChg chg="add">
          <ac:chgData name="Md. Nahid Hasan" userId="S::nahid@vu.edu.bd::85ea5f9e-65d6-4031-b810-9415101f2e21" providerId="AD" clId="Web-{5DFB6F68-1C20-43CB-89BC-4D76E458C838}" dt="2020-12-21T13:28:13.982" v="440"/>
          <ac:inkMkLst>
            <pc:docMk/>
            <pc:sldMk cId="0" sldId="444"/>
            <ac:inkMk id="52" creationId="{F13F7BA3-47AF-44DA-8E6B-C502FE61E2B7}"/>
          </ac:inkMkLst>
        </pc:inkChg>
        <pc:inkChg chg="add">
          <ac:chgData name="Md. Nahid Hasan" userId="S::nahid@vu.edu.bd::85ea5f9e-65d6-4031-b810-9415101f2e21" providerId="AD" clId="Web-{5DFB6F68-1C20-43CB-89BC-4D76E458C838}" dt="2020-12-21T13:28:20.279" v="441"/>
          <ac:inkMkLst>
            <pc:docMk/>
            <pc:sldMk cId="0" sldId="444"/>
            <ac:inkMk id="53" creationId="{BF9589C0-E978-41B1-87E2-A030E36115C6}"/>
          </ac:inkMkLst>
        </pc:inkChg>
        <pc:inkChg chg="add">
          <ac:chgData name="Md. Nahid Hasan" userId="S::nahid@vu.edu.bd::85ea5f9e-65d6-4031-b810-9415101f2e21" providerId="AD" clId="Web-{5DFB6F68-1C20-43CB-89BC-4D76E458C838}" dt="2020-12-21T13:28:21.075" v="442"/>
          <ac:inkMkLst>
            <pc:docMk/>
            <pc:sldMk cId="0" sldId="444"/>
            <ac:inkMk id="54" creationId="{0300A580-71EF-479C-B1B2-9C2652BD32C0}"/>
          </ac:inkMkLst>
        </pc:inkChg>
        <pc:inkChg chg="add">
          <ac:chgData name="Md. Nahid Hasan" userId="S::nahid@vu.edu.bd::85ea5f9e-65d6-4031-b810-9415101f2e21" providerId="AD" clId="Web-{5DFB6F68-1C20-43CB-89BC-4D76E458C838}" dt="2020-12-21T13:28:21.638" v="443"/>
          <ac:inkMkLst>
            <pc:docMk/>
            <pc:sldMk cId="0" sldId="444"/>
            <ac:inkMk id="55" creationId="{93D24C2F-3E4E-47B7-95E7-C87EDE2FF9DC}"/>
          </ac:inkMkLst>
        </pc:inkChg>
        <pc:inkChg chg="add">
          <ac:chgData name="Md. Nahid Hasan" userId="S::nahid@vu.edu.bd::85ea5f9e-65d6-4031-b810-9415101f2e21" providerId="AD" clId="Web-{5DFB6F68-1C20-43CB-89BC-4D76E458C838}" dt="2020-12-21T13:28:24.029" v="444"/>
          <ac:inkMkLst>
            <pc:docMk/>
            <pc:sldMk cId="0" sldId="444"/>
            <ac:inkMk id="56" creationId="{951C395E-982E-4537-9F0F-A40A0C79AF02}"/>
          </ac:inkMkLst>
        </pc:inkChg>
        <pc:inkChg chg="add">
          <ac:chgData name="Md. Nahid Hasan" userId="S::nahid@vu.edu.bd::85ea5f9e-65d6-4031-b810-9415101f2e21" providerId="AD" clId="Web-{5DFB6F68-1C20-43CB-89BC-4D76E458C838}" dt="2020-12-21T13:28:24.044" v="445"/>
          <ac:inkMkLst>
            <pc:docMk/>
            <pc:sldMk cId="0" sldId="444"/>
            <ac:inkMk id="57" creationId="{D62EABDF-BDE2-4E93-B624-1A76FB72C453}"/>
          </ac:inkMkLst>
        </pc:inkChg>
        <pc:inkChg chg="add">
          <ac:chgData name="Md. Nahid Hasan" userId="S::nahid@vu.edu.bd::85ea5f9e-65d6-4031-b810-9415101f2e21" providerId="AD" clId="Web-{5DFB6F68-1C20-43CB-89BC-4D76E458C838}" dt="2020-12-21T13:28:24.044" v="446"/>
          <ac:inkMkLst>
            <pc:docMk/>
            <pc:sldMk cId="0" sldId="444"/>
            <ac:inkMk id="58" creationId="{82A45D6A-DBD3-4A0C-86B5-65F8BC3E860D}"/>
          </ac:inkMkLst>
        </pc:inkChg>
        <pc:inkChg chg="add">
          <ac:chgData name="Md. Nahid Hasan" userId="S::nahid@vu.edu.bd::85ea5f9e-65d6-4031-b810-9415101f2e21" providerId="AD" clId="Web-{5DFB6F68-1C20-43CB-89BC-4D76E458C838}" dt="2020-12-21T13:28:26.138" v="447"/>
          <ac:inkMkLst>
            <pc:docMk/>
            <pc:sldMk cId="0" sldId="444"/>
            <ac:inkMk id="59" creationId="{AA3B42F1-9EEC-40BD-880A-B154E9DFB46C}"/>
          </ac:inkMkLst>
        </pc:inkChg>
        <pc:inkChg chg="add">
          <ac:chgData name="Md. Nahid Hasan" userId="S::nahid@vu.edu.bd::85ea5f9e-65d6-4031-b810-9415101f2e21" providerId="AD" clId="Web-{5DFB6F68-1C20-43CB-89BC-4D76E458C838}" dt="2020-12-21T13:28:26.169" v="448"/>
          <ac:inkMkLst>
            <pc:docMk/>
            <pc:sldMk cId="0" sldId="444"/>
            <ac:inkMk id="60" creationId="{F27B1A4C-F822-407F-B641-F689FFF1390D}"/>
          </ac:inkMkLst>
        </pc:inkChg>
        <pc:inkChg chg="add">
          <ac:chgData name="Md. Nahid Hasan" userId="S::nahid@vu.edu.bd::85ea5f9e-65d6-4031-b810-9415101f2e21" providerId="AD" clId="Web-{5DFB6F68-1C20-43CB-89BC-4D76E458C838}" dt="2020-12-21T13:28:34.982" v="449"/>
          <ac:inkMkLst>
            <pc:docMk/>
            <pc:sldMk cId="0" sldId="444"/>
            <ac:inkMk id="61" creationId="{F7D32232-FD06-4004-B728-62A69E410CBA}"/>
          </ac:inkMkLst>
        </pc:inkChg>
        <pc:inkChg chg="add">
          <ac:chgData name="Md. Nahid Hasan" userId="S::nahid@vu.edu.bd::85ea5f9e-65d6-4031-b810-9415101f2e21" providerId="AD" clId="Web-{5DFB6F68-1C20-43CB-89BC-4D76E458C838}" dt="2020-12-21T13:28:37.982" v="450"/>
          <ac:inkMkLst>
            <pc:docMk/>
            <pc:sldMk cId="0" sldId="444"/>
            <ac:inkMk id="62" creationId="{5E077859-883D-4AAA-B1C6-FE778190A573}"/>
          </ac:inkMkLst>
        </pc:inkChg>
        <pc:inkChg chg="add">
          <ac:chgData name="Md. Nahid Hasan" userId="S::nahid@vu.edu.bd::85ea5f9e-65d6-4031-b810-9415101f2e21" providerId="AD" clId="Web-{5DFB6F68-1C20-43CB-89BC-4D76E458C838}" dt="2020-12-21T13:28:39.154" v="451"/>
          <ac:inkMkLst>
            <pc:docMk/>
            <pc:sldMk cId="0" sldId="444"/>
            <ac:inkMk id="63" creationId="{5DAF3BFF-3AF9-4FD0-9A46-2359465BF3AC}"/>
          </ac:inkMkLst>
        </pc:inkChg>
        <pc:inkChg chg="add">
          <ac:chgData name="Md. Nahid Hasan" userId="S::nahid@vu.edu.bd::85ea5f9e-65d6-4031-b810-9415101f2e21" providerId="AD" clId="Web-{5DFB6F68-1C20-43CB-89BC-4D76E458C838}" dt="2020-12-21T13:28:41.138" v="452"/>
          <ac:inkMkLst>
            <pc:docMk/>
            <pc:sldMk cId="0" sldId="444"/>
            <ac:inkMk id="35840" creationId="{C89A9ADA-FAED-4FB6-BA10-C661F6E6AA31}"/>
          </ac:inkMkLst>
        </pc:inkChg>
        <pc:inkChg chg="add">
          <ac:chgData name="Md. Nahid Hasan" userId="S::nahid@vu.edu.bd::85ea5f9e-65d6-4031-b810-9415101f2e21" providerId="AD" clId="Web-{5DFB6F68-1C20-43CB-89BC-4D76E458C838}" dt="2020-12-21T13:28:41.138" v="453"/>
          <ac:inkMkLst>
            <pc:docMk/>
            <pc:sldMk cId="0" sldId="444"/>
            <ac:inkMk id="35841" creationId="{7DCF0781-ABA1-448E-9A70-85CA9DCE62B1}"/>
          </ac:inkMkLst>
        </pc:inkChg>
        <pc:inkChg chg="add">
          <ac:chgData name="Md. Nahid Hasan" userId="S::nahid@vu.edu.bd::85ea5f9e-65d6-4031-b810-9415101f2e21" providerId="AD" clId="Web-{5DFB6F68-1C20-43CB-89BC-4D76E458C838}" dt="2020-12-21T13:28:41.154" v="454"/>
          <ac:inkMkLst>
            <pc:docMk/>
            <pc:sldMk cId="0" sldId="444"/>
            <ac:inkMk id="35842" creationId="{2AFB1501-B5D4-474F-8CA6-81AF7A3F6454}"/>
          </ac:inkMkLst>
        </pc:inkChg>
        <pc:inkChg chg="add">
          <ac:chgData name="Md. Nahid Hasan" userId="S::nahid@vu.edu.bd::85ea5f9e-65d6-4031-b810-9415101f2e21" providerId="AD" clId="Web-{5DFB6F68-1C20-43CB-89BC-4D76E458C838}" dt="2020-12-21T13:28:41.529" v="455"/>
          <ac:inkMkLst>
            <pc:docMk/>
            <pc:sldMk cId="0" sldId="444"/>
            <ac:inkMk id="35844" creationId="{F88A42FA-3F91-4BE1-81EA-0873E14B4DB2}"/>
          </ac:inkMkLst>
        </pc:inkChg>
        <pc:inkChg chg="add">
          <ac:chgData name="Md. Nahid Hasan" userId="S::nahid@vu.edu.bd::85ea5f9e-65d6-4031-b810-9415101f2e21" providerId="AD" clId="Web-{5DFB6F68-1C20-43CB-89BC-4D76E458C838}" dt="2020-12-21T13:28:43.498" v="456"/>
          <ac:inkMkLst>
            <pc:docMk/>
            <pc:sldMk cId="0" sldId="444"/>
            <ac:inkMk id="35845" creationId="{911A3657-B111-4BED-8914-0AC6F7AEF03A}"/>
          </ac:inkMkLst>
        </pc:inkChg>
        <pc:inkChg chg="add">
          <ac:chgData name="Md. Nahid Hasan" userId="S::nahid@vu.edu.bd::85ea5f9e-65d6-4031-b810-9415101f2e21" providerId="AD" clId="Web-{5DFB6F68-1C20-43CB-89BC-4D76E458C838}" dt="2020-12-21T13:28:43.607" v="457"/>
          <ac:inkMkLst>
            <pc:docMk/>
            <pc:sldMk cId="0" sldId="444"/>
            <ac:inkMk id="35846" creationId="{393E64B3-56A5-4128-B354-D17A99D14DAF}"/>
          </ac:inkMkLst>
        </pc:inkChg>
        <pc:inkChg chg="add">
          <ac:chgData name="Md. Nahid Hasan" userId="S::nahid@vu.edu.bd::85ea5f9e-65d6-4031-b810-9415101f2e21" providerId="AD" clId="Web-{5DFB6F68-1C20-43CB-89BC-4D76E458C838}" dt="2020-12-21T13:28:44.232" v="458"/>
          <ac:inkMkLst>
            <pc:docMk/>
            <pc:sldMk cId="0" sldId="444"/>
            <ac:inkMk id="35847" creationId="{62424B07-65B3-4EEB-8E7F-64BE7B488511}"/>
          </ac:inkMkLst>
        </pc:inkChg>
        <pc:inkChg chg="add">
          <ac:chgData name="Md. Nahid Hasan" userId="S::nahid@vu.edu.bd::85ea5f9e-65d6-4031-b810-9415101f2e21" providerId="AD" clId="Web-{5DFB6F68-1C20-43CB-89BC-4D76E458C838}" dt="2020-12-21T13:28:50.341" v="459"/>
          <ac:inkMkLst>
            <pc:docMk/>
            <pc:sldMk cId="0" sldId="444"/>
            <ac:inkMk id="35848" creationId="{AB2AE996-21F2-4FC9-A678-83586AD4C9C3}"/>
          </ac:inkMkLst>
        </pc:inkChg>
        <pc:inkChg chg="add">
          <ac:chgData name="Md. Nahid Hasan" userId="S::nahid@vu.edu.bd::85ea5f9e-65d6-4031-b810-9415101f2e21" providerId="AD" clId="Web-{5DFB6F68-1C20-43CB-89BC-4D76E458C838}" dt="2020-12-21T13:28:51.060" v="460"/>
          <ac:inkMkLst>
            <pc:docMk/>
            <pc:sldMk cId="0" sldId="444"/>
            <ac:inkMk id="35849" creationId="{21685024-9BEE-4301-9E5E-5B41CC30D8DF}"/>
          </ac:inkMkLst>
        </pc:inkChg>
        <pc:inkChg chg="add">
          <ac:chgData name="Md. Nahid Hasan" userId="S::nahid@vu.edu.bd::85ea5f9e-65d6-4031-b810-9415101f2e21" providerId="AD" clId="Web-{5DFB6F68-1C20-43CB-89BC-4D76E458C838}" dt="2020-12-21T13:28:53.670" v="461"/>
          <ac:inkMkLst>
            <pc:docMk/>
            <pc:sldMk cId="0" sldId="444"/>
            <ac:inkMk id="35850" creationId="{D26195FE-9149-4272-87B5-4E16D1385BAF}"/>
          </ac:inkMkLst>
        </pc:inkChg>
        <pc:inkChg chg="add">
          <ac:chgData name="Md. Nahid Hasan" userId="S::nahid@vu.edu.bd::85ea5f9e-65d6-4031-b810-9415101f2e21" providerId="AD" clId="Web-{5DFB6F68-1C20-43CB-89BC-4D76E458C838}" dt="2020-12-21T13:29:04.685" v="462"/>
          <ac:inkMkLst>
            <pc:docMk/>
            <pc:sldMk cId="0" sldId="444"/>
            <ac:inkMk id="35851" creationId="{CD6499FA-32AC-4507-804D-CD3B2A9BA329}"/>
          </ac:inkMkLst>
        </pc:inkChg>
        <pc:inkChg chg="add">
          <ac:chgData name="Md. Nahid Hasan" userId="S::nahid@vu.edu.bd::85ea5f9e-65d6-4031-b810-9415101f2e21" providerId="AD" clId="Web-{5DFB6F68-1C20-43CB-89BC-4D76E458C838}" dt="2020-12-21T13:29:06.295" v="463"/>
          <ac:inkMkLst>
            <pc:docMk/>
            <pc:sldMk cId="0" sldId="444"/>
            <ac:inkMk id="35852" creationId="{C8FD9108-5534-46E1-BD9D-31018EC0464F}"/>
          </ac:inkMkLst>
        </pc:inkChg>
        <pc:inkChg chg="add">
          <ac:chgData name="Md. Nahid Hasan" userId="S::nahid@vu.edu.bd::85ea5f9e-65d6-4031-b810-9415101f2e21" providerId="AD" clId="Web-{5DFB6F68-1C20-43CB-89BC-4D76E458C838}" dt="2020-12-21T13:29:09.639" v="464"/>
          <ac:inkMkLst>
            <pc:docMk/>
            <pc:sldMk cId="0" sldId="444"/>
            <ac:inkMk id="35853" creationId="{6C4388E9-2747-40DC-AC1D-AE14482CCB25}"/>
          </ac:inkMkLst>
        </pc:inkChg>
        <pc:inkChg chg="add">
          <ac:chgData name="Md. Nahid Hasan" userId="S::nahid@vu.edu.bd::85ea5f9e-65d6-4031-b810-9415101f2e21" providerId="AD" clId="Web-{5DFB6F68-1C20-43CB-89BC-4D76E458C838}" dt="2020-12-21T13:29:20.248" v="465"/>
          <ac:inkMkLst>
            <pc:docMk/>
            <pc:sldMk cId="0" sldId="444"/>
            <ac:inkMk id="35854" creationId="{38AC7165-D4A6-4ECA-B765-F9623A846832}"/>
          </ac:inkMkLst>
        </pc:inkChg>
        <pc:inkChg chg="add">
          <ac:chgData name="Md. Nahid Hasan" userId="S::nahid@vu.edu.bd::85ea5f9e-65d6-4031-b810-9415101f2e21" providerId="AD" clId="Web-{5DFB6F68-1C20-43CB-89BC-4D76E458C838}" dt="2020-12-21T13:29:30.592" v="466"/>
          <ac:inkMkLst>
            <pc:docMk/>
            <pc:sldMk cId="0" sldId="444"/>
            <ac:inkMk id="35855" creationId="{89467A54-3F12-4043-AB95-287F954F1D18}"/>
          </ac:inkMkLst>
        </pc:inkChg>
        <pc:inkChg chg="add">
          <ac:chgData name="Md. Nahid Hasan" userId="S::nahid@vu.edu.bd::85ea5f9e-65d6-4031-b810-9415101f2e21" providerId="AD" clId="Web-{5DFB6F68-1C20-43CB-89BC-4D76E458C838}" dt="2020-12-21T13:29:31.608" v="467"/>
          <ac:inkMkLst>
            <pc:docMk/>
            <pc:sldMk cId="0" sldId="444"/>
            <ac:inkMk id="35856" creationId="{9A9E43DC-C73A-4844-9B26-6CD38D242A6C}"/>
          </ac:inkMkLst>
        </pc:inkChg>
        <pc:inkChg chg="add">
          <ac:chgData name="Md. Nahid Hasan" userId="S::nahid@vu.edu.bd::85ea5f9e-65d6-4031-b810-9415101f2e21" providerId="AD" clId="Web-{5DFB6F68-1C20-43CB-89BC-4D76E458C838}" dt="2020-12-21T13:29:36.920" v="468"/>
          <ac:inkMkLst>
            <pc:docMk/>
            <pc:sldMk cId="0" sldId="444"/>
            <ac:inkMk id="35857" creationId="{8678969A-157B-47C8-970A-5B584C5A4C69}"/>
          </ac:inkMkLst>
        </pc:inkChg>
        <pc:inkChg chg="add">
          <ac:chgData name="Md. Nahid Hasan" userId="S::nahid@vu.edu.bd::85ea5f9e-65d6-4031-b810-9415101f2e21" providerId="AD" clId="Web-{5DFB6F68-1C20-43CB-89BC-4D76E458C838}" dt="2020-12-21T13:29:40.405" v="469"/>
          <ac:inkMkLst>
            <pc:docMk/>
            <pc:sldMk cId="0" sldId="444"/>
            <ac:inkMk id="35858" creationId="{ECAEB09B-399E-4FBE-A03F-12594A1900DD}"/>
          </ac:inkMkLst>
        </pc:inkChg>
        <pc:inkChg chg="add">
          <ac:chgData name="Md. Nahid Hasan" userId="S::nahid@vu.edu.bd::85ea5f9e-65d6-4031-b810-9415101f2e21" providerId="AD" clId="Web-{5DFB6F68-1C20-43CB-89BC-4D76E458C838}" dt="2020-12-21T13:29:52.592" v="470"/>
          <ac:inkMkLst>
            <pc:docMk/>
            <pc:sldMk cId="0" sldId="444"/>
            <ac:inkMk id="35859" creationId="{E0604682-7940-4AB8-9D5C-39BA312CC91F}"/>
          </ac:inkMkLst>
        </pc:inkChg>
        <pc:inkChg chg="add">
          <ac:chgData name="Md. Nahid Hasan" userId="S::nahid@vu.edu.bd::85ea5f9e-65d6-4031-b810-9415101f2e21" providerId="AD" clId="Web-{5DFB6F68-1C20-43CB-89BC-4D76E458C838}" dt="2020-12-21T13:29:52.608" v="471"/>
          <ac:inkMkLst>
            <pc:docMk/>
            <pc:sldMk cId="0" sldId="444"/>
            <ac:inkMk id="35860" creationId="{51CAD053-83A7-4CCB-BC74-B3852DF4C1A3}"/>
          </ac:inkMkLst>
        </pc:inkChg>
        <pc:inkChg chg="add">
          <ac:chgData name="Md. Nahid Hasan" userId="S::nahid@vu.edu.bd::85ea5f9e-65d6-4031-b810-9415101f2e21" providerId="AD" clId="Web-{5DFB6F68-1C20-43CB-89BC-4D76E458C838}" dt="2020-12-21T13:29:52.623" v="472"/>
          <ac:inkMkLst>
            <pc:docMk/>
            <pc:sldMk cId="0" sldId="444"/>
            <ac:inkMk id="35861" creationId="{BA58FBAF-C565-46D0-B8BE-6794847C32EC}"/>
          </ac:inkMkLst>
        </pc:inkChg>
        <pc:inkChg chg="add">
          <ac:chgData name="Md. Nahid Hasan" userId="S::nahid@vu.edu.bd::85ea5f9e-65d6-4031-b810-9415101f2e21" providerId="AD" clId="Web-{5DFB6F68-1C20-43CB-89BC-4D76E458C838}" dt="2020-12-21T13:29:52.623" v="473"/>
          <ac:inkMkLst>
            <pc:docMk/>
            <pc:sldMk cId="0" sldId="444"/>
            <ac:inkMk id="35862" creationId="{E79735EF-659B-4438-A6D7-122FC371BBB7}"/>
          </ac:inkMkLst>
        </pc:inkChg>
        <pc:inkChg chg="add">
          <ac:chgData name="Md. Nahid Hasan" userId="S::nahid@vu.edu.bd::85ea5f9e-65d6-4031-b810-9415101f2e21" providerId="AD" clId="Web-{5DFB6F68-1C20-43CB-89BC-4D76E458C838}" dt="2020-12-21T13:29:56.514" v="474"/>
          <ac:inkMkLst>
            <pc:docMk/>
            <pc:sldMk cId="0" sldId="444"/>
            <ac:inkMk id="35863" creationId="{35D19308-9B85-47AF-ABFD-FF6AACDCFC27}"/>
          </ac:inkMkLst>
        </pc:inkChg>
        <pc:inkChg chg="add">
          <ac:chgData name="Md. Nahid Hasan" userId="S::nahid@vu.edu.bd::85ea5f9e-65d6-4031-b810-9415101f2e21" providerId="AD" clId="Web-{5DFB6F68-1C20-43CB-89BC-4D76E458C838}" dt="2020-12-21T13:29:56.530" v="475"/>
          <ac:inkMkLst>
            <pc:docMk/>
            <pc:sldMk cId="0" sldId="444"/>
            <ac:inkMk id="35864" creationId="{979DF1DA-F4B7-4333-9A91-A2627B71EF7A}"/>
          </ac:inkMkLst>
        </pc:inkChg>
        <pc:inkChg chg="add">
          <ac:chgData name="Md. Nahid Hasan" userId="S::nahid@vu.edu.bd::85ea5f9e-65d6-4031-b810-9415101f2e21" providerId="AD" clId="Web-{5DFB6F68-1C20-43CB-89BC-4D76E458C838}" dt="2020-12-21T13:29:56.530" v="476"/>
          <ac:inkMkLst>
            <pc:docMk/>
            <pc:sldMk cId="0" sldId="444"/>
            <ac:inkMk id="35865" creationId="{E78E9B9A-26A0-4898-BBFE-C7DDE3EB6182}"/>
          </ac:inkMkLst>
        </pc:inkChg>
        <pc:inkChg chg="add">
          <ac:chgData name="Md. Nahid Hasan" userId="S::nahid@vu.edu.bd::85ea5f9e-65d6-4031-b810-9415101f2e21" providerId="AD" clId="Web-{5DFB6F68-1C20-43CB-89BC-4D76E458C838}" dt="2020-12-21T13:29:56.545" v="477"/>
          <ac:inkMkLst>
            <pc:docMk/>
            <pc:sldMk cId="0" sldId="444"/>
            <ac:inkMk id="35866" creationId="{0C8EE75B-99EC-4AD7-9AF5-0EE8F5C845C6}"/>
          </ac:inkMkLst>
        </pc:inkChg>
        <pc:inkChg chg="add">
          <ac:chgData name="Md. Nahid Hasan" userId="S::nahid@vu.edu.bd::85ea5f9e-65d6-4031-b810-9415101f2e21" providerId="AD" clId="Web-{5DFB6F68-1C20-43CB-89BC-4D76E458C838}" dt="2020-12-21T13:29:56.561" v="478"/>
          <ac:inkMkLst>
            <pc:docMk/>
            <pc:sldMk cId="0" sldId="444"/>
            <ac:inkMk id="35867" creationId="{086E7592-233E-47ED-B6DA-A680760E369B}"/>
          </ac:inkMkLst>
        </pc:inkChg>
        <pc:inkChg chg="add">
          <ac:chgData name="Md. Nahid Hasan" userId="S::nahid@vu.edu.bd::85ea5f9e-65d6-4031-b810-9415101f2e21" providerId="AD" clId="Web-{5DFB6F68-1C20-43CB-89BC-4D76E458C838}" dt="2020-12-21T13:29:56.561" v="479"/>
          <ac:inkMkLst>
            <pc:docMk/>
            <pc:sldMk cId="0" sldId="444"/>
            <ac:inkMk id="35868" creationId="{1756542C-5232-4CA0-943F-E5C135980351}"/>
          </ac:inkMkLst>
        </pc:inkChg>
        <pc:inkChg chg="add">
          <ac:chgData name="Md. Nahid Hasan" userId="S::nahid@vu.edu.bd::85ea5f9e-65d6-4031-b810-9415101f2e21" providerId="AD" clId="Web-{5DFB6F68-1C20-43CB-89BC-4D76E458C838}" dt="2020-12-21T13:29:56.577" v="480"/>
          <ac:inkMkLst>
            <pc:docMk/>
            <pc:sldMk cId="0" sldId="444"/>
            <ac:inkMk id="35869" creationId="{11A8E23A-CD2E-4AC7-8948-FC69419FBA86}"/>
          </ac:inkMkLst>
        </pc:inkChg>
        <pc:inkChg chg="add">
          <ac:chgData name="Md. Nahid Hasan" userId="S::nahid@vu.edu.bd::85ea5f9e-65d6-4031-b810-9415101f2e21" providerId="AD" clId="Web-{5DFB6F68-1C20-43CB-89BC-4D76E458C838}" dt="2020-12-21T13:29:57.733" v="481"/>
          <ac:inkMkLst>
            <pc:docMk/>
            <pc:sldMk cId="0" sldId="444"/>
            <ac:inkMk id="35870" creationId="{6C13129F-3DA6-4D99-9A1B-63E472473279}"/>
          </ac:inkMkLst>
        </pc:inkChg>
        <pc:inkChg chg="add">
          <ac:chgData name="Md. Nahid Hasan" userId="S::nahid@vu.edu.bd::85ea5f9e-65d6-4031-b810-9415101f2e21" providerId="AD" clId="Web-{5DFB6F68-1C20-43CB-89BC-4D76E458C838}" dt="2020-12-21T13:30:11.046" v="482"/>
          <ac:inkMkLst>
            <pc:docMk/>
            <pc:sldMk cId="0" sldId="444"/>
            <ac:inkMk id="35871" creationId="{AC1C6C71-C013-46C7-AA8C-3A26D08BD8DC}"/>
          </ac:inkMkLst>
        </pc:inkChg>
        <pc:inkChg chg="add">
          <ac:chgData name="Md. Nahid Hasan" userId="S::nahid@vu.edu.bd::85ea5f9e-65d6-4031-b810-9415101f2e21" providerId="AD" clId="Web-{5DFB6F68-1C20-43CB-89BC-4D76E458C838}" dt="2020-12-21T13:30:11.061" v="483"/>
          <ac:inkMkLst>
            <pc:docMk/>
            <pc:sldMk cId="0" sldId="444"/>
            <ac:inkMk id="35872" creationId="{5E59E5B6-3732-4E66-B16E-6875DDBEFF88}"/>
          </ac:inkMkLst>
        </pc:inkChg>
        <pc:inkChg chg="add">
          <ac:chgData name="Md. Nahid Hasan" userId="S::nahid@vu.edu.bd::85ea5f9e-65d6-4031-b810-9415101f2e21" providerId="AD" clId="Web-{5DFB6F68-1C20-43CB-89BC-4D76E458C838}" dt="2020-12-21T13:30:11.077" v="484"/>
          <ac:inkMkLst>
            <pc:docMk/>
            <pc:sldMk cId="0" sldId="444"/>
            <ac:inkMk id="35873" creationId="{686B31EC-36EF-4CC3-8A5A-7437E1624CD1}"/>
          </ac:inkMkLst>
        </pc:inkChg>
        <pc:inkChg chg="add">
          <ac:chgData name="Md. Nahid Hasan" userId="S::nahid@vu.edu.bd::85ea5f9e-65d6-4031-b810-9415101f2e21" providerId="AD" clId="Web-{5DFB6F68-1C20-43CB-89BC-4D76E458C838}" dt="2020-12-21T13:30:11.093" v="485"/>
          <ac:inkMkLst>
            <pc:docMk/>
            <pc:sldMk cId="0" sldId="444"/>
            <ac:inkMk id="35874" creationId="{8953E3E7-4766-4DE8-A3E4-47143D81C7B7}"/>
          </ac:inkMkLst>
        </pc:inkChg>
        <pc:inkChg chg="add">
          <ac:chgData name="Md. Nahid Hasan" userId="S::nahid@vu.edu.bd::85ea5f9e-65d6-4031-b810-9415101f2e21" providerId="AD" clId="Web-{5DFB6F68-1C20-43CB-89BC-4D76E458C838}" dt="2020-12-21T13:30:11.108" v="486"/>
          <ac:inkMkLst>
            <pc:docMk/>
            <pc:sldMk cId="0" sldId="444"/>
            <ac:inkMk id="35875" creationId="{8F4877C8-AFAE-4182-91DC-5830A31C1C03}"/>
          </ac:inkMkLst>
        </pc:inkChg>
        <pc:inkChg chg="add">
          <ac:chgData name="Md. Nahid Hasan" userId="S::nahid@vu.edu.bd::85ea5f9e-65d6-4031-b810-9415101f2e21" providerId="AD" clId="Web-{5DFB6F68-1C20-43CB-89BC-4D76E458C838}" dt="2020-12-21T13:30:11.639" v="487"/>
          <ac:inkMkLst>
            <pc:docMk/>
            <pc:sldMk cId="0" sldId="444"/>
            <ac:inkMk id="35876" creationId="{8178853B-B10C-46E2-8C01-64FE88011994}"/>
          </ac:inkMkLst>
        </pc:inkChg>
        <pc:inkChg chg="add">
          <ac:chgData name="Md. Nahid Hasan" userId="S::nahid@vu.edu.bd::85ea5f9e-65d6-4031-b810-9415101f2e21" providerId="AD" clId="Web-{5DFB6F68-1C20-43CB-89BC-4D76E458C838}" dt="2020-12-21T13:30:12.249" v="488"/>
          <ac:inkMkLst>
            <pc:docMk/>
            <pc:sldMk cId="0" sldId="444"/>
            <ac:inkMk id="35877" creationId="{488F5445-9534-4742-9EE0-449D665B8964}"/>
          </ac:inkMkLst>
        </pc:inkChg>
        <pc:inkChg chg="add">
          <ac:chgData name="Md. Nahid Hasan" userId="S::nahid@vu.edu.bd::85ea5f9e-65d6-4031-b810-9415101f2e21" providerId="AD" clId="Web-{5DFB6F68-1C20-43CB-89BC-4D76E458C838}" dt="2020-12-21T13:30:12.936" v="489"/>
          <ac:inkMkLst>
            <pc:docMk/>
            <pc:sldMk cId="0" sldId="444"/>
            <ac:inkMk id="35878" creationId="{92EE5C41-08B5-4265-AF62-FF6A3781AD2D}"/>
          </ac:inkMkLst>
        </pc:inkChg>
        <pc:inkChg chg="add">
          <ac:chgData name="Md. Nahid Hasan" userId="S::nahid@vu.edu.bd::85ea5f9e-65d6-4031-b810-9415101f2e21" providerId="AD" clId="Web-{5DFB6F68-1C20-43CB-89BC-4D76E458C838}" dt="2020-12-21T13:30:13.718" v="490"/>
          <ac:inkMkLst>
            <pc:docMk/>
            <pc:sldMk cId="0" sldId="444"/>
            <ac:inkMk id="35879" creationId="{CFE7A3DE-7858-49F5-9EBD-20A5CFC70408}"/>
          </ac:inkMkLst>
        </pc:inkChg>
        <pc:inkChg chg="add">
          <ac:chgData name="Md. Nahid Hasan" userId="S::nahid@vu.edu.bd::85ea5f9e-65d6-4031-b810-9415101f2e21" providerId="AD" clId="Web-{5DFB6F68-1C20-43CB-89BC-4D76E458C838}" dt="2020-12-21T13:30:15.171" v="491"/>
          <ac:inkMkLst>
            <pc:docMk/>
            <pc:sldMk cId="0" sldId="444"/>
            <ac:inkMk id="35880" creationId="{54E09E48-68C3-4E72-A9FB-912CC317CF2F}"/>
          </ac:inkMkLst>
        </pc:inkChg>
        <pc:inkChg chg="add">
          <ac:chgData name="Md. Nahid Hasan" userId="S::nahid@vu.edu.bd::85ea5f9e-65d6-4031-b810-9415101f2e21" providerId="AD" clId="Web-{5DFB6F68-1C20-43CB-89BC-4D76E458C838}" dt="2020-12-21T13:30:19.483" v="492"/>
          <ac:inkMkLst>
            <pc:docMk/>
            <pc:sldMk cId="0" sldId="444"/>
            <ac:inkMk id="35881" creationId="{83DB5B00-72D9-4D0C-9449-F13C9BB1E4FF}"/>
          </ac:inkMkLst>
        </pc:inkChg>
        <pc:inkChg chg="add">
          <ac:chgData name="Md. Nahid Hasan" userId="S::nahid@vu.edu.bd::85ea5f9e-65d6-4031-b810-9415101f2e21" providerId="AD" clId="Web-{5DFB6F68-1C20-43CB-89BC-4D76E458C838}" dt="2020-12-21T13:30:19.499" v="493"/>
          <ac:inkMkLst>
            <pc:docMk/>
            <pc:sldMk cId="0" sldId="444"/>
            <ac:inkMk id="35882" creationId="{638BCE5E-62F8-4731-A8ED-9F515840D122}"/>
          </ac:inkMkLst>
        </pc:inkChg>
        <pc:inkChg chg="add">
          <ac:chgData name="Md. Nahid Hasan" userId="S::nahid@vu.edu.bd::85ea5f9e-65d6-4031-b810-9415101f2e21" providerId="AD" clId="Web-{5DFB6F68-1C20-43CB-89BC-4D76E458C838}" dt="2020-12-21T13:30:19.499" v="494"/>
          <ac:inkMkLst>
            <pc:docMk/>
            <pc:sldMk cId="0" sldId="444"/>
            <ac:inkMk id="35883" creationId="{45F24559-F500-45CC-9826-3DB469B79CD9}"/>
          </ac:inkMkLst>
        </pc:inkChg>
        <pc:inkChg chg="add">
          <ac:chgData name="Md. Nahid Hasan" userId="S::nahid@vu.edu.bd::85ea5f9e-65d6-4031-b810-9415101f2e21" providerId="AD" clId="Web-{5DFB6F68-1C20-43CB-89BC-4D76E458C838}" dt="2020-12-21T13:30:19.514" v="495"/>
          <ac:inkMkLst>
            <pc:docMk/>
            <pc:sldMk cId="0" sldId="444"/>
            <ac:inkMk id="35884" creationId="{A60A383F-2433-4418-82B0-54E0587D29D1}"/>
          </ac:inkMkLst>
        </pc:inkChg>
        <pc:inkChg chg="add">
          <ac:chgData name="Md. Nahid Hasan" userId="S::nahid@vu.edu.bd::85ea5f9e-65d6-4031-b810-9415101f2e21" providerId="AD" clId="Web-{5DFB6F68-1C20-43CB-89BC-4D76E458C838}" dt="2020-12-21T13:30:19.530" v="496"/>
          <ac:inkMkLst>
            <pc:docMk/>
            <pc:sldMk cId="0" sldId="444"/>
            <ac:inkMk id="35885" creationId="{BC444202-ABC3-4574-936E-FE445C3A1E87}"/>
          </ac:inkMkLst>
        </pc:inkChg>
        <pc:inkChg chg="add">
          <ac:chgData name="Md. Nahid Hasan" userId="S::nahid@vu.edu.bd::85ea5f9e-65d6-4031-b810-9415101f2e21" providerId="AD" clId="Web-{5DFB6F68-1C20-43CB-89BC-4D76E458C838}" dt="2020-12-21T13:30:19.530" v="497"/>
          <ac:inkMkLst>
            <pc:docMk/>
            <pc:sldMk cId="0" sldId="444"/>
            <ac:inkMk id="35886" creationId="{DA517A34-D46C-4846-A2FD-DC7F6611929A}"/>
          </ac:inkMkLst>
        </pc:inkChg>
        <pc:inkChg chg="add">
          <ac:chgData name="Md. Nahid Hasan" userId="S::nahid@vu.edu.bd::85ea5f9e-65d6-4031-b810-9415101f2e21" providerId="AD" clId="Web-{5DFB6F68-1C20-43CB-89BC-4D76E458C838}" dt="2020-12-21T13:30:20.733" v="498"/>
          <ac:inkMkLst>
            <pc:docMk/>
            <pc:sldMk cId="0" sldId="444"/>
            <ac:inkMk id="35887" creationId="{887146AE-948B-4F66-B2E2-BD214490F781}"/>
          </ac:inkMkLst>
        </pc:inkChg>
        <pc:inkChg chg="add">
          <ac:chgData name="Md. Nahid Hasan" userId="S::nahid@vu.edu.bd::85ea5f9e-65d6-4031-b810-9415101f2e21" providerId="AD" clId="Web-{5DFB6F68-1C20-43CB-89BC-4D76E458C838}" dt="2020-12-21T13:30:20.749" v="499"/>
          <ac:inkMkLst>
            <pc:docMk/>
            <pc:sldMk cId="0" sldId="444"/>
            <ac:inkMk id="35888" creationId="{C5E6C557-900F-4E12-9601-3C6F4978DD50}"/>
          </ac:inkMkLst>
        </pc:inkChg>
        <pc:inkChg chg="add">
          <ac:chgData name="Md. Nahid Hasan" userId="S::nahid@vu.edu.bd::85ea5f9e-65d6-4031-b810-9415101f2e21" providerId="AD" clId="Web-{5DFB6F68-1C20-43CB-89BC-4D76E458C838}" dt="2020-12-21T13:30:20.749" v="500"/>
          <ac:inkMkLst>
            <pc:docMk/>
            <pc:sldMk cId="0" sldId="444"/>
            <ac:inkMk id="35889" creationId="{8327402A-F66C-4F99-9A67-CA039EC63003}"/>
          </ac:inkMkLst>
        </pc:inkChg>
        <pc:inkChg chg="add">
          <ac:chgData name="Md. Nahid Hasan" userId="S::nahid@vu.edu.bd::85ea5f9e-65d6-4031-b810-9415101f2e21" providerId="AD" clId="Web-{5DFB6F68-1C20-43CB-89BC-4D76E458C838}" dt="2020-12-21T13:30:22.983" v="501"/>
          <ac:inkMkLst>
            <pc:docMk/>
            <pc:sldMk cId="0" sldId="444"/>
            <ac:inkMk id="35890" creationId="{CEFF7488-AC03-4111-A78E-DCAA1E164829}"/>
          </ac:inkMkLst>
        </pc:inkChg>
        <pc:inkChg chg="add">
          <ac:chgData name="Md. Nahid Hasan" userId="S::nahid@vu.edu.bd::85ea5f9e-65d6-4031-b810-9415101f2e21" providerId="AD" clId="Web-{5DFB6F68-1C20-43CB-89BC-4D76E458C838}" dt="2020-12-21T13:30:23.001" v="502"/>
          <ac:inkMkLst>
            <pc:docMk/>
            <pc:sldMk cId="0" sldId="444"/>
            <ac:inkMk id="35891" creationId="{2A24B7DE-5600-4339-9A27-ED0AFA8C0626}"/>
          </ac:inkMkLst>
        </pc:inkChg>
        <pc:inkChg chg="add">
          <ac:chgData name="Md. Nahid Hasan" userId="S::nahid@vu.edu.bd::85ea5f9e-65d6-4031-b810-9415101f2e21" providerId="AD" clId="Web-{5DFB6F68-1C20-43CB-89BC-4D76E458C838}" dt="2020-12-21T13:30:23.015" v="503"/>
          <ac:inkMkLst>
            <pc:docMk/>
            <pc:sldMk cId="0" sldId="444"/>
            <ac:inkMk id="35892" creationId="{8D2D644D-BF53-4083-B1F6-D01BCCAC5A2E}"/>
          </ac:inkMkLst>
        </pc:inkChg>
        <pc:inkChg chg="add">
          <ac:chgData name="Md. Nahid Hasan" userId="S::nahid@vu.edu.bd::85ea5f9e-65d6-4031-b810-9415101f2e21" providerId="AD" clId="Web-{5DFB6F68-1C20-43CB-89BC-4D76E458C838}" dt="2020-12-21T13:30:24.108" v="504"/>
          <ac:inkMkLst>
            <pc:docMk/>
            <pc:sldMk cId="0" sldId="444"/>
            <ac:inkMk id="35893" creationId="{88F629ED-A6A8-4ACC-AC0B-63D8D81C8F05}"/>
          </ac:inkMkLst>
        </pc:inkChg>
        <pc:inkChg chg="add">
          <ac:chgData name="Md. Nahid Hasan" userId="S::nahid@vu.edu.bd::85ea5f9e-65d6-4031-b810-9415101f2e21" providerId="AD" clId="Web-{5DFB6F68-1C20-43CB-89BC-4D76E458C838}" dt="2020-12-21T13:30:25.343" v="505"/>
          <ac:inkMkLst>
            <pc:docMk/>
            <pc:sldMk cId="0" sldId="444"/>
            <ac:inkMk id="35894" creationId="{DE3191F2-2690-4CE7-B134-8A8D664CF93E}"/>
          </ac:inkMkLst>
        </pc:inkChg>
        <pc:inkChg chg="add">
          <ac:chgData name="Md. Nahid Hasan" userId="S::nahid@vu.edu.bd::85ea5f9e-65d6-4031-b810-9415101f2e21" providerId="AD" clId="Web-{5DFB6F68-1C20-43CB-89BC-4D76E458C838}" dt="2020-12-21T13:30:25.360" v="506"/>
          <ac:inkMkLst>
            <pc:docMk/>
            <pc:sldMk cId="0" sldId="444"/>
            <ac:inkMk id="35895" creationId="{56910617-5A13-42EE-BAA4-457B5E0444B1}"/>
          </ac:inkMkLst>
        </pc:inkChg>
        <pc:inkChg chg="add">
          <ac:chgData name="Md. Nahid Hasan" userId="S::nahid@vu.edu.bd::85ea5f9e-65d6-4031-b810-9415101f2e21" providerId="AD" clId="Web-{5DFB6F68-1C20-43CB-89BC-4D76E458C838}" dt="2020-12-21T13:30:25.374" v="507"/>
          <ac:inkMkLst>
            <pc:docMk/>
            <pc:sldMk cId="0" sldId="444"/>
            <ac:inkMk id="35896" creationId="{BEA2255A-4D7C-4BAC-9DD7-91FF63CEB720}"/>
          </ac:inkMkLst>
        </pc:inkChg>
        <pc:inkChg chg="add">
          <ac:chgData name="Md. Nahid Hasan" userId="S::nahid@vu.edu.bd::85ea5f9e-65d6-4031-b810-9415101f2e21" providerId="AD" clId="Web-{5DFB6F68-1C20-43CB-89BC-4D76E458C838}" dt="2020-12-21T13:30:28.062" v="508"/>
          <ac:inkMkLst>
            <pc:docMk/>
            <pc:sldMk cId="0" sldId="444"/>
            <ac:inkMk id="35897" creationId="{98263C29-1F8F-4C79-AE62-B940BE18EE99}"/>
          </ac:inkMkLst>
        </pc:inkChg>
        <pc:inkChg chg="add">
          <ac:chgData name="Md. Nahid Hasan" userId="S::nahid@vu.edu.bd::85ea5f9e-65d6-4031-b810-9415101f2e21" providerId="AD" clId="Web-{5DFB6F68-1C20-43CB-89BC-4D76E458C838}" dt="2020-12-21T13:30:28.561" v="509"/>
          <ac:inkMkLst>
            <pc:docMk/>
            <pc:sldMk cId="0" sldId="444"/>
            <ac:inkMk id="35898" creationId="{4884F778-29C6-4C3A-A92D-ECC79D1C8D6F}"/>
          </ac:inkMkLst>
        </pc:inkChg>
        <pc:inkChg chg="add">
          <ac:chgData name="Md. Nahid Hasan" userId="S::nahid@vu.edu.bd::85ea5f9e-65d6-4031-b810-9415101f2e21" providerId="AD" clId="Web-{5DFB6F68-1C20-43CB-89BC-4D76E458C838}" dt="2020-12-21T13:30:33.483" v="510"/>
          <ac:inkMkLst>
            <pc:docMk/>
            <pc:sldMk cId="0" sldId="444"/>
            <ac:inkMk id="35899" creationId="{E341A28A-AA2D-4251-AA9E-A59584C81ED8}"/>
          </ac:inkMkLst>
        </pc:inkChg>
        <pc:inkChg chg="add del">
          <ac:chgData name="Md. Nahid Hasan" userId="S::nahid@vu.edu.bd::85ea5f9e-65d6-4031-b810-9415101f2e21" providerId="AD" clId="Web-{5DFB6F68-1C20-43CB-89BC-4D76E458C838}" dt="2020-12-21T13:34:26.705" v="551"/>
          <ac:inkMkLst>
            <pc:docMk/>
            <pc:sldMk cId="0" sldId="444"/>
            <ac:inkMk id="35900" creationId="{38723FB5-32E6-4F78-967D-23BEF4758806}"/>
          </ac:inkMkLst>
        </pc:inkChg>
        <pc:inkChg chg="add del">
          <ac:chgData name="Md. Nahid Hasan" userId="S::nahid@vu.edu.bd::85ea5f9e-65d6-4031-b810-9415101f2e21" providerId="AD" clId="Web-{5DFB6F68-1C20-43CB-89BC-4D76E458C838}" dt="2020-12-21T13:34:26.705" v="550"/>
          <ac:inkMkLst>
            <pc:docMk/>
            <pc:sldMk cId="0" sldId="444"/>
            <ac:inkMk id="35901" creationId="{779DA848-C65D-4E8E-9B63-E27A9A7737C3}"/>
          </ac:inkMkLst>
        </pc:inkChg>
        <pc:inkChg chg="add del">
          <ac:chgData name="Md. Nahid Hasan" userId="S::nahid@vu.edu.bd::85ea5f9e-65d6-4031-b810-9415101f2e21" providerId="AD" clId="Web-{5DFB6F68-1C20-43CB-89BC-4D76E458C838}" dt="2020-12-21T13:34:26.705" v="549"/>
          <ac:inkMkLst>
            <pc:docMk/>
            <pc:sldMk cId="0" sldId="444"/>
            <ac:inkMk id="35902" creationId="{ED0AF78C-5676-42A5-898D-5DA4AC24765A}"/>
          </ac:inkMkLst>
        </pc:inkChg>
        <pc:inkChg chg="add del">
          <ac:chgData name="Md. Nahid Hasan" userId="S::nahid@vu.edu.bd::85ea5f9e-65d6-4031-b810-9415101f2e21" providerId="AD" clId="Web-{5DFB6F68-1C20-43CB-89BC-4D76E458C838}" dt="2020-12-21T13:34:26.705" v="548"/>
          <ac:inkMkLst>
            <pc:docMk/>
            <pc:sldMk cId="0" sldId="444"/>
            <ac:inkMk id="35903" creationId="{EECAE004-E83E-4392-B1F3-A3229A1648FD}"/>
          </ac:inkMkLst>
        </pc:inkChg>
        <pc:inkChg chg="add">
          <ac:chgData name="Md. Nahid Hasan" userId="S::nahid@vu.edu.bd::85ea5f9e-65d6-4031-b810-9415101f2e21" providerId="AD" clId="Web-{5DFB6F68-1C20-43CB-89BC-4D76E458C838}" dt="2020-12-21T13:31:11.234" v="515"/>
          <ac:inkMkLst>
            <pc:docMk/>
            <pc:sldMk cId="0" sldId="444"/>
            <ac:inkMk id="237568" creationId="{A3ADE36B-335F-4329-9F18-1C0C69839308}"/>
          </ac:inkMkLst>
        </pc:inkChg>
        <pc:inkChg chg="add">
          <ac:chgData name="Md. Nahid Hasan" userId="S::nahid@vu.edu.bd::85ea5f9e-65d6-4031-b810-9415101f2e21" providerId="AD" clId="Web-{5DFB6F68-1C20-43CB-89BC-4D76E458C838}" dt="2020-12-21T13:31:12.703" v="516"/>
          <ac:inkMkLst>
            <pc:docMk/>
            <pc:sldMk cId="0" sldId="444"/>
            <ac:inkMk id="237569" creationId="{6043EDFA-C77F-439B-BE49-1A0C67080531}"/>
          </ac:inkMkLst>
        </pc:inkChg>
        <pc:inkChg chg="add">
          <ac:chgData name="Md. Nahid Hasan" userId="S::nahid@vu.edu.bd::85ea5f9e-65d6-4031-b810-9415101f2e21" providerId="AD" clId="Web-{5DFB6F68-1C20-43CB-89BC-4D76E458C838}" dt="2020-12-21T13:31:18.046" v="517"/>
          <ac:inkMkLst>
            <pc:docMk/>
            <pc:sldMk cId="0" sldId="444"/>
            <ac:inkMk id="237571" creationId="{C3D9359E-3CD2-4932-B957-0AC6D9C20196}"/>
          </ac:inkMkLst>
        </pc:inkChg>
        <pc:inkChg chg="add">
          <ac:chgData name="Md. Nahid Hasan" userId="S::nahid@vu.edu.bd::85ea5f9e-65d6-4031-b810-9415101f2e21" providerId="AD" clId="Web-{5DFB6F68-1C20-43CB-89BC-4D76E458C838}" dt="2020-12-21T13:31:21.437" v="518"/>
          <ac:inkMkLst>
            <pc:docMk/>
            <pc:sldMk cId="0" sldId="444"/>
            <ac:inkMk id="237572" creationId="{E87CD335-F0E1-4BF5-A667-35B0AEB402A7}"/>
          </ac:inkMkLst>
        </pc:inkChg>
        <pc:inkChg chg="add">
          <ac:chgData name="Md. Nahid Hasan" userId="S::nahid@vu.edu.bd::85ea5f9e-65d6-4031-b810-9415101f2e21" providerId="AD" clId="Web-{5DFB6F68-1C20-43CB-89BC-4D76E458C838}" dt="2020-12-21T13:31:22.890" v="519"/>
          <ac:inkMkLst>
            <pc:docMk/>
            <pc:sldMk cId="0" sldId="444"/>
            <ac:inkMk id="237573" creationId="{F1BA8514-FF83-4234-BDCE-B637E117138B}"/>
          </ac:inkMkLst>
        </pc:inkChg>
        <pc:inkChg chg="add">
          <ac:chgData name="Md. Nahid Hasan" userId="S::nahid@vu.edu.bd::85ea5f9e-65d6-4031-b810-9415101f2e21" providerId="AD" clId="Web-{5DFB6F68-1C20-43CB-89BC-4D76E458C838}" dt="2020-12-21T13:31:28.594" v="520"/>
          <ac:inkMkLst>
            <pc:docMk/>
            <pc:sldMk cId="0" sldId="444"/>
            <ac:inkMk id="237574" creationId="{91F5791A-AD08-417D-B8AF-715C7B69F4A1}"/>
          </ac:inkMkLst>
        </pc:inkChg>
        <pc:inkChg chg="add">
          <ac:chgData name="Md. Nahid Hasan" userId="S::nahid@vu.edu.bd::85ea5f9e-65d6-4031-b810-9415101f2e21" providerId="AD" clId="Web-{5DFB6F68-1C20-43CB-89BC-4D76E458C838}" dt="2020-12-21T13:31:28.609" v="521"/>
          <ac:inkMkLst>
            <pc:docMk/>
            <pc:sldMk cId="0" sldId="444"/>
            <ac:inkMk id="237575" creationId="{539CCDDD-E08E-45B7-A389-A733AC086107}"/>
          </ac:inkMkLst>
        </pc:inkChg>
        <pc:inkChg chg="add">
          <ac:chgData name="Md. Nahid Hasan" userId="S::nahid@vu.edu.bd::85ea5f9e-65d6-4031-b810-9415101f2e21" providerId="AD" clId="Web-{5DFB6F68-1C20-43CB-89BC-4D76E458C838}" dt="2020-12-21T13:31:29.797" v="522"/>
          <ac:inkMkLst>
            <pc:docMk/>
            <pc:sldMk cId="0" sldId="444"/>
            <ac:inkMk id="237576" creationId="{41759E88-F184-4906-843F-7042991CBC6C}"/>
          </ac:inkMkLst>
        </pc:inkChg>
        <pc:inkChg chg="add">
          <ac:chgData name="Md. Nahid Hasan" userId="S::nahid@vu.edu.bd::85ea5f9e-65d6-4031-b810-9415101f2e21" providerId="AD" clId="Web-{5DFB6F68-1C20-43CB-89BC-4D76E458C838}" dt="2020-12-21T13:31:29.797" v="523"/>
          <ac:inkMkLst>
            <pc:docMk/>
            <pc:sldMk cId="0" sldId="444"/>
            <ac:inkMk id="237577" creationId="{C5E4A23B-85C7-43BD-9995-2FFB98324C85}"/>
          </ac:inkMkLst>
        </pc:inkChg>
        <pc:inkChg chg="add">
          <ac:chgData name="Md. Nahid Hasan" userId="S::nahid@vu.edu.bd::85ea5f9e-65d6-4031-b810-9415101f2e21" providerId="AD" clId="Web-{5DFB6F68-1C20-43CB-89BC-4D76E458C838}" dt="2020-12-21T13:31:33.750" v="524"/>
          <ac:inkMkLst>
            <pc:docMk/>
            <pc:sldMk cId="0" sldId="444"/>
            <ac:inkMk id="237578" creationId="{3EA06DDC-D10F-4FB3-87A4-3B90D52FCB93}"/>
          </ac:inkMkLst>
        </pc:inkChg>
        <pc:inkChg chg="add">
          <ac:chgData name="Md. Nahid Hasan" userId="S::nahid@vu.edu.bd::85ea5f9e-65d6-4031-b810-9415101f2e21" providerId="AD" clId="Web-{5DFB6F68-1C20-43CB-89BC-4D76E458C838}" dt="2020-12-21T13:31:33.765" v="525"/>
          <ac:inkMkLst>
            <pc:docMk/>
            <pc:sldMk cId="0" sldId="444"/>
            <ac:inkMk id="237579" creationId="{B8A3E499-76FF-4BA6-8CD2-14B718DDF111}"/>
          </ac:inkMkLst>
        </pc:inkChg>
        <pc:inkChg chg="add">
          <ac:chgData name="Md. Nahid Hasan" userId="S::nahid@vu.edu.bd::85ea5f9e-65d6-4031-b810-9415101f2e21" providerId="AD" clId="Web-{5DFB6F68-1C20-43CB-89BC-4D76E458C838}" dt="2020-12-21T13:31:33.781" v="526"/>
          <ac:inkMkLst>
            <pc:docMk/>
            <pc:sldMk cId="0" sldId="444"/>
            <ac:inkMk id="237580" creationId="{3A74694A-D983-4A49-B94C-49B65D03436B}"/>
          </ac:inkMkLst>
        </pc:inkChg>
        <pc:inkChg chg="add">
          <ac:chgData name="Md. Nahid Hasan" userId="S::nahid@vu.edu.bd::85ea5f9e-65d6-4031-b810-9415101f2e21" providerId="AD" clId="Web-{5DFB6F68-1C20-43CB-89BC-4D76E458C838}" dt="2020-12-21T13:31:33.781" v="527"/>
          <ac:inkMkLst>
            <pc:docMk/>
            <pc:sldMk cId="0" sldId="444"/>
            <ac:inkMk id="237581" creationId="{A36A24E7-CF2E-49E8-AFFE-0A3152E176E1}"/>
          </ac:inkMkLst>
        </pc:inkChg>
        <pc:inkChg chg="add">
          <ac:chgData name="Md. Nahid Hasan" userId="S::nahid@vu.edu.bd::85ea5f9e-65d6-4031-b810-9415101f2e21" providerId="AD" clId="Web-{5DFB6F68-1C20-43CB-89BC-4D76E458C838}" dt="2020-12-21T13:31:33.797" v="528"/>
          <ac:inkMkLst>
            <pc:docMk/>
            <pc:sldMk cId="0" sldId="444"/>
            <ac:inkMk id="237582" creationId="{5DE85FFE-337B-4AC8-98F8-A2A6AACF7E60}"/>
          </ac:inkMkLst>
        </pc:inkChg>
        <pc:inkChg chg="add">
          <ac:chgData name="Md. Nahid Hasan" userId="S::nahid@vu.edu.bd::85ea5f9e-65d6-4031-b810-9415101f2e21" providerId="AD" clId="Web-{5DFB6F68-1C20-43CB-89BC-4D76E458C838}" dt="2020-12-21T13:31:33.812" v="529"/>
          <ac:inkMkLst>
            <pc:docMk/>
            <pc:sldMk cId="0" sldId="444"/>
            <ac:inkMk id="237583" creationId="{3472E017-A2EA-4472-B1ED-08705E947C5F}"/>
          </ac:inkMkLst>
        </pc:inkChg>
        <pc:inkChg chg="add">
          <ac:chgData name="Md. Nahid Hasan" userId="S::nahid@vu.edu.bd::85ea5f9e-65d6-4031-b810-9415101f2e21" providerId="AD" clId="Web-{5DFB6F68-1C20-43CB-89BC-4D76E458C838}" dt="2020-12-21T13:31:33.828" v="530"/>
          <ac:inkMkLst>
            <pc:docMk/>
            <pc:sldMk cId="0" sldId="444"/>
            <ac:inkMk id="237584" creationId="{AA10A2D0-852D-458E-A668-6E1A27A54AA5}"/>
          </ac:inkMkLst>
        </pc:inkChg>
        <pc:inkChg chg="add">
          <ac:chgData name="Md. Nahid Hasan" userId="S::nahid@vu.edu.bd::85ea5f9e-65d6-4031-b810-9415101f2e21" providerId="AD" clId="Web-{5DFB6F68-1C20-43CB-89BC-4D76E458C838}" dt="2020-12-21T13:31:34.906" v="531"/>
          <ac:inkMkLst>
            <pc:docMk/>
            <pc:sldMk cId="0" sldId="444"/>
            <ac:inkMk id="237585" creationId="{40C1C665-CC5B-4201-940C-191F81D31ABF}"/>
          </ac:inkMkLst>
        </pc:inkChg>
        <pc:inkChg chg="add">
          <ac:chgData name="Md. Nahid Hasan" userId="S::nahid@vu.edu.bd::85ea5f9e-65d6-4031-b810-9415101f2e21" providerId="AD" clId="Web-{5DFB6F68-1C20-43CB-89BC-4D76E458C838}" dt="2020-12-21T13:31:35.609" v="532"/>
          <ac:inkMkLst>
            <pc:docMk/>
            <pc:sldMk cId="0" sldId="444"/>
            <ac:inkMk id="237586" creationId="{B4008958-AEC3-4239-998E-E58581967EA0}"/>
          </ac:inkMkLst>
        </pc:inkChg>
        <pc:inkChg chg="add">
          <ac:chgData name="Md. Nahid Hasan" userId="S::nahid@vu.edu.bd::85ea5f9e-65d6-4031-b810-9415101f2e21" providerId="AD" clId="Web-{5DFB6F68-1C20-43CB-89BC-4D76E458C838}" dt="2020-12-21T13:31:39.266" v="533"/>
          <ac:inkMkLst>
            <pc:docMk/>
            <pc:sldMk cId="0" sldId="444"/>
            <ac:inkMk id="237587" creationId="{54E8D848-6D58-4489-8C68-45C0A80871A0}"/>
          </ac:inkMkLst>
        </pc:inkChg>
        <pc:inkChg chg="add">
          <ac:chgData name="Md. Nahid Hasan" userId="S::nahid@vu.edu.bd::85ea5f9e-65d6-4031-b810-9415101f2e21" providerId="AD" clId="Web-{5DFB6F68-1C20-43CB-89BC-4D76E458C838}" dt="2020-12-21T13:31:41.437" v="534"/>
          <ac:inkMkLst>
            <pc:docMk/>
            <pc:sldMk cId="0" sldId="444"/>
            <ac:inkMk id="237588" creationId="{7B9848D1-2492-4AB1-866D-EB3D14CC0641}"/>
          </ac:inkMkLst>
        </pc:inkChg>
        <pc:inkChg chg="add">
          <ac:chgData name="Md. Nahid Hasan" userId="S::nahid@vu.edu.bd::85ea5f9e-65d6-4031-b810-9415101f2e21" providerId="AD" clId="Web-{5DFB6F68-1C20-43CB-89BC-4D76E458C838}" dt="2020-12-21T13:31:41.453" v="535"/>
          <ac:inkMkLst>
            <pc:docMk/>
            <pc:sldMk cId="0" sldId="444"/>
            <ac:inkMk id="237589" creationId="{28F1B39B-3F8B-4FED-94C5-B020A8570CB1}"/>
          </ac:inkMkLst>
        </pc:inkChg>
        <pc:inkChg chg="add del">
          <ac:chgData name="Md. Nahid Hasan" userId="S::nahid@vu.edu.bd::85ea5f9e-65d6-4031-b810-9415101f2e21" providerId="AD" clId="Web-{5DFB6F68-1C20-43CB-89BC-4D76E458C838}" dt="2020-12-21T13:34:26.690" v="547"/>
          <ac:inkMkLst>
            <pc:docMk/>
            <pc:sldMk cId="0" sldId="444"/>
            <ac:inkMk id="237590" creationId="{1228D0F4-81F7-4899-946B-985163C87AE2}"/>
          </ac:inkMkLst>
        </pc:inkChg>
        <pc:inkChg chg="add del">
          <ac:chgData name="Md. Nahid Hasan" userId="S::nahid@vu.edu.bd::85ea5f9e-65d6-4031-b810-9415101f2e21" providerId="AD" clId="Web-{5DFB6F68-1C20-43CB-89BC-4D76E458C838}" dt="2020-12-21T13:34:26.690" v="546"/>
          <ac:inkMkLst>
            <pc:docMk/>
            <pc:sldMk cId="0" sldId="444"/>
            <ac:inkMk id="237591" creationId="{15DC5119-7920-4A89-A18F-A82D7DFDF52D}"/>
          </ac:inkMkLst>
        </pc:inkChg>
        <pc:inkChg chg="add del">
          <ac:chgData name="Md. Nahid Hasan" userId="S::nahid@vu.edu.bd::85ea5f9e-65d6-4031-b810-9415101f2e21" providerId="AD" clId="Web-{5DFB6F68-1C20-43CB-89BC-4D76E458C838}" dt="2020-12-21T13:34:19.643" v="544"/>
          <ac:inkMkLst>
            <pc:docMk/>
            <pc:sldMk cId="0" sldId="444"/>
            <ac:inkMk id="237592" creationId="{3E4A8AC1-6AFA-4A26-B7C8-CAEE7BFC853D}"/>
          </ac:inkMkLst>
        </pc:inkChg>
        <pc:inkChg chg="add del">
          <ac:chgData name="Md. Nahid Hasan" userId="S::nahid@vu.edu.bd::85ea5f9e-65d6-4031-b810-9415101f2e21" providerId="AD" clId="Web-{5DFB6F68-1C20-43CB-89BC-4D76E458C838}" dt="2020-12-21T13:34:19.628" v="543"/>
          <ac:inkMkLst>
            <pc:docMk/>
            <pc:sldMk cId="0" sldId="444"/>
            <ac:inkMk id="237593" creationId="{B61D455E-D144-42BB-A886-01075DCEA193}"/>
          </ac:inkMkLst>
        </pc:inkChg>
        <pc:inkChg chg="add del">
          <ac:chgData name="Md. Nahid Hasan" userId="S::nahid@vu.edu.bd::85ea5f9e-65d6-4031-b810-9415101f2e21" providerId="AD" clId="Web-{5DFB6F68-1C20-43CB-89BC-4D76E458C838}" dt="2020-12-21T13:34:19.628" v="542"/>
          <ac:inkMkLst>
            <pc:docMk/>
            <pc:sldMk cId="0" sldId="444"/>
            <ac:inkMk id="237594" creationId="{64D7E5F5-DACF-44DE-B72B-7DFFF5D427B4}"/>
          </ac:inkMkLst>
        </pc:inkChg>
        <pc:inkChg chg="add del">
          <ac:chgData name="Md. Nahid Hasan" userId="S::nahid@vu.edu.bd::85ea5f9e-65d6-4031-b810-9415101f2e21" providerId="AD" clId="Web-{5DFB6F68-1C20-43CB-89BC-4D76E458C838}" dt="2020-12-21T13:34:26.690" v="545"/>
          <ac:inkMkLst>
            <pc:docMk/>
            <pc:sldMk cId="0" sldId="444"/>
            <ac:inkMk id="237595" creationId="{901E538E-E50F-497B-A133-46625B0641D4}"/>
          </ac:inkMkLst>
        </pc:inkChg>
        <pc:inkChg chg="add">
          <ac:chgData name="Md. Nahid Hasan" userId="S::nahid@vu.edu.bd::85ea5f9e-65d6-4031-b810-9415101f2e21" providerId="AD" clId="Web-{5DFB6F68-1C20-43CB-89BC-4D76E458C838}" dt="2020-12-21T13:36:37.691" v="564"/>
          <ac:inkMkLst>
            <pc:docMk/>
            <pc:sldMk cId="0" sldId="444"/>
            <ac:inkMk id="237596" creationId="{C9CBB37E-F8DC-4D13-97BB-453333D90D82}"/>
          </ac:inkMkLst>
        </pc:inkChg>
        <pc:inkChg chg="add">
          <ac:chgData name="Md. Nahid Hasan" userId="S::nahid@vu.edu.bd::85ea5f9e-65d6-4031-b810-9415101f2e21" providerId="AD" clId="Web-{5DFB6F68-1C20-43CB-89BC-4D76E458C838}" dt="2020-12-21T13:36:39.457" v="565"/>
          <ac:inkMkLst>
            <pc:docMk/>
            <pc:sldMk cId="0" sldId="444"/>
            <ac:inkMk id="237597" creationId="{8F9E64AF-B0AE-499D-8BC9-2E8FDD98EBFD}"/>
          </ac:inkMkLst>
        </pc:inkChg>
        <pc:inkChg chg="add">
          <ac:chgData name="Md. Nahid Hasan" userId="S::nahid@vu.edu.bd::85ea5f9e-65d6-4031-b810-9415101f2e21" providerId="AD" clId="Web-{5DFB6F68-1C20-43CB-89BC-4D76E458C838}" dt="2020-12-21T13:36:53.098" v="566"/>
          <ac:inkMkLst>
            <pc:docMk/>
            <pc:sldMk cId="0" sldId="444"/>
            <ac:inkMk id="237598" creationId="{464A0995-02D9-43B0-960E-78A361799BE6}"/>
          </ac:inkMkLst>
        </pc:inkChg>
        <pc:inkChg chg="add">
          <ac:chgData name="Md. Nahid Hasan" userId="S::nahid@vu.edu.bd::85ea5f9e-65d6-4031-b810-9415101f2e21" providerId="AD" clId="Web-{5DFB6F68-1C20-43CB-89BC-4D76E458C838}" dt="2020-12-21T13:36:53.113" v="567"/>
          <ac:inkMkLst>
            <pc:docMk/>
            <pc:sldMk cId="0" sldId="444"/>
            <ac:inkMk id="237599" creationId="{8770D113-3853-48E7-95E1-8BC5FD549184}"/>
          </ac:inkMkLst>
        </pc:inkChg>
        <pc:inkChg chg="add">
          <ac:chgData name="Md. Nahid Hasan" userId="S::nahid@vu.edu.bd::85ea5f9e-65d6-4031-b810-9415101f2e21" providerId="AD" clId="Web-{5DFB6F68-1C20-43CB-89BC-4D76E458C838}" dt="2020-12-21T13:36:53.113" v="568"/>
          <ac:inkMkLst>
            <pc:docMk/>
            <pc:sldMk cId="0" sldId="444"/>
            <ac:inkMk id="237600" creationId="{D7A4BEED-8709-4FBC-AF62-F7C327ACAA01}"/>
          </ac:inkMkLst>
        </pc:inkChg>
        <pc:inkChg chg="add">
          <ac:chgData name="Md. Nahid Hasan" userId="S::nahid@vu.edu.bd::85ea5f9e-65d6-4031-b810-9415101f2e21" providerId="AD" clId="Web-{5DFB6F68-1C20-43CB-89BC-4D76E458C838}" dt="2020-12-21T13:36:54.879" v="569"/>
          <ac:inkMkLst>
            <pc:docMk/>
            <pc:sldMk cId="0" sldId="444"/>
            <ac:inkMk id="237601" creationId="{458027BE-DE47-418C-9B92-2EB48FCAE332}"/>
          </ac:inkMkLst>
        </pc:inkChg>
        <pc:inkChg chg="add">
          <ac:chgData name="Md. Nahid Hasan" userId="S::nahid@vu.edu.bd::85ea5f9e-65d6-4031-b810-9415101f2e21" providerId="AD" clId="Web-{5DFB6F68-1C20-43CB-89BC-4D76E458C838}" dt="2020-12-21T13:36:57.113" v="570"/>
          <ac:inkMkLst>
            <pc:docMk/>
            <pc:sldMk cId="0" sldId="444"/>
            <ac:inkMk id="237602" creationId="{6020ABF8-E981-4C0F-A71E-63A172E8BEDA}"/>
          </ac:inkMkLst>
        </pc:inkChg>
        <pc:inkChg chg="add">
          <ac:chgData name="Md. Nahid Hasan" userId="S::nahid@vu.edu.bd::85ea5f9e-65d6-4031-b810-9415101f2e21" providerId="AD" clId="Web-{5DFB6F68-1C20-43CB-89BC-4D76E458C838}" dt="2020-12-21T13:37:02.504" v="571"/>
          <ac:inkMkLst>
            <pc:docMk/>
            <pc:sldMk cId="0" sldId="444"/>
            <ac:inkMk id="237603" creationId="{501CF4DE-D968-4063-89FE-D9B2C711F494}"/>
          </ac:inkMkLst>
        </pc:inkChg>
        <pc:inkChg chg="add">
          <ac:chgData name="Md. Nahid Hasan" userId="S::nahid@vu.edu.bd::85ea5f9e-65d6-4031-b810-9415101f2e21" providerId="AD" clId="Web-{5DFB6F68-1C20-43CB-89BC-4D76E458C838}" dt="2020-12-21T13:37:03.739" v="572"/>
          <ac:inkMkLst>
            <pc:docMk/>
            <pc:sldMk cId="0" sldId="444"/>
            <ac:inkMk id="237604" creationId="{DE87847D-5308-499E-BA61-4333A734F201}"/>
          </ac:inkMkLst>
        </pc:inkChg>
        <pc:inkChg chg="add">
          <ac:chgData name="Md. Nahid Hasan" userId="S::nahid@vu.edu.bd::85ea5f9e-65d6-4031-b810-9415101f2e21" providerId="AD" clId="Web-{5DFB6F68-1C20-43CB-89BC-4D76E458C838}" dt="2020-12-21T13:37:05.457" v="573"/>
          <ac:inkMkLst>
            <pc:docMk/>
            <pc:sldMk cId="0" sldId="444"/>
            <ac:inkMk id="237605" creationId="{84110B0F-514D-4CA6-A362-4E49BEA49536}"/>
          </ac:inkMkLst>
        </pc:inkChg>
        <pc:inkChg chg="add">
          <ac:chgData name="Md. Nahid Hasan" userId="S::nahid@vu.edu.bd::85ea5f9e-65d6-4031-b810-9415101f2e21" providerId="AD" clId="Web-{5DFB6F68-1C20-43CB-89BC-4D76E458C838}" dt="2020-12-21T13:37:06.239" v="574"/>
          <ac:inkMkLst>
            <pc:docMk/>
            <pc:sldMk cId="0" sldId="444"/>
            <ac:inkMk id="237606" creationId="{EE3F34AF-3D0B-4CFB-8406-B4232C4B12E3}"/>
          </ac:inkMkLst>
        </pc:inkChg>
        <pc:inkChg chg="add">
          <ac:chgData name="Md. Nahid Hasan" userId="S::nahid@vu.edu.bd::85ea5f9e-65d6-4031-b810-9415101f2e21" providerId="AD" clId="Web-{5DFB6F68-1C20-43CB-89BC-4D76E458C838}" dt="2020-12-21T13:37:19.645" v="575"/>
          <ac:inkMkLst>
            <pc:docMk/>
            <pc:sldMk cId="0" sldId="444"/>
            <ac:inkMk id="237607" creationId="{BD33360F-2E81-478F-813B-66D250C8D0D6}"/>
          </ac:inkMkLst>
        </pc:inkChg>
        <pc:inkChg chg="add">
          <ac:chgData name="Md. Nahid Hasan" userId="S::nahid@vu.edu.bd::85ea5f9e-65d6-4031-b810-9415101f2e21" providerId="AD" clId="Web-{5DFB6F68-1C20-43CB-89BC-4D76E458C838}" dt="2020-12-21T13:37:19.645" v="576"/>
          <ac:inkMkLst>
            <pc:docMk/>
            <pc:sldMk cId="0" sldId="444"/>
            <ac:inkMk id="237608" creationId="{81AE6B9F-224D-422F-AC63-27227D8802DF}"/>
          </ac:inkMkLst>
        </pc:inkChg>
        <pc:inkChg chg="add">
          <ac:chgData name="Md. Nahid Hasan" userId="S::nahid@vu.edu.bd::85ea5f9e-65d6-4031-b810-9415101f2e21" providerId="AD" clId="Web-{5DFB6F68-1C20-43CB-89BC-4D76E458C838}" dt="2020-12-21T13:37:19.661" v="577"/>
          <ac:inkMkLst>
            <pc:docMk/>
            <pc:sldMk cId="0" sldId="444"/>
            <ac:inkMk id="237609" creationId="{3459C5D1-00FD-4560-A7A9-996E0C8370E8}"/>
          </ac:inkMkLst>
        </pc:inkChg>
        <pc:inkChg chg="add">
          <ac:chgData name="Md. Nahid Hasan" userId="S::nahid@vu.edu.bd::85ea5f9e-65d6-4031-b810-9415101f2e21" providerId="AD" clId="Web-{5DFB6F68-1C20-43CB-89BC-4D76E458C838}" dt="2020-12-21T13:37:21.239" v="578"/>
          <ac:inkMkLst>
            <pc:docMk/>
            <pc:sldMk cId="0" sldId="444"/>
            <ac:inkMk id="237610" creationId="{107792C2-1D30-4279-B53E-F1874EF78827}"/>
          </ac:inkMkLst>
        </pc:inkChg>
        <pc:inkChg chg="add">
          <ac:chgData name="Md. Nahid Hasan" userId="S::nahid@vu.edu.bd::85ea5f9e-65d6-4031-b810-9415101f2e21" providerId="AD" clId="Web-{5DFB6F68-1C20-43CB-89BC-4D76E458C838}" dt="2020-12-21T13:37:22.020" v="579"/>
          <ac:inkMkLst>
            <pc:docMk/>
            <pc:sldMk cId="0" sldId="444"/>
            <ac:inkMk id="237611" creationId="{40214965-EA15-47DB-9B82-FC9194F7A9B4}"/>
          </ac:inkMkLst>
        </pc:inkChg>
        <pc:inkChg chg="add">
          <ac:chgData name="Md. Nahid Hasan" userId="S::nahid@vu.edu.bd::85ea5f9e-65d6-4031-b810-9415101f2e21" providerId="AD" clId="Web-{5DFB6F68-1C20-43CB-89BC-4D76E458C838}" dt="2020-12-21T13:37:22.036" v="580"/>
          <ac:inkMkLst>
            <pc:docMk/>
            <pc:sldMk cId="0" sldId="444"/>
            <ac:inkMk id="237612" creationId="{FD36F3A2-7417-45C7-AB04-9D3F84FB43E0}"/>
          </ac:inkMkLst>
        </pc:inkChg>
        <pc:inkChg chg="add">
          <ac:chgData name="Md. Nahid Hasan" userId="S::nahid@vu.edu.bd::85ea5f9e-65d6-4031-b810-9415101f2e21" providerId="AD" clId="Web-{5DFB6F68-1C20-43CB-89BC-4D76E458C838}" dt="2020-12-21T13:37:51.099" v="581"/>
          <ac:inkMkLst>
            <pc:docMk/>
            <pc:sldMk cId="0" sldId="444"/>
            <ac:inkMk id="237613" creationId="{F961D724-4645-41BA-9DCF-F0297C0FA9BB}"/>
          </ac:inkMkLst>
        </pc:inkChg>
        <pc:inkChg chg="add">
          <ac:chgData name="Md. Nahid Hasan" userId="S::nahid@vu.edu.bd::85ea5f9e-65d6-4031-b810-9415101f2e21" providerId="AD" clId="Web-{5DFB6F68-1C20-43CB-89BC-4D76E458C838}" dt="2020-12-21T13:37:58.849" v="582"/>
          <ac:inkMkLst>
            <pc:docMk/>
            <pc:sldMk cId="0" sldId="444"/>
            <ac:inkMk id="237614" creationId="{4DFDBCD2-547A-432F-98E5-B88C5863B58D}"/>
          </ac:inkMkLst>
        </pc:inkChg>
        <pc:inkChg chg="add">
          <ac:chgData name="Md. Nahid Hasan" userId="S::nahid@vu.edu.bd::85ea5f9e-65d6-4031-b810-9415101f2e21" providerId="AD" clId="Web-{5DFB6F68-1C20-43CB-89BC-4D76E458C838}" dt="2020-12-21T13:37:59.864" v="583"/>
          <ac:inkMkLst>
            <pc:docMk/>
            <pc:sldMk cId="0" sldId="444"/>
            <ac:inkMk id="237615" creationId="{16C102E0-B627-4F75-85B3-313141E9BD74}"/>
          </ac:inkMkLst>
        </pc:inkChg>
        <pc:inkChg chg="add">
          <ac:chgData name="Md. Nahid Hasan" userId="S::nahid@vu.edu.bd::85ea5f9e-65d6-4031-b810-9415101f2e21" providerId="AD" clId="Web-{5DFB6F68-1C20-43CB-89BC-4D76E458C838}" dt="2020-12-21T13:38:01.052" v="584"/>
          <ac:inkMkLst>
            <pc:docMk/>
            <pc:sldMk cId="0" sldId="444"/>
            <ac:inkMk id="237616" creationId="{591F1E61-287B-4D5D-A697-4DCC051F4E38}"/>
          </ac:inkMkLst>
        </pc:inkChg>
        <pc:inkChg chg="add">
          <ac:chgData name="Md. Nahid Hasan" userId="S::nahid@vu.edu.bd::85ea5f9e-65d6-4031-b810-9415101f2e21" providerId="AD" clId="Web-{5DFB6F68-1C20-43CB-89BC-4D76E458C838}" dt="2020-12-21T13:38:03.068" v="585"/>
          <ac:inkMkLst>
            <pc:docMk/>
            <pc:sldMk cId="0" sldId="444"/>
            <ac:inkMk id="237617" creationId="{85954BA3-F3F9-432F-BBAF-2A67CA7742AE}"/>
          </ac:inkMkLst>
        </pc:inkChg>
        <pc:inkChg chg="add">
          <ac:chgData name="Md. Nahid Hasan" userId="S::nahid@vu.edu.bd::85ea5f9e-65d6-4031-b810-9415101f2e21" providerId="AD" clId="Web-{5DFB6F68-1C20-43CB-89BC-4D76E458C838}" dt="2020-12-21T13:38:03.083" v="586"/>
          <ac:inkMkLst>
            <pc:docMk/>
            <pc:sldMk cId="0" sldId="444"/>
            <ac:inkMk id="237618" creationId="{8445AC35-9F52-4912-9AE4-2DA476A205BA}"/>
          </ac:inkMkLst>
        </pc:inkChg>
        <pc:inkChg chg="add">
          <ac:chgData name="Md. Nahid Hasan" userId="S::nahid@vu.edu.bd::85ea5f9e-65d6-4031-b810-9415101f2e21" providerId="AD" clId="Web-{5DFB6F68-1C20-43CB-89BC-4D76E458C838}" dt="2020-12-21T13:38:03.099" v="587"/>
          <ac:inkMkLst>
            <pc:docMk/>
            <pc:sldMk cId="0" sldId="444"/>
            <ac:inkMk id="237619" creationId="{DF318950-7C61-405E-899D-9DC1AC2C9B10}"/>
          </ac:inkMkLst>
        </pc:inkChg>
        <pc:inkChg chg="add">
          <ac:chgData name="Md. Nahid Hasan" userId="S::nahid@vu.edu.bd::85ea5f9e-65d6-4031-b810-9415101f2e21" providerId="AD" clId="Web-{5DFB6F68-1C20-43CB-89BC-4D76E458C838}" dt="2020-12-21T13:38:05.208" v="588"/>
          <ac:inkMkLst>
            <pc:docMk/>
            <pc:sldMk cId="0" sldId="444"/>
            <ac:inkMk id="237620" creationId="{29FE9FE4-1D1C-49D6-B689-01877879E298}"/>
          </ac:inkMkLst>
        </pc:inkChg>
        <pc:inkChg chg="add">
          <ac:chgData name="Md. Nahid Hasan" userId="S::nahid@vu.edu.bd::85ea5f9e-65d6-4031-b810-9415101f2e21" providerId="AD" clId="Web-{5DFB6F68-1C20-43CB-89BC-4D76E458C838}" dt="2020-12-21T13:38:18.146" v="589"/>
          <ac:inkMkLst>
            <pc:docMk/>
            <pc:sldMk cId="0" sldId="444"/>
            <ac:inkMk id="237621" creationId="{41425FB6-E811-4115-9BF4-A145DA7EC21D}"/>
          </ac:inkMkLst>
        </pc:inkChg>
        <pc:inkChg chg="add">
          <ac:chgData name="Md. Nahid Hasan" userId="S::nahid@vu.edu.bd::85ea5f9e-65d6-4031-b810-9415101f2e21" providerId="AD" clId="Web-{5DFB6F68-1C20-43CB-89BC-4D76E458C838}" dt="2020-12-21T13:38:19.036" v="590"/>
          <ac:inkMkLst>
            <pc:docMk/>
            <pc:sldMk cId="0" sldId="444"/>
            <ac:inkMk id="237622" creationId="{FE1A7FCD-CE9C-47E7-BE86-7CF6BDAAE22C}"/>
          </ac:inkMkLst>
        </pc:inkChg>
        <pc:inkChg chg="add">
          <ac:chgData name="Md. Nahid Hasan" userId="S::nahid@vu.edu.bd::85ea5f9e-65d6-4031-b810-9415101f2e21" providerId="AD" clId="Web-{5DFB6F68-1C20-43CB-89BC-4D76E458C838}" dt="2020-12-21T13:38:32.130" v="591"/>
          <ac:inkMkLst>
            <pc:docMk/>
            <pc:sldMk cId="0" sldId="444"/>
            <ac:inkMk id="237623" creationId="{6A3A00C6-2AF0-4387-8A72-79AEC35AAFB7}"/>
          </ac:inkMkLst>
        </pc:inkChg>
        <pc:inkChg chg="add">
          <ac:chgData name="Md. Nahid Hasan" userId="S::nahid@vu.edu.bd::85ea5f9e-65d6-4031-b810-9415101f2e21" providerId="AD" clId="Web-{5DFB6F68-1C20-43CB-89BC-4D76E458C838}" dt="2020-12-21T13:38:33.912" v="592"/>
          <ac:inkMkLst>
            <pc:docMk/>
            <pc:sldMk cId="0" sldId="444"/>
            <ac:inkMk id="237624" creationId="{CB0F5545-B7C8-4F65-9FB8-B3F0AD24AF8B}"/>
          </ac:inkMkLst>
        </pc:inkChg>
        <pc:inkChg chg="add">
          <ac:chgData name="Md. Nahid Hasan" userId="S::nahid@vu.edu.bd::85ea5f9e-65d6-4031-b810-9415101f2e21" providerId="AD" clId="Web-{5DFB6F68-1C20-43CB-89BC-4D76E458C838}" dt="2020-12-21T13:38:38.865" v="593"/>
          <ac:inkMkLst>
            <pc:docMk/>
            <pc:sldMk cId="0" sldId="444"/>
            <ac:inkMk id="237625" creationId="{0B557B32-45AE-4081-A09E-9B4A20631EDE}"/>
          </ac:inkMkLst>
        </pc:inkChg>
        <pc:inkChg chg="add">
          <ac:chgData name="Md. Nahid Hasan" userId="S::nahid@vu.edu.bd::85ea5f9e-65d6-4031-b810-9415101f2e21" providerId="AD" clId="Web-{5DFB6F68-1C20-43CB-89BC-4D76E458C838}" dt="2020-12-21T13:38:40.193" v="594"/>
          <ac:inkMkLst>
            <pc:docMk/>
            <pc:sldMk cId="0" sldId="444"/>
            <ac:inkMk id="237626" creationId="{D32CDFAB-88FB-4C49-8D4C-7BCA39F2E23F}"/>
          </ac:inkMkLst>
        </pc:inkChg>
        <pc:inkChg chg="add">
          <ac:chgData name="Md. Nahid Hasan" userId="S::nahid@vu.edu.bd::85ea5f9e-65d6-4031-b810-9415101f2e21" providerId="AD" clId="Web-{5DFB6F68-1C20-43CB-89BC-4D76E458C838}" dt="2020-12-21T13:38:48.459" v="595"/>
          <ac:inkMkLst>
            <pc:docMk/>
            <pc:sldMk cId="0" sldId="444"/>
            <ac:inkMk id="237627" creationId="{B2800756-7451-4265-87D5-1CE744F509A0}"/>
          </ac:inkMkLst>
        </pc:inkChg>
        <pc:inkChg chg="add">
          <ac:chgData name="Md. Nahid Hasan" userId="S::nahid@vu.edu.bd::85ea5f9e-65d6-4031-b810-9415101f2e21" providerId="AD" clId="Web-{5DFB6F68-1C20-43CB-89BC-4D76E458C838}" dt="2020-12-21T13:38:50.506" v="596"/>
          <ac:inkMkLst>
            <pc:docMk/>
            <pc:sldMk cId="0" sldId="444"/>
            <ac:inkMk id="237628" creationId="{5999B3E9-636D-456B-B285-2D358D22AD2B}"/>
          </ac:inkMkLst>
        </pc:inkChg>
        <pc:inkChg chg="add">
          <ac:chgData name="Md. Nahid Hasan" userId="S::nahid@vu.edu.bd::85ea5f9e-65d6-4031-b810-9415101f2e21" providerId="AD" clId="Web-{5DFB6F68-1C20-43CB-89BC-4D76E458C838}" dt="2020-12-21T13:38:50.521" v="597"/>
          <ac:inkMkLst>
            <pc:docMk/>
            <pc:sldMk cId="0" sldId="444"/>
            <ac:inkMk id="237629" creationId="{46962B00-5AB2-4960-AEF1-13D6D7AB388A}"/>
          </ac:inkMkLst>
        </pc:inkChg>
        <pc:inkChg chg="add">
          <ac:chgData name="Md. Nahid Hasan" userId="S::nahid@vu.edu.bd::85ea5f9e-65d6-4031-b810-9415101f2e21" providerId="AD" clId="Web-{5DFB6F68-1C20-43CB-89BC-4D76E458C838}" dt="2020-12-21T13:38:55.787" v="598"/>
          <ac:inkMkLst>
            <pc:docMk/>
            <pc:sldMk cId="0" sldId="444"/>
            <ac:inkMk id="237630" creationId="{C2ED9808-BE16-459F-BDA9-7257DB9F7BF7}"/>
          </ac:inkMkLst>
        </pc:inkChg>
        <pc:inkChg chg="add">
          <ac:chgData name="Md. Nahid Hasan" userId="S::nahid@vu.edu.bd::85ea5f9e-65d6-4031-b810-9415101f2e21" providerId="AD" clId="Web-{5DFB6F68-1C20-43CB-89BC-4D76E458C838}" dt="2020-12-21T13:38:59.631" v="599"/>
          <ac:inkMkLst>
            <pc:docMk/>
            <pc:sldMk cId="0" sldId="444"/>
            <ac:inkMk id="237631" creationId="{0B09584C-EA3F-4A34-BA8A-B84D96FDE28F}"/>
          </ac:inkMkLst>
        </pc:inkChg>
        <pc:inkChg chg="add">
          <ac:chgData name="Md. Nahid Hasan" userId="S::nahid@vu.edu.bd::85ea5f9e-65d6-4031-b810-9415101f2e21" providerId="AD" clId="Web-{5DFB6F68-1C20-43CB-89BC-4D76E458C838}" dt="2020-12-21T13:39:00.146" v="600"/>
          <ac:inkMkLst>
            <pc:docMk/>
            <pc:sldMk cId="0" sldId="444"/>
            <ac:inkMk id="237632" creationId="{71152C35-EE4A-4623-A383-985045D38255}"/>
          </ac:inkMkLst>
        </pc:inkChg>
        <pc:inkChg chg="add">
          <ac:chgData name="Md. Nahid Hasan" userId="S::nahid@vu.edu.bd::85ea5f9e-65d6-4031-b810-9415101f2e21" providerId="AD" clId="Web-{5DFB6F68-1C20-43CB-89BC-4D76E458C838}" dt="2020-12-21T13:39:01.943" v="601"/>
          <ac:inkMkLst>
            <pc:docMk/>
            <pc:sldMk cId="0" sldId="444"/>
            <ac:inkMk id="237633" creationId="{7C206998-0594-4825-A79A-400F3B100756}"/>
          </ac:inkMkLst>
        </pc:inkChg>
        <pc:inkChg chg="add">
          <ac:chgData name="Md. Nahid Hasan" userId="S::nahid@vu.edu.bd::85ea5f9e-65d6-4031-b810-9415101f2e21" providerId="AD" clId="Web-{5DFB6F68-1C20-43CB-89BC-4D76E458C838}" dt="2020-12-21T13:39:02.459" v="602"/>
          <ac:inkMkLst>
            <pc:docMk/>
            <pc:sldMk cId="0" sldId="444"/>
            <ac:inkMk id="237634" creationId="{96ED01B9-B351-4DC3-961C-61D9D0AE8DA2}"/>
          </ac:inkMkLst>
        </pc:inkChg>
        <pc:inkChg chg="add">
          <ac:chgData name="Md. Nahid Hasan" userId="S::nahid@vu.edu.bd::85ea5f9e-65d6-4031-b810-9415101f2e21" providerId="AD" clId="Web-{5DFB6F68-1C20-43CB-89BC-4D76E458C838}" dt="2020-12-21T13:39:04.568" v="603"/>
          <ac:inkMkLst>
            <pc:docMk/>
            <pc:sldMk cId="0" sldId="444"/>
            <ac:inkMk id="237635" creationId="{84E9B3AC-C43C-46A5-9B1D-EB7FB91EF801}"/>
          </ac:inkMkLst>
        </pc:inkChg>
        <pc:inkChg chg="add">
          <ac:chgData name="Md. Nahid Hasan" userId="S::nahid@vu.edu.bd::85ea5f9e-65d6-4031-b810-9415101f2e21" providerId="AD" clId="Web-{5DFB6F68-1C20-43CB-89BC-4D76E458C838}" dt="2020-12-21T13:39:05.428" v="604"/>
          <ac:inkMkLst>
            <pc:docMk/>
            <pc:sldMk cId="0" sldId="444"/>
            <ac:inkMk id="237636" creationId="{834F49D1-9703-4F86-A543-8AE5CAE75F76}"/>
          </ac:inkMkLst>
        </pc:inkChg>
        <pc:inkChg chg="add">
          <ac:chgData name="Md. Nahid Hasan" userId="S::nahid@vu.edu.bd::85ea5f9e-65d6-4031-b810-9415101f2e21" providerId="AD" clId="Web-{5DFB6F68-1C20-43CB-89BC-4D76E458C838}" dt="2020-12-21T13:39:07.225" v="605"/>
          <ac:inkMkLst>
            <pc:docMk/>
            <pc:sldMk cId="0" sldId="444"/>
            <ac:inkMk id="237637" creationId="{6BB08E51-6E62-4B0B-96B6-5C5956E1EB04}"/>
          </ac:inkMkLst>
        </pc:inkChg>
        <pc:inkChg chg="add">
          <ac:chgData name="Md. Nahid Hasan" userId="S::nahid@vu.edu.bd::85ea5f9e-65d6-4031-b810-9415101f2e21" providerId="AD" clId="Web-{5DFB6F68-1C20-43CB-89BC-4D76E458C838}" dt="2020-12-21T13:39:07.240" v="606"/>
          <ac:inkMkLst>
            <pc:docMk/>
            <pc:sldMk cId="0" sldId="444"/>
            <ac:inkMk id="237638" creationId="{479BB98C-D7C3-44AC-A463-495502A11CB8}"/>
          </ac:inkMkLst>
        </pc:inkChg>
        <pc:inkChg chg="add">
          <ac:chgData name="Md. Nahid Hasan" userId="S::nahid@vu.edu.bd::85ea5f9e-65d6-4031-b810-9415101f2e21" providerId="AD" clId="Web-{5DFB6F68-1C20-43CB-89BC-4D76E458C838}" dt="2020-12-21T13:39:10.053" v="607"/>
          <ac:inkMkLst>
            <pc:docMk/>
            <pc:sldMk cId="0" sldId="444"/>
            <ac:inkMk id="237639" creationId="{2B3903BD-FB89-473C-B748-B5D10B8FBA99}"/>
          </ac:inkMkLst>
        </pc:inkChg>
        <pc:inkChg chg="add">
          <ac:chgData name="Md. Nahid Hasan" userId="S::nahid@vu.edu.bd::85ea5f9e-65d6-4031-b810-9415101f2e21" providerId="AD" clId="Web-{5DFB6F68-1C20-43CB-89BC-4D76E458C838}" dt="2020-12-21T13:39:10.834" v="608"/>
          <ac:inkMkLst>
            <pc:docMk/>
            <pc:sldMk cId="0" sldId="444"/>
            <ac:inkMk id="237640" creationId="{395092C4-B720-4993-8F74-84F7628B280E}"/>
          </ac:inkMkLst>
        </pc:inkChg>
        <pc:inkChg chg="add">
          <ac:chgData name="Md. Nahid Hasan" userId="S::nahid@vu.edu.bd::85ea5f9e-65d6-4031-b810-9415101f2e21" providerId="AD" clId="Web-{5DFB6F68-1C20-43CB-89BC-4D76E458C838}" dt="2020-12-21T13:39:44.538" v="609"/>
          <ac:inkMkLst>
            <pc:docMk/>
            <pc:sldMk cId="0" sldId="444"/>
            <ac:inkMk id="237641" creationId="{1C87209A-4F50-4A16-9D06-1A373BEE396B}"/>
          </ac:inkMkLst>
        </pc:inkChg>
        <pc:inkChg chg="add">
          <ac:chgData name="Md. Nahid Hasan" userId="S::nahid@vu.edu.bd::85ea5f9e-65d6-4031-b810-9415101f2e21" providerId="AD" clId="Web-{5DFB6F68-1C20-43CB-89BC-4D76E458C838}" dt="2020-12-21T13:39:49.725" v="610"/>
          <ac:inkMkLst>
            <pc:docMk/>
            <pc:sldMk cId="0" sldId="444"/>
            <ac:inkMk id="237642" creationId="{777DBE21-783B-45ED-89F9-1B3B77914EEC}"/>
          </ac:inkMkLst>
        </pc:inkChg>
        <pc:inkChg chg="add">
          <ac:chgData name="Md. Nahid Hasan" userId="S::nahid@vu.edu.bd::85ea5f9e-65d6-4031-b810-9415101f2e21" providerId="AD" clId="Web-{5DFB6F68-1C20-43CB-89BC-4D76E458C838}" dt="2020-12-21T13:39:52.944" v="611"/>
          <ac:inkMkLst>
            <pc:docMk/>
            <pc:sldMk cId="0" sldId="444"/>
            <ac:inkMk id="237643" creationId="{41B2C0C1-E594-4CA1-BF0B-D799C32280ED}"/>
          </ac:inkMkLst>
        </pc:inkChg>
        <pc:inkChg chg="add">
          <ac:chgData name="Md. Nahid Hasan" userId="S::nahid@vu.edu.bd::85ea5f9e-65d6-4031-b810-9415101f2e21" providerId="AD" clId="Web-{5DFB6F68-1C20-43CB-89BC-4D76E458C838}" dt="2020-12-21T13:39:54.131" v="612"/>
          <ac:inkMkLst>
            <pc:docMk/>
            <pc:sldMk cId="0" sldId="444"/>
            <ac:inkMk id="237644" creationId="{0B59D4E4-9737-4ADF-90F8-219015D76252}"/>
          </ac:inkMkLst>
        </pc:inkChg>
        <pc:inkChg chg="add">
          <ac:chgData name="Md. Nahid Hasan" userId="S::nahid@vu.edu.bd::85ea5f9e-65d6-4031-b810-9415101f2e21" providerId="AD" clId="Web-{5DFB6F68-1C20-43CB-89BC-4D76E458C838}" dt="2020-12-21T13:39:56.053" v="613"/>
          <ac:inkMkLst>
            <pc:docMk/>
            <pc:sldMk cId="0" sldId="444"/>
            <ac:inkMk id="237645" creationId="{8F5667CB-E271-473E-9821-9DE1B6CB3858}"/>
          </ac:inkMkLst>
        </pc:inkChg>
        <pc:inkChg chg="add">
          <ac:chgData name="Md. Nahid Hasan" userId="S::nahid@vu.edu.bd::85ea5f9e-65d6-4031-b810-9415101f2e21" providerId="AD" clId="Web-{5DFB6F68-1C20-43CB-89BC-4D76E458C838}" dt="2020-12-21T13:39:56.069" v="614"/>
          <ac:inkMkLst>
            <pc:docMk/>
            <pc:sldMk cId="0" sldId="444"/>
            <ac:inkMk id="237646" creationId="{5B7589D0-4BE7-467F-8B93-0953EB832651}"/>
          </ac:inkMkLst>
        </pc:inkChg>
        <pc:inkChg chg="add">
          <ac:chgData name="Md. Nahid Hasan" userId="S::nahid@vu.edu.bd::85ea5f9e-65d6-4031-b810-9415101f2e21" providerId="AD" clId="Web-{5DFB6F68-1C20-43CB-89BC-4D76E458C838}" dt="2020-12-21T13:39:56.085" v="615"/>
          <ac:inkMkLst>
            <pc:docMk/>
            <pc:sldMk cId="0" sldId="444"/>
            <ac:inkMk id="237647" creationId="{73D29FF0-3001-45B1-A4CB-C838DF42D505}"/>
          </ac:inkMkLst>
        </pc:inkChg>
        <pc:inkChg chg="add">
          <ac:chgData name="Md. Nahid Hasan" userId="S::nahid@vu.edu.bd::85ea5f9e-65d6-4031-b810-9415101f2e21" providerId="AD" clId="Web-{5DFB6F68-1C20-43CB-89BC-4D76E458C838}" dt="2020-12-21T13:39:57.147" v="616"/>
          <ac:inkMkLst>
            <pc:docMk/>
            <pc:sldMk cId="0" sldId="444"/>
            <ac:inkMk id="237648" creationId="{D7AB578A-9488-4A56-B939-EBF244A1CBA1}"/>
          </ac:inkMkLst>
        </pc:inkChg>
        <pc:inkChg chg="add">
          <ac:chgData name="Md. Nahid Hasan" userId="S::nahid@vu.edu.bd::85ea5f9e-65d6-4031-b810-9415101f2e21" providerId="AD" clId="Web-{5DFB6F68-1C20-43CB-89BC-4D76E458C838}" dt="2020-12-21T13:39:58.600" v="617"/>
          <ac:inkMkLst>
            <pc:docMk/>
            <pc:sldMk cId="0" sldId="444"/>
            <ac:inkMk id="237649" creationId="{C9B25DCC-9CD0-416C-B339-93F3984C82F8}"/>
          </ac:inkMkLst>
        </pc:inkChg>
        <pc:inkChg chg="add">
          <ac:chgData name="Md. Nahid Hasan" userId="S::nahid@vu.edu.bd::85ea5f9e-65d6-4031-b810-9415101f2e21" providerId="AD" clId="Web-{5DFB6F68-1C20-43CB-89BC-4D76E458C838}" dt="2020-12-21T13:39:58.600" v="618"/>
          <ac:inkMkLst>
            <pc:docMk/>
            <pc:sldMk cId="0" sldId="444"/>
            <ac:inkMk id="237650" creationId="{5988C25C-DF19-46D1-81C8-C33C01CF9ACE}"/>
          </ac:inkMkLst>
        </pc:inkChg>
        <pc:inkChg chg="add">
          <ac:chgData name="Md. Nahid Hasan" userId="S::nahid@vu.edu.bd::85ea5f9e-65d6-4031-b810-9415101f2e21" providerId="AD" clId="Web-{5DFB6F68-1C20-43CB-89BC-4D76E458C838}" dt="2020-12-21T13:39:58.616" v="619"/>
          <ac:inkMkLst>
            <pc:docMk/>
            <pc:sldMk cId="0" sldId="444"/>
            <ac:inkMk id="237651" creationId="{AE49D5EE-D491-408A-9CDB-19D23E9B2448}"/>
          </ac:inkMkLst>
        </pc:inkChg>
        <pc:inkChg chg="add">
          <ac:chgData name="Md. Nahid Hasan" userId="S::nahid@vu.edu.bd::85ea5f9e-65d6-4031-b810-9415101f2e21" providerId="AD" clId="Web-{5DFB6F68-1C20-43CB-89BC-4D76E458C838}" dt="2020-12-21T13:40:01.241" v="620"/>
          <ac:inkMkLst>
            <pc:docMk/>
            <pc:sldMk cId="0" sldId="444"/>
            <ac:inkMk id="237652" creationId="{57F8068D-617D-42E0-93AB-729ACA1500F7}"/>
          </ac:inkMkLst>
        </pc:inkChg>
        <pc:inkChg chg="add">
          <ac:chgData name="Md. Nahid Hasan" userId="S::nahid@vu.edu.bd::85ea5f9e-65d6-4031-b810-9415101f2e21" providerId="AD" clId="Web-{5DFB6F68-1C20-43CB-89BC-4D76E458C838}" dt="2020-12-21T13:40:02.960" v="621"/>
          <ac:inkMkLst>
            <pc:docMk/>
            <pc:sldMk cId="0" sldId="444"/>
            <ac:inkMk id="237653" creationId="{B8AE83FC-7E20-4114-A82E-16E77C11032D}"/>
          </ac:inkMkLst>
        </pc:inkChg>
        <pc:inkChg chg="add">
          <ac:chgData name="Md. Nahid Hasan" userId="S::nahid@vu.edu.bd::85ea5f9e-65d6-4031-b810-9415101f2e21" providerId="AD" clId="Web-{5DFB6F68-1C20-43CB-89BC-4D76E458C838}" dt="2020-12-21T13:40:02.975" v="622"/>
          <ac:inkMkLst>
            <pc:docMk/>
            <pc:sldMk cId="0" sldId="444"/>
            <ac:inkMk id="237654" creationId="{2884C5CF-ACF6-4AFC-B9A7-243F0F7FC5A4}"/>
          </ac:inkMkLst>
        </pc:inkChg>
        <pc:inkChg chg="add">
          <ac:chgData name="Md. Nahid Hasan" userId="S::nahid@vu.edu.bd::85ea5f9e-65d6-4031-b810-9415101f2e21" providerId="AD" clId="Web-{5DFB6F68-1C20-43CB-89BC-4D76E458C838}" dt="2020-12-21T13:40:11.038" v="623"/>
          <ac:inkMkLst>
            <pc:docMk/>
            <pc:sldMk cId="0" sldId="444"/>
            <ac:inkMk id="237655" creationId="{5C70E1B1-A0FB-4E46-A954-692A35A1D3A8}"/>
          </ac:inkMkLst>
        </pc:inkChg>
        <pc:inkChg chg="add">
          <ac:chgData name="Md. Nahid Hasan" userId="S::nahid@vu.edu.bd::85ea5f9e-65d6-4031-b810-9415101f2e21" providerId="AD" clId="Web-{5DFB6F68-1C20-43CB-89BC-4D76E458C838}" dt="2020-12-21T13:40:11.054" v="624"/>
          <ac:inkMkLst>
            <pc:docMk/>
            <pc:sldMk cId="0" sldId="444"/>
            <ac:inkMk id="237656" creationId="{2BDB668A-976C-4DB3-8566-1E2351264716}"/>
          </ac:inkMkLst>
        </pc:inkChg>
        <pc:inkChg chg="add">
          <ac:chgData name="Md. Nahid Hasan" userId="S::nahid@vu.edu.bd::85ea5f9e-65d6-4031-b810-9415101f2e21" providerId="AD" clId="Web-{5DFB6F68-1C20-43CB-89BC-4D76E458C838}" dt="2020-12-21T13:40:12.772" v="625"/>
          <ac:inkMkLst>
            <pc:docMk/>
            <pc:sldMk cId="0" sldId="444"/>
            <ac:inkMk id="237657" creationId="{03D466B4-F148-42DA-BCA9-7FCE682A8ED9}"/>
          </ac:inkMkLst>
        </pc:inkChg>
        <pc:inkChg chg="add">
          <ac:chgData name="Md. Nahid Hasan" userId="S::nahid@vu.edu.bd::85ea5f9e-65d6-4031-b810-9415101f2e21" providerId="AD" clId="Web-{5DFB6F68-1C20-43CB-89BC-4D76E458C838}" dt="2020-12-21T13:40:12.788" v="626"/>
          <ac:inkMkLst>
            <pc:docMk/>
            <pc:sldMk cId="0" sldId="444"/>
            <ac:inkMk id="237658" creationId="{9715663B-AAFD-4EC2-B07E-63DE36E6C65F}"/>
          </ac:inkMkLst>
        </pc:inkChg>
        <pc:inkChg chg="add">
          <ac:chgData name="Md. Nahid Hasan" userId="S::nahid@vu.edu.bd::85ea5f9e-65d6-4031-b810-9415101f2e21" providerId="AD" clId="Web-{5DFB6F68-1C20-43CB-89BC-4D76E458C838}" dt="2020-12-21T13:40:33.351" v="627"/>
          <ac:inkMkLst>
            <pc:docMk/>
            <pc:sldMk cId="0" sldId="444"/>
            <ac:inkMk id="237659" creationId="{0ED1FD1D-B51F-4589-AE8A-DA65DF6976D7}"/>
          </ac:inkMkLst>
        </pc:inkChg>
        <pc:inkChg chg="add">
          <ac:chgData name="Md. Nahid Hasan" userId="S::nahid@vu.edu.bd::85ea5f9e-65d6-4031-b810-9415101f2e21" providerId="AD" clId="Web-{5DFB6F68-1C20-43CB-89BC-4D76E458C838}" dt="2020-12-21T13:40:34.757" v="628"/>
          <ac:inkMkLst>
            <pc:docMk/>
            <pc:sldMk cId="0" sldId="444"/>
            <ac:inkMk id="237660" creationId="{AEB666E8-77D2-40DB-84F4-E3A1564CDF7B}"/>
          </ac:inkMkLst>
        </pc:inkChg>
        <pc:inkChg chg="add">
          <ac:chgData name="Md. Nahid Hasan" userId="S::nahid@vu.edu.bd::85ea5f9e-65d6-4031-b810-9415101f2e21" providerId="AD" clId="Web-{5DFB6F68-1C20-43CB-89BC-4D76E458C838}" dt="2020-12-21T13:40:34.773" v="629"/>
          <ac:inkMkLst>
            <pc:docMk/>
            <pc:sldMk cId="0" sldId="444"/>
            <ac:inkMk id="237661" creationId="{AB69A477-8691-4052-9C0C-50C98471CF1B}"/>
          </ac:inkMkLst>
        </pc:inkChg>
        <pc:inkChg chg="add">
          <ac:chgData name="Md. Nahid Hasan" userId="S::nahid@vu.edu.bd::85ea5f9e-65d6-4031-b810-9415101f2e21" providerId="AD" clId="Web-{5DFB6F68-1C20-43CB-89BC-4D76E458C838}" dt="2020-12-21T13:40:38.382" v="630"/>
          <ac:inkMkLst>
            <pc:docMk/>
            <pc:sldMk cId="0" sldId="444"/>
            <ac:inkMk id="237662" creationId="{91E4E47E-FC8A-48F8-9547-8F350C7E2F90}"/>
          </ac:inkMkLst>
        </pc:inkChg>
      </pc:sldChg>
    </pc:docChg>
  </pc:docChgLst>
  <pc:docChgLst>
    <pc:chgData name="Akib Ikbal" userId="S::akib@vu.edu.bd::334d03ed-2746-460b-91ca-b626f6f89ba0" providerId="AD" clId="Web-{09870231-3F7E-431F-A890-0DA4006511ED}"/>
    <pc:docChg chg="addSld modSld">
      <pc:chgData name="Akib Ikbal" userId="S::akib@vu.edu.bd::334d03ed-2746-460b-91ca-b626f6f89ba0" providerId="AD" clId="Web-{09870231-3F7E-431F-A890-0DA4006511ED}" dt="2025-04-29T03:27:25.113" v="33" actId="14100"/>
      <pc:docMkLst>
        <pc:docMk/>
      </pc:docMkLst>
      <pc:sldChg chg="addSp delSp modSp new">
        <pc:chgData name="Akib Ikbal" userId="S::akib@vu.edu.bd::334d03ed-2746-460b-91ca-b626f6f89ba0" providerId="AD" clId="Web-{09870231-3F7E-431F-A890-0DA4006511ED}" dt="2025-04-29T03:24:51.481" v="8" actId="14100"/>
        <pc:sldMkLst>
          <pc:docMk/>
          <pc:sldMk cId="1984264298" sldId="475"/>
        </pc:sldMkLst>
        <pc:spChg chg="del">
          <ac:chgData name="Akib Ikbal" userId="S::akib@vu.edu.bd::334d03ed-2746-460b-91ca-b626f6f89ba0" providerId="AD" clId="Web-{09870231-3F7E-431F-A890-0DA4006511ED}" dt="2025-04-29T03:24:11.308" v="1"/>
          <ac:spMkLst>
            <pc:docMk/>
            <pc:sldMk cId="1984264298" sldId="475"/>
            <ac:spMk id="2" creationId="{F42454A8-6E5B-51AE-FC05-B6CF431701FF}"/>
          </ac:spMkLst>
        </pc:spChg>
        <pc:spChg chg="del">
          <ac:chgData name="Akib Ikbal" userId="S::akib@vu.edu.bd::334d03ed-2746-460b-91ca-b626f6f89ba0" providerId="AD" clId="Web-{09870231-3F7E-431F-A890-0DA4006511ED}" dt="2025-04-29T03:24:14.949" v="2"/>
          <ac:spMkLst>
            <pc:docMk/>
            <pc:sldMk cId="1984264298" sldId="475"/>
            <ac:spMk id="3" creationId="{FC3EC36A-9128-5949-38F1-E6C10747D072}"/>
          </ac:spMkLst>
        </pc:spChg>
        <pc:picChg chg="add mod">
          <ac:chgData name="Akib Ikbal" userId="S::akib@vu.edu.bd::334d03ed-2746-460b-91ca-b626f6f89ba0" providerId="AD" clId="Web-{09870231-3F7E-431F-A890-0DA4006511ED}" dt="2025-04-29T03:24:51.481" v="8" actId="14100"/>
          <ac:picMkLst>
            <pc:docMk/>
            <pc:sldMk cId="1984264298" sldId="475"/>
            <ac:picMk id="4" creationId="{309E12C3-2477-F667-298D-853AA400E7BD}"/>
          </ac:picMkLst>
        </pc:picChg>
      </pc:sldChg>
      <pc:sldChg chg="addSp delSp modSp new">
        <pc:chgData name="Akib Ikbal" userId="S::akib@vu.edu.bd::334d03ed-2746-460b-91ca-b626f6f89ba0" providerId="AD" clId="Web-{09870231-3F7E-431F-A890-0DA4006511ED}" dt="2025-04-29T03:26:28.845" v="23" actId="14100"/>
        <pc:sldMkLst>
          <pc:docMk/>
          <pc:sldMk cId="2959688446" sldId="476"/>
        </pc:sldMkLst>
        <pc:picChg chg="add del mod">
          <ac:chgData name="Akib Ikbal" userId="S::akib@vu.edu.bd::334d03ed-2746-460b-91ca-b626f6f89ba0" providerId="AD" clId="Web-{09870231-3F7E-431F-A890-0DA4006511ED}" dt="2025-04-29T03:26:09.797" v="19"/>
          <ac:picMkLst>
            <pc:docMk/>
            <pc:sldMk cId="2959688446" sldId="476"/>
            <ac:picMk id="2" creationId="{770D6583-6EC0-415D-9124-C2EF98993015}"/>
          </ac:picMkLst>
        </pc:picChg>
        <pc:picChg chg="add mod">
          <ac:chgData name="Akib Ikbal" userId="S::akib@vu.edu.bd::334d03ed-2746-460b-91ca-b626f6f89ba0" providerId="AD" clId="Web-{09870231-3F7E-431F-A890-0DA4006511ED}" dt="2025-04-29T03:26:28.845" v="23" actId="14100"/>
          <ac:picMkLst>
            <pc:docMk/>
            <pc:sldMk cId="2959688446" sldId="476"/>
            <ac:picMk id="3" creationId="{602495B6-C00A-0822-576E-E8F6AFC3A3B5}"/>
          </ac:picMkLst>
        </pc:picChg>
      </pc:sldChg>
      <pc:sldChg chg="addSp modSp new">
        <pc:chgData name="Akib Ikbal" userId="S::akib@vu.edu.bd::334d03ed-2746-460b-91ca-b626f6f89ba0" providerId="AD" clId="Web-{09870231-3F7E-431F-A890-0DA4006511ED}" dt="2025-04-29T03:25:54.375" v="17" actId="14100"/>
        <pc:sldMkLst>
          <pc:docMk/>
          <pc:sldMk cId="1224912045" sldId="477"/>
        </pc:sldMkLst>
        <pc:picChg chg="add mod">
          <ac:chgData name="Akib Ikbal" userId="S::akib@vu.edu.bd::334d03ed-2746-460b-91ca-b626f6f89ba0" providerId="AD" clId="Web-{09870231-3F7E-431F-A890-0DA4006511ED}" dt="2025-04-29T03:25:54.375" v="17" actId="14100"/>
          <ac:picMkLst>
            <pc:docMk/>
            <pc:sldMk cId="1224912045" sldId="477"/>
            <ac:picMk id="2" creationId="{1736832F-A02B-2C2F-E99D-819FF9192849}"/>
          </ac:picMkLst>
        </pc:picChg>
      </pc:sldChg>
      <pc:sldChg chg="addSp modSp new">
        <pc:chgData name="Akib Ikbal" userId="S::akib@vu.edu.bd::334d03ed-2746-460b-91ca-b626f6f89ba0" providerId="AD" clId="Web-{09870231-3F7E-431F-A890-0DA4006511ED}" dt="2025-04-29T03:27:00.284" v="28" actId="14100"/>
        <pc:sldMkLst>
          <pc:docMk/>
          <pc:sldMk cId="1382592959" sldId="478"/>
        </pc:sldMkLst>
        <pc:picChg chg="add mod">
          <ac:chgData name="Akib Ikbal" userId="S::akib@vu.edu.bd::334d03ed-2746-460b-91ca-b626f6f89ba0" providerId="AD" clId="Web-{09870231-3F7E-431F-A890-0DA4006511ED}" dt="2025-04-29T03:27:00.284" v="28" actId="14100"/>
          <ac:picMkLst>
            <pc:docMk/>
            <pc:sldMk cId="1382592959" sldId="478"/>
            <ac:picMk id="2" creationId="{92F728BC-7299-7EBF-DDAE-C64C6D9AFC15}"/>
          </ac:picMkLst>
        </pc:picChg>
      </pc:sldChg>
      <pc:sldChg chg="addSp modSp new">
        <pc:chgData name="Akib Ikbal" userId="S::akib@vu.edu.bd::334d03ed-2746-460b-91ca-b626f6f89ba0" providerId="AD" clId="Web-{09870231-3F7E-431F-A890-0DA4006511ED}" dt="2025-04-29T03:27:25.113" v="33" actId="14100"/>
        <pc:sldMkLst>
          <pc:docMk/>
          <pc:sldMk cId="1866308193" sldId="479"/>
        </pc:sldMkLst>
        <pc:picChg chg="add mod">
          <ac:chgData name="Akib Ikbal" userId="S::akib@vu.edu.bd::334d03ed-2746-460b-91ca-b626f6f89ba0" providerId="AD" clId="Web-{09870231-3F7E-431F-A890-0DA4006511ED}" dt="2025-04-29T03:27:25.113" v="33" actId="14100"/>
          <ac:picMkLst>
            <pc:docMk/>
            <pc:sldMk cId="1866308193" sldId="479"/>
            <ac:picMk id="2" creationId="{10EE2ED6-8061-826B-8078-4A4CD19A1070}"/>
          </ac:picMkLst>
        </pc:picChg>
      </pc:sldChg>
    </pc:docChg>
  </pc:docChgLst>
  <pc:docChgLst>
    <pc:chgData name="Md. Nahid Hasan" userId="S::nahid@vu.edu.bd::85ea5f9e-65d6-4031-b810-9415101f2e21" providerId="AD" clId="Web-{D14C8DFD-FCFB-41A1-874E-150991E4BFE9}"/>
    <pc:docChg chg="modSld">
      <pc:chgData name="Md. Nahid Hasan" userId="S::nahid@vu.edu.bd::85ea5f9e-65d6-4031-b810-9415101f2e21" providerId="AD" clId="Web-{D14C8DFD-FCFB-41A1-874E-150991E4BFE9}" dt="2020-09-01T05:14:00.721" v="167"/>
      <pc:docMkLst>
        <pc:docMk/>
      </pc:docMkLst>
      <pc:sldChg chg="addSp delSp">
        <pc:chgData name="Md. Nahid Hasan" userId="S::nahid@vu.edu.bd::85ea5f9e-65d6-4031-b810-9415101f2e21" providerId="AD" clId="Web-{D14C8DFD-FCFB-41A1-874E-150991E4BFE9}" dt="2020-09-01T05:14:00.721" v="167"/>
        <pc:sldMkLst>
          <pc:docMk/>
          <pc:sldMk cId="0" sldId="468"/>
        </pc:sldMkLst>
        <pc:inkChg chg="add">
          <ac:chgData name="Md. Nahid Hasan" userId="S::nahid@vu.edu.bd::85ea5f9e-65d6-4031-b810-9415101f2e21" providerId="AD" clId="Web-{D14C8DFD-FCFB-41A1-874E-150991E4BFE9}" dt="2020-09-01T05:07:11.889" v="80"/>
          <ac:inkMkLst>
            <pc:docMk/>
            <pc:sldMk cId="0" sldId="468"/>
            <ac:inkMk id="9" creationId="{BBABA2EC-DBB5-4828-AF08-E92D31B1BB13}"/>
          </ac:inkMkLst>
        </pc:inkChg>
        <pc:inkChg chg="add">
          <ac:chgData name="Md. Nahid Hasan" userId="S::nahid@vu.edu.bd::85ea5f9e-65d6-4031-b810-9415101f2e21" providerId="AD" clId="Web-{D14C8DFD-FCFB-41A1-874E-150991E4BFE9}" dt="2020-09-01T05:07:15.639" v="81"/>
          <ac:inkMkLst>
            <pc:docMk/>
            <pc:sldMk cId="0" sldId="468"/>
            <ac:inkMk id="10" creationId="{46C5B177-9B15-4E81-8A33-18C983728CAE}"/>
          </ac:inkMkLst>
        </pc:inkChg>
        <pc:inkChg chg="add">
          <ac:chgData name="Md. Nahid Hasan" userId="S::nahid@vu.edu.bd::85ea5f9e-65d6-4031-b810-9415101f2e21" providerId="AD" clId="Web-{D14C8DFD-FCFB-41A1-874E-150991E4BFE9}" dt="2020-09-01T05:07:19.358" v="82"/>
          <ac:inkMkLst>
            <pc:docMk/>
            <pc:sldMk cId="0" sldId="468"/>
            <ac:inkMk id="11" creationId="{B37AAF11-D4D0-4442-A2B9-EA8330823ECE}"/>
          </ac:inkMkLst>
        </pc:inkChg>
        <pc:inkChg chg="add">
          <ac:chgData name="Md. Nahid Hasan" userId="S::nahid@vu.edu.bd::85ea5f9e-65d6-4031-b810-9415101f2e21" providerId="AD" clId="Web-{D14C8DFD-FCFB-41A1-874E-150991E4BFE9}" dt="2020-09-01T05:07:19.374" v="83"/>
          <ac:inkMkLst>
            <pc:docMk/>
            <pc:sldMk cId="0" sldId="468"/>
            <ac:inkMk id="12" creationId="{719B7464-D5C0-49B7-95EB-82B3C1423717}"/>
          </ac:inkMkLst>
        </pc:inkChg>
        <pc:inkChg chg="add">
          <ac:chgData name="Md. Nahid Hasan" userId="S::nahid@vu.edu.bd::85ea5f9e-65d6-4031-b810-9415101f2e21" providerId="AD" clId="Web-{D14C8DFD-FCFB-41A1-874E-150991E4BFE9}" dt="2020-09-01T05:07:19.390" v="84"/>
          <ac:inkMkLst>
            <pc:docMk/>
            <pc:sldMk cId="0" sldId="468"/>
            <ac:inkMk id="13" creationId="{89873871-7696-4169-BE47-7891404B0622}"/>
          </ac:inkMkLst>
        </pc:inkChg>
        <pc:inkChg chg="add">
          <ac:chgData name="Md. Nahid Hasan" userId="S::nahid@vu.edu.bd::85ea5f9e-65d6-4031-b810-9415101f2e21" providerId="AD" clId="Web-{D14C8DFD-FCFB-41A1-874E-150991E4BFE9}" dt="2020-09-01T05:07:19.405" v="85"/>
          <ac:inkMkLst>
            <pc:docMk/>
            <pc:sldMk cId="0" sldId="468"/>
            <ac:inkMk id="14" creationId="{4C4F3582-E4A2-485E-98FE-C4C3E0C8068C}"/>
          </ac:inkMkLst>
        </pc:inkChg>
        <pc:inkChg chg="add">
          <ac:chgData name="Md. Nahid Hasan" userId="S::nahid@vu.edu.bd::85ea5f9e-65d6-4031-b810-9415101f2e21" providerId="AD" clId="Web-{D14C8DFD-FCFB-41A1-874E-150991E4BFE9}" dt="2020-09-01T05:07:20.343" v="86"/>
          <ac:inkMkLst>
            <pc:docMk/>
            <pc:sldMk cId="0" sldId="468"/>
            <ac:inkMk id="15" creationId="{162DE6CA-86AD-4880-87C9-B2ECEE0F7458}"/>
          </ac:inkMkLst>
        </pc:inkChg>
        <pc:inkChg chg="add">
          <ac:chgData name="Md. Nahid Hasan" userId="S::nahid@vu.edu.bd::85ea5f9e-65d6-4031-b810-9415101f2e21" providerId="AD" clId="Web-{D14C8DFD-FCFB-41A1-874E-150991E4BFE9}" dt="2020-09-01T05:07:21.077" v="87"/>
          <ac:inkMkLst>
            <pc:docMk/>
            <pc:sldMk cId="0" sldId="468"/>
            <ac:inkMk id="16" creationId="{EA819F8C-4DB5-4740-AC2C-D6211DFA6ACF}"/>
          </ac:inkMkLst>
        </pc:inkChg>
        <pc:inkChg chg="add">
          <ac:chgData name="Md. Nahid Hasan" userId="S::nahid@vu.edu.bd::85ea5f9e-65d6-4031-b810-9415101f2e21" providerId="AD" clId="Web-{D14C8DFD-FCFB-41A1-874E-150991E4BFE9}" dt="2020-09-01T05:07:21.718" v="88"/>
          <ac:inkMkLst>
            <pc:docMk/>
            <pc:sldMk cId="0" sldId="468"/>
            <ac:inkMk id="17" creationId="{F8A2CBCD-DD28-46FF-A28E-94A9EE7C2287}"/>
          </ac:inkMkLst>
        </pc:inkChg>
        <pc:inkChg chg="add">
          <ac:chgData name="Md. Nahid Hasan" userId="S::nahid@vu.edu.bd::85ea5f9e-65d6-4031-b810-9415101f2e21" providerId="AD" clId="Web-{D14C8DFD-FCFB-41A1-874E-150991E4BFE9}" dt="2020-09-01T05:07:23.186" v="89"/>
          <ac:inkMkLst>
            <pc:docMk/>
            <pc:sldMk cId="0" sldId="468"/>
            <ac:inkMk id="18" creationId="{07F3822F-9CBB-407D-B4E7-5D03489DE539}"/>
          </ac:inkMkLst>
        </pc:inkChg>
        <pc:inkChg chg="add">
          <ac:chgData name="Md. Nahid Hasan" userId="S::nahid@vu.edu.bd::85ea5f9e-65d6-4031-b810-9415101f2e21" providerId="AD" clId="Web-{D14C8DFD-FCFB-41A1-874E-150991E4BFE9}" dt="2020-09-01T05:07:43.452" v="90"/>
          <ac:inkMkLst>
            <pc:docMk/>
            <pc:sldMk cId="0" sldId="468"/>
            <ac:inkMk id="19" creationId="{C4D07FF9-895C-416D-9443-EA5BD21924F0}"/>
          </ac:inkMkLst>
        </pc:inkChg>
        <pc:inkChg chg="add">
          <ac:chgData name="Md. Nahid Hasan" userId="S::nahid@vu.edu.bd::85ea5f9e-65d6-4031-b810-9415101f2e21" providerId="AD" clId="Web-{D14C8DFD-FCFB-41A1-874E-150991E4BFE9}" dt="2020-09-01T05:07:44.546" v="91"/>
          <ac:inkMkLst>
            <pc:docMk/>
            <pc:sldMk cId="0" sldId="468"/>
            <ac:inkMk id="20" creationId="{53EA0BAD-397C-4CC6-BF5E-3C95DE343056}"/>
          </ac:inkMkLst>
        </pc:inkChg>
        <pc:inkChg chg="add">
          <ac:chgData name="Md. Nahid Hasan" userId="S::nahid@vu.edu.bd::85ea5f9e-65d6-4031-b810-9415101f2e21" providerId="AD" clId="Web-{D14C8DFD-FCFB-41A1-874E-150991E4BFE9}" dt="2020-09-01T05:07:45.327" v="92"/>
          <ac:inkMkLst>
            <pc:docMk/>
            <pc:sldMk cId="0" sldId="468"/>
            <ac:inkMk id="21" creationId="{D0C10072-39D5-49CB-9421-DBDD148E16BF}"/>
          </ac:inkMkLst>
        </pc:inkChg>
        <pc:inkChg chg="add">
          <ac:chgData name="Md. Nahid Hasan" userId="S::nahid@vu.edu.bd::85ea5f9e-65d6-4031-b810-9415101f2e21" providerId="AD" clId="Web-{D14C8DFD-FCFB-41A1-874E-150991E4BFE9}" dt="2020-09-01T05:07:46.030" v="93"/>
          <ac:inkMkLst>
            <pc:docMk/>
            <pc:sldMk cId="0" sldId="468"/>
            <ac:inkMk id="22" creationId="{F320DC2D-FABB-4247-99F9-8C9212C665A1}"/>
          </ac:inkMkLst>
        </pc:inkChg>
        <pc:inkChg chg="add">
          <ac:chgData name="Md. Nahid Hasan" userId="S::nahid@vu.edu.bd::85ea5f9e-65d6-4031-b810-9415101f2e21" providerId="AD" clId="Web-{D14C8DFD-FCFB-41A1-874E-150991E4BFE9}" dt="2020-09-01T05:07:46.515" v="94"/>
          <ac:inkMkLst>
            <pc:docMk/>
            <pc:sldMk cId="0" sldId="468"/>
            <ac:inkMk id="23" creationId="{4144038A-4DDA-45FB-98B1-89A4EB793317}"/>
          </ac:inkMkLst>
        </pc:inkChg>
        <pc:inkChg chg="add">
          <ac:chgData name="Md. Nahid Hasan" userId="S::nahid@vu.edu.bd::85ea5f9e-65d6-4031-b810-9415101f2e21" providerId="AD" clId="Web-{D14C8DFD-FCFB-41A1-874E-150991E4BFE9}" dt="2020-09-01T05:07:47.312" v="95"/>
          <ac:inkMkLst>
            <pc:docMk/>
            <pc:sldMk cId="0" sldId="468"/>
            <ac:inkMk id="24" creationId="{D91A1419-554A-4418-A8FA-C9FA2B2DD356}"/>
          </ac:inkMkLst>
        </pc:inkChg>
        <pc:inkChg chg="add">
          <ac:chgData name="Md. Nahid Hasan" userId="S::nahid@vu.edu.bd::85ea5f9e-65d6-4031-b810-9415101f2e21" providerId="AD" clId="Web-{D14C8DFD-FCFB-41A1-874E-150991E4BFE9}" dt="2020-09-01T05:08:03.968" v="96"/>
          <ac:inkMkLst>
            <pc:docMk/>
            <pc:sldMk cId="0" sldId="468"/>
            <ac:inkMk id="25" creationId="{8808BC67-52BA-4300-9859-C5E02E9B6778}"/>
          </ac:inkMkLst>
        </pc:inkChg>
        <pc:inkChg chg="add">
          <ac:chgData name="Md. Nahid Hasan" userId="S::nahid@vu.edu.bd::85ea5f9e-65d6-4031-b810-9415101f2e21" providerId="AD" clId="Web-{D14C8DFD-FCFB-41A1-874E-150991E4BFE9}" dt="2020-09-01T05:08:06.030" v="97"/>
          <ac:inkMkLst>
            <pc:docMk/>
            <pc:sldMk cId="0" sldId="468"/>
            <ac:inkMk id="26" creationId="{EAEA2106-3E6E-4EC3-846E-CD7935CB3819}"/>
          </ac:inkMkLst>
        </pc:inkChg>
        <pc:inkChg chg="add">
          <ac:chgData name="Md. Nahid Hasan" userId="S::nahid@vu.edu.bd::85ea5f9e-65d6-4031-b810-9415101f2e21" providerId="AD" clId="Web-{D14C8DFD-FCFB-41A1-874E-150991E4BFE9}" dt="2020-09-01T05:08:07.312" v="98"/>
          <ac:inkMkLst>
            <pc:docMk/>
            <pc:sldMk cId="0" sldId="468"/>
            <ac:inkMk id="27" creationId="{2D10C1FE-2CE6-4696-AA24-283DD32B19A7}"/>
          </ac:inkMkLst>
        </pc:inkChg>
        <pc:inkChg chg="add">
          <ac:chgData name="Md. Nahid Hasan" userId="S::nahid@vu.edu.bd::85ea5f9e-65d6-4031-b810-9415101f2e21" providerId="AD" clId="Web-{D14C8DFD-FCFB-41A1-874E-150991E4BFE9}" dt="2020-09-01T05:08:08.312" v="99"/>
          <ac:inkMkLst>
            <pc:docMk/>
            <pc:sldMk cId="0" sldId="468"/>
            <ac:inkMk id="28" creationId="{7AC71053-2411-4C27-98B7-23D2A49C3EAE}"/>
          </ac:inkMkLst>
        </pc:inkChg>
        <pc:inkChg chg="add">
          <ac:chgData name="Md. Nahid Hasan" userId="S::nahid@vu.edu.bd::85ea5f9e-65d6-4031-b810-9415101f2e21" providerId="AD" clId="Web-{D14C8DFD-FCFB-41A1-874E-150991E4BFE9}" dt="2020-09-01T05:08:08.327" v="100"/>
          <ac:inkMkLst>
            <pc:docMk/>
            <pc:sldMk cId="0" sldId="468"/>
            <ac:inkMk id="29" creationId="{D5E91F5B-61D3-437F-B842-041F7FCABF0E}"/>
          </ac:inkMkLst>
        </pc:inkChg>
        <pc:inkChg chg="add">
          <ac:chgData name="Md. Nahid Hasan" userId="S::nahid@vu.edu.bd::85ea5f9e-65d6-4031-b810-9415101f2e21" providerId="AD" clId="Web-{D14C8DFD-FCFB-41A1-874E-150991E4BFE9}" dt="2020-09-01T05:08:09.062" v="101"/>
          <ac:inkMkLst>
            <pc:docMk/>
            <pc:sldMk cId="0" sldId="468"/>
            <ac:inkMk id="30" creationId="{675660AC-AF31-46C1-9A48-A81E0CAAE6A2}"/>
          </ac:inkMkLst>
        </pc:inkChg>
        <pc:inkChg chg="add">
          <ac:chgData name="Md. Nahid Hasan" userId="S::nahid@vu.edu.bd::85ea5f9e-65d6-4031-b810-9415101f2e21" providerId="AD" clId="Web-{D14C8DFD-FCFB-41A1-874E-150991E4BFE9}" dt="2020-09-01T05:08:32.749" v="102"/>
          <ac:inkMkLst>
            <pc:docMk/>
            <pc:sldMk cId="0" sldId="468"/>
            <ac:inkMk id="31" creationId="{F5EE0B86-0FD6-44B3-AC86-CC65C7C91577}"/>
          </ac:inkMkLst>
        </pc:inkChg>
        <pc:inkChg chg="add">
          <ac:chgData name="Md. Nahid Hasan" userId="S::nahid@vu.edu.bd::85ea5f9e-65d6-4031-b810-9415101f2e21" providerId="AD" clId="Web-{D14C8DFD-FCFB-41A1-874E-150991E4BFE9}" dt="2020-09-01T05:08:37.171" v="103"/>
          <ac:inkMkLst>
            <pc:docMk/>
            <pc:sldMk cId="0" sldId="468"/>
            <ac:inkMk id="32" creationId="{667FA9FF-D86C-4464-B40A-DE8F7CF533A7}"/>
          </ac:inkMkLst>
        </pc:inkChg>
        <pc:inkChg chg="add">
          <ac:chgData name="Md. Nahid Hasan" userId="S::nahid@vu.edu.bd::85ea5f9e-65d6-4031-b810-9415101f2e21" providerId="AD" clId="Web-{D14C8DFD-FCFB-41A1-874E-150991E4BFE9}" dt="2020-09-01T05:08:45.484" v="104"/>
          <ac:inkMkLst>
            <pc:docMk/>
            <pc:sldMk cId="0" sldId="468"/>
            <ac:inkMk id="33" creationId="{360F994B-9F7C-42C4-9762-C0CFDF5EAE4F}"/>
          </ac:inkMkLst>
        </pc:inkChg>
        <pc:inkChg chg="add">
          <ac:chgData name="Md. Nahid Hasan" userId="S::nahid@vu.edu.bd::85ea5f9e-65d6-4031-b810-9415101f2e21" providerId="AD" clId="Web-{D14C8DFD-FCFB-41A1-874E-150991E4BFE9}" dt="2020-09-01T05:09:25.922" v="105"/>
          <ac:inkMkLst>
            <pc:docMk/>
            <pc:sldMk cId="0" sldId="468"/>
            <ac:inkMk id="34" creationId="{41FC5B35-0389-4A78-9100-EFBC3FEE7C44}"/>
          </ac:inkMkLst>
        </pc:inkChg>
        <pc:inkChg chg="add">
          <ac:chgData name="Md. Nahid Hasan" userId="S::nahid@vu.edu.bd::85ea5f9e-65d6-4031-b810-9415101f2e21" providerId="AD" clId="Web-{D14C8DFD-FCFB-41A1-874E-150991E4BFE9}" dt="2020-09-01T05:09:55.984" v="106"/>
          <ac:inkMkLst>
            <pc:docMk/>
            <pc:sldMk cId="0" sldId="468"/>
            <ac:inkMk id="35" creationId="{3FF7D265-6B38-4BFB-ABA8-39BB5886FB2F}"/>
          </ac:inkMkLst>
        </pc:inkChg>
        <pc:inkChg chg="add">
          <ac:chgData name="Md. Nahid Hasan" userId="S::nahid@vu.edu.bd::85ea5f9e-65d6-4031-b810-9415101f2e21" providerId="AD" clId="Web-{D14C8DFD-FCFB-41A1-874E-150991E4BFE9}" dt="2020-09-01T05:10:01.672" v="107"/>
          <ac:inkMkLst>
            <pc:docMk/>
            <pc:sldMk cId="0" sldId="468"/>
            <ac:inkMk id="36" creationId="{7F051004-FD97-4936-BFC8-218651BA55FF}"/>
          </ac:inkMkLst>
        </pc:inkChg>
        <pc:inkChg chg="add">
          <ac:chgData name="Md. Nahid Hasan" userId="S::nahid@vu.edu.bd::85ea5f9e-65d6-4031-b810-9415101f2e21" providerId="AD" clId="Web-{D14C8DFD-FCFB-41A1-874E-150991E4BFE9}" dt="2020-09-01T05:10:13.469" v="108"/>
          <ac:inkMkLst>
            <pc:docMk/>
            <pc:sldMk cId="0" sldId="468"/>
            <ac:inkMk id="37" creationId="{350D2444-9DFD-49DE-B8DF-1B97D59B06E6}"/>
          </ac:inkMkLst>
        </pc:inkChg>
        <pc:inkChg chg="add">
          <ac:chgData name="Md. Nahid Hasan" userId="S::nahid@vu.edu.bd::85ea5f9e-65d6-4031-b810-9415101f2e21" providerId="AD" clId="Web-{D14C8DFD-FCFB-41A1-874E-150991E4BFE9}" dt="2020-09-01T05:10:31.204" v="109"/>
          <ac:inkMkLst>
            <pc:docMk/>
            <pc:sldMk cId="0" sldId="468"/>
            <ac:inkMk id="38" creationId="{33BA9193-C532-4A6E-B143-6FC35EA11295}"/>
          </ac:inkMkLst>
        </pc:inkChg>
        <pc:inkChg chg="add">
          <ac:chgData name="Md. Nahid Hasan" userId="S::nahid@vu.edu.bd::85ea5f9e-65d6-4031-b810-9415101f2e21" providerId="AD" clId="Web-{D14C8DFD-FCFB-41A1-874E-150991E4BFE9}" dt="2020-09-01T05:10:36.704" v="110"/>
          <ac:inkMkLst>
            <pc:docMk/>
            <pc:sldMk cId="0" sldId="468"/>
            <ac:inkMk id="39" creationId="{23C3988C-24C2-4834-863E-04A035EABCEE}"/>
          </ac:inkMkLst>
        </pc:inkChg>
        <pc:inkChg chg="add">
          <ac:chgData name="Md. Nahid Hasan" userId="S::nahid@vu.edu.bd::85ea5f9e-65d6-4031-b810-9415101f2e21" providerId="AD" clId="Web-{D14C8DFD-FCFB-41A1-874E-150991E4BFE9}" dt="2020-09-01T05:10:37.547" v="111"/>
          <ac:inkMkLst>
            <pc:docMk/>
            <pc:sldMk cId="0" sldId="468"/>
            <ac:inkMk id="40" creationId="{0667C1B0-39B2-4007-9CD9-A43923E28438}"/>
          </ac:inkMkLst>
        </pc:inkChg>
        <pc:inkChg chg="add">
          <ac:chgData name="Md. Nahid Hasan" userId="S::nahid@vu.edu.bd::85ea5f9e-65d6-4031-b810-9415101f2e21" providerId="AD" clId="Web-{D14C8DFD-FCFB-41A1-874E-150991E4BFE9}" dt="2020-09-01T05:10:39.235" v="112"/>
          <ac:inkMkLst>
            <pc:docMk/>
            <pc:sldMk cId="0" sldId="468"/>
            <ac:inkMk id="41" creationId="{D3F3458F-1BBC-458B-BE89-A33FDF9F7E72}"/>
          </ac:inkMkLst>
        </pc:inkChg>
        <pc:inkChg chg="add">
          <ac:chgData name="Md. Nahid Hasan" userId="S::nahid@vu.edu.bd::85ea5f9e-65d6-4031-b810-9415101f2e21" providerId="AD" clId="Web-{D14C8DFD-FCFB-41A1-874E-150991E4BFE9}" dt="2020-09-01T05:10:41.063" v="113"/>
          <ac:inkMkLst>
            <pc:docMk/>
            <pc:sldMk cId="0" sldId="468"/>
            <ac:inkMk id="42" creationId="{E9906340-EF75-44D5-AA71-5088074616A9}"/>
          </ac:inkMkLst>
        </pc:inkChg>
        <pc:inkChg chg="add">
          <ac:chgData name="Md. Nahid Hasan" userId="S::nahid@vu.edu.bd::85ea5f9e-65d6-4031-b810-9415101f2e21" providerId="AD" clId="Web-{D14C8DFD-FCFB-41A1-874E-150991E4BFE9}" dt="2020-09-01T05:10:42.672" v="114"/>
          <ac:inkMkLst>
            <pc:docMk/>
            <pc:sldMk cId="0" sldId="468"/>
            <ac:inkMk id="43" creationId="{4D7E5D80-E600-4807-8C72-503C303321F0}"/>
          </ac:inkMkLst>
        </pc:inkChg>
        <pc:inkChg chg="add">
          <ac:chgData name="Md. Nahid Hasan" userId="S::nahid@vu.edu.bd::85ea5f9e-65d6-4031-b810-9415101f2e21" providerId="AD" clId="Web-{D14C8DFD-FCFB-41A1-874E-150991E4BFE9}" dt="2020-09-01T05:10:43.594" v="115"/>
          <ac:inkMkLst>
            <pc:docMk/>
            <pc:sldMk cId="0" sldId="468"/>
            <ac:inkMk id="44" creationId="{86CF433E-0C1F-4FDE-AE0D-E78CCCFAADED}"/>
          </ac:inkMkLst>
        </pc:inkChg>
        <pc:inkChg chg="add">
          <ac:chgData name="Md. Nahid Hasan" userId="S::nahid@vu.edu.bd::85ea5f9e-65d6-4031-b810-9415101f2e21" providerId="AD" clId="Web-{D14C8DFD-FCFB-41A1-874E-150991E4BFE9}" dt="2020-09-01T05:10:44.360" v="116"/>
          <ac:inkMkLst>
            <pc:docMk/>
            <pc:sldMk cId="0" sldId="468"/>
            <ac:inkMk id="45" creationId="{AD2CC083-A53B-4AFB-942A-3DF1CF0CB79D}"/>
          </ac:inkMkLst>
        </pc:inkChg>
        <pc:inkChg chg="add">
          <ac:chgData name="Md. Nahid Hasan" userId="S::nahid@vu.edu.bd::85ea5f9e-65d6-4031-b810-9415101f2e21" providerId="AD" clId="Web-{D14C8DFD-FCFB-41A1-874E-150991E4BFE9}" dt="2020-09-01T05:10:45" v="117"/>
          <ac:inkMkLst>
            <pc:docMk/>
            <pc:sldMk cId="0" sldId="468"/>
            <ac:inkMk id="46" creationId="{844FDB5B-74C4-42A6-A1FF-4A510329D7DA}"/>
          </ac:inkMkLst>
        </pc:inkChg>
        <pc:inkChg chg="add">
          <ac:chgData name="Md. Nahid Hasan" userId="S::nahid@vu.edu.bd::85ea5f9e-65d6-4031-b810-9415101f2e21" providerId="AD" clId="Web-{D14C8DFD-FCFB-41A1-874E-150991E4BFE9}" dt="2020-09-01T05:10:46.407" v="118"/>
          <ac:inkMkLst>
            <pc:docMk/>
            <pc:sldMk cId="0" sldId="468"/>
            <ac:inkMk id="47" creationId="{ED6BF282-DEB0-4E76-9BE6-218E967804DB}"/>
          </ac:inkMkLst>
        </pc:inkChg>
        <pc:inkChg chg="add">
          <ac:chgData name="Md. Nahid Hasan" userId="S::nahid@vu.edu.bd::85ea5f9e-65d6-4031-b810-9415101f2e21" providerId="AD" clId="Web-{D14C8DFD-FCFB-41A1-874E-150991E4BFE9}" dt="2020-09-01T05:10:47.844" v="119"/>
          <ac:inkMkLst>
            <pc:docMk/>
            <pc:sldMk cId="0" sldId="468"/>
            <ac:inkMk id="48" creationId="{91002C9B-8D23-442F-B9B2-C86E364D53F0}"/>
          </ac:inkMkLst>
        </pc:inkChg>
        <pc:inkChg chg="add">
          <ac:chgData name="Md. Nahid Hasan" userId="S::nahid@vu.edu.bd::85ea5f9e-65d6-4031-b810-9415101f2e21" providerId="AD" clId="Web-{D14C8DFD-FCFB-41A1-874E-150991E4BFE9}" dt="2020-09-01T05:10:48.376" v="120"/>
          <ac:inkMkLst>
            <pc:docMk/>
            <pc:sldMk cId="0" sldId="468"/>
            <ac:inkMk id="49" creationId="{4D103DAB-F280-4EAF-9A49-3D19D5EDA277}"/>
          </ac:inkMkLst>
        </pc:inkChg>
        <pc:inkChg chg="add">
          <ac:chgData name="Md. Nahid Hasan" userId="S::nahid@vu.edu.bd::85ea5f9e-65d6-4031-b810-9415101f2e21" providerId="AD" clId="Web-{D14C8DFD-FCFB-41A1-874E-150991E4BFE9}" dt="2020-09-01T05:10:50.797" v="121"/>
          <ac:inkMkLst>
            <pc:docMk/>
            <pc:sldMk cId="0" sldId="468"/>
            <ac:inkMk id="50" creationId="{1BF7703D-F2D8-49C9-9019-5304EE2DDE09}"/>
          </ac:inkMkLst>
        </pc:inkChg>
        <pc:inkChg chg="add">
          <ac:chgData name="Md. Nahid Hasan" userId="S::nahid@vu.edu.bd::85ea5f9e-65d6-4031-b810-9415101f2e21" providerId="AD" clId="Web-{D14C8DFD-FCFB-41A1-874E-150991E4BFE9}" dt="2020-09-01T05:10:51.516" v="122"/>
          <ac:inkMkLst>
            <pc:docMk/>
            <pc:sldMk cId="0" sldId="468"/>
            <ac:inkMk id="51" creationId="{B93BEA42-808C-43AA-B816-0C5E25B14A0F}"/>
          </ac:inkMkLst>
        </pc:inkChg>
        <pc:inkChg chg="add">
          <ac:chgData name="Md. Nahid Hasan" userId="S::nahid@vu.edu.bd::85ea5f9e-65d6-4031-b810-9415101f2e21" providerId="AD" clId="Web-{D14C8DFD-FCFB-41A1-874E-150991E4BFE9}" dt="2020-09-01T05:10:53.922" v="123"/>
          <ac:inkMkLst>
            <pc:docMk/>
            <pc:sldMk cId="0" sldId="468"/>
            <ac:inkMk id="52" creationId="{A57F6794-E86A-4E25-9C0E-C8B45329C3A1}"/>
          </ac:inkMkLst>
        </pc:inkChg>
        <pc:inkChg chg="add">
          <ac:chgData name="Md. Nahid Hasan" userId="S::nahid@vu.edu.bd::85ea5f9e-65d6-4031-b810-9415101f2e21" providerId="AD" clId="Web-{D14C8DFD-FCFB-41A1-874E-150991E4BFE9}" dt="2020-09-01T05:10:58.626" v="124"/>
          <ac:inkMkLst>
            <pc:docMk/>
            <pc:sldMk cId="0" sldId="468"/>
            <ac:inkMk id="53" creationId="{B0BD854C-35B5-48F5-B5B4-9CDD5CBCD70D}"/>
          </ac:inkMkLst>
        </pc:inkChg>
        <pc:inkChg chg="add">
          <ac:chgData name="Md. Nahid Hasan" userId="S::nahid@vu.edu.bd::85ea5f9e-65d6-4031-b810-9415101f2e21" providerId="AD" clId="Web-{D14C8DFD-FCFB-41A1-874E-150991E4BFE9}" dt="2020-09-01T05:10:59.969" v="125"/>
          <ac:inkMkLst>
            <pc:docMk/>
            <pc:sldMk cId="0" sldId="468"/>
            <ac:inkMk id="54" creationId="{2005A611-6B32-49BC-84A8-496A1D16F848}"/>
          </ac:inkMkLst>
        </pc:inkChg>
        <pc:inkChg chg="add">
          <ac:chgData name="Md. Nahid Hasan" userId="S::nahid@vu.edu.bd::85ea5f9e-65d6-4031-b810-9415101f2e21" providerId="AD" clId="Web-{D14C8DFD-FCFB-41A1-874E-150991E4BFE9}" dt="2020-09-01T05:11:38.595" v="126"/>
          <ac:inkMkLst>
            <pc:docMk/>
            <pc:sldMk cId="0" sldId="468"/>
            <ac:inkMk id="55" creationId="{0152DD3F-DDD2-44B3-BBE6-161F15B39B7C}"/>
          </ac:inkMkLst>
        </pc:inkChg>
        <pc:inkChg chg="add">
          <ac:chgData name="Md. Nahid Hasan" userId="S::nahid@vu.edu.bd::85ea5f9e-65d6-4031-b810-9415101f2e21" providerId="AD" clId="Web-{D14C8DFD-FCFB-41A1-874E-150991E4BFE9}" dt="2020-09-01T05:11:49.876" v="127"/>
          <ac:inkMkLst>
            <pc:docMk/>
            <pc:sldMk cId="0" sldId="468"/>
            <ac:inkMk id="56" creationId="{E6FF1874-875C-4E0E-959B-2850F1E461B7}"/>
          </ac:inkMkLst>
        </pc:inkChg>
        <pc:inkChg chg="add">
          <ac:chgData name="Md. Nahid Hasan" userId="S::nahid@vu.edu.bd::85ea5f9e-65d6-4031-b810-9415101f2e21" providerId="AD" clId="Web-{D14C8DFD-FCFB-41A1-874E-150991E4BFE9}" dt="2020-09-01T05:11:52.954" v="128"/>
          <ac:inkMkLst>
            <pc:docMk/>
            <pc:sldMk cId="0" sldId="468"/>
            <ac:inkMk id="57" creationId="{2585C3F4-89BE-49AA-8DA1-2CAA71359B07}"/>
          </ac:inkMkLst>
        </pc:inkChg>
        <pc:inkChg chg="add">
          <ac:chgData name="Md. Nahid Hasan" userId="S::nahid@vu.edu.bd::85ea5f9e-65d6-4031-b810-9415101f2e21" providerId="AD" clId="Web-{D14C8DFD-FCFB-41A1-874E-150991E4BFE9}" dt="2020-09-01T05:11:52.970" v="129"/>
          <ac:inkMkLst>
            <pc:docMk/>
            <pc:sldMk cId="0" sldId="468"/>
            <ac:inkMk id="58" creationId="{216113E2-8AE2-46C1-976F-053BD5E10BD5}"/>
          </ac:inkMkLst>
        </pc:inkChg>
        <pc:inkChg chg="add">
          <ac:chgData name="Md. Nahid Hasan" userId="S::nahid@vu.edu.bd::85ea5f9e-65d6-4031-b810-9415101f2e21" providerId="AD" clId="Web-{D14C8DFD-FCFB-41A1-874E-150991E4BFE9}" dt="2020-09-01T05:11:56.657" v="130"/>
          <ac:inkMkLst>
            <pc:docMk/>
            <pc:sldMk cId="0" sldId="468"/>
            <ac:inkMk id="59" creationId="{E1B30B0D-5C43-4ABD-8F9C-3CB5BCBA5271}"/>
          </ac:inkMkLst>
        </pc:inkChg>
        <pc:inkChg chg="add">
          <ac:chgData name="Md. Nahid Hasan" userId="S::nahid@vu.edu.bd::85ea5f9e-65d6-4031-b810-9415101f2e21" providerId="AD" clId="Web-{D14C8DFD-FCFB-41A1-874E-150991E4BFE9}" dt="2020-09-01T05:11:57.282" v="131"/>
          <ac:inkMkLst>
            <pc:docMk/>
            <pc:sldMk cId="0" sldId="468"/>
            <ac:inkMk id="60" creationId="{C8FBC938-06BD-4412-BD5D-08A7082BB9E7}"/>
          </ac:inkMkLst>
        </pc:inkChg>
        <pc:inkChg chg="add">
          <ac:chgData name="Md. Nahid Hasan" userId="S::nahid@vu.edu.bd::85ea5f9e-65d6-4031-b810-9415101f2e21" providerId="AD" clId="Web-{D14C8DFD-FCFB-41A1-874E-150991E4BFE9}" dt="2020-09-01T05:11:59.329" v="132"/>
          <ac:inkMkLst>
            <pc:docMk/>
            <pc:sldMk cId="0" sldId="468"/>
            <ac:inkMk id="61" creationId="{7B8726DC-C0FB-4417-9130-E39B85D7B116}"/>
          </ac:inkMkLst>
        </pc:inkChg>
        <pc:inkChg chg="add">
          <ac:chgData name="Md. Nahid Hasan" userId="S::nahid@vu.edu.bd::85ea5f9e-65d6-4031-b810-9415101f2e21" providerId="AD" clId="Web-{D14C8DFD-FCFB-41A1-874E-150991E4BFE9}" dt="2020-09-01T05:12:00.157" v="133"/>
          <ac:inkMkLst>
            <pc:docMk/>
            <pc:sldMk cId="0" sldId="468"/>
            <ac:inkMk id="62" creationId="{4A482E1C-789C-4B36-A2B3-78C951EF01B9}"/>
          </ac:inkMkLst>
        </pc:inkChg>
        <pc:inkChg chg="add">
          <ac:chgData name="Md. Nahid Hasan" userId="S::nahid@vu.edu.bd::85ea5f9e-65d6-4031-b810-9415101f2e21" providerId="AD" clId="Web-{D14C8DFD-FCFB-41A1-874E-150991E4BFE9}" dt="2020-09-01T05:12:01.470" v="134"/>
          <ac:inkMkLst>
            <pc:docMk/>
            <pc:sldMk cId="0" sldId="468"/>
            <ac:inkMk id="63" creationId="{4E29997A-7185-440A-9A8B-FE17DDE1D0C4}"/>
          </ac:inkMkLst>
        </pc:inkChg>
        <pc:inkChg chg="add">
          <ac:chgData name="Md. Nahid Hasan" userId="S::nahid@vu.edu.bd::85ea5f9e-65d6-4031-b810-9415101f2e21" providerId="AD" clId="Web-{D14C8DFD-FCFB-41A1-874E-150991E4BFE9}" dt="2020-09-01T05:12:02.892" v="135"/>
          <ac:inkMkLst>
            <pc:docMk/>
            <pc:sldMk cId="0" sldId="468"/>
            <ac:inkMk id="51200" creationId="{823B9481-5DFE-4947-A2A6-BA7FB7F60081}"/>
          </ac:inkMkLst>
        </pc:inkChg>
        <pc:inkChg chg="add">
          <ac:chgData name="Md. Nahid Hasan" userId="S::nahid@vu.edu.bd::85ea5f9e-65d6-4031-b810-9415101f2e21" providerId="AD" clId="Web-{D14C8DFD-FCFB-41A1-874E-150991E4BFE9}" dt="2020-09-01T05:12:04.501" v="136"/>
          <ac:inkMkLst>
            <pc:docMk/>
            <pc:sldMk cId="0" sldId="468"/>
            <ac:inkMk id="51201" creationId="{C886B8E2-350B-4B96-9CBF-6E36F2F86688}"/>
          </ac:inkMkLst>
        </pc:inkChg>
        <pc:inkChg chg="add">
          <ac:chgData name="Md. Nahid Hasan" userId="S::nahid@vu.edu.bd::85ea5f9e-65d6-4031-b810-9415101f2e21" providerId="AD" clId="Web-{D14C8DFD-FCFB-41A1-874E-150991E4BFE9}" dt="2020-09-01T05:12:05.892" v="137"/>
          <ac:inkMkLst>
            <pc:docMk/>
            <pc:sldMk cId="0" sldId="468"/>
            <ac:inkMk id="51203" creationId="{CE3AB11E-8047-4C0F-BCF9-894197145239}"/>
          </ac:inkMkLst>
        </pc:inkChg>
        <pc:inkChg chg="add">
          <ac:chgData name="Md. Nahid Hasan" userId="S::nahid@vu.edu.bd::85ea5f9e-65d6-4031-b810-9415101f2e21" providerId="AD" clId="Web-{D14C8DFD-FCFB-41A1-874E-150991E4BFE9}" dt="2020-09-01T05:12:07.907" v="138"/>
          <ac:inkMkLst>
            <pc:docMk/>
            <pc:sldMk cId="0" sldId="468"/>
            <ac:inkMk id="51204" creationId="{5D06189F-382C-4BDF-862D-9BCC8607F1B2}"/>
          </ac:inkMkLst>
        </pc:inkChg>
        <pc:inkChg chg="add">
          <ac:chgData name="Md. Nahid Hasan" userId="S::nahid@vu.edu.bd::85ea5f9e-65d6-4031-b810-9415101f2e21" providerId="AD" clId="Web-{D14C8DFD-FCFB-41A1-874E-150991E4BFE9}" dt="2020-09-01T05:12:07.923" v="139"/>
          <ac:inkMkLst>
            <pc:docMk/>
            <pc:sldMk cId="0" sldId="468"/>
            <ac:inkMk id="51205" creationId="{86E88687-922C-479A-9D57-1D1DCC81E363}"/>
          </ac:inkMkLst>
        </pc:inkChg>
        <pc:inkChg chg="add">
          <ac:chgData name="Md. Nahid Hasan" userId="S::nahid@vu.edu.bd::85ea5f9e-65d6-4031-b810-9415101f2e21" providerId="AD" clId="Web-{D14C8DFD-FCFB-41A1-874E-150991E4BFE9}" dt="2020-09-01T05:12:07.939" v="140"/>
          <ac:inkMkLst>
            <pc:docMk/>
            <pc:sldMk cId="0" sldId="468"/>
            <ac:inkMk id="51206" creationId="{A7D707F3-5B74-4B13-9476-1CAD9E15CF4A}"/>
          </ac:inkMkLst>
        </pc:inkChg>
        <pc:inkChg chg="add del">
          <ac:chgData name="Md. Nahid Hasan" userId="S::nahid@vu.edu.bd::85ea5f9e-65d6-4031-b810-9415101f2e21" providerId="AD" clId="Web-{D14C8DFD-FCFB-41A1-874E-150991E4BFE9}" dt="2020-09-01T05:12:22.517" v="149"/>
          <ac:inkMkLst>
            <pc:docMk/>
            <pc:sldMk cId="0" sldId="468"/>
            <ac:inkMk id="51207" creationId="{359ED8B5-AB89-4485-816A-E5C94574B7CF}"/>
          </ac:inkMkLst>
        </pc:inkChg>
        <pc:inkChg chg="add del">
          <ac:chgData name="Md. Nahid Hasan" userId="S::nahid@vu.edu.bd::85ea5f9e-65d6-4031-b810-9415101f2e21" providerId="AD" clId="Web-{D14C8DFD-FCFB-41A1-874E-150991E4BFE9}" dt="2020-09-01T05:12:22.517" v="148"/>
          <ac:inkMkLst>
            <pc:docMk/>
            <pc:sldMk cId="0" sldId="468"/>
            <ac:inkMk id="51208" creationId="{A9E3625D-3080-4059-B266-8B2211E8DE9B}"/>
          </ac:inkMkLst>
        </pc:inkChg>
        <pc:inkChg chg="add del">
          <ac:chgData name="Md. Nahid Hasan" userId="S::nahid@vu.edu.bd::85ea5f9e-65d6-4031-b810-9415101f2e21" providerId="AD" clId="Web-{D14C8DFD-FCFB-41A1-874E-150991E4BFE9}" dt="2020-09-01T05:12:22.501" v="147"/>
          <ac:inkMkLst>
            <pc:docMk/>
            <pc:sldMk cId="0" sldId="468"/>
            <ac:inkMk id="51209" creationId="{53488250-55E8-43BE-B883-5B38B49AC54A}"/>
          </ac:inkMkLst>
        </pc:inkChg>
        <pc:inkChg chg="add del">
          <ac:chgData name="Md. Nahid Hasan" userId="S::nahid@vu.edu.bd::85ea5f9e-65d6-4031-b810-9415101f2e21" providerId="AD" clId="Web-{D14C8DFD-FCFB-41A1-874E-150991E4BFE9}" dt="2020-09-01T05:12:22.501" v="146"/>
          <ac:inkMkLst>
            <pc:docMk/>
            <pc:sldMk cId="0" sldId="468"/>
            <ac:inkMk id="51210" creationId="{381E8276-D56F-43DF-BAC6-68576AD32C09}"/>
          </ac:inkMkLst>
        </pc:inkChg>
        <pc:inkChg chg="add">
          <ac:chgData name="Md. Nahid Hasan" userId="S::nahid@vu.edu.bd::85ea5f9e-65d6-4031-b810-9415101f2e21" providerId="AD" clId="Web-{D14C8DFD-FCFB-41A1-874E-150991E4BFE9}" dt="2020-09-01T05:12:12.189" v="145"/>
          <ac:inkMkLst>
            <pc:docMk/>
            <pc:sldMk cId="0" sldId="468"/>
            <ac:inkMk id="51211" creationId="{4133A1BF-E992-4497-9AFF-0EA8422F9FE7}"/>
          </ac:inkMkLst>
        </pc:inkChg>
        <pc:inkChg chg="add">
          <ac:chgData name="Md. Nahid Hasan" userId="S::nahid@vu.edu.bd::85ea5f9e-65d6-4031-b810-9415101f2e21" providerId="AD" clId="Web-{D14C8DFD-FCFB-41A1-874E-150991E4BFE9}" dt="2020-09-01T05:12:26.736" v="150"/>
          <ac:inkMkLst>
            <pc:docMk/>
            <pc:sldMk cId="0" sldId="468"/>
            <ac:inkMk id="51212" creationId="{2C19B438-E3D1-498F-88AA-B1B5538895D9}"/>
          </ac:inkMkLst>
        </pc:inkChg>
        <pc:inkChg chg="add">
          <ac:chgData name="Md. Nahid Hasan" userId="S::nahid@vu.edu.bd::85ea5f9e-65d6-4031-b810-9415101f2e21" providerId="AD" clId="Web-{D14C8DFD-FCFB-41A1-874E-150991E4BFE9}" dt="2020-09-01T05:12:27.423" v="151"/>
          <ac:inkMkLst>
            <pc:docMk/>
            <pc:sldMk cId="0" sldId="468"/>
            <ac:inkMk id="51213" creationId="{E4350ED8-EF95-44FC-99B8-38D284BBECB8}"/>
          </ac:inkMkLst>
        </pc:inkChg>
        <pc:inkChg chg="add">
          <ac:chgData name="Md. Nahid Hasan" userId="S::nahid@vu.edu.bd::85ea5f9e-65d6-4031-b810-9415101f2e21" providerId="AD" clId="Web-{D14C8DFD-FCFB-41A1-874E-150991E4BFE9}" dt="2020-09-01T05:12:29.751" v="152"/>
          <ac:inkMkLst>
            <pc:docMk/>
            <pc:sldMk cId="0" sldId="468"/>
            <ac:inkMk id="51214" creationId="{777C40C3-8AA6-440D-B5FF-45CB2226E350}"/>
          </ac:inkMkLst>
        </pc:inkChg>
        <pc:inkChg chg="add">
          <ac:chgData name="Md. Nahid Hasan" userId="S::nahid@vu.edu.bd::85ea5f9e-65d6-4031-b810-9415101f2e21" providerId="AD" clId="Web-{D14C8DFD-FCFB-41A1-874E-150991E4BFE9}" dt="2020-09-01T05:12:30.533" v="153"/>
          <ac:inkMkLst>
            <pc:docMk/>
            <pc:sldMk cId="0" sldId="468"/>
            <ac:inkMk id="51215" creationId="{1CBCCA4A-A839-4DD8-BC5F-D415326C8993}"/>
          </ac:inkMkLst>
        </pc:inkChg>
        <pc:inkChg chg="add">
          <ac:chgData name="Md. Nahid Hasan" userId="S::nahid@vu.edu.bd::85ea5f9e-65d6-4031-b810-9415101f2e21" providerId="AD" clId="Web-{D14C8DFD-FCFB-41A1-874E-150991E4BFE9}" dt="2020-09-01T05:13:36.877" v="154"/>
          <ac:inkMkLst>
            <pc:docMk/>
            <pc:sldMk cId="0" sldId="468"/>
            <ac:inkMk id="51216" creationId="{13F4EB4B-663C-4D22-A402-892B41F3F892}"/>
          </ac:inkMkLst>
        </pc:inkChg>
        <pc:inkChg chg="add">
          <ac:chgData name="Md. Nahid Hasan" userId="S::nahid@vu.edu.bd::85ea5f9e-65d6-4031-b810-9415101f2e21" providerId="AD" clId="Web-{D14C8DFD-FCFB-41A1-874E-150991E4BFE9}" dt="2020-09-01T05:13:38.924" v="155"/>
          <ac:inkMkLst>
            <pc:docMk/>
            <pc:sldMk cId="0" sldId="468"/>
            <ac:inkMk id="51217" creationId="{0C5EC680-F100-408C-867A-BF2D97C288F5}"/>
          </ac:inkMkLst>
        </pc:inkChg>
        <pc:inkChg chg="add">
          <ac:chgData name="Md. Nahid Hasan" userId="S::nahid@vu.edu.bd::85ea5f9e-65d6-4031-b810-9415101f2e21" providerId="AD" clId="Web-{D14C8DFD-FCFB-41A1-874E-150991E4BFE9}" dt="2020-09-01T05:13:40.518" v="156"/>
          <ac:inkMkLst>
            <pc:docMk/>
            <pc:sldMk cId="0" sldId="468"/>
            <ac:inkMk id="51218" creationId="{790F8E33-576F-45CA-997C-09E8D56B15D9}"/>
          </ac:inkMkLst>
        </pc:inkChg>
        <pc:inkChg chg="add">
          <ac:chgData name="Md. Nahid Hasan" userId="S::nahid@vu.edu.bd::85ea5f9e-65d6-4031-b810-9415101f2e21" providerId="AD" clId="Web-{D14C8DFD-FCFB-41A1-874E-150991E4BFE9}" dt="2020-09-01T05:13:41.236" v="157"/>
          <ac:inkMkLst>
            <pc:docMk/>
            <pc:sldMk cId="0" sldId="468"/>
            <ac:inkMk id="51219" creationId="{28EF1C9C-A1FC-4AC5-90D2-DDECB2B077B1}"/>
          </ac:inkMkLst>
        </pc:inkChg>
        <pc:inkChg chg="add">
          <ac:chgData name="Md. Nahid Hasan" userId="S::nahid@vu.edu.bd::85ea5f9e-65d6-4031-b810-9415101f2e21" providerId="AD" clId="Web-{D14C8DFD-FCFB-41A1-874E-150991E4BFE9}" dt="2020-09-01T05:13:43.049" v="158"/>
          <ac:inkMkLst>
            <pc:docMk/>
            <pc:sldMk cId="0" sldId="468"/>
            <ac:inkMk id="51220" creationId="{6A24C1A4-0503-421B-B18F-450DC9EAD455}"/>
          </ac:inkMkLst>
        </pc:inkChg>
        <pc:inkChg chg="add">
          <ac:chgData name="Md. Nahid Hasan" userId="S::nahid@vu.edu.bd::85ea5f9e-65d6-4031-b810-9415101f2e21" providerId="AD" clId="Web-{D14C8DFD-FCFB-41A1-874E-150991E4BFE9}" dt="2020-09-01T05:13:43.064" v="159"/>
          <ac:inkMkLst>
            <pc:docMk/>
            <pc:sldMk cId="0" sldId="468"/>
            <ac:inkMk id="51221" creationId="{4CC8084A-E888-4594-B2C6-00335B4BA72F}"/>
          </ac:inkMkLst>
        </pc:inkChg>
        <pc:inkChg chg="add">
          <ac:chgData name="Md. Nahid Hasan" userId="S::nahid@vu.edu.bd::85ea5f9e-65d6-4031-b810-9415101f2e21" providerId="AD" clId="Web-{D14C8DFD-FCFB-41A1-874E-150991E4BFE9}" dt="2020-09-01T05:13:44.424" v="160"/>
          <ac:inkMkLst>
            <pc:docMk/>
            <pc:sldMk cId="0" sldId="468"/>
            <ac:inkMk id="51222" creationId="{4D0D1D39-39A2-46F9-9E94-8AEA722F504B}"/>
          </ac:inkMkLst>
        </pc:inkChg>
        <pc:inkChg chg="add">
          <ac:chgData name="Md. Nahid Hasan" userId="S::nahid@vu.edu.bd::85ea5f9e-65d6-4031-b810-9415101f2e21" providerId="AD" clId="Web-{D14C8DFD-FCFB-41A1-874E-150991E4BFE9}" dt="2020-09-01T05:13:45.221" v="161"/>
          <ac:inkMkLst>
            <pc:docMk/>
            <pc:sldMk cId="0" sldId="468"/>
            <ac:inkMk id="51223" creationId="{A4D639AE-D839-4E8A-9398-A12E50970F9B}"/>
          </ac:inkMkLst>
        </pc:inkChg>
        <pc:inkChg chg="add">
          <ac:chgData name="Md. Nahid Hasan" userId="S::nahid@vu.edu.bd::85ea5f9e-65d6-4031-b810-9415101f2e21" providerId="AD" clId="Web-{D14C8DFD-FCFB-41A1-874E-150991E4BFE9}" dt="2020-09-01T05:13:54.846" v="162"/>
          <ac:inkMkLst>
            <pc:docMk/>
            <pc:sldMk cId="0" sldId="468"/>
            <ac:inkMk id="51224" creationId="{EA04A7AA-832B-43FE-BD2E-4056C2307421}"/>
          </ac:inkMkLst>
        </pc:inkChg>
        <pc:inkChg chg="add">
          <ac:chgData name="Md. Nahid Hasan" userId="S::nahid@vu.edu.bd::85ea5f9e-65d6-4031-b810-9415101f2e21" providerId="AD" clId="Web-{D14C8DFD-FCFB-41A1-874E-150991E4BFE9}" dt="2020-09-01T05:13:56.330" v="163"/>
          <ac:inkMkLst>
            <pc:docMk/>
            <pc:sldMk cId="0" sldId="468"/>
            <ac:inkMk id="51225" creationId="{1B64A08F-F7AE-45AB-8C4D-97B8DF69E2A0}"/>
          </ac:inkMkLst>
        </pc:inkChg>
        <pc:inkChg chg="add">
          <ac:chgData name="Md. Nahid Hasan" userId="S::nahid@vu.edu.bd::85ea5f9e-65d6-4031-b810-9415101f2e21" providerId="AD" clId="Web-{D14C8DFD-FCFB-41A1-874E-150991E4BFE9}" dt="2020-09-01T05:13:56.346" v="164"/>
          <ac:inkMkLst>
            <pc:docMk/>
            <pc:sldMk cId="0" sldId="468"/>
            <ac:inkMk id="51226" creationId="{396DC43E-D840-4453-A6BC-7EDF4858085E}"/>
          </ac:inkMkLst>
        </pc:inkChg>
        <pc:inkChg chg="add">
          <ac:chgData name="Md. Nahid Hasan" userId="S::nahid@vu.edu.bd::85ea5f9e-65d6-4031-b810-9415101f2e21" providerId="AD" clId="Web-{D14C8DFD-FCFB-41A1-874E-150991E4BFE9}" dt="2020-09-01T05:13:57.924" v="165"/>
          <ac:inkMkLst>
            <pc:docMk/>
            <pc:sldMk cId="0" sldId="468"/>
            <ac:inkMk id="51227" creationId="{A93D8D25-848C-44F7-B601-AB23B9511D51}"/>
          </ac:inkMkLst>
        </pc:inkChg>
        <pc:inkChg chg="add">
          <ac:chgData name="Md. Nahid Hasan" userId="S::nahid@vu.edu.bd::85ea5f9e-65d6-4031-b810-9415101f2e21" providerId="AD" clId="Web-{D14C8DFD-FCFB-41A1-874E-150991E4BFE9}" dt="2020-09-01T05:13:58.783" v="166"/>
          <ac:inkMkLst>
            <pc:docMk/>
            <pc:sldMk cId="0" sldId="468"/>
            <ac:inkMk id="51228" creationId="{4459060B-C42D-4268-8512-17E98E5C2B8F}"/>
          </ac:inkMkLst>
        </pc:inkChg>
        <pc:inkChg chg="add">
          <ac:chgData name="Md. Nahid Hasan" userId="S::nahid@vu.edu.bd::85ea5f9e-65d6-4031-b810-9415101f2e21" providerId="AD" clId="Web-{D14C8DFD-FCFB-41A1-874E-150991E4BFE9}" dt="2020-09-01T05:14:00.721" v="167"/>
          <ac:inkMkLst>
            <pc:docMk/>
            <pc:sldMk cId="0" sldId="468"/>
            <ac:inkMk id="51229" creationId="{477E0DA1-CD23-455A-BF91-AD09D8DAEC41}"/>
          </ac:inkMkLst>
        </pc:inkChg>
        <pc:inkChg chg="del">
          <ac:chgData name="Md. Nahid Hasan" userId="S::nahid@vu.edu.bd::85ea5f9e-65d6-4031-b810-9415101f2e21" providerId="AD" clId="Web-{D14C8DFD-FCFB-41A1-874E-150991E4BFE9}" dt="2020-09-01T05:06:59.889" v="79"/>
          <ac:inkMkLst>
            <pc:docMk/>
            <pc:sldMk cId="0" sldId="468"/>
            <ac:inkMk id="51332" creationId="{F13AB007-6637-4820-AE4B-EC614ADBCED6}"/>
          </ac:inkMkLst>
        </pc:inkChg>
        <pc:inkChg chg="del">
          <ac:chgData name="Md. Nahid Hasan" userId="S::nahid@vu.edu.bd::85ea5f9e-65d6-4031-b810-9415101f2e21" providerId="AD" clId="Web-{D14C8DFD-FCFB-41A1-874E-150991E4BFE9}" dt="2020-09-01T05:06:59.889" v="78"/>
          <ac:inkMkLst>
            <pc:docMk/>
            <pc:sldMk cId="0" sldId="468"/>
            <ac:inkMk id="51333" creationId="{8A9B6963-7700-4639-B608-6CFB5314F284}"/>
          </ac:inkMkLst>
        </pc:inkChg>
        <pc:inkChg chg="del">
          <ac:chgData name="Md. Nahid Hasan" userId="S::nahid@vu.edu.bd::85ea5f9e-65d6-4031-b810-9415101f2e21" providerId="AD" clId="Web-{D14C8DFD-FCFB-41A1-874E-150991E4BFE9}" dt="2020-09-01T05:06:59.889" v="77"/>
          <ac:inkMkLst>
            <pc:docMk/>
            <pc:sldMk cId="0" sldId="468"/>
            <ac:inkMk id="51334" creationId="{77CECA32-B364-46E9-B1F7-89328A7A8743}"/>
          </ac:inkMkLst>
        </pc:inkChg>
        <pc:inkChg chg="del">
          <ac:chgData name="Md. Nahid Hasan" userId="S::nahid@vu.edu.bd::85ea5f9e-65d6-4031-b810-9415101f2e21" providerId="AD" clId="Web-{D14C8DFD-FCFB-41A1-874E-150991E4BFE9}" dt="2020-09-01T05:06:59.889" v="76"/>
          <ac:inkMkLst>
            <pc:docMk/>
            <pc:sldMk cId="0" sldId="468"/>
            <ac:inkMk id="51335" creationId="{B8DC6E90-C559-4AE7-A7AF-68FA34037C66}"/>
          </ac:inkMkLst>
        </pc:inkChg>
        <pc:inkChg chg="del">
          <ac:chgData name="Md. Nahid Hasan" userId="S::nahid@vu.edu.bd::85ea5f9e-65d6-4031-b810-9415101f2e21" providerId="AD" clId="Web-{D14C8DFD-FCFB-41A1-874E-150991E4BFE9}" dt="2020-09-01T05:06:59.874" v="75"/>
          <ac:inkMkLst>
            <pc:docMk/>
            <pc:sldMk cId="0" sldId="468"/>
            <ac:inkMk id="51336" creationId="{97F898C7-9667-402E-8564-F4A886C5EFFE}"/>
          </ac:inkMkLst>
        </pc:inkChg>
        <pc:inkChg chg="del">
          <ac:chgData name="Md. Nahid Hasan" userId="S::nahid@vu.edu.bd::85ea5f9e-65d6-4031-b810-9415101f2e21" providerId="AD" clId="Web-{D14C8DFD-FCFB-41A1-874E-150991E4BFE9}" dt="2020-09-01T05:06:59.874" v="74"/>
          <ac:inkMkLst>
            <pc:docMk/>
            <pc:sldMk cId="0" sldId="468"/>
            <ac:inkMk id="51337" creationId="{85943323-07CB-47D2-AA3E-6994C5D69964}"/>
          </ac:inkMkLst>
        </pc:inkChg>
        <pc:inkChg chg="del">
          <ac:chgData name="Md. Nahid Hasan" userId="S::nahid@vu.edu.bd::85ea5f9e-65d6-4031-b810-9415101f2e21" providerId="AD" clId="Web-{D14C8DFD-FCFB-41A1-874E-150991E4BFE9}" dt="2020-09-01T05:06:59.874" v="73"/>
          <ac:inkMkLst>
            <pc:docMk/>
            <pc:sldMk cId="0" sldId="468"/>
            <ac:inkMk id="51338" creationId="{1BBAA520-A854-4DF1-B021-2973789017D8}"/>
          </ac:inkMkLst>
        </pc:inkChg>
        <pc:inkChg chg="del">
          <ac:chgData name="Md. Nahid Hasan" userId="S::nahid@vu.edu.bd::85ea5f9e-65d6-4031-b810-9415101f2e21" providerId="AD" clId="Web-{D14C8DFD-FCFB-41A1-874E-150991E4BFE9}" dt="2020-09-01T05:06:59.874" v="72"/>
          <ac:inkMkLst>
            <pc:docMk/>
            <pc:sldMk cId="0" sldId="468"/>
            <ac:inkMk id="51339" creationId="{8C2080A2-0FEE-43B6-A601-9DAB2420D4FC}"/>
          </ac:inkMkLst>
        </pc:inkChg>
        <pc:inkChg chg="del">
          <ac:chgData name="Md. Nahid Hasan" userId="S::nahid@vu.edu.bd::85ea5f9e-65d6-4031-b810-9415101f2e21" providerId="AD" clId="Web-{D14C8DFD-FCFB-41A1-874E-150991E4BFE9}" dt="2020-09-01T05:06:59.874" v="71"/>
          <ac:inkMkLst>
            <pc:docMk/>
            <pc:sldMk cId="0" sldId="468"/>
            <ac:inkMk id="51340" creationId="{5CC84D56-E4D9-49C2-8372-9E3D3A0B7E8D}"/>
          </ac:inkMkLst>
        </pc:inkChg>
        <pc:inkChg chg="del">
          <ac:chgData name="Md. Nahid Hasan" userId="S::nahid@vu.edu.bd::85ea5f9e-65d6-4031-b810-9415101f2e21" providerId="AD" clId="Web-{D14C8DFD-FCFB-41A1-874E-150991E4BFE9}" dt="2020-09-01T05:06:59.874" v="70"/>
          <ac:inkMkLst>
            <pc:docMk/>
            <pc:sldMk cId="0" sldId="468"/>
            <ac:inkMk id="51341" creationId="{6AF6152A-EE11-40B8-9FC1-85F56AB1EBFC}"/>
          </ac:inkMkLst>
        </pc:inkChg>
        <pc:inkChg chg="del">
          <ac:chgData name="Md. Nahid Hasan" userId="S::nahid@vu.edu.bd::85ea5f9e-65d6-4031-b810-9415101f2e21" providerId="AD" clId="Web-{D14C8DFD-FCFB-41A1-874E-150991E4BFE9}" dt="2020-09-01T05:06:59.874" v="69"/>
          <ac:inkMkLst>
            <pc:docMk/>
            <pc:sldMk cId="0" sldId="468"/>
            <ac:inkMk id="51342" creationId="{F75527B8-BA77-412A-9EA7-BA748C527BDB}"/>
          </ac:inkMkLst>
        </pc:inkChg>
        <pc:inkChg chg="del">
          <ac:chgData name="Md. Nahid Hasan" userId="S::nahid@vu.edu.bd::85ea5f9e-65d6-4031-b810-9415101f2e21" providerId="AD" clId="Web-{D14C8DFD-FCFB-41A1-874E-150991E4BFE9}" dt="2020-09-01T05:06:59.874" v="68"/>
          <ac:inkMkLst>
            <pc:docMk/>
            <pc:sldMk cId="0" sldId="468"/>
            <ac:inkMk id="51343" creationId="{DAC08F88-1199-48A4-90F1-C244144DFF65}"/>
          </ac:inkMkLst>
        </pc:inkChg>
        <pc:inkChg chg="del">
          <ac:chgData name="Md. Nahid Hasan" userId="S::nahid@vu.edu.bd::85ea5f9e-65d6-4031-b810-9415101f2e21" providerId="AD" clId="Web-{D14C8DFD-FCFB-41A1-874E-150991E4BFE9}" dt="2020-09-01T05:06:59.874" v="67"/>
          <ac:inkMkLst>
            <pc:docMk/>
            <pc:sldMk cId="0" sldId="468"/>
            <ac:inkMk id="51344" creationId="{AA76BAD5-FE90-4AE3-8C0F-D71F64BB1867}"/>
          </ac:inkMkLst>
        </pc:inkChg>
        <pc:inkChg chg="del">
          <ac:chgData name="Md. Nahid Hasan" userId="S::nahid@vu.edu.bd::85ea5f9e-65d6-4031-b810-9415101f2e21" providerId="AD" clId="Web-{D14C8DFD-FCFB-41A1-874E-150991E4BFE9}" dt="2020-09-01T05:06:59.874" v="66"/>
          <ac:inkMkLst>
            <pc:docMk/>
            <pc:sldMk cId="0" sldId="468"/>
            <ac:inkMk id="51345" creationId="{8C174073-06BB-4DD2-9ED0-0F04A5A8BE31}"/>
          </ac:inkMkLst>
        </pc:inkChg>
        <pc:inkChg chg="del">
          <ac:chgData name="Md. Nahid Hasan" userId="S::nahid@vu.edu.bd::85ea5f9e-65d6-4031-b810-9415101f2e21" providerId="AD" clId="Web-{D14C8DFD-FCFB-41A1-874E-150991E4BFE9}" dt="2020-09-01T05:06:59.858" v="65"/>
          <ac:inkMkLst>
            <pc:docMk/>
            <pc:sldMk cId="0" sldId="468"/>
            <ac:inkMk id="51346" creationId="{65EF25BE-8AEA-4FAD-92DA-653754DB735F}"/>
          </ac:inkMkLst>
        </pc:inkChg>
        <pc:inkChg chg="del">
          <ac:chgData name="Md. Nahid Hasan" userId="S::nahid@vu.edu.bd::85ea5f9e-65d6-4031-b810-9415101f2e21" providerId="AD" clId="Web-{D14C8DFD-FCFB-41A1-874E-150991E4BFE9}" dt="2020-09-01T05:06:59.858" v="64"/>
          <ac:inkMkLst>
            <pc:docMk/>
            <pc:sldMk cId="0" sldId="468"/>
            <ac:inkMk id="51347" creationId="{6C352C01-7E23-4BB0-9822-82D50404F4FB}"/>
          </ac:inkMkLst>
        </pc:inkChg>
        <pc:inkChg chg="del">
          <ac:chgData name="Md. Nahid Hasan" userId="S::nahid@vu.edu.bd::85ea5f9e-65d6-4031-b810-9415101f2e21" providerId="AD" clId="Web-{D14C8DFD-FCFB-41A1-874E-150991E4BFE9}" dt="2020-09-01T05:06:59.858" v="63"/>
          <ac:inkMkLst>
            <pc:docMk/>
            <pc:sldMk cId="0" sldId="468"/>
            <ac:inkMk id="51348" creationId="{7DDE359B-130F-4B5E-B5EA-6A575EB9C56E}"/>
          </ac:inkMkLst>
        </pc:inkChg>
        <pc:inkChg chg="del">
          <ac:chgData name="Md. Nahid Hasan" userId="S::nahid@vu.edu.bd::85ea5f9e-65d6-4031-b810-9415101f2e21" providerId="AD" clId="Web-{D14C8DFD-FCFB-41A1-874E-150991E4BFE9}" dt="2020-09-01T05:06:59.858" v="62"/>
          <ac:inkMkLst>
            <pc:docMk/>
            <pc:sldMk cId="0" sldId="468"/>
            <ac:inkMk id="51349" creationId="{1A0241FC-F026-4BAC-BC66-32A126776AC8}"/>
          </ac:inkMkLst>
        </pc:inkChg>
        <pc:inkChg chg="del">
          <ac:chgData name="Md. Nahid Hasan" userId="S::nahid@vu.edu.bd::85ea5f9e-65d6-4031-b810-9415101f2e21" providerId="AD" clId="Web-{D14C8DFD-FCFB-41A1-874E-150991E4BFE9}" dt="2020-09-01T05:06:59.858" v="61"/>
          <ac:inkMkLst>
            <pc:docMk/>
            <pc:sldMk cId="0" sldId="468"/>
            <ac:inkMk id="51350" creationId="{FC0D4255-CD6B-41BF-98AE-7463D74DA242}"/>
          </ac:inkMkLst>
        </pc:inkChg>
        <pc:inkChg chg="del">
          <ac:chgData name="Md. Nahid Hasan" userId="S::nahid@vu.edu.bd::85ea5f9e-65d6-4031-b810-9415101f2e21" providerId="AD" clId="Web-{D14C8DFD-FCFB-41A1-874E-150991E4BFE9}" dt="2020-09-01T05:06:59.858" v="60"/>
          <ac:inkMkLst>
            <pc:docMk/>
            <pc:sldMk cId="0" sldId="468"/>
            <ac:inkMk id="51351" creationId="{23DCEE21-1200-4111-AAA1-400EC9156435}"/>
          </ac:inkMkLst>
        </pc:inkChg>
        <pc:inkChg chg="del">
          <ac:chgData name="Md. Nahid Hasan" userId="S::nahid@vu.edu.bd::85ea5f9e-65d6-4031-b810-9415101f2e21" providerId="AD" clId="Web-{D14C8DFD-FCFB-41A1-874E-150991E4BFE9}" dt="2020-09-01T05:06:59.858" v="59"/>
          <ac:inkMkLst>
            <pc:docMk/>
            <pc:sldMk cId="0" sldId="468"/>
            <ac:inkMk id="51352" creationId="{CD07082C-1DCA-42B0-A63C-8D04AB72A61D}"/>
          </ac:inkMkLst>
        </pc:inkChg>
        <pc:inkChg chg="del">
          <ac:chgData name="Md. Nahid Hasan" userId="S::nahid@vu.edu.bd::85ea5f9e-65d6-4031-b810-9415101f2e21" providerId="AD" clId="Web-{D14C8DFD-FCFB-41A1-874E-150991E4BFE9}" dt="2020-09-01T05:06:59.858" v="58"/>
          <ac:inkMkLst>
            <pc:docMk/>
            <pc:sldMk cId="0" sldId="468"/>
            <ac:inkMk id="51353" creationId="{B99F3E67-EDA3-4583-B18C-7763F3BBB2E9}"/>
          </ac:inkMkLst>
        </pc:inkChg>
        <pc:inkChg chg="del">
          <ac:chgData name="Md. Nahid Hasan" userId="S::nahid@vu.edu.bd::85ea5f9e-65d6-4031-b810-9415101f2e21" providerId="AD" clId="Web-{D14C8DFD-FCFB-41A1-874E-150991E4BFE9}" dt="2020-09-01T05:06:59.858" v="57"/>
          <ac:inkMkLst>
            <pc:docMk/>
            <pc:sldMk cId="0" sldId="468"/>
            <ac:inkMk id="51354" creationId="{BEE7A76E-8BD4-49D8-8440-772EA9AA5EC7}"/>
          </ac:inkMkLst>
        </pc:inkChg>
        <pc:inkChg chg="del">
          <ac:chgData name="Md. Nahid Hasan" userId="S::nahid@vu.edu.bd::85ea5f9e-65d6-4031-b810-9415101f2e21" providerId="AD" clId="Web-{D14C8DFD-FCFB-41A1-874E-150991E4BFE9}" dt="2020-09-01T05:06:59.858" v="56"/>
          <ac:inkMkLst>
            <pc:docMk/>
            <pc:sldMk cId="0" sldId="468"/>
            <ac:inkMk id="51355" creationId="{A5EC1FF5-8F9F-4BD6-B74C-89299D60FCD0}"/>
          </ac:inkMkLst>
        </pc:inkChg>
        <pc:inkChg chg="del">
          <ac:chgData name="Md. Nahid Hasan" userId="S::nahid@vu.edu.bd::85ea5f9e-65d6-4031-b810-9415101f2e21" providerId="AD" clId="Web-{D14C8DFD-FCFB-41A1-874E-150991E4BFE9}" dt="2020-09-01T05:06:59.842" v="55"/>
          <ac:inkMkLst>
            <pc:docMk/>
            <pc:sldMk cId="0" sldId="468"/>
            <ac:inkMk id="51356" creationId="{AF5122C4-EABD-47D6-9A1F-0B1CD86165F4}"/>
          </ac:inkMkLst>
        </pc:inkChg>
        <pc:inkChg chg="del">
          <ac:chgData name="Md. Nahid Hasan" userId="S::nahid@vu.edu.bd::85ea5f9e-65d6-4031-b810-9415101f2e21" providerId="AD" clId="Web-{D14C8DFD-FCFB-41A1-874E-150991E4BFE9}" dt="2020-09-01T05:06:59.842" v="54"/>
          <ac:inkMkLst>
            <pc:docMk/>
            <pc:sldMk cId="0" sldId="468"/>
            <ac:inkMk id="51357" creationId="{2DB8ED2B-A021-401D-81D5-5E12C832F17F}"/>
          </ac:inkMkLst>
        </pc:inkChg>
        <pc:inkChg chg="del">
          <ac:chgData name="Md. Nahid Hasan" userId="S::nahid@vu.edu.bd::85ea5f9e-65d6-4031-b810-9415101f2e21" providerId="AD" clId="Web-{D14C8DFD-FCFB-41A1-874E-150991E4BFE9}" dt="2020-09-01T05:06:59.842" v="53"/>
          <ac:inkMkLst>
            <pc:docMk/>
            <pc:sldMk cId="0" sldId="468"/>
            <ac:inkMk id="51358" creationId="{E6652443-C49D-45C3-A0B8-F6C85447A652}"/>
          </ac:inkMkLst>
        </pc:inkChg>
        <pc:inkChg chg="del">
          <ac:chgData name="Md. Nahid Hasan" userId="S::nahid@vu.edu.bd::85ea5f9e-65d6-4031-b810-9415101f2e21" providerId="AD" clId="Web-{D14C8DFD-FCFB-41A1-874E-150991E4BFE9}" dt="2020-09-01T05:06:59.842" v="52"/>
          <ac:inkMkLst>
            <pc:docMk/>
            <pc:sldMk cId="0" sldId="468"/>
            <ac:inkMk id="51359" creationId="{280E25BD-4F76-4098-9A74-8B664EE6E01B}"/>
          </ac:inkMkLst>
        </pc:inkChg>
        <pc:inkChg chg="del">
          <ac:chgData name="Md. Nahid Hasan" userId="S::nahid@vu.edu.bd::85ea5f9e-65d6-4031-b810-9415101f2e21" providerId="AD" clId="Web-{D14C8DFD-FCFB-41A1-874E-150991E4BFE9}" dt="2020-09-01T05:06:59.842" v="51"/>
          <ac:inkMkLst>
            <pc:docMk/>
            <pc:sldMk cId="0" sldId="468"/>
            <ac:inkMk id="51360" creationId="{1241171C-D6B4-4862-A7D6-06C6F8CC03FE}"/>
          </ac:inkMkLst>
        </pc:inkChg>
        <pc:inkChg chg="del">
          <ac:chgData name="Md. Nahid Hasan" userId="S::nahid@vu.edu.bd::85ea5f9e-65d6-4031-b810-9415101f2e21" providerId="AD" clId="Web-{D14C8DFD-FCFB-41A1-874E-150991E4BFE9}" dt="2020-09-01T05:06:59.842" v="50"/>
          <ac:inkMkLst>
            <pc:docMk/>
            <pc:sldMk cId="0" sldId="468"/>
            <ac:inkMk id="51361" creationId="{5D83956F-B362-47D8-A70F-581094F2E8D9}"/>
          </ac:inkMkLst>
        </pc:inkChg>
        <pc:inkChg chg="del">
          <ac:chgData name="Md. Nahid Hasan" userId="S::nahid@vu.edu.bd::85ea5f9e-65d6-4031-b810-9415101f2e21" providerId="AD" clId="Web-{D14C8DFD-FCFB-41A1-874E-150991E4BFE9}" dt="2020-09-01T05:06:59.842" v="49"/>
          <ac:inkMkLst>
            <pc:docMk/>
            <pc:sldMk cId="0" sldId="468"/>
            <ac:inkMk id="51362" creationId="{32AB260F-4F31-458A-A18A-2644B2CB3766}"/>
          </ac:inkMkLst>
        </pc:inkChg>
        <pc:inkChg chg="del">
          <ac:chgData name="Md. Nahid Hasan" userId="S::nahid@vu.edu.bd::85ea5f9e-65d6-4031-b810-9415101f2e21" providerId="AD" clId="Web-{D14C8DFD-FCFB-41A1-874E-150991E4BFE9}" dt="2020-09-01T05:06:59.842" v="48"/>
          <ac:inkMkLst>
            <pc:docMk/>
            <pc:sldMk cId="0" sldId="468"/>
            <ac:inkMk id="51363" creationId="{D86EFEBD-ABA9-4F35-B1B8-637D40024D9A}"/>
          </ac:inkMkLst>
        </pc:inkChg>
        <pc:inkChg chg="del">
          <ac:chgData name="Md. Nahid Hasan" userId="S::nahid@vu.edu.bd::85ea5f9e-65d6-4031-b810-9415101f2e21" providerId="AD" clId="Web-{D14C8DFD-FCFB-41A1-874E-150991E4BFE9}" dt="2020-09-01T05:06:59.842" v="47"/>
          <ac:inkMkLst>
            <pc:docMk/>
            <pc:sldMk cId="0" sldId="468"/>
            <ac:inkMk id="51364" creationId="{2D6D2ADA-213C-4357-8F33-70D1CF2C35CE}"/>
          </ac:inkMkLst>
        </pc:inkChg>
        <pc:inkChg chg="del">
          <ac:chgData name="Md. Nahid Hasan" userId="S::nahid@vu.edu.bd::85ea5f9e-65d6-4031-b810-9415101f2e21" providerId="AD" clId="Web-{D14C8DFD-FCFB-41A1-874E-150991E4BFE9}" dt="2020-09-01T05:06:59.827" v="46"/>
          <ac:inkMkLst>
            <pc:docMk/>
            <pc:sldMk cId="0" sldId="468"/>
            <ac:inkMk id="51365" creationId="{A1990AB6-08CD-40E6-A449-B58FECEB9AEC}"/>
          </ac:inkMkLst>
        </pc:inkChg>
        <pc:inkChg chg="del">
          <ac:chgData name="Md. Nahid Hasan" userId="S::nahid@vu.edu.bd::85ea5f9e-65d6-4031-b810-9415101f2e21" providerId="AD" clId="Web-{D14C8DFD-FCFB-41A1-874E-150991E4BFE9}" dt="2020-09-01T05:06:59.827" v="45"/>
          <ac:inkMkLst>
            <pc:docMk/>
            <pc:sldMk cId="0" sldId="468"/>
            <ac:inkMk id="51366" creationId="{42A75364-582E-43C4-907D-0A23442237C7}"/>
          </ac:inkMkLst>
        </pc:inkChg>
        <pc:inkChg chg="del">
          <ac:chgData name="Md. Nahid Hasan" userId="S::nahid@vu.edu.bd::85ea5f9e-65d6-4031-b810-9415101f2e21" providerId="AD" clId="Web-{D14C8DFD-FCFB-41A1-874E-150991E4BFE9}" dt="2020-09-01T05:06:59.827" v="44"/>
          <ac:inkMkLst>
            <pc:docMk/>
            <pc:sldMk cId="0" sldId="468"/>
            <ac:inkMk id="51367" creationId="{75FA5662-562E-4FA6-9E75-2E5786F58B82}"/>
          </ac:inkMkLst>
        </pc:inkChg>
        <pc:inkChg chg="del">
          <ac:chgData name="Md. Nahid Hasan" userId="S::nahid@vu.edu.bd::85ea5f9e-65d6-4031-b810-9415101f2e21" providerId="AD" clId="Web-{D14C8DFD-FCFB-41A1-874E-150991E4BFE9}" dt="2020-09-01T05:06:59.827" v="43"/>
          <ac:inkMkLst>
            <pc:docMk/>
            <pc:sldMk cId="0" sldId="468"/>
            <ac:inkMk id="51368" creationId="{D4D83460-6688-45D3-8668-C57970489562}"/>
          </ac:inkMkLst>
        </pc:inkChg>
        <pc:inkChg chg="del">
          <ac:chgData name="Md. Nahid Hasan" userId="S::nahid@vu.edu.bd::85ea5f9e-65d6-4031-b810-9415101f2e21" providerId="AD" clId="Web-{D14C8DFD-FCFB-41A1-874E-150991E4BFE9}" dt="2020-09-01T05:06:59.827" v="42"/>
          <ac:inkMkLst>
            <pc:docMk/>
            <pc:sldMk cId="0" sldId="468"/>
            <ac:inkMk id="51369" creationId="{7D027E80-422F-45D4-B701-98C697347E65}"/>
          </ac:inkMkLst>
        </pc:inkChg>
        <pc:inkChg chg="del">
          <ac:chgData name="Md. Nahid Hasan" userId="S::nahid@vu.edu.bd::85ea5f9e-65d6-4031-b810-9415101f2e21" providerId="AD" clId="Web-{D14C8DFD-FCFB-41A1-874E-150991E4BFE9}" dt="2020-09-01T05:06:59.827" v="41"/>
          <ac:inkMkLst>
            <pc:docMk/>
            <pc:sldMk cId="0" sldId="468"/>
            <ac:inkMk id="51370" creationId="{D5F4CE4B-B12B-45ED-9656-10F42F0333D1}"/>
          </ac:inkMkLst>
        </pc:inkChg>
        <pc:inkChg chg="del">
          <ac:chgData name="Md. Nahid Hasan" userId="S::nahid@vu.edu.bd::85ea5f9e-65d6-4031-b810-9415101f2e21" providerId="AD" clId="Web-{D14C8DFD-FCFB-41A1-874E-150991E4BFE9}" dt="2020-09-01T05:06:59.827" v="40"/>
          <ac:inkMkLst>
            <pc:docMk/>
            <pc:sldMk cId="0" sldId="468"/>
            <ac:inkMk id="51371" creationId="{BA2499D7-E0B7-4009-A0F1-BD927F446F4C}"/>
          </ac:inkMkLst>
        </pc:inkChg>
        <pc:inkChg chg="del">
          <ac:chgData name="Md. Nahid Hasan" userId="S::nahid@vu.edu.bd::85ea5f9e-65d6-4031-b810-9415101f2e21" providerId="AD" clId="Web-{D14C8DFD-FCFB-41A1-874E-150991E4BFE9}" dt="2020-09-01T05:06:59.827" v="39"/>
          <ac:inkMkLst>
            <pc:docMk/>
            <pc:sldMk cId="0" sldId="468"/>
            <ac:inkMk id="51372" creationId="{22B4BD8E-9F38-4CDC-AE1F-00FDC56B83C0}"/>
          </ac:inkMkLst>
        </pc:inkChg>
        <pc:inkChg chg="del">
          <ac:chgData name="Md. Nahid Hasan" userId="S::nahid@vu.edu.bd::85ea5f9e-65d6-4031-b810-9415101f2e21" providerId="AD" clId="Web-{D14C8DFD-FCFB-41A1-874E-150991E4BFE9}" dt="2020-09-01T05:06:59.827" v="38"/>
          <ac:inkMkLst>
            <pc:docMk/>
            <pc:sldMk cId="0" sldId="468"/>
            <ac:inkMk id="51373" creationId="{C101B4C4-D766-4FFE-8A23-7A53D094B4C6}"/>
          </ac:inkMkLst>
        </pc:inkChg>
        <pc:inkChg chg="del">
          <ac:chgData name="Md. Nahid Hasan" userId="S::nahid@vu.edu.bd::85ea5f9e-65d6-4031-b810-9415101f2e21" providerId="AD" clId="Web-{D14C8DFD-FCFB-41A1-874E-150991E4BFE9}" dt="2020-09-01T05:06:59.811" v="37"/>
          <ac:inkMkLst>
            <pc:docMk/>
            <pc:sldMk cId="0" sldId="468"/>
            <ac:inkMk id="51374" creationId="{B511805C-8640-4D09-8766-8FBCDB3F7C57}"/>
          </ac:inkMkLst>
        </pc:inkChg>
        <pc:inkChg chg="del">
          <ac:chgData name="Md. Nahid Hasan" userId="S::nahid@vu.edu.bd::85ea5f9e-65d6-4031-b810-9415101f2e21" providerId="AD" clId="Web-{D14C8DFD-FCFB-41A1-874E-150991E4BFE9}" dt="2020-09-01T05:06:59.811" v="36"/>
          <ac:inkMkLst>
            <pc:docMk/>
            <pc:sldMk cId="0" sldId="468"/>
            <ac:inkMk id="51375" creationId="{3AB89F1F-8567-4592-BF4F-8657B02DBC9A}"/>
          </ac:inkMkLst>
        </pc:inkChg>
        <pc:inkChg chg="del">
          <ac:chgData name="Md. Nahid Hasan" userId="S::nahid@vu.edu.bd::85ea5f9e-65d6-4031-b810-9415101f2e21" providerId="AD" clId="Web-{D14C8DFD-FCFB-41A1-874E-150991E4BFE9}" dt="2020-09-01T05:06:59.811" v="35"/>
          <ac:inkMkLst>
            <pc:docMk/>
            <pc:sldMk cId="0" sldId="468"/>
            <ac:inkMk id="51376" creationId="{E4E48E4C-A945-4B09-A416-7B69CFF154CB}"/>
          </ac:inkMkLst>
        </pc:inkChg>
        <pc:inkChg chg="del">
          <ac:chgData name="Md. Nahid Hasan" userId="S::nahid@vu.edu.bd::85ea5f9e-65d6-4031-b810-9415101f2e21" providerId="AD" clId="Web-{D14C8DFD-FCFB-41A1-874E-150991E4BFE9}" dt="2020-09-01T05:06:59.811" v="34"/>
          <ac:inkMkLst>
            <pc:docMk/>
            <pc:sldMk cId="0" sldId="468"/>
            <ac:inkMk id="51377" creationId="{42747326-8DAA-498B-B0D1-4CA066CB471A}"/>
          </ac:inkMkLst>
        </pc:inkChg>
        <pc:inkChg chg="del">
          <ac:chgData name="Md. Nahid Hasan" userId="S::nahid@vu.edu.bd::85ea5f9e-65d6-4031-b810-9415101f2e21" providerId="AD" clId="Web-{D14C8DFD-FCFB-41A1-874E-150991E4BFE9}" dt="2020-09-01T05:06:59.811" v="33"/>
          <ac:inkMkLst>
            <pc:docMk/>
            <pc:sldMk cId="0" sldId="468"/>
            <ac:inkMk id="51378" creationId="{6E547D19-F5B7-433C-AA4E-BCF5289774D2}"/>
          </ac:inkMkLst>
        </pc:inkChg>
        <pc:inkChg chg="del">
          <ac:chgData name="Md. Nahid Hasan" userId="S::nahid@vu.edu.bd::85ea5f9e-65d6-4031-b810-9415101f2e21" providerId="AD" clId="Web-{D14C8DFD-FCFB-41A1-874E-150991E4BFE9}" dt="2020-09-01T05:06:59.811" v="32"/>
          <ac:inkMkLst>
            <pc:docMk/>
            <pc:sldMk cId="0" sldId="468"/>
            <ac:inkMk id="51379" creationId="{5F53683C-F357-4508-B974-5463A9A59AAB}"/>
          </ac:inkMkLst>
        </pc:inkChg>
        <pc:inkChg chg="del">
          <ac:chgData name="Md. Nahid Hasan" userId="S::nahid@vu.edu.bd::85ea5f9e-65d6-4031-b810-9415101f2e21" providerId="AD" clId="Web-{D14C8DFD-FCFB-41A1-874E-150991E4BFE9}" dt="2020-09-01T05:06:59.811" v="31"/>
          <ac:inkMkLst>
            <pc:docMk/>
            <pc:sldMk cId="0" sldId="468"/>
            <ac:inkMk id="51380" creationId="{B58F187B-5430-4A21-8F40-C9331D0E28C7}"/>
          </ac:inkMkLst>
        </pc:inkChg>
        <pc:inkChg chg="del">
          <ac:chgData name="Md. Nahid Hasan" userId="S::nahid@vu.edu.bd::85ea5f9e-65d6-4031-b810-9415101f2e21" providerId="AD" clId="Web-{D14C8DFD-FCFB-41A1-874E-150991E4BFE9}" dt="2020-09-01T05:06:59.811" v="30"/>
          <ac:inkMkLst>
            <pc:docMk/>
            <pc:sldMk cId="0" sldId="468"/>
            <ac:inkMk id="51381" creationId="{FE3E5212-F3B0-484B-B88B-30C7588DDEDA}"/>
          </ac:inkMkLst>
        </pc:inkChg>
        <pc:inkChg chg="del">
          <ac:chgData name="Md. Nahid Hasan" userId="S::nahid@vu.edu.bd::85ea5f9e-65d6-4031-b810-9415101f2e21" providerId="AD" clId="Web-{D14C8DFD-FCFB-41A1-874E-150991E4BFE9}" dt="2020-09-01T05:06:59.811" v="29"/>
          <ac:inkMkLst>
            <pc:docMk/>
            <pc:sldMk cId="0" sldId="468"/>
            <ac:inkMk id="51382" creationId="{1058E732-B0F1-43DD-9C76-993817B57A47}"/>
          </ac:inkMkLst>
        </pc:inkChg>
        <pc:inkChg chg="del">
          <ac:chgData name="Md. Nahid Hasan" userId="S::nahid@vu.edu.bd::85ea5f9e-65d6-4031-b810-9415101f2e21" providerId="AD" clId="Web-{D14C8DFD-FCFB-41A1-874E-150991E4BFE9}" dt="2020-09-01T05:06:59.811" v="28"/>
          <ac:inkMkLst>
            <pc:docMk/>
            <pc:sldMk cId="0" sldId="468"/>
            <ac:inkMk id="51383" creationId="{0BA271B8-5FD3-49AC-9083-5D59A7643626}"/>
          </ac:inkMkLst>
        </pc:inkChg>
        <pc:inkChg chg="del">
          <ac:chgData name="Md. Nahid Hasan" userId="S::nahid@vu.edu.bd::85ea5f9e-65d6-4031-b810-9415101f2e21" providerId="AD" clId="Web-{D14C8DFD-FCFB-41A1-874E-150991E4BFE9}" dt="2020-09-01T05:06:59.796" v="27"/>
          <ac:inkMkLst>
            <pc:docMk/>
            <pc:sldMk cId="0" sldId="468"/>
            <ac:inkMk id="51384" creationId="{CF7F3B5B-0AE5-4EB7-BAC7-F326512137AE}"/>
          </ac:inkMkLst>
        </pc:inkChg>
        <pc:inkChg chg="del">
          <ac:chgData name="Md. Nahid Hasan" userId="S::nahid@vu.edu.bd::85ea5f9e-65d6-4031-b810-9415101f2e21" providerId="AD" clId="Web-{D14C8DFD-FCFB-41A1-874E-150991E4BFE9}" dt="2020-09-01T05:06:59.796" v="26"/>
          <ac:inkMkLst>
            <pc:docMk/>
            <pc:sldMk cId="0" sldId="468"/>
            <ac:inkMk id="51385" creationId="{5512EFC5-AD76-4D73-B059-B06AC873CA01}"/>
          </ac:inkMkLst>
        </pc:inkChg>
        <pc:inkChg chg="del">
          <ac:chgData name="Md. Nahid Hasan" userId="S::nahid@vu.edu.bd::85ea5f9e-65d6-4031-b810-9415101f2e21" providerId="AD" clId="Web-{D14C8DFD-FCFB-41A1-874E-150991E4BFE9}" dt="2020-09-01T05:06:59.796" v="25"/>
          <ac:inkMkLst>
            <pc:docMk/>
            <pc:sldMk cId="0" sldId="468"/>
            <ac:inkMk id="51386" creationId="{E24C4323-C695-4EB8-80FE-416129D0D708}"/>
          </ac:inkMkLst>
        </pc:inkChg>
        <pc:inkChg chg="del">
          <ac:chgData name="Md. Nahid Hasan" userId="S::nahid@vu.edu.bd::85ea5f9e-65d6-4031-b810-9415101f2e21" providerId="AD" clId="Web-{D14C8DFD-FCFB-41A1-874E-150991E4BFE9}" dt="2020-09-01T05:06:59.796" v="24"/>
          <ac:inkMkLst>
            <pc:docMk/>
            <pc:sldMk cId="0" sldId="468"/>
            <ac:inkMk id="51387" creationId="{08B5ABFC-A6D6-424B-91EE-7E2D60C2945B}"/>
          </ac:inkMkLst>
        </pc:inkChg>
        <pc:inkChg chg="del">
          <ac:chgData name="Md. Nahid Hasan" userId="S::nahid@vu.edu.bd::85ea5f9e-65d6-4031-b810-9415101f2e21" providerId="AD" clId="Web-{D14C8DFD-FCFB-41A1-874E-150991E4BFE9}" dt="2020-09-01T05:06:59.796" v="23"/>
          <ac:inkMkLst>
            <pc:docMk/>
            <pc:sldMk cId="0" sldId="468"/>
            <ac:inkMk id="51388" creationId="{F450A04B-B59F-43EA-A28D-9D8389B15A8C}"/>
          </ac:inkMkLst>
        </pc:inkChg>
        <pc:inkChg chg="del">
          <ac:chgData name="Md. Nahid Hasan" userId="S::nahid@vu.edu.bd::85ea5f9e-65d6-4031-b810-9415101f2e21" providerId="AD" clId="Web-{D14C8DFD-FCFB-41A1-874E-150991E4BFE9}" dt="2020-09-01T05:06:59.796" v="22"/>
          <ac:inkMkLst>
            <pc:docMk/>
            <pc:sldMk cId="0" sldId="468"/>
            <ac:inkMk id="51389" creationId="{6600E73A-E606-49D9-AC19-09EF2F56F70D}"/>
          </ac:inkMkLst>
        </pc:inkChg>
        <pc:inkChg chg="del">
          <ac:chgData name="Md. Nahid Hasan" userId="S::nahid@vu.edu.bd::85ea5f9e-65d6-4031-b810-9415101f2e21" providerId="AD" clId="Web-{D14C8DFD-FCFB-41A1-874E-150991E4BFE9}" dt="2020-09-01T05:06:59.796" v="21"/>
          <ac:inkMkLst>
            <pc:docMk/>
            <pc:sldMk cId="0" sldId="468"/>
            <ac:inkMk id="51390" creationId="{CA1D95C5-5EDA-4E83-B9C5-F48A0BF58FE5}"/>
          </ac:inkMkLst>
        </pc:inkChg>
        <pc:inkChg chg="del">
          <ac:chgData name="Md. Nahid Hasan" userId="S::nahid@vu.edu.bd::85ea5f9e-65d6-4031-b810-9415101f2e21" providerId="AD" clId="Web-{D14C8DFD-FCFB-41A1-874E-150991E4BFE9}" dt="2020-09-01T05:06:59.796" v="20"/>
          <ac:inkMkLst>
            <pc:docMk/>
            <pc:sldMk cId="0" sldId="468"/>
            <ac:inkMk id="51391" creationId="{E8A39365-74A5-4EC5-AE94-B0F87B762C23}"/>
          </ac:inkMkLst>
        </pc:inkChg>
        <pc:inkChg chg="del">
          <ac:chgData name="Md. Nahid Hasan" userId="S::nahid@vu.edu.bd::85ea5f9e-65d6-4031-b810-9415101f2e21" providerId="AD" clId="Web-{D14C8DFD-FCFB-41A1-874E-150991E4BFE9}" dt="2020-09-01T05:06:59.796" v="19"/>
          <ac:inkMkLst>
            <pc:docMk/>
            <pc:sldMk cId="0" sldId="468"/>
            <ac:inkMk id="51392" creationId="{EC5A8CEC-F594-48D5-92B6-67339F0DAEFA}"/>
          </ac:inkMkLst>
        </pc:inkChg>
        <pc:inkChg chg="del">
          <ac:chgData name="Md. Nahid Hasan" userId="S::nahid@vu.edu.bd::85ea5f9e-65d6-4031-b810-9415101f2e21" providerId="AD" clId="Web-{D14C8DFD-FCFB-41A1-874E-150991E4BFE9}" dt="2020-09-01T05:06:59.780" v="18"/>
          <ac:inkMkLst>
            <pc:docMk/>
            <pc:sldMk cId="0" sldId="468"/>
            <ac:inkMk id="51393" creationId="{34C2FE90-3258-4572-96BD-79261D37F700}"/>
          </ac:inkMkLst>
        </pc:inkChg>
        <pc:inkChg chg="del">
          <ac:chgData name="Md. Nahid Hasan" userId="S::nahid@vu.edu.bd::85ea5f9e-65d6-4031-b810-9415101f2e21" providerId="AD" clId="Web-{D14C8DFD-FCFB-41A1-874E-150991E4BFE9}" dt="2020-09-01T05:06:59.780" v="17"/>
          <ac:inkMkLst>
            <pc:docMk/>
            <pc:sldMk cId="0" sldId="468"/>
            <ac:inkMk id="51394" creationId="{02EB1BD1-6B66-42CC-9C5E-6D949701FD47}"/>
          </ac:inkMkLst>
        </pc:inkChg>
        <pc:inkChg chg="del">
          <ac:chgData name="Md. Nahid Hasan" userId="S::nahid@vu.edu.bd::85ea5f9e-65d6-4031-b810-9415101f2e21" providerId="AD" clId="Web-{D14C8DFD-FCFB-41A1-874E-150991E4BFE9}" dt="2020-09-01T05:06:59.780" v="16"/>
          <ac:inkMkLst>
            <pc:docMk/>
            <pc:sldMk cId="0" sldId="468"/>
            <ac:inkMk id="51395" creationId="{EEB4869B-6DAD-4D2D-A9F4-13426090DA6D}"/>
          </ac:inkMkLst>
        </pc:inkChg>
        <pc:inkChg chg="del">
          <ac:chgData name="Md. Nahid Hasan" userId="S::nahid@vu.edu.bd::85ea5f9e-65d6-4031-b810-9415101f2e21" providerId="AD" clId="Web-{D14C8DFD-FCFB-41A1-874E-150991E4BFE9}" dt="2020-09-01T05:06:59.780" v="15"/>
          <ac:inkMkLst>
            <pc:docMk/>
            <pc:sldMk cId="0" sldId="468"/>
            <ac:inkMk id="51400" creationId="{77094353-90CB-403C-8FDB-C9FC9A133A3A}"/>
          </ac:inkMkLst>
        </pc:inkChg>
        <pc:inkChg chg="del">
          <ac:chgData name="Md. Nahid Hasan" userId="S::nahid@vu.edu.bd::85ea5f9e-65d6-4031-b810-9415101f2e21" providerId="AD" clId="Web-{D14C8DFD-FCFB-41A1-874E-150991E4BFE9}" dt="2020-09-01T05:06:59.780" v="14"/>
          <ac:inkMkLst>
            <pc:docMk/>
            <pc:sldMk cId="0" sldId="468"/>
            <ac:inkMk id="51401" creationId="{EA8C5654-FA3C-4774-8E93-C066D93112C1}"/>
          </ac:inkMkLst>
        </pc:inkChg>
        <pc:inkChg chg="del">
          <ac:chgData name="Md. Nahid Hasan" userId="S::nahid@vu.edu.bd::85ea5f9e-65d6-4031-b810-9415101f2e21" providerId="AD" clId="Web-{D14C8DFD-FCFB-41A1-874E-150991E4BFE9}" dt="2020-09-01T05:06:59.780" v="13"/>
          <ac:inkMkLst>
            <pc:docMk/>
            <pc:sldMk cId="0" sldId="468"/>
            <ac:inkMk id="51402" creationId="{E1024F44-5D0B-4EA2-A6D2-2BD894078800}"/>
          </ac:inkMkLst>
        </pc:inkChg>
        <pc:inkChg chg="del">
          <ac:chgData name="Md. Nahid Hasan" userId="S::nahid@vu.edu.bd::85ea5f9e-65d6-4031-b810-9415101f2e21" providerId="AD" clId="Web-{D14C8DFD-FCFB-41A1-874E-150991E4BFE9}" dt="2020-09-01T05:06:59.780" v="12"/>
          <ac:inkMkLst>
            <pc:docMk/>
            <pc:sldMk cId="0" sldId="468"/>
            <ac:inkMk id="51403" creationId="{12D87689-890E-4069-98C5-42FA50C3ECCB}"/>
          </ac:inkMkLst>
        </pc:inkChg>
        <pc:inkChg chg="del">
          <ac:chgData name="Md. Nahid Hasan" userId="S::nahid@vu.edu.bd::85ea5f9e-65d6-4031-b810-9415101f2e21" providerId="AD" clId="Web-{D14C8DFD-FCFB-41A1-874E-150991E4BFE9}" dt="2020-09-01T05:06:59.780" v="11"/>
          <ac:inkMkLst>
            <pc:docMk/>
            <pc:sldMk cId="0" sldId="468"/>
            <ac:inkMk id="51404" creationId="{3AF4EA32-4D76-4038-A548-ACB5E0AE82D0}"/>
          </ac:inkMkLst>
        </pc:inkChg>
        <pc:inkChg chg="del">
          <ac:chgData name="Md. Nahid Hasan" userId="S::nahid@vu.edu.bd::85ea5f9e-65d6-4031-b810-9415101f2e21" providerId="AD" clId="Web-{D14C8DFD-FCFB-41A1-874E-150991E4BFE9}" dt="2020-09-01T05:06:59.780" v="10"/>
          <ac:inkMkLst>
            <pc:docMk/>
            <pc:sldMk cId="0" sldId="468"/>
            <ac:inkMk id="51405" creationId="{9B2E5B93-710A-438A-A1A4-8E1ECB08E9B8}"/>
          </ac:inkMkLst>
        </pc:inkChg>
        <pc:inkChg chg="del">
          <ac:chgData name="Md. Nahid Hasan" userId="S::nahid@vu.edu.bd::85ea5f9e-65d6-4031-b810-9415101f2e21" providerId="AD" clId="Web-{D14C8DFD-FCFB-41A1-874E-150991E4BFE9}" dt="2020-09-01T05:06:59.780" v="9"/>
          <ac:inkMkLst>
            <pc:docMk/>
            <pc:sldMk cId="0" sldId="468"/>
            <ac:inkMk id="51406" creationId="{D5E5DB71-2A2A-40F6-91B6-E3DAE4418F8A}"/>
          </ac:inkMkLst>
        </pc:inkChg>
        <pc:inkChg chg="del">
          <ac:chgData name="Md. Nahid Hasan" userId="S::nahid@vu.edu.bd::85ea5f9e-65d6-4031-b810-9415101f2e21" providerId="AD" clId="Web-{D14C8DFD-FCFB-41A1-874E-150991E4BFE9}" dt="2020-09-01T05:06:59.764" v="8"/>
          <ac:inkMkLst>
            <pc:docMk/>
            <pc:sldMk cId="0" sldId="468"/>
            <ac:inkMk id="51414" creationId="{D092A85D-6F9C-4D18-B199-49B110BE9CB9}"/>
          </ac:inkMkLst>
        </pc:inkChg>
        <pc:inkChg chg="del">
          <ac:chgData name="Md. Nahid Hasan" userId="S::nahid@vu.edu.bd::85ea5f9e-65d6-4031-b810-9415101f2e21" providerId="AD" clId="Web-{D14C8DFD-FCFB-41A1-874E-150991E4BFE9}" dt="2020-09-01T05:06:59.764" v="7"/>
          <ac:inkMkLst>
            <pc:docMk/>
            <pc:sldMk cId="0" sldId="468"/>
            <ac:inkMk id="51415" creationId="{EF7F5436-C990-4037-9005-3D89994B6E62}"/>
          </ac:inkMkLst>
        </pc:inkChg>
        <pc:inkChg chg="del">
          <ac:chgData name="Md. Nahid Hasan" userId="S::nahid@vu.edu.bd::85ea5f9e-65d6-4031-b810-9415101f2e21" providerId="AD" clId="Web-{D14C8DFD-FCFB-41A1-874E-150991E4BFE9}" dt="2020-09-01T05:06:59.764" v="6"/>
          <ac:inkMkLst>
            <pc:docMk/>
            <pc:sldMk cId="0" sldId="468"/>
            <ac:inkMk id="51416" creationId="{4E451ECF-E499-4B58-A2B4-AF40C62CBCDA}"/>
          </ac:inkMkLst>
        </pc:inkChg>
        <pc:inkChg chg="del">
          <ac:chgData name="Md. Nahid Hasan" userId="S::nahid@vu.edu.bd::85ea5f9e-65d6-4031-b810-9415101f2e21" providerId="AD" clId="Web-{D14C8DFD-FCFB-41A1-874E-150991E4BFE9}" dt="2020-09-01T05:06:59.764" v="5"/>
          <ac:inkMkLst>
            <pc:docMk/>
            <pc:sldMk cId="0" sldId="468"/>
            <ac:inkMk id="51417" creationId="{1991B3AE-F2BB-4AC6-8B7A-6984BEDE0E0C}"/>
          </ac:inkMkLst>
        </pc:inkChg>
        <pc:inkChg chg="del">
          <ac:chgData name="Md. Nahid Hasan" userId="S::nahid@vu.edu.bd::85ea5f9e-65d6-4031-b810-9415101f2e21" providerId="AD" clId="Web-{D14C8DFD-FCFB-41A1-874E-150991E4BFE9}" dt="2020-09-01T05:06:59.764" v="4"/>
          <ac:inkMkLst>
            <pc:docMk/>
            <pc:sldMk cId="0" sldId="468"/>
            <ac:inkMk id="51418" creationId="{29E73293-C973-4E94-BA23-07AE75395E9A}"/>
          </ac:inkMkLst>
        </pc:inkChg>
        <pc:inkChg chg="del">
          <ac:chgData name="Md. Nahid Hasan" userId="S::nahid@vu.edu.bd::85ea5f9e-65d6-4031-b810-9415101f2e21" providerId="AD" clId="Web-{D14C8DFD-FCFB-41A1-874E-150991E4BFE9}" dt="2020-09-01T05:06:59.764" v="3"/>
          <ac:inkMkLst>
            <pc:docMk/>
            <pc:sldMk cId="0" sldId="468"/>
            <ac:inkMk id="51419" creationId="{61018896-315D-4354-B121-5EFA8CA02E15}"/>
          </ac:inkMkLst>
        </pc:inkChg>
        <pc:inkChg chg="del">
          <ac:chgData name="Md. Nahid Hasan" userId="S::nahid@vu.edu.bd::85ea5f9e-65d6-4031-b810-9415101f2e21" providerId="AD" clId="Web-{D14C8DFD-FCFB-41A1-874E-150991E4BFE9}" dt="2020-09-01T05:06:59.764" v="2"/>
          <ac:inkMkLst>
            <pc:docMk/>
            <pc:sldMk cId="0" sldId="468"/>
            <ac:inkMk id="51420" creationId="{16E9FF88-15C4-42B6-9622-2ADCAC6AFB5B}"/>
          </ac:inkMkLst>
        </pc:inkChg>
        <pc:inkChg chg="del">
          <ac:chgData name="Md. Nahid Hasan" userId="S::nahid@vu.edu.bd::85ea5f9e-65d6-4031-b810-9415101f2e21" providerId="AD" clId="Web-{D14C8DFD-FCFB-41A1-874E-150991E4BFE9}" dt="2020-09-01T05:06:59.764" v="1"/>
          <ac:inkMkLst>
            <pc:docMk/>
            <pc:sldMk cId="0" sldId="468"/>
            <ac:inkMk id="51421" creationId="{0A46AEAC-3113-4FDB-BFE6-3E5BB68E11F6}"/>
          </ac:inkMkLst>
        </pc:inkChg>
        <pc:inkChg chg="del">
          <ac:chgData name="Md. Nahid Hasan" userId="S::nahid@vu.edu.bd::85ea5f9e-65d6-4031-b810-9415101f2e21" providerId="AD" clId="Web-{D14C8DFD-FCFB-41A1-874E-150991E4BFE9}" dt="2020-09-01T05:06:59.749" v="0"/>
          <ac:inkMkLst>
            <pc:docMk/>
            <pc:sldMk cId="0" sldId="468"/>
            <ac:inkMk id="51422" creationId="{F780B3BB-3537-4230-B1B6-886ACFAB15D3}"/>
          </ac:inkMkLst>
        </pc:inkChg>
      </pc:sldChg>
    </pc:docChg>
  </pc:docChgLst>
  <pc:docChgLst>
    <pc:chgData name="Md. Nahid Hasan" userId="S::nahid@vu.edu.bd::85ea5f9e-65d6-4031-b810-9415101f2e21" providerId="AD" clId="Web-{7855784C-A123-418F-ADA5-C348BFB88A5A}"/>
    <pc:docChg chg="modSld">
      <pc:chgData name="Md. Nahid Hasan" userId="S::nahid@vu.edu.bd::85ea5f9e-65d6-4031-b810-9415101f2e21" providerId="AD" clId="Web-{7855784C-A123-418F-ADA5-C348BFB88A5A}" dt="2020-09-01T05:55:21.185" v="281"/>
      <pc:docMkLst>
        <pc:docMk/>
      </pc:docMkLst>
      <pc:sldChg chg="delSp">
        <pc:chgData name="Md. Nahid Hasan" userId="S::nahid@vu.edu.bd::85ea5f9e-65d6-4031-b810-9415101f2e21" providerId="AD" clId="Web-{7855784C-A123-418F-ADA5-C348BFB88A5A}" dt="2020-09-01T05:48:35.666" v="141"/>
        <pc:sldMkLst>
          <pc:docMk/>
          <pc:sldMk cId="0" sldId="447"/>
        </pc:sldMkLst>
        <pc:inkChg chg="del">
          <ac:chgData name="Md. Nahid Hasan" userId="S::nahid@vu.edu.bd::85ea5f9e-65d6-4031-b810-9415101f2e21" providerId="AD" clId="Web-{7855784C-A123-418F-ADA5-C348BFB88A5A}" dt="2020-09-01T05:48:35.666" v="141"/>
          <ac:inkMkLst>
            <pc:docMk/>
            <pc:sldMk cId="0" sldId="447"/>
            <ac:inkMk id="5" creationId="{FA145EEC-59B5-481C-89A3-A13BAD4A6728}"/>
          </ac:inkMkLst>
        </pc:inkChg>
        <pc:inkChg chg="del">
          <ac:chgData name="Md. Nahid Hasan" userId="S::nahid@vu.edu.bd::85ea5f9e-65d6-4031-b810-9415101f2e21" providerId="AD" clId="Web-{7855784C-A123-418F-ADA5-C348BFB88A5A}" dt="2020-09-01T05:48:35.666" v="140"/>
          <ac:inkMkLst>
            <pc:docMk/>
            <pc:sldMk cId="0" sldId="447"/>
            <ac:inkMk id="6" creationId="{A5147D0C-2FEA-4741-853C-A173BF14CFE4}"/>
          </ac:inkMkLst>
        </pc:inkChg>
        <pc:inkChg chg="del">
          <ac:chgData name="Md. Nahid Hasan" userId="S::nahid@vu.edu.bd::85ea5f9e-65d6-4031-b810-9415101f2e21" providerId="AD" clId="Web-{7855784C-A123-418F-ADA5-C348BFB88A5A}" dt="2020-09-01T05:48:35.666" v="139"/>
          <ac:inkMkLst>
            <pc:docMk/>
            <pc:sldMk cId="0" sldId="447"/>
            <ac:inkMk id="8" creationId="{D590AB4A-E39A-46E5-AC15-9F260FAC5A33}"/>
          </ac:inkMkLst>
        </pc:inkChg>
        <pc:inkChg chg="del">
          <ac:chgData name="Md. Nahid Hasan" userId="S::nahid@vu.edu.bd::85ea5f9e-65d6-4031-b810-9415101f2e21" providerId="AD" clId="Web-{7855784C-A123-418F-ADA5-C348BFB88A5A}" dt="2020-09-01T05:48:35.666" v="138"/>
          <ac:inkMkLst>
            <pc:docMk/>
            <pc:sldMk cId="0" sldId="447"/>
            <ac:inkMk id="12" creationId="{69790D26-DD00-4A3D-833C-687262ED5E74}"/>
          </ac:inkMkLst>
        </pc:inkChg>
      </pc:sldChg>
      <pc:sldChg chg="addSp">
        <pc:chgData name="Md. Nahid Hasan" userId="S::nahid@vu.edu.bd::85ea5f9e-65d6-4031-b810-9415101f2e21" providerId="AD" clId="Web-{7855784C-A123-418F-ADA5-C348BFB88A5A}" dt="2020-09-01T05:54:31.263" v="248"/>
        <pc:sldMkLst>
          <pc:docMk/>
          <pc:sldMk cId="0" sldId="453"/>
        </pc:sldMkLst>
        <pc:inkChg chg="add">
          <ac:chgData name="Md. Nahid Hasan" userId="S::nahid@vu.edu.bd::85ea5f9e-65d6-4031-b810-9415101f2e21" providerId="AD" clId="Web-{7855784C-A123-418F-ADA5-C348BFB88A5A}" dt="2020-09-01T05:52:39.731" v="206"/>
          <ac:inkMkLst>
            <pc:docMk/>
            <pc:sldMk cId="0" sldId="453"/>
            <ac:inkMk id="2" creationId="{7818A6FA-6EBD-4FFE-89D7-89FFFCA97371}"/>
          </ac:inkMkLst>
        </pc:inkChg>
        <pc:inkChg chg="add">
          <ac:chgData name="Md. Nahid Hasan" userId="S::nahid@vu.edu.bd::85ea5f9e-65d6-4031-b810-9415101f2e21" providerId="AD" clId="Web-{7855784C-A123-418F-ADA5-C348BFB88A5A}" dt="2020-09-01T05:52:43.856" v="207"/>
          <ac:inkMkLst>
            <pc:docMk/>
            <pc:sldMk cId="0" sldId="453"/>
            <ac:inkMk id="3" creationId="{911C192E-F69F-4844-BEBD-D031D76A2F06}"/>
          </ac:inkMkLst>
        </pc:inkChg>
        <pc:inkChg chg="add">
          <ac:chgData name="Md. Nahid Hasan" userId="S::nahid@vu.edu.bd::85ea5f9e-65d6-4031-b810-9415101f2e21" providerId="AD" clId="Web-{7855784C-A123-418F-ADA5-C348BFB88A5A}" dt="2020-09-01T05:52:45.793" v="208"/>
          <ac:inkMkLst>
            <pc:docMk/>
            <pc:sldMk cId="0" sldId="453"/>
            <ac:inkMk id="4" creationId="{F037A960-E8EE-48E7-8CC8-6DA8D77F7DA0}"/>
          </ac:inkMkLst>
        </pc:inkChg>
        <pc:inkChg chg="add">
          <ac:chgData name="Md. Nahid Hasan" userId="S::nahid@vu.edu.bd::85ea5f9e-65d6-4031-b810-9415101f2e21" providerId="AD" clId="Web-{7855784C-A123-418F-ADA5-C348BFB88A5A}" dt="2020-09-01T05:52:52.075" v="209"/>
          <ac:inkMkLst>
            <pc:docMk/>
            <pc:sldMk cId="0" sldId="453"/>
            <ac:inkMk id="5" creationId="{D34011A6-B2A4-4304-ABD0-64E26C1190F1}"/>
          </ac:inkMkLst>
        </pc:inkChg>
        <pc:inkChg chg="add">
          <ac:chgData name="Md. Nahid Hasan" userId="S::nahid@vu.edu.bd::85ea5f9e-65d6-4031-b810-9415101f2e21" providerId="AD" clId="Web-{7855784C-A123-418F-ADA5-C348BFB88A5A}" dt="2020-09-01T05:52:52.090" v="210"/>
          <ac:inkMkLst>
            <pc:docMk/>
            <pc:sldMk cId="0" sldId="453"/>
            <ac:inkMk id="6" creationId="{4C99C553-A793-489D-9933-B7E6CBC1C6AD}"/>
          </ac:inkMkLst>
        </pc:inkChg>
        <pc:inkChg chg="add">
          <ac:chgData name="Md. Nahid Hasan" userId="S::nahid@vu.edu.bd::85ea5f9e-65d6-4031-b810-9415101f2e21" providerId="AD" clId="Web-{7855784C-A123-418F-ADA5-C348BFB88A5A}" dt="2020-09-01T05:52:52.090" v="211"/>
          <ac:inkMkLst>
            <pc:docMk/>
            <pc:sldMk cId="0" sldId="453"/>
            <ac:inkMk id="7" creationId="{DDE6B8CF-026D-420B-84CF-DF42AAACFDB5}"/>
          </ac:inkMkLst>
        </pc:inkChg>
        <pc:inkChg chg="add">
          <ac:chgData name="Md. Nahid Hasan" userId="S::nahid@vu.edu.bd::85ea5f9e-65d6-4031-b810-9415101f2e21" providerId="AD" clId="Web-{7855784C-A123-418F-ADA5-C348BFB88A5A}" dt="2020-09-01T05:52:52.090" v="212"/>
          <ac:inkMkLst>
            <pc:docMk/>
            <pc:sldMk cId="0" sldId="453"/>
            <ac:inkMk id="8" creationId="{E330FC01-73A4-46C1-93E9-E032609E8713}"/>
          </ac:inkMkLst>
        </pc:inkChg>
        <pc:inkChg chg="add">
          <ac:chgData name="Md. Nahid Hasan" userId="S::nahid@vu.edu.bd::85ea5f9e-65d6-4031-b810-9415101f2e21" providerId="AD" clId="Web-{7855784C-A123-418F-ADA5-C348BFB88A5A}" dt="2020-09-01T05:52:53.309" v="213"/>
          <ac:inkMkLst>
            <pc:docMk/>
            <pc:sldMk cId="0" sldId="453"/>
            <ac:inkMk id="9" creationId="{7873BA27-7913-4EDE-B417-17326D372502}"/>
          </ac:inkMkLst>
        </pc:inkChg>
        <pc:inkChg chg="add">
          <ac:chgData name="Md. Nahid Hasan" userId="S::nahid@vu.edu.bd::85ea5f9e-65d6-4031-b810-9415101f2e21" providerId="AD" clId="Web-{7855784C-A123-418F-ADA5-C348BFB88A5A}" dt="2020-09-01T05:52:55.450" v="214"/>
          <ac:inkMkLst>
            <pc:docMk/>
            <pc:sldMk cId="0" sldId="453"/>
            <ac:inkMk id="10" creationId="{DF67D5D8-D125-4698-9ED3-01772C0F787B}"/>
          </ac:inkMkLst>
        </pc:inkChg>
        <pc:inkChg chg="add">
          <ac:chgData name="Md. Nahid Hasan" userId="S::nahid@vu.edu.bd::85ea5f9e-65d6-4031-b810-9415101f2e21" providerId="AD" clId="Web-{7855784C-A123-418F-ADA5-C348BFB88A5A}" dt="2020-09-01T05:52:56.450" v="215"/>
          <ac:inkMkLst>
            <pc:docMk/>
            <pc:sldMk cId="0" sldId="453"/>
            <ac:inkMk id="11" creationId="{98BACA82-EAE6-4034-ADD8-8D56B80DB19A}"/>
          </ac:inkMkLst>
        </pc:inkChg>
        <pc:inkChg chg="add">
          <ac:chgData name="Md. Nahid Hasan" userId="S::nahid@vu.edu.bd::85ea5f9e-65d6-4031-b810-9415101f2e21" providerId="AD" clId="Web-{7855784C-A123-418F-ADA5-C348BFB88A5A}" dt="2020-09-01T05:52:57.403" v="216"/>
          <ac:inkMkLst>
            <pc:docMk/>
            <pc:sldMk cId="0" sldId="453"/>
            <ac:inkMk id="12" creationId="{40CB494A-356E-41A2-9348-24ACE2E69726}"/>
          </ac:inkMkLst>
        </pc:inkChg>
        <pc:inkChg chg="add">
          <ac:chgData name="Md. Nahid Hasan" userId="S::nahid@vu.edu.bd::85ea5f9e-65d6-4031-b810-9415101f2e21" providerId="AD" clId="Web-{7855784C-A123-418F-ADA5-C348BFB88A5A}" dt="2020-09-01T05:53:14.153" v="217"/>
          <ac:inkMkLst>
            <pc:docMk/>
            <pc:sldMk cId="0" sldId="453"/>
            <ac:inkMk id="13" creationId="{05CBF5E9-DAC3-44E4-BBD1-0A8160268D7C}"/>
          </ac:inkMkLst>
        </pc:inkChg>
        <pc:inkChg chg="add">
          <ac:chgData name="Md. Nahid Hasan" userId="S::nahid@vu.edu.bd::85ea5f9e-65d6-4031-b810-9415101f2e21" providerId="AD" clId="Web-{7855784C-A123-418F-ADA5-C348BFB88A5A}" dt="2020-09-01T05:53:21.747" v="218"/>
          <ac:inkMkLst>
            <pc:docMk/>
            <pc:sldMk cId="0" sldId="453"/>
            <ac:inkMk id="14" creationId="{68EE1F98-A782-4CAB-B29B-B394FC9B3046}"/>
          </ac:inkMkLst>
        </pc:inkChg>
        <pc:inkChg chg="add">
          <ac:chgData name="Md. Nahid Hasan" userId="S::nahid@vu.edu.bd::85ea5f9e-65d6-4031-b810-9415101f2e21" providerId="AD" clId="Web-{7855784C-A123-418F-ADA5-C348BFB88A5A}" dt="2020-09-01T05:53:25.731" v="219"/>
          <ac:inkMkLst>
            <pc:docMk/>
            <pc:sldMk cId="0" sldId="453"/>
            <ac:inkMk id="15" creationId="{1B42FAAA-750A-4380-983C-E5ADCF900ADD}"/>
          </ac:inkMkLst>
        </pc:inkChg>
        <pc:inkChg chg="add">
          <ac:chgData name="Md. Nahid Hasan" userId="S::nahid@vu.edu.bd::85ea5f9e-65d6-4031-b810-9415101f2e21" providerId="AD" clId="Web-{7855784C-A123-418F-ADA5-C348BFB88A5A}" dt="2020-09-01T05:53:27.044" v="220"/>
          <ac:inkMkLst>
            <pc:docMk/>
            <pc:sldMk cId="0" sldId="453"/>
            <ac:inkMk id="16" creationId="{8A6A6D68-0612-48A9-8731-63161537D2CF}"/>
          </ac:inkMkLst>
        </pc:inkChg>
        <pc:inkChg chg="add">
          <ac:chgData name="Md. Nahid Hasan" userId="S::nahid@vu.edu.bd::85ea5f9e-65d6-4031-b810-9415101f2e21" providerId="AD" clId="Web-{7855784C-A123-418F-ADA5-C348BFB88A5A}" dt="2020-09-01T05:53:29.434" v="221"/>
          <ac:inkMkLst>
            <pc:docMk/>
            <pc:sldMk cId="0" sldId="453"/>
            <ac:inkMk id="17" creationId="{86410FA4-0B33-437E-97EE-24393CD88F95}"/>
          </ac:inkMkLst>
        </pc:inkChg>
        <pc:inkChg chg="add">
          <ac:chgData name="Md. Nahid Hasan" userId="S::nahid@vu.edu.bd::85ea5f9e-65d6-4031-b810-9415101f2e21" providerId="AD" clId="Web-{7855784C-A123-418F-ADA5-C348BFB88A5A}" dt="2020-09-01T05:53:29.434" v="222"/>
          <ac:inkMkLst>
            <pc:docMk/>
            <pc:sldMk cId="0" sldId="453"/>
            <ac:inkMk id="18" creationId="{5B9E3AA0-16B7-4F64-ACAD-A2A625BBCB61}"/>
          </ac:inkMkLst>
        </pc:inkChg>
        <pc:inkChg chg="add">
          <ac:chgData name="Md. Nahid Hasan" userId="S::nahid@vu.edu.bd::85ea5f9e-65d6-4031-b810-9415101f2e21" providerId="AD" clId="Web-{7855784C-A123-418F-ADA5-C348BFB88A5A}" dt="2020-09-01T05:53:29.450" v="223"/>
          <ac:inkMkLst>
            <pc:docMk/>
            <pc:sldMk cId="0" sldId="453"/>
            <ac:inkMk id="19" creationId="{2770847F-10A5-4F6A-A2D5-532F897983E8}"/>
          </ac:inkMkLst>
        </pc:inkChg>
        <pc:inkChg chg="add">
          <ac:chgData name="Md. Nahid Hasan" userId="S::nahid@vu.edu.bd::85ea5f9e-65d6-4031-b810-9415101f2e21" providerId="AD" clId="Web-{7855784C-A123-418F-ADA5-C348BFB88A5A}" dt="2020-09-01T05:53:29.450" v="224"/>
          <ac:inkMkLst>
            <pc:docMk/>
            <pc:sldMk cId="0" sldId="453"/>
            <ac:inkMk id="20" creationId="{59014EB7-4A82-4006-87D3-FEE000747AF0}"/>
          </ac:inkMkLst>
        </pc:inkChg>
        <pc:inkChg chg="add">
          <ac:chgData name="Md. Nahid Hasan" userId="S::nahid@vu.edu.bd::85ea5f9e-65d6-4031-b810-9415101f2e21" providerId="AD" clId="Web-{7855784C-A123-418F-ADA5-C348BFB88A5A}" dt="2020-09-01T05:53:30.825" v="225"/>
          <ac:inkMkLst>
            <pc:docMk/>
            <pc:sldMk cId="0" sldId="453"/>
            <ac:inkMk id="21" creationId="{C3DB78A5-7C16-4AC9-906F-47A4987C9B56}"/>
          </ac:inkMkLst>
        </pc:inkChg>
        <pc:inkChg chg="add">
          <ac:chgData name="Md. Nahid Hasan" userId="S::nahid@vu.edu.bd::85ea5f9e-65d6-4031-b810-9415101f2e21" providerId="AD" clId="Web-{7855784C-A123-418F-ADA5-C348BFB88A5A}" dt="2020-09-01T05:53:31.200" v="226"/>
          <ac:inkMkLst>
            <pc:docMk/>
            <pc:sldMk cId="0" sldId="453"/>
            <ac:inkMk id="22" creationId="{E34D80C9-DFD0-44B6-9D9A-067D6FE21C7A}"/>
          </ac:inkMkLst>
        </pc:inkChg>
        <pc:inkChg chg="add">
          <ac:chgData name="Md. Nahid Hasan" userId="S::nahid@vu.edu.bd::85ea5f9e-65d6-4031-b810-9415101f2e21" providerId="AD" clId="Web-{7855784C-A123-418F-ADA5-C348BFB88A5A}" dt="2020-09-01T05:53:31.981" v="227"/>
          <ac:inkMkLst>
            <pc:docMk/>
            <pc:sldMk cId="0" sldId="453"/>
            <ac:inkMk id="23" creationId="{C372E9C4-1D54-4900-BBB1-B4D0D18926C3}"/>
          </ac:inkMkLst>
        </pc:inkChg>
        <pc:inkChg chg="add">
          <ac:chgData name="Md. Nahid Hasan" userId="S::nahid@vu.edu.bd::85ea5f9e-65d6-4031-b810-9415101f2e21" providerId="AD" clId="Web-{7855784C-A123-418F-ADA5-C348BFB88A5A}" dt="2020-09-01T05:53:34.231" v="228"/>
          <ac:inkMkLst>
            <pc:docMk/>
            <pc:sldMk cId="0" sldId="453"/>
            <ac:inkMk id="24" creationId="{A436608D-09E2-4311-A14C-1759DB99ABBC}"/>
          </ac:inkMkLst>
        </pc:inkChg>
        <pc:inkChg chg="add">
          <ac:chgData name="Md. Nahid Hasan" userId="S::nahid@vu.edu.bd::85ea5f9e-65d6-4031-b810-9415101f2e21" providerId="AD" clId="Web-{7855784C-A123-418F-ADA5-C348BFB88A5A}" dt="2020-09-01T05:53:36.247" v="229"/>
          <ac:inkMkLst>
            <pc:docMk/>
            <pc:sldMk cId="0" sldId="453"/>
            <ac:inkMk id="25" creationId="{966685ED-3026-46F8-B70D-938C8D9642FA}"/>
          </ac:inkMkLst>
        </pc:inkChg>
        <pc:inkChg chg="add">
          <ac:chgData name="Md. Nahid Hasan" userId="S::nahid@vu.edu.bd::85ea5f9e-65d6-4031-b810-9415101f2e21" providerId="AD" clId="Web-{7855784C-A123-418F-ADA5-C348BFB88A5A}" dt="2020-09-01T05:53:36.247" v="230"/>
          <ac:inkMkLst>
            <pc:docMk/>
            <pc:sldMk cId="0" sldId="453"/>
            <ac:inkMk id="26" creationId="{2F4314B8-3386-4DB9-ACC2-84B7813743BD}"/>
          </ac:inkMkLst>
        </pc:inkChg>
        <pc:inkChg chg="add">
          <ac:chgData name="Md. Nahid Hasan" userId="S::nahid@vu.edu.bd::85ea5f9e-65d6-4031-b810-9415101f2e21" providerId="AD" clId="Web-{7855784C-A123-418F-ADA5-C348BFB88A5A}" dt="2020-09-01T05:53:36.247" v="231"/>
          <ac:inkMkLst>
            <pc:docMk/>
            <pc:sldMk cId="0" sldId="453"/>
            <ac:inkMk id="27" creationId="{AA647225-B923-4D22-A4B9-00604C28A694}"/>
          </ac:inkMkLst>
        </pc:inkChg>
        <pc:inkChg chg="add">
          <ac:chgData name="Md. Nahid Hasan" userId="S::nahid@vu.edu.bd::85ea5f9e-65d6-4031-b810-9415101f2e21" providerId="AD" clId="Web-{7855784C-A123-418F-ADA5-C348BFB88A5A}" dt="2020-09-01T05:53:41.309" v="232"/>
          <ac:inkMkLst>
            <pc:docMk/>
            <pc:sldMk cId="0" sldId="453"/>
            <ac:inkMk id="28" creationId="{1F6BA055-887A-472A-B87C-63F0A7F154FE}"/>
          </ac:inkMkLst>
        </pc:inkChg>
        <pc:inkChg chg="add">
          <ac:chgData name="Md. Nahid Hasan" userId="S::nahid@vu.edu.bd::85ea5f9e-65d6-4031-b810-9415101f2e21" providerId="AD" clId="Web-{7855784C-A123-418F-ADA5-C348BFB88A5A}" dt="2020-09-01T05:53:42.434" v="233"/>
          <ac:inkMkLst>
            <pc:docMk/>
            <pc:sldMk cId="0" sldId="453"/>
            <ac:inkMk id="29" creationId="{7D1D95C5-769E-402B-B37C-4BA0FF8C12A4}"/>
          </ac:inkMkLst>
        </pc:inkChg>
        <pc:inkChg chg="add">
          <ac:chgData name="Md. Nahid Hasan" userId="S::nahid@vu.edu.bd::85ea5f9e-65d6-4031-b810-9415101f2e21" providerId="AD" clId="Web-{7855784C-A123-418F-ADA5-C348BFB88A5A}" dt="2020-09-01T05:53:43.716" v="234"/>
          <ac:inkMkLst>
            <pc:docMk/>
            <pc:sldMk cId="0" sldId="453"/>
            <ac:inkMk id="30" creationId="{5949F815-012C-4008-B524-E0FB8B794AEB}"/>
          </ac:inkMkLst>
        </pc:inkChg>
        <pc:inkChg chg="add">
          <ac:chgData name="Md. Nahid Hasan" userId="S::nahid@vu.edu.bd::85ea5f9e-65d6-4031-b810-9415101f2e21" providerId="AD" clId="Web-{7855784C-A123-418F-ADA5-C348BFB88A5A}" dt="2020-09-01T05:53:44.934" v="235"/>
          <ac:inkMkLst>
            <pc:docMk/>
            <pc:sldMk cId="0" sldId="453"/>
            <ac:inkMk id="31" creationId="{F4F0BB3B-FC0B-4AAF-B23B-1C83FA7A47C5}"/>
          </ac:inkMkLst>
        </pc:inkChg>
        <pc:inkChg chg="add">
          <ac:chgData name="Md. Nahid Hasan" userId="S::nahid@vu.edu.bd::85ea5f9e-65d6-4031-b810-9415101f2e21" providerId="AD" clId="Web-{7855784C-A123-418F-ADA5-C348BFB88A5A}" dt="2020-09-01T05:53:53.622" v="236"/>
          <ac:inkMkLst>
            <pc:docMk/>
            <pc:sldMk cId="0" sldId="453"/>
            <ac:inkMk id="32" creationId="{2A11047F-588B-4FAD-A791-3DAF57D6E1F4}"/>
          </ac:inkMkLst>
        </pc:inkChg>
        <pc:inkChg chg="add">
          <ac:chgData name="Md. Nahid Hasan" userId="S::nahid@vu.edu.bd::85ea5f9e-65d6-4031-b810-9415101f2e21" providerId="AD" clId="Web-{7855784C-A123-418F-ADA5-C348BFB88A5A}" dt="2020-09-01T05:53:56.263" v="237"/>
          <ac:inkMkLst>
            <pc:docMk/>
            <pc:sldMk cId="0" sldId="453"/>
            <ac:inkMk id="33" creationId="{1C030621-AD09-4D84-B907-8C0B3212C221}"/>
          </ac:inkMkLst>
        </pc:inkChg>
        <pc:inkChg chg="add">
          <ac:chgData name="Md. Nahid Hasan" userId="S::nahid@vu.edu.bd::85ea5f9e-65d6-4031-b810-9415101f2e21" providerId="AD" clId="Web-{7855784C-A123-418F-ADA5-C348BFB88A5A}" dt="2020-09-01T05:53:56.263" v="238"/>
          <ac:inkMkLst>
            <pc:docMk/>
            <pc:sldMk cId="0" sldId="453"/>
            <ac:inkMk id="34" creationId="{014B00AF-023A-4E35-8838-274A6EDD9BF8}"/>
          </ac:inkMkLst>
        </pc:inkChg>
        <pc:inkChg chg="add">
          <ac:chgData name="Md. Nahid Hasan" userId="S::nahid@vu.edu.bd::85ea5f9e-65d6-4031-b810-9415101f2e21" providerId="AD" clId="Web-{7855784C-A123-418F-ADA5-C348BFB88A5A}" dt="2020-09-01T05:53:56.278" v="239"/>
          <ac:inkMkLst>
            <pc:docMk/>
            <pc:sldMk cId="0" sldId="453"/>
            <ac:inkMk id="35" creationId="{23E84F4F-0C07-46B8-84A3-3EDE91F291EF}"/>
          </ac:inkMkLst>
        </pc:inkChg>
        <pc:inkChg chg="add">
          <ac:chgData name="Md. Nahid Hasan" userId="S::nahid@vu.edu.bd::85ea5f9e-65d6-4031-b810-9415101f2e21" providerId="AD" clId="Web-{7855784C-A123-418F-ADA5-C348BFB88A5A}" dt="2020-09-01T05:53:56.278" v="240"/>
          <ac:inkMkLst>
            <pc:docMk/>
            <pc:sldMk cId="0" sldId="453"/>
            <ac:inkMk id="36" creationId="{88F9CFC2-CB84-4195-85D2-39BFFE90ED6C}"/>
          </ac:inkMkLst>
        </pc:inkChg>
        <pc:inkChg chg="add">
          <ac:chgData name="Md. Nahid Hasan" userId="S::nahid@vu.edu.bd::85ea5f9e-65d6-4031-b810-9415101f2e21" providerId="AD" clId="Web-{7855784C-A123-418F-ADA5-C348BFB88A5A}" dt="2020-09-01T05:53:57.028" v="241"/>
          <ac:inkMkLst>
            <pc:docMk/>
            <pc:sldMk cId="0" sldId="453"/>
            <ac:inkMk id="37" creationId="{DCDBAE54-24F1-49A6-A096-384E2298A8DC}"/>
          </ac:inkMkLst>
        </pc:inkChg>
        <pc:inkChg chg="add">
          <ac:chgData name="Md. Nahid Hasan" userId="S::nahid@vu.edu.bd::85ea5f9e-65d6-4031-b810-9415101f2e21" providerId="AD" clId="Web-{7855784C-A123-418F-ADA5-C348BFB88A5A}" dt="2020-09-01T05:53:57.044" v="242"/>
          <ac:inkMkLst>
            <pc:docMk/>
            <pc:sldMk cId="0" sldId="453"/>
            <ac:inkMk id="38" creationId="{93921B10-EEB5-4BCA-A9FA-88C2DCB510F1}"/>
          </ac:inkMkLst>
        </pc:inkChg>
        <pc:inkChg chg="add">
          <ac:chgData name="Md. Nahid Hasan" userId="S::nahid@vu.edu.bd::85ea5f9e-65d6-4031-b810-9415101f2e21" providerId="AD" clId="Web-{7855784C-A123-418F-ADA5-C348BFB88A5A}" dt="2020-09-01T05:53:58.434" v="243"/>
          <ac:inkMkLst>
            <pc:docMk/>
            <pc:sldMk cId="0" sldId="453"/>
            <ac:inkMk id="39" creationId="{BD0FCFDD-2C67-44F3-9EDD-E110F132410B}"/>
          </ac:inkMkLst>
        </pc:inkChg>
        <pc:inkChg chg="add">
          <ac:chgData name="Md. Nahid Hasan" userId="S::nahid@vu.edu.bd::85ea5f9e-65d6-4031-b810-9415101f2e21" providerId="AD" clId="Web-{7855784C-A123-418F-ADA5-C348BFB88A5A}" dt="2020-09-01T05:54:02.466" v="244"/>
          <ac:inkMkLst>
            <pc:docMk/>
            <pc:sldMk cId="0" sldId="453"/>
            <ac:inkMk id="40" creationId="{93D545F3-9D32-4DA9-8299-4C63C768D519}"/>
          </ac:inkMkLst>
        </pc:inkChg>
        <pc:inkChg chg="add">
          <ac:chgData name="Md. Nahid Hasan" userId="S::nahid@vu.edu.bd::85ea5f9e-65d6-4031-b810-9415101f2e21" providerId="AD" clId="Web-{7855784C-A123-418F-ADA5-C348BFB88A5A}" dt="2020-09-01T05:54:10.872" v="245"/>
          <ac:inkMkLst>
            <pc:docMk/>
            <pc:sldMk cId="0" sldId="453"/>
            <ac:inkMk id="41" creationId="{A7A63CCF-5E5B-4132-9745-C46DDC6241B2}"/>
          </ac:inkMkLst>
        </pc:inkChg>
        <pc:inkChg chg="add">
          <ac:chgData name="Md. Nahid Hasan" userId="S::nahid@vu.edu.bd::85ea5f9e-65d6-4031-b810-9415101f2e21" providerId="AD" clId="Web-{7855784C-A123-418F-ADA5-C348BFB88A5A}" dt="2020-09-01T05:54:22.544" v="246"/>
          <ac:inkMkLst>
            <pc:docMk/>
            <pc:sldMk cId="0" sldId="453"/>
            <ac:inkMk id="42" creationId="{5B167FB4-40DF-46CD-84E1-6CBC8F2D3E47}"/>
          </ac:inkMkLst>
        </pc:inkChg>
        <pc:inkChg chg="add">
          <ac:chgData name="Md. Nahid Hasan" userId="S::nahid@vu.edu.bd::85ea5f9e-65d6-4031-b810-9415101f2e21" providerId="AD" clId="Web-{7855784C-A123-418F-ADA5-C348BFB88A5A}" dt="2020-09-01T05:54:29.310" v="247"/>
          <ac:inkMkLst>
            <pc:docMk/>
            <pc:sldMk cId="0" sldId="453"/>
            <ac:inkMk id="43" creationId="{33B167AE-47AD-4B00-A637-2DEBDD29C35C}"/>
          </ac:inkMkLst>
        </pc:inkChg>
        <pc:inkChg chg="add">
          <ac:chgData name="Md. Nahid Hasan" userId="S::nahid@vu.edu.bd::85ea5f9e-65d6-4031-b810-9415101f2e21" providerId="AD" clId="Web-{7855784C-A123-418F-ADA5-C348BFB88A5A}" dt="2020-09-01T05:54:31.263" v="248"/>
          <ac:inkMkLst>
            <pc:docMk/>
            <pc:sldMk cId="0" sldId="453"/>
            <ac:inkMk id="44" creationId="{C06995BF-AF8F-49A7-A9B7-3A21F7AD05B8}"/>
          </ac:inkMkLst>
        </pc:inkChg>
      </pc:sldChg>
      <pc:sldChg chg="addSp">
        <pc:chgData name="Md. Nahid Hasan" userId="S::nahid@vu.edu.bd::85ea5f9e-65d6-4031-b810-9415101f2e21" providerId="AD" clId="Web-{7855784C-A123-418F-ADA5-C348BFB88A5A}" dt="2020-09-01T05:55:21.185" v="281"/>
        <pc:sldMkLst>
          <pc:docMk/>
          <pc:sldMk cId="0" sldId="456"/>
        </pc:sldMkLst>
        <pc:inkChg chg="add">
          <ac:chgData name="Md. Nahid Hasan" userId="S::nahid@vu.edu.bd::85ea5f9e-65d6-4031-b810-9415101f2e21" providerId="AD" clId="Web-{7855784C-A123-418F-ADA5-C348BFB88A5A}" dt="2020-09-01T05:54:54.919" v="249"/>
          <ac:inkMkLst>
            <pc:docMk/>
            <pc:sldMk cId="0" sldId="456"/>
            <ac:inkMk id="2" creationId="{086BF25C-096F-467B-B67C-ED88916F0661}"/>
          </ac:inkMkLst>
        </pc:inkChg>
        <pc:inkChg chg="add">
          <ac:chgData name="Md. Nahid Hasan" userId="S::nahid@vu.edu.bd::85ea5f9e-65d6-4031-b810-9415101f2e21" providerId="AD" clId="Web-{7855784C-A123-418F-ADA5-C348BFB88A5A}" dt="2020-09-01T05:54:56.200" v="250"/>
          <ac:inkMkLst>
            <pc:docMk/>
            <pc:sldMk cId="0" sldId="456"/>
            <ac:inkMk id="3" creationId="{7D44DB56-DA04-47A9-BFC3-C8B5227925D1}"/>
          </ac:inkMkLst>
        </pc:inkChg>
        <pc:inkChg chg="add">
          <ac:chgData name="Md. Nahid Hasan" userId="S::nahid@vu.edu.bd::85ea5f9e-65d6-4031-b810-9415101f2e21" providerId="AD" clId="Web-{7855784C-A123-418F-ADA5-C348BFB88A5A}" dt="2020-09-01T05:55:00.232" v="251"/>
          <ac:inkMkLst>
            <pc:docMk/>
            <pc:sldMk cId="0" sldId="456"/>
            <ac:inkMk id="4" creationId="{224326DB-F30E-4970-97C0-6AC50AC64B78}"/>
          </ac:inkMkLst>
        </pc:inkChg>
        <pc:inkChg chg="add">
          <ac:chgData name="Md. Nahid Hasan" userId="S::nahid@vu.edu.bd::85ea5f9e-65d6-4031-b810-9415101f2e21" providerId="AD" clId="Web-{7855784C-A123-418F-ADA5-C348BFB88A5A}" dt="2020-09-01T05:55:01.029" v="252"/>
          <ac:inkMkLst>
            <pc:docMk/>
            <pc:sldMk cId="0" sldId="456"/>
            <ac:inkMk id="5" creationId="{33D91629-B449-4564-A2D2-DCD3F7AECF6F}"/>
          </ac:inkMkLst>
        </pc:inkChg>
        <pc:inkChg chg="add">
          <ac:chgData name="Md. Nahid Hasan" userId="S::nahid@vu.edu.bd::85ea5f9e-65d6-4031-b810-9415101f2e21" providerId="AD" clId="Web-{7855784C-A123-418F-ADA5-C348BFB88A5A}" dt="2020-09-01T05:55:03.982" v="253"/>
          <ac:inkMkLst>
            <pc:docMk/>
            <pc:sldMk cId="0" sldId="456"/>
            <ac:inkMk id="6" creationId="{97B5A861-B6AA-4F94-87DA-6E4E57DDD922}"/>
          </ac:inkMkLst>
        </pc:inkChg>
        <pc:inkChg chg="add">
          <ac:chgData name="Md. Nahid Hasan" userId="S::nahid@vu.edu.bd::85ea5f9e-65d6-4031-b810-9415101f2e21" providerId="AD" clId="Web-{7855784C-A123-418F-ADA5-C348BFB88A5A}" dt="2020-09-01T05:55:03.982" v="254"/>
          <ac:inkMkLst>
            <pc:docMk/>
            <pc:sldMk cId="0" sldId="456"/>
            <ac:inkMk id="7" creationId="{E69068AC-3BE3-428D-905D-2AE201280942}"/>
          </ac:inkMkLst>
        </pc:inkChg>
        <pc:inkChg chg="add">
          <ac:chgData name="Md. Nahid Hasan" userId="S::nahid@vu.edu.bd::85ea5f9e-65d6-4031-b810-9415101f2e21" providerId="AD" clId="Web-{7855784C-A123-418F-ADA5-C348BFB88A5A}" dt="2020-09-01T05:55:03.997" v="255"/>
          <ac:inkMkLst>
            <pc:docMk/>
            <pc:sldMk cId="0" sldId="456"/>
            <ac:inkMk id="8" creationId="{692B7A74-85B6-4079-925B-ABE71F5E5CD8}"/>
          </ac:inkMkLst>
        </pc:inkChg>
        <pc:inkChg chg="add">
          <ac:chgData name="Md. Nahid Hasan" userId="S::nahid@vu.edu.bd::85ea5f9e-65d6-4031-b810-9415101f2e21" providerId="AD" clId="Web-{7855784C-A123-418F-ADA5-C348BFB88A5A}" dt="2020-09-01T05:55:03.997" v="256"/>
          <ac:inkMkLst>
            <pc:docMk/>
            <pc:sldMk cId="0" sldId="456"/>
            <ac:inkMk id="9" creationId="{3F034C3E-7A94-4AE0-88AF-1048610623C1}"/>
          </ac:inkMkLst>
        </pc:inkChg>
        <pc:inkChg chg="add">
          <ac:chgData name="Md. Nahid Hasan" userId="S::nahid@vu.edu.bd::85ea5f9e-65d6-4031-b810-9415101f2e21" providerId="AD" clId="Web-{7855784C-A123-418F-ADA5-C348BFB88A5A}" dt="2020-09-01T05:55:05.310" v="257"/>
          <ac:inkMkLst>
            <pc:docMk/>
            <pc:sldMk cId="0" sldId="456"/>
            <ac:inkMk id="10" creationId="{4B8456CF-3B55-4C3C-AFB9-A45BE370B92D}"/>
          </ac:inkMkLst>
        </pc:inkChg>
        <pc:inkChg chg="add">
          <ac:chgData name="Md. Nahid Hasan" userId="S::nahid@vu.edu.bd::85ea5f9e-65d6-4031-b810-9415101f2e21" providerId="AD" clId="Web-{7855784C-A123-418F-ADA5-C348BFB88A5A}" dt="2020-09-01T05:55:05.326" v="258"/>
          <ac:inkMkLst>
            <pc:docMk/>
            <pc:sldMk cId="0" sldId="456"/>
            <ac:inkMk id="11" creationId="{B1413769-1EAA-471E-9040-26C331569791}"/>
          </ac:inkMkLst>
        </pc:inkChg>
        <pc:inkChg chg="add">
          <ac:chgData name="Md. Nahid Hasan" userId="S::nahid@vu.edu.bd::85ea5f9e-65d6-4031-b810-9415101f2e21" providerId="AD" clId="Web-{7855784C-A123-418F-ADA5-C348BFB88A5A}" dt="2020-09-01T05:55:06.419" v="259"/>
          <ac:inkMkLst>
            <pc:docMk/>
            <pc:sldMk cId="0" sldId="456"/>
            <ac:inkMk id="12" creationId="{1B9651BF-A994-43FD-AC0E-F3BE08B5CD92}"/>
          </ac:inkMkLst>
        </pc:inkChg>
        <pc:inkChg chg="add">
          <ac:chgData name="Md. Nahid Hasan" userId="S::nahid@vu.edu.bd::85ea5f9e-65d6-4031-b810-9415101f2e21" providerId="AD" clId="Web-{7855784C-A123-418F-ADA5-C348BFB88A5A}" dt="2020-09-01T05:55:09.060" v="260"/>
          <ac:inkMkLst>
            <pc:docMk/>
            <pc:sldMk cId="0" sldId="456"/>
            <ac:inkMk id="13" creationId="{4F645C3C-3B09-48C0-B1F6-6A6744C662C7}"/>
          </ac:inkMkLst>
        </pc:inkChg>
        <pc:inkChg chg="add">
          <ac:chgData name="Md. Nahid Hasan" userId="S::nahid@vu.edu.bd::85ea5f9e-65d6-4031-b810-9415101f2e21" providerId="AD" clId="Web-{7855784C-A123-418F-ADA5-C348BFB88A5A}" dt="2020-09-01T05:55:09.060" v="261"/>
          <ac:inkMkLst>
            <pc:docMk/>
            <pc:sldMk cId="0" sldId="456"/>
            <ac:inkMk id="14" creationId="{27552C6B-ED57-4CE1-8EDD-BD50A907EF5E}"/>
          </ac:inkMkLst>
        </pc:inkChg>
        <pc:inkChg chg="add">
          <ac:chgData name="Md. Nahid Hasan" userId="S::nahid@vu.edu.bd::85ea5f9e-65d6-4031-b810-9415101f2e21" providerId="AD" clId="Web-{7855784C-A123-418F-ADA5-C348BFB88A5A}" dt="2020-09-01T05:55:09.060" v="262"/>
          <ac:inkMkLst>
            <pc:docMk/>
            <pc:sldMk cId="0" sldId="456"/>
            <ac:inkMk id="15" creationId="{D8B7EC84-9926-4EFF-B00F-1B29C9FF7606}"/>
          </ac:inkMkLst>
        </pc:inkChg>
        <pc:inkChg chg="add">
          <ac:chgData name="Md. Nahid Hasan" userId="S::nahid@vu.edu.bd::85ea5f9e-65d6-4031-b810-9415101f2e21" providerId="AD" clId="Web-{7855784C-A123-418F-ADA5-C348BFB88A5A}" dt="2020-09-01T05:55:09.076" v="263"/>
          <ac:inkMkLst>
            <pc:docMk/>
            <pc:sldMk cId="0" sldId="456"/>
            <ac:inkMk id="16" creationId="{C60AF391-7EA7-4FF4-9D5C-B8AC66C951F9}"/>
          </ac:inkMkLst>
        </pc:inkChg>
        <pc:inkChg chg="add">
          <ac:chgData name="Md. Nahid Hasan" userId="S::nahid@vu.edu.bd::85ea5f9e-65d6-4031-b810-9415101f2e21" providerId="AD" clId="Web-{7855784C-A123-418F-ADA5-C348BFB88A5A}" dt="2020-09-01T05:55:09.076" v="264"/>
          <ac:inkMkLst>
            <pc:docMk/>
            <pc:sldMk cId="0" sldId="456"/>
            <ac:inkMk id="17" creationId="{EA756401-3F2D-4633-A8CD-0EDF0E3B3E1E}"/>
          </ac:inkMkLst>
        </pc:inkChg>
        <pc:inkChg chg="add">
          <ac:chgData name="Md. Nahid Hasan" userId="S::nahid@vu.edu.bd::85ea5f9e-65d6-4031-b810-9415101f2e21" providerId="AD" clId="Web-{7855784C-A123-418F-ADA5-C348BFB88A5A}" dt="2020-09-01T05:55:09.763" v="265"/>
          <ac:inkMkLst>
            <pc:docMk/>
            <pc:sldMk cId="0" sldId="456"/>
            <ac:inkMk id="18" creationId="{26B944A3-3710-44A7-8597-0544F39522CE}"/>
          </ac:inkMkLst>
        </pc:inkChg>
        <pc:inkChg chg="add">
          <ac:chgData name="Md. Nahid Hasan" userId="S::nahid@vu.edu.bd::85ea5f9e-65d6-4031-b810-9415101f2e21" providerId="AD" clId="Web-{7855784C-A123-418F-ADA5-C348BFB88A5A}" dt="2020-09-01T05:55:13.419" v="266"/>
          <ac:inkMkLst>
            <pc:docMk/>
            <pc:sldMk cId="0" sldId="456"/>
            <ac:inkMk id="19" creationId="{411AA58E-120C-42EC-A315-F05388FA767C}"/>
          </ac:inkMkLst>
        </pc:inkChg>
        <pc:inkChg chg="add">
          <ac:chgData name="Md. Nahid Hasan" userId="S::nahid@vu.edu.bd::85ea5f9e-65d6-4031-b810-9415101f2e21" providerId="AD" clId="Web-{7855784C-A123-418F-ADA5-C348BFB88A5A}" dt="2020-09-01T05:55:13.419" v="267"/>
          <ac:inkMkLst>
            <pc:docMk/>
            <pc:sldMk cId="0" sldId="456"/>
            <ac:inkMk id="20" creationId="{D6CD0D26-322C-4076-BFDA-E1367663CAB1}"/>
          </ac:inkMkLst>
        </pc:inkChg>
        <pc:inkChg chg="add">
          <ac:chgData name="Md. Nahid Hasan" userId="S::nahid@vu.edu.bd::85ea5f9e-65d6-4031-b810-9415101f2e21" providerId="AD" clId="Web-{7855784C-A123-418F-ADA5-C348BFB88A5A}" dt="2020-09-01T05:55:13.419" v="268"/>
          <ac:inkMkLst>
            <pc:docMk/>
            <pc:sldMk cId="0" sldId="456"/>
            <ac:inkMk id="21" creationId="{3D713083-E516-4955-9056-DCD27F17B8E8}"/>
          </ac:inkMkLst>
        </pc:inkChg>
        <pc:inkChg chg="add">
          <ac:chgData name="Md. Nahid Hasan" userId="S::nahid@vu.edu.bd::85ea5f9e-65d6-4031-b810-9415101f2e21" providerId="AD" clId="Web-{7855784C-A123-418F-ADA5-C348BFB88A5A}" dt="2020-09-01T05:55:13.435" v="269"/>
          <ac:inkMkLst>
            <pc:docMk/>
            <pc:sldMk cId="0" sldId="456"/>
            <ac:inkMk id="22" creationId="{DCBE3CAF-C76B-4526-B49B-C934CAF00E2E}"/>
          </ac:inkMkLst>
        </pc:inkChg>
        <pc:inkChg chg="add">
          <ac:chgData name="Md. Nahid Hasan" userId="S::nahid@vu.edu.bd::85ea5f9e-65d6-4031-b810-9415101f2e21" providerId="AD" clId="Web-{7855784C-A123-418F-ADA5-C348BFB88A5A}" dt="2020-09-01T05:55:13.951" v="270"/>
          <ac:inkMkLst>
            <pc:docMk/>
            <pc:sldMk cId="0" sldId="456"/>
            <ac:inkMk id="23" creationId="{DE9C0BF8-71F2-4BB0-8B3E-D3DC9CAD2272}"/>
          </ac:inkMkLst>
        </pc:inkChg>
        <pc:inkChg chg="add">
          <ac:chgData name="Md. Nahid Hasan" userId="S::nahid@vu.edu.bd::85ea5f9e-65d6-4031-b810-9415101f2e21" providerId="AD" clId="Web-{7855784C-A123-418F-ADA5-C348BFB88A5A}" dt="2020-09-01T05:55:14.935" v="271"/>
          <ac:inkMkLst>
            <pc:docMk/>
            <pc:sldMk cId="0" sldId="456"/>
            <ac:inkMk id="24" creationId="{CCAA05C1-115A-4BF4-A5F3-16F451BC0FBF}"/>
          </ac:inkMkLst>
        </pc:inkChg>
        <pc:inkChg chg="add">
          <ac:chgData name="Md. Nahid Hasan" userId="S::nahid@vu.edu.bd::85ea5f9e-65d6-4031-b810-9415101f2e21" providerId="AD" clId="Web-{7855784C-A123-418F-ADA5-C348BFB88A5A}" dt="2020-09-01T05:55:15.357" v="272"/>
          <ac:inkMkLst>
            <pc:docMk/>
            <pc:sldMk cId="0" sldId="456"/>
            <ac:inkMk id="25" creationId="{D494E21E-12B1-490C-AF46-1A592287A9F8}"/>
          </ac:inkMkLst>
        </pc:inkChg>
        <pc:inkChg chg="add">
          <ac:chgData name="Md. Nahid Hasan" userId="S::nahid@vu.edu.bd::85ea5f9e-65d6-4031-b810-9415101f2e21" providerId="AD" clId="Web-{7855784C-A123-418F-ADA5-C348BFB88A5A}" dt="2020-09-01T05:55:21.138" v="273"/>
          <ac:inkMkLst>
            <pc:docMk/>
            <pc:sldMk cId="0" sldId="456"/>
            <ac:inkMk id="26" creationId="{4E9CA1F9-B000-4D38-BDB7-05D767EC3AB6}"/>
          </ac:inkMkLst>
        </pc:inkChg>
        <pc:inkChg chg="add">
          <ac:chgData name="Md. Nahid Hasan" userId="S::nahid@vu.edu.bd::85ea5f9e-65d6-4031-b810-9415101f2e21" providerId="AD" clId="Web-{7855784C-A123-418F-ADA5-C348BFB88A5A}" dt="2020-09-01T05:55:21.138" v="274"/>
          <ac:inkMkLst>
            <pc:docMk/>
            <pc:sldMk cId="0" sldId="456"/>
            <ac:inkMk id="27" creationId="{21137635-0B39-46BF-B831-D047DB856A57}"/>
          </ac:inkMkLst>
        </pc:inkChg>
        <pc:inkChg chg="add">
          <ac:chgData name="Md. Nahid Hasan" userId="S::nahid@vu.edu.bd::85ea5f9e-65d6-4031-b810-9415101f2e21" providerId="AD" clId="Web-{7855784C-A123-418F-ADA5-C348BFB88A5A}" dt="2020-09-01T05:55:21.138" v="275"/>
          <ac:inkMkLst>
            <pc:docMk/>
            <pc:sldMk cId="0" sldId="456"/>
            <ac:inkMk id="28" creationId="{5877548E-A1C0-408D-BE38-D8C03086B491}"/>
          </ac:inkMkLst>
        </pc:inkChg>
        <pc:inkChg chg="add">
          <ac:chgData name="Md. Nahid Hasan" userId="S::nahid@vu.edu.bd::85ea5f9e-65d6-4031-b810-9415101f2e21" providerId="AD" clId="Web-{7855784C-A123-418F-ADA5-C348BFB88A5A}" dt="2020-09-01T05:55:21.154" v="276"/>
          <ac:inkMkLst>
            <pc:docMk/>
            <pc:sldMk cId="0" sldId="456"/>
            <ac:inkMk id="29" creationId="{7923FFDB-6D40-4AED-BA42-BBF0B2A6EE44}"/>
          </ac:inkMkLst>
        </pc:inkChg>
        <pc:inkChg chg="add">
          <ac:chgData name="Md. Nahid Hasan" userId="S::nahid@vu.edu.bd::85ea5f9e-65d6-4031-b810-9415101f2e21" providerId="AD" clId="Web-{7855784C-A123-418F-ADA5-C348BFB88A5A}" dt="2020-09-01T05:55:21.154" v="277"/>
          <ac:inkMkLst>
            <pc:docMk/>
            <pc:sldMk cId="0" sldId="456"/>
            <ac:inkMk id="30" creationId="{7F171812-2E4A-4F7C-A559-1C80D4BE2C3E}"/>
          </ac:inkMkLst>
        </pc:inkChg>
        <pc:inkChg chg="add">
          <ac:chgData name="Md. Nahid Hasan" userId="S::nahid@vu.edu.bd::85ea5f9e-65d6-4031-b810-9415101f2e21" providerId="AD" clId="Web-{7855784C-A123-418F-ADA5-C348BFB88A5A}" dt="2020-09-01T05:55:21.154" v="278"/>
          <ac:inkMkLst>
            <pc:docMk/>
            <pc:sldMk cId="0" sldId="456"/>
            <ac:inkMk id="31" creationId="{99AAE1C2-A28E-4C7D-B58F-C1F6BEABC328}"/>
          </ac:inkMkLst>
        </pc:inkChg>
        <pc:inkChg chg="add">
          <ac:chgData name="Md. Nahid Hasan" userId="S::nahid@vu.edu.bd::85ea5f9e-65d6-4031-b810-9415101f2e21" providerId="AD" clId="Web-{7855784C-A123-418F-ADA5-C348BFB88A5A}" dt="2020-09-01T05:55:21.169" v="279"/>
          <ac:inkMkLst>
            <pc:docMk/>
            <pc:sldMk cId="0" sldId="456"/>
            <ac:inkMk id="32" creationId="{BDAE2860-26CB-4652-8800-294018AC647C}"/>
          </ac:inkMkLst>
        </pc:inkChg>
        <pc:inkChg chg="add">
          <ac:chgData name="Md. Nahid Hasan" userId="S::nahid@vu.edu.bd::85ea5f9e-65d6-4031-b810-9415101f2e21" providerId="AD" clId="Web-{7855784C-A123-418F-ADA5-C348BFB88A5A}" dt="2020-09-01T05:55:21.169" v="280"/>
          <ac:inkMkLst>
            <pc:docMk/>
            <pc:sldMk cId="0" sldId="456"/>
            <ac:inkMk id="33" creationId="{A0A4E0BD-FFF8-4985-A50C-AA8BEEF84DD2}"/>
          </ac:inkMkLst>
        </pc:inkChg>
        <pc:inkChg chg="add">
          <ac:chgData name="Md. Nahid Hasan" userId="S::nahid@vu.edu.bd::85ea5f9e-65d6-4031-b810-9415101f2e21" providerId="AD" clId="Web-{7855784C-A123-418F-ADA5-C348BFB88A5A}" dt="2020-09-01T05:55:21.185" v="281"/>
          <ac:inkMkLst>
            <pc:docMk/>
            <pc:sldMk cId="0" sldId="456"/>
            <ac:inkMk id="34" creationId="{E94F7B34-509B-4584-80B2-D1D641EBFE47}"/>
          </ac:inkMkLst>
        </pc:inkChg>
      </pc:sldChg>
      <pc:sldChg chg="addSp delSp">
        <pc:chgData name="Md. Nahid Hasan" userId="S::nahid@vu.edu.bd::85ea5f9e-65d6-4031-b810-9415101f2e21" providerId="AD" clId="Web-{7855784C-A123-418F-ADA5-C348BFB88A5A}" dt="2020-09-01T05:49:53.214" v="172"/>
        <pc:sldMkLst>
          <pc:docMk/>
          <pc:sldMk cId="0" sldId="468"/>
        </pc:sldMkLst>
        <pc:inkChg chg="del">
          <ac:chgData name="Md. Nahid Hasan" userId="S::nahid@vu.edu.bd::85ea5f9e-65d6-4031-b810-9415101f2e21" providerId="AD" clId="Web-{7855784C-A123-418F-ADA5-C348BFB88A5A}" dt="2020-09-01T05:48:12.775" v="68"/>
          <ac:inkMkLst>
            <pc:docMk/>
            <pc:sldMk cId="0" sldId="468"/>
            <ac:inkMk id="2" creationId="{1D55A87D-A1D7-4CAB-927E-BCBFD3BDB566}"/>
          </ac:inkMkLst>
        </pc:inkChg>
        <pc:inkChg chg="del">
          <ac:chgData name="Md. Nahid Hasan" userId="S::nahid@vu.edu.bd::85ea5f9e-65d6-4031-b810-9415101f2e21" providerId="AD" clId="Web-{7855784C-A123-418F-ADA5-C348BFB88A5A}" dt="2020-09-01T05:48:12.775" v="67"/>
          <ac:inkMkLst>
            <pc:docMk/>
            <pc:sldMk cId="0" sldId="468"/>
            <ac:inkMk id="4" creationId="{7D91D700-F104-4AE5-9997-6C1E9D24F534}"/>
          </ac:inkMkLst>
        </pc:inkChg>
        <pc:inkChg chg="del">
          <ac:chgData name="Md. Nahid Hasan" userId="S::nahid@vu.edu.bd::85ea5f9e-65d6-4031-b810-9415101f2e21" providerId="AD" clId="Web-{7855784C-A123-418F-ADA5-C348BFB88A5A}" dt="2020-09-01T05:48:12.775" v="66"/>
          <ac:inkMkLst>
            <pc:docMk/>
            <pc:sldMk cId="0" sldId="468"/>
            <ac:inkMk id="5" creationId="{D0CA614E-1092-4E60-802E-A0F6957595D2}"/>
          </ac:inkMkLst>
        </pc:inkChg>
        <pc:inkChg chg="del">
          <ac:chgData name="Md. Nahid Hasan" userId="S::nahid@vu.edu.bd::85ea5f9e-65d6-4031-b810-9415101f2e21" providerId="AD" clId="Web-{7855784C-A123-418F-ADA5-C348BFB88A5A}" dt="2020-09-01T05:48:12.775" v="65"/>
          <ac:inkMkLst>
            <pc:docMk/>
            <pc:sldMk cId="0" sldId="468"/>
            <ac:inkMk id="6" creationId="{256253FE-8C40-4AA5-8790-8C2332D85F44}"/>
          </ac:inkMkLst>
        </pc:inkChg>
        <pc:inkChg chg="del">
          <ac:chgData name="Md. Nahid Hasan" userId="S::nahid@vu.edu.bd::85ea5f9e-65d6-4031-b810-9415101f2e21" providerId="AD" clId="Web-{7855784C-A123-418F-ADA5-C348BFB88A5A}" dt="2020-09-01T05:48:12.775" v="64"/>
          <ac:inkMkLst>
            <pc:docMk/>
            <pc:sldMk cId="0" sldId="468"/>
            <ac:inkMk id="7" creationId="{97C0C714-5F5B-456B-95A8-29866AC56DDC}"/>
          </ac:inkMkLst>
        </pc:inkChg>
        <pc:inkChg chg="del">
          <ac:chgData name="Md. Nahid Hasan" userId="S::nahid@vu.edu.bd::85ea5f9e-65d6-4031-b810-9415101f2e21" providerId="AD" clId="Web-{7855784C-A123-418F-ADA5-C348BFB88A5A}" dt="2020-09-01T05:48:12.775" v="63"/>
          <ac:inkMkLst>
            <pc:docMk/>
            <pc:sldMk cId="0" sldId="468"/>
            <ac:inkMk id="8" creationId="{508EB08A-A5C3-4C8F-8340-0D61151339F3}"/>
          </ac:inkMkLst>
        </pc:inkChg>
        <pc:inkChg chg="del">
          <ac:chgData name="Md. Nahid Hasan" userId="S::nahid@vu.edu.bd::85ea5f9e-65d6-4031-b810-9415101f2e21" providerId="AD" clId="Web-{7855784C-A123-418F-ADA5-C348BFB88A5A}" dt="2020-09-01T05:48:12.775" v="62"/>
          <ac:inkMkLst>
            <pc:docMk/>
            <pc:sldMk cId="0" sldId="468"/>
            <ac:inkMk id="14" creationId="{4C4F3582-E4A2-485E-98FE-C4C3E0C8068C}"/>
          </ac:inkMkLst>
        </pc:inkChg>
        <pc:inkChg chg="del">
          <ac:chgData name="Md. Nahid Hasan" userId="S::nahid@vu.edu.bd::85ea5f9e-65d6-4031-b810-9415101f2e21" providerId="AD" clId="Web-{7855784C-A123-418F-ADA5-C348BFB88A5A}" dt="2020-09-01T05:48:12.760" v="61"/>
          <ac:inkMkLst>
            <pc:docMk/>
            <pc:sldMk cId="0" sldId="468"/>
            <ac:inkMk id="15" creationId="{162DE6CA-86AD-4880-87C9-B2ECEE0F7458}"/>
          </ac:inkMkLst>
        </pc:inkChg>
        <pc:inkChg chg="del">
          <ac:chgData name="Md. Nahid Hasan" userId="S::nahid@vu.edu.bd::85ea5f9e-65d6-4031-b810-9415101f2e21" providerId="AD" clId="Web-{7855784C-A123-418F-ADA5-C348BFB88A5A}" dt="2020-09-01T05:48:12.760" v="60"/>
          <ac:inkMkLst>
            <pc:docMk/>
            <pc:sldMk cId="0" sldId="468"/>
            <ac:inkMk id="16" creationId="{EA819F8C-4DB5-4740-AC2C-D6211DFA6ACF}"/>
          </ac:inkMkLst>
        </pc:inkChg>
        <pc:inkChg chg="del">
          <ac:chgData name="Md. Nahid Hasan" userId="S::nahid@vu.edu.bd::85ea5f9e-65d6-4031-b810-9415101f2e21" providerId="AD" clId="Web-{7855784C-A123-418F-ADA5-C348BFB88A5A}" dt="2020-09-01T05:48:12.760" v="59"/>
          <ac:inkMkLst>
            <pc:docMk/>
            <pc:sldMk cId="0" sldId="468"/>
            <ac:inkMk id="17" creationId="{F8A2CBCD-DD28-46FF-A28E-94A9EE7C2287}"/>
          </ac:inkMkLst>
        </pc:inkChg>
        <pc:inkChg chg="del">
          <ac:chgData name="Md. Nahid Hasan" userId="S::nahid@vu.edu.bd::85ea5f9e-65d6-4031-b810-9415101f2e21" providerId="AD" clId="Web-{7855784C-A123-418F-ADA5-C348BFB88A5A}" dt="2020-09-01T05:48:12.760" v="58"/>
          <ac:inkMkLst>
            <pc:docMk/>
            <pc:sldMk cId="0" sldId="468"/>
            <ac:inkMk id="18" creationId="{07F3822F-9CBB-407D-B4E7-5D03489DE539}"/>
          </ac:inkMkLst>
        </pc:inkChg>
        <pc:inkChg chg="del">
          <ac:chgData name="Md. Nahid Hasan" userId="S::nahid@vu.edu.bd::85ea5f9e-65d6-4031-b810-9415101f2e21" providerId="AD" clId="Web-{7855784C-A123-418F-ADA5-C348BFB88A5A}" dt="2020-09-01T05:48:12.760" v="57"/>
          <ac:inkMkLst>
            <pc:docMk/>
            <pc:sldMk cId="0" sldId="468"/>
            <ac:inkMk id="25" creationId="{8808BC67-52BA-4300-9859-C5E02E9B6778}"/>
          </ac:inkMkLst>
        </pc:inkChg>
        <pc:inkChg chg="del">
          <ac:chgData name="Md. Nahid Hasan" userId="S::nahid@vu.edu.bd::85ea5f9e-65d6-4031-b810-9415101f2e21" providerId="AD" clId="Web-{7855784C-A123-418F-ADA5-C348BFB88A5A}" dt="2020-09-01T05:48:12.760" v="56"/>
          <ac:inkMkLst>
            <pc:docMk/>
            <pc:sldMk cId="0" sldId="468"/>
            <ac:inkMk id="26" creationId="{EAEA2106-3E6E-4EC3-846E-CD7935CB3819}"/>
          </ac:inkMkLst>
        </pc:inkChg>
        <pc:inkChg chg="del">
          <ac:chgData name="Md. Nahid Hasan" userId="S::nahid@vu.edu.bd::85ea5f9e-65d6-4031-b810-9415101f2e21" providerId="AD" clId="Web-{7855784C-A123-418F-ADA5-C348BFB88A5A}" dt="2020-09-01T05:48:12.760" v="55"/>
          <ac:inkMkLst>
            <pc:docMk/>
            <pc:sldMk cId="0" sldId="468"/>
            <ac:inkMk id="27" creationId="{2D10C1FE-2CE6-4696-AA24-283DD32B19A7}"/>
          </ac:inkMkLst>
        </pc:inkChg>
        <pc:inkChg chg="del">
          <ac:chgData name="Md. Nahid Hasan" userId="S::nahid@vu.edu.bd::85ea5f9e-65d6-4031-b810-9415101f2e21" providerId="AD" clId="Web-{7855784C-A123-418F-ADA5-C348BFB88A5A}" dt="2020-09-01T05:48:12.744" v="54"/>
          <ac:inkMkLst>
            <pc:docMk/>
            <pc:sldMk cId="0" sldId="468"/>
            <ac:inkMk id="28" creationId="{7AC71053-2411-4C27-98B7-23D2A49C3EAE}"/>
          </ac:inkMkLst>
        </pc:inkChg>
        <pc:inkChg chg="del">
          <ac:chgData name="Md. Nahid Hasan" userId="S::nahid@vu.edu.bd::85ea5f9e-65d6-4031-b810-9415101f2e21" providerId="AD" clId="Web-{7855784C-A123-418F-ADA5-C348BFB88A5A}" dt="2020-09-01T05:48:12.744" v="53"/>
          <ac:inkMkLst>
            <pc:docMk/>
            <pc:sldMk cId="0" sldId="468"/>
            <ac:inkMk id="29" creationId="{D5E91F5B-61D3-437F-B842-041F7FCABF0E}"/>
          </ac:inkMkLst>
        </pc:inkChg>
        <pc:inkChg chg="del">
          <ac:chgData name="Md. Nahid Hasan" userId="S::nahid@vu.edu.bd::85ea5f9e-65d6-4031-b810-9415101f2e21" providerId="AD" clId="Web-{7855784C-A123-418F-ADA5-C348BFB88A5A}" dt="2020-09-01T05:48:12.744" v="52"/>
          <ac:inkMkLst>
            <pc:docMk/>
            <pc:sldMk cId="0" sldId="468"/>
            <ac:inkMk id="30" creationId="{675660AC-AF31-46C1-9A48-A81E0CAAE6A2}"/>
          </ac:inkMkLst>
        </pc:inkChg>
        <pc:inkChg chg="del">
          <ac:chgData name="Md. Nahid Hasan" userId="S::nahid@vu.edu.bd::85ea5f9e-65d6-4031-b810-9415101f2e21" providerId="AD" clId="Web-{7855784C-A123-418F-ADA5-C348BFB88A5A}" dt="2020-09-01T05:48:12.744" v="51"/>
          <ac:inkMkLst>
            <pc:docMk/>
            <pc:sldMk cId="0" sldId="468"/>
            <ac:inkMk id="31" creationId="{F5EE0B86-0FD6-44B3-AC86-CC65C7C91577}"/>
          </ac:inkMkLst>
        </pc:inkChg>
        <pc:inkChg chg="del">
          <ac:chgData name="Md. Nahid Hasan" userId="S::nahid@vu.edu.bd::85ea5f9e-65d6-4031-b810-9415101f2e21" providerId="AD" clId="Web-{7855784C-A123-418F-ADA5-C348BFB88A5A}" dt="2020-09-01T05:48:12.744" v="50"/>
          <ac:inkMkLst>
            <pc:docMk/>
            <pc:sldMk cId="0" sldId="468"/>
            <ac:inkMk id="32" creationId="{667FA9FF-D86C-4464-B40A-DE8F7CF533A7}"/>
          </ac:inkMkLst>
        </pc:inkChg>
        <pc:inkChg chg="del">
          <ac:chgData name="Md. Nahid Hasan" userId="S::nahid@vu.edu.bd::85ea5f9e-65d6-4031-b810-9415101f2e21" providerId="AD" clId="Web-{7855784C-A123-418F-ADA5-C348BFB88A5A}" dt="2020-09-01T05:48:12.744" v="49"/>
          <ac:inkMkLst>
            <pc:docMk/>
            <pc:sldMk cId="0" sldId="468"/>
            <ac:inkMk id="33" creationId="{360F994B-9F7C-42C4-9762-C0CFDF5EAE4F}"/>
          </ac:inkMkLst>
        </pc:inkChg>
        <pc:inkChg chg="del">
          <ac:chgData name="Md. Nahid Hasan" userId="S::nahid@vu.edu.bd::85ea5f9e-65d6-4031-b810-9415101f2e21" providerId="AD" clId="Web-{7855784C-A123-418F-ADA5-C348BFB88A5A}" dt="2020-09-01T05:48:12.744" v="48"/>
          <ac:inkMkLst>
            <pc:docMk/>
            <pc:sldMk cId="0" sldId="468"/>
            <ac:inkMk id="34" creationId="{41FC5B35-0389-4A78-9100-EFBC3FEE7C44}"/>
          </ac:inkMkLst>
        </pc:inkChg>
        <pc:inkChg chg="del">
          <ac:chgData name="Md. Nahid Hasan" userId="S::nahid@vu.edu.bd::85ea5f9e-65d6-4031-b810-9415101f2e21" providerId="AD" clId="Web-{7855784C-A123-418F-ADA5-C348BFB88A5A}" dt="2020-09-01T05:48:12.744" v="47"/>
          <ac:inkMkLst>
            <pc:docMk/>
            <pc:sldMk cId="0" sldId="468"/>
            <ac:inkMk id="35" creationId="{3FF7D265-6B38-4BFB-ABA8-39BB5886FB2F}"/>
          </ac:inkMkLst>
        </pc:inkChg>
        <pc:inkChg chg="del">
          <ac:chgData name="Md. Nahid Hasan" userId="S::nahid@vu.edu.bd::85ea5f9e-65d6-4031-b810-9415101f2e21" providerId="AD" clId="Web-{7855784C-A123-418F-ADA5-C348BFB88A5A}" dt="2020-09-01T05:48:12.744" v="46"/>
          <ac:inkMkLst>
            <pc:docMk/>
            <pc:sldMk cId="0" sldId="468"/>
            <ac:inkMk id="36" creationId="{7F051004-FD97-4936-BFC8-218651BA55FF}"/>
          </ac:inkMkLst>
        </pc:inkChg>
        <pc:inkChg chg="del">
          <ac:chgData name="Md. Nahid Hasan" userId="S::nahid@vu.edu.bd::85ea5f9e-65d6-4031-b810-9415101f2e21" providerId="AD" clId="Web-{7855784C-A123-418F-ADA5-C348BFB88A5A}" dt="2020-09-01T05:48:12.744" v="45"/>
          <ac:inkMkLst>
            <pc:docMk/>
            <pc:sldMk cId="0" sldId="468"/>
            <ac:inkMk id="38" creationId="{33BA9193-C532-4A6E-B143-6FC35EA11295}"/>
          </ac:inkMkLst>
        </pc:inkChg>
        <pc:inkChg chg="del">
          <ac:chgData name="Md. Nahid Hasan" userId="S::nahid@vu.edu.bd::85ea5f9e-65d6-4031-b810-9415101f2e21" providerId="AD" clId="Web-{7855784C-A123-418F-ADA5-C348BFB88A5A}" dt="2020-09-01T05:48:12.729" v="44"/>
          <ac:inkMkLst>
            <pc:docMk/>
            <pc:sldMk cId="0" sldId="468"/>
            <ac:inkMk id="39" creationId="{23C3988C-24C2-4834-863E-04A035EABCEE}"/>
          </ac:inkMkLst>
        </pc:inkChg>
        <pc:inkChg chg="del">
          <ac:chgData name="Md. Nahid Hasan" userId="S::nahid@vu.edu.bd::85ea5f9e-65d6-4031-b810-9415101f2e21" providerId="AD" clId="Web-{7855784C-A123-418F-ADA5-C348BFB88A5A}" dt="2020-09-01T05:48:12.729" v="43"/>
          <ac:inkMkLst>
            <pc:docMk/>
            <pc:sldMk cId="0" sldId="468"/>
            <ac:inkMk id="40" creationId="{0667C1B0-39B2-4007-9CD9-A43923E28438}"/>
          </ac:inkMkLst>
        </pc:inkChg>
        <pc:inkChg chg="del">
          <ac:chgData name="Md. Nahid Hasan" userId="S::nahid@vu.edu.bd::85ea5f9e-65d6-4031-b810-9415101f2e21" providerId="AD" clId="Web-{7855784C-A123-418F-ADA5-C348BFB88A5A}" dt="2020-09-01T05:48:12.729" v="42"/>
          <ac:inkMkLst>
            <pc:docMk/>
            <pc:sldMk cId="0" sldId="468"/>
            <ac:inkMk id="42" creationId="{E9906340-EF75-44D5-AA71-5088074616A9}"/>
          </ac:inkMkLst>
        </pc:inkChg>
        <pc:inkChg chg="del">
          <ac:chgData name="Md. Nahid Hasan" userId="S::nahid@vu.edu.bd::85ea5f9e-65d6-4031-b810-9415101f2e21" providerId="AD" clId="Web-{7855784C-A123-418F-ADA5-C348BFB88A5A}" dt="2020-09-01T05:48:12.729" v="41"/>
          <ac:inkMkLst>
            <pc:docMk/>
            <pc:sldMk cId="0" sldId="468"/>
            <ac:inkMk id="43" creationId="{4D7E5D80-E600-4807-8C72-503C303321F0}"/>
          </ac:inkMkLst>
        </pc:inkChg>
        <pc:inkChg chg="del">
          <ac:chgData name="Md. Nahid Hasan" userId="S::nahid@vu.edu.bd::85ea5f9e-65d6-4031-b810-9415101f2e21" providerId="AD" clId="Web-{7855784C-A123-418F-ADA5-C348BFB88A5A}" dt="2020-09-01T05:48:12.729" v="40"/>
          <ac:inkMkLst>
            <pc:docMk/>
            <pc:sldMk cId="0" sldId="468"/>
            <ac:inkMk id="44" creationId="{86CF433E-0C1F-4FDE-AE0D-E78CCCFAADED}"/>
          </ac:inkMkLst>
        </pc:inkChg>
        <pc:inkChg chg="del">
          <ac:chgData name="Md. Nahid Hasan" userId="S::nahid@vu.edu.bd::85ea5f9e-65d6-4031-b810-9415101f2e21" providerId="AD" clId="Web-{7855784C-A123-418F-ADA5-C348BFB88A5A}" dt="2020-09-01T05:48:12.729" v="39"/>
          <ac:inkMkLst>
            <pc:docMk/>
            <pc:sldMk cId="0" sldId="468"/>
            <ac:inkMk id="45" creationId="{AD2CC083-A53B-4AFB-942A-3DF1CF0CB79D}"/>
          </ac:inkMkLst>
        </pc:inkChg>
        <pc:inkChg chg="del">
          <ac:chgData name="Md. Nahid Hasan" userId="S::nahid@vu.edu.bd::85ea5f9e-65d6-4031-b810-9415101f2e21" providerId="AD" clId="Web-{7855784C-A123-418F-ADA5-C348BFB88A5A}" dt="2020-09-01T05:48:12.729" v="38"/>
          <ac:inkMkLst>
            <pc:docMk/>
            <pc:sldMk cId="0" sldId="468"/>
            <ac:inkMk id="46" creationId="{844FDB5B-74C4-42A6-A1FF-4A510329D7DA}"/>
          </ac:inkMkLst>
        </pc:inkChg>
        <pc:inkChg chg="del">
          <ac:chgData name="Md. Nahid Hasan" userId="S::nahid@vu.edu.bd::85ea5f9e-65d6-4031-b810-9415101f2e21" providerId="AD" clId="Web-{7855784C-A123-418F-ADA5-C348BFB88A5A}" dt="2020-09-01T05:48:12.729" v="37"/>
          <ac:inkMkLst>
            <pc:docMk/>
            <pc:sldMk cId="0" sldId="468"/>
            <ac:inkMk id="47" creationId="{ED6BF282-DEB0-4E76-9BE6-218E967804DB}"/>
          </ac:inkMkLst>
        </pc:inkChg>
        <pc:inkChg chg="del">
          <ac:chgData name="Md. Nahid Hasan" userId="S::nahid@vu.edu.bd::85ea5f9e-65d6-4031-b810-9415101f2e21" providerId="AD" clId="Web-{7855784C-A123-418F-ADA5-C348BFB88A5A}" dt="2020-09-01T05:48:12.729" v="36"/>
          <ac:inkMkLst>
            <pc:docMk/>
            <pc:sldMk cId="0" sldId="468"/>
            <ac:inkMk id="48" creationId="{91002C9B-8D23-442F-B9B2-C86E364D53F0}"/>
          </ac:inkMkLst>
        </pc:inkChg>
        <pc:inkChg chg="del">
          <ac:chgData name="Md. Nahid Hasan" userId="S::nahid@vu.edu.bd::85ea5f9e-65d6-4031-b810-9415101f2e21" providerId="AD" clId="Web-{7855784C-A123-418F-ADA5-C348BFB88A5A}" dt="2020-09-01T05:48:12.713" v="35"/>
          <ac:inkMkLst>
            <pc:docMk/>
            <pc:sldMk cId="0" sldId="468"/>
            <ac:inkMk id="49" creationId="{4D103DAB-F280-4EAF-9A49-3D19D5EDA277}"/>
          </ac:inkMkLst>
        </pc:inkChg>
        <pc:inkChg chg="del">
          <ac:chgData name="Md. Nahid Hasan" userId="S::nahid@vu.edu.bd::85ea5f9e-65d6-4031-b810-9415101f2e21" providerId="AD" clId="Web-{7855784C-A123-418F-ADA5-C348BFB88A5A}" dt="2020-09-01T05:48:12.713" v="34"/>
          <ac:inkMkLst>
            <pc:docMk/>
            <pc:sldMk cId="0" sldId="468"/>
            <ac:inkMk id="50" creationId="{1BF7703D-F2D8-49C9-9019-5304EE2DDE09}"/>
          </ac:inkMkLst>
        </pc:inkChg>
        <pc:inkChg chg="del">
          <ac:chgData name="Md. Nahid Hasan" userId="S::nahid@vu.edu.bd::85ea5f9e-65d6-4031-b810-9415101f2e21" providerId="AD" clId="Web-{7855784C-A123-418F-ADA5-C348BFB88A5A}" dt="2020-09-01T05:48:12.713" v="33"/>
          <ac:inkMkLst>
            <pc:docMk/>
            <pc:sldMk cId="0" sldId="468"/>
            <ac:inkMk id="51" creationId="{B93BEA42-808C-43AA-B816-0C5E25B14A0F}"/>
          </ac:inkMkLst>
        </pc:inkChg>
        <pc:inkChg chg="del">
          <ac:chgData name="Md. Nahid Hasan" userId="S::nahid@vu.edu.bd::85ea5f9e-65d6-4031-b810-9415101f2e21" providerId="AD" clId="Web-{7855784C-A123-418F-ADA5-C348BFB88A5A}" dt="2020-09-01T05:48:12.713" v="32"/>
          <ac:inkMkLst>
            <pc:docMk/>
            <pc:sldMk cId="0" sldId="468"/>
            <ac:inkMk id="52" creationId="{A57F6794-E86A-4E25-9C0E-C8B45329C3A1}"/>
          </ac:inkMkLst>
        </pc:inkChg>
        <pc:inkChg chg="del">
          <ac:chgData name="Md. Nahid Hasan" userId="S::nahid@vu.edu.bd::85ea5f9e-65d6-4031-b810-9415101f2e21" providerId="AD" clId="Web-{7855784C-A123-418F-ADA5-C348BFB88A5A}" dt="2020-09-01T05:48:12.713" v="31"/>
          <ac:inkMkLst>
            <pc:docMk/>
            <pc:sldMk cId="0" sldId="468"/>
            <ac:inkMk id="56" creationId="{E6FF1874-875C-4E0E-959B-2850F1E461B7}"/>
          </ac:inkMkLst>
        </pc:inkChg>
        <pc:inkChg chg="del">
          <ac:chgData name="Md. Nahid Hasan" userId="S::nahid@vu.edu.bd::85ea5f9e-65d6-4031-b810-9415101f2e21" providerId="AD" clId="Web-{7855784C-A123-418F-ADA5-C348BFB88A5A}" dt="2020-09-01T05:48:12.713" v="30"/>
          <ac:inkMkLst>
            <pc:docMk/>
            <pc:sldMk cId="0" sldId="468"/>
            <ac:inkMk id="57" creationId="{2585C3F4-89BE-49AA-8DA1-2CAA71359B07}"/>
          </ac:inkMkLst>
        </pc:inkChg>
        <pc:inkChg chg="del">
          <ac:chgData name="Md. Nahid Hasan" userId="S::nahid@vu.edu.bd::85ea5f9e-65d6-4031-b810-9415101f2e21" providerId="AD" clId="Web-{7855784C-A123-418F-ADA5-C348BFB88A5A}" dt="2020-09-01T05:48:12.713" v="29"/>
          <ac:inkMkLst>
            <pc:docMk/>
            <pc:sldMk cId="0" sldId="468"/>
            <ac:inkMk id="58" creationId="{216113E2-8AE2-46C1-976F-053BD5E10BD5}"/>
          </ac:inkMkLst>
        </pc:inkChg>
        <pc:inkChg chg="del">
          <ac:chgData name="Md. Nahid Hasan" userId="S::nahid@vu.edu.bd::85ea5f9e-65d6-4031-b810-9415101f2e21" providerId="AD" clId="Web-{7855784C-A123-418F-ADA5-C348BFB88A5A}" dt="2020-09-01T05:48:12.713" v="28"/>
          <ac:inkMkLst>
            <pc:docMk/>
            <pc:sldMk cId="0" sldId="468"/>
            <ac:inkMk id="59" creationId="{E1B30B0D-5C43-4ABD-8F9C-3CB5BCBA5271}"/>
          </ac:inkMkLst>
        </pc:inkChg>
        <pc:inkChg chg="del">
          <ac:chgData name="Md. Nahid Hasan" userId="S::nahid@vu.edu.bd::85ea5f9e-65d6-4031-b810-9415101f2e21" providerId="AD" clId="Web-{7855784C-A123-418F-ADA5-C348BFB88A5A}" dt="2020-09-01T05:48:12.713" v="27"/>
          <ac:inkMkLst>
            <pc:docMk/>
            <pc:sldMk cId="0" sldId="468"/>
            <ac:inkMk id="61" creationId="{7B8726DC-C0FB-4417-9130-E39B85D7B116}"/>
          </ac:inkMkLst>
        </pc:inkChg>
        <pc:inkChg chg="del">
          <ac:chgData name="Md. Nahid Hasan" userId="S::nahid@vu.edu.bd::85ea5f9e-65d6-4031-b810-9415101f2e21" providerId="AD" clId="Web-{7855784C-A123-418F-ADA5-C348BFB88A5A}" dt="2020-09-01T05:48:12.713" v="26"/>
          <ac:inkMkLst>
            <pc:docMk/>
            <pc:sldMk cId="0" sldId="468"/>
            <ac:inkMk id="62" creationId="{4A482E1C-789C-4B36-A2B3-78C951EF01B9}"/>
          </ac:inkMkLst>
        </pc:inkChg>
        <pc:inkChg chg="del">
          <ac:chgData name="Md. Nahid Hasan" userId="S::nahid@vu.edu.bd::85ea5f9e-65d6-4031-b810-9415101f2e21" providerId="AD" clId="Web-{7855784C-A123-418F-ADA5-C348BFB88A5A}" dt="2020-09-01T05:48:12.697" v="25"/>
          <ac:inkMkLst>
            <pc:docMk/>
            <pc:sldMk cId="0" sldId="468"/>
            <ac:inkMk id="63" creationId="{4E29997A-7185-440A-9A8B-FE17DDE1D0C4}"/>
          </ac:inkMkLst>
        </pc:inkChg>
        <pc:inkChg chg="del">
          <ac:chgData name="Md. Nahid Hasan" userId="S::nahid@vu.edu.bd::85ea5f9e-65d6-4031-b810-9415101f2e21" providerId="AD" clId="Web-{7855784C-A123-418F-ADA5-C348BFB88A5A}" dt="2020-09-01T05:48:12.697" v="24"/>
          <ac:inkMkLst>
            <pc:docMk/>
            <pc:sldMk cId="0" sldId="468"/>
            <ac:inkMk id="51200" creationId="{823B9481-5DFE-4947-A2A6-BA7FB7F60081}"/>
          </ac:inkMkLst>
        </pc:inkChg>
        <pc:inkChg chg="del">
          <ac:chgData name="Md. Nahid Hasan" userId="S::nahid@vu.edu.bd::85ea5f9e-65d6-4031-b810-9415101f2e21" providerId="AD" clId="Web-{7855784C-A123-418F-ADA5-C348BFB88A5A}" dt="2020-09-01T05:48:12.697" v="23"/>
          <ac:inkMkLst>
            <pc:docMk/>
            <pc:sldMk cId="0" sldId="468"/>
            <ac:inkMk id="51201" creationId="{C886B8E2-350B-4B96-9CBF-6E36F2F86688}"/>
          </ac:inkMkLst>
        </pc:inkChg>
        <pc:inkChg chg="del">
          <ac:chgData name="Md. Nahid Hasan" userId="S::nahid@vu.edu.bd::85ea5f9e-65d6-4031-b810-9415101f2e21" providerId="AD" clId="Web-{7855784C-A123-418F-ADA5-C348BFB88A5A}" dt="2020-09-01T05:48:12.697" v="22"/>
          <ac:inkMkLst>
            <pc:docMk/>
            <pc:sldMk cId="0" sldId="468"/>
            <ac:inkMk id="51203" creationId="{CE3AB11E-8047-4C0F-BCF9-894197145239}"/>
          </ac:inkMkLst>
        </pc:inkChg>
        <pc:inkChg chg="del">
          <ac:chgData name="Md. Nahid Hasan" userId="S::nahid@vu.edu.bd::85ea5f9e-65d6-4031-b810-9415101f2e21" providerId="AD" clId="Web-{7855784C-A123-418F-ADA5-C348BFB88A5A}" dt="2020-09-01T05:48:12.697" v="21"/>
          <ac:inkMkLst>
            <pc:docMk/>
            <pc:sldMk cId="0" sldId="468"/>
            <ac:inkMk id="51204" creationId="{5D06189F-382C-4BDF-862D-9BCC8607F1B2}"/>
          </ac:inkMkLst>
        </pc:inkChg>
        <pc:inkChg chg="del">
          <ac:chgData name="Md. Nahid Hasan" userId="S::nahid@vu.edu.bd::85ea5f9e-65d6-4031-b810-9415101f2e21" providerId="AD" clId="Web-{7855784C-A123-418F-ADA5-C348BFB88A5A}" dt="2020-09-01T05:48:12.697" v="20"/>
          <ac:inkMkLst>
            <pc:docMk/>
            <pc:sldMk cId="0" sldId="468"/>
            <ac:inkMk id="51205" creationId="{86E88687-922C-479A-9D57-1D1DCC81E363}"/>
          </ac:inkMkLst>
        </pc:inkChg>
        <pc:inkChg chg="del">
          <ac:chgData name="Md. Nahid Hasan" userId="S::nahid@vu.edu.bd::85ea5f9e-65d6-4031-b810-9415101f2e21" providerId="AD" clId="Web-{7855784C-A123-418F-ADA5-C348BFB88A5A}" dt="2020-09-01T05:48:12.697" v="19"/>
          <ac:inkMkLst>
            <pc:docMk/>
            <pc:sldMk cId="0" sldId="468"/>
            <ac:inkMk id="51206" creationId="{A7D707F3-5B74-4B13-9476-1CAD9E15CF4A}"/>
          </ac:inkMkLst>
        </pc:inkChg>
        <pc:inkChg chg="add">
          <ac:chgData name="Md. Nahid Hasan" userId="S::nahid@vu.edu.bd::85ea5f9e-65d6-4031-b810-9415101f2e21" providerId="AD" clId="Web-{7855784C-A123-418F-ADA5-C348BFB88A5A}" dt="2020-09-01T05:48:19.369" v="136"/>
          <ac:inkMkLst>
            <pc:docMk/>
            <pc:sldMk cId="0" sldId="468"/>
            <ac:inkMk id="51207" creationId="{9A0CDCB4-83D0-4E99-8B03-542449CD9C9C}"/>
          </ac:inkMkLst>
        </pc:inkChg>
        <pc:inkChg chg="add">
          <ac:chgData name="Md. Nahid Hasan" userId="S::nahid@vu.edu.bd::85ea5f9e-65d6-4031-b810-9415101f2e21" providerId="AD" clId="Web-{7855784C-A123-418F-ADA5-C348BFB88A5A}" dt="2020-09-01T05:48:21.010" v="137"/>
          <ac:inkMkLst>
            <pc:docMk/>
            <pc:sldMk cId="0" sldId="468"/>
            <ac:inkMk id="51208" creationId="{AAC55533-8516-4FF7-A6F8-473CEBFF4499}"/>
          </ac:inkMkLst>
        </pc:inkChg>
        <pc:inkChg chg="add">
          <ac:chgData name="Md. Nahid Hasan" userId="S::nahid@vu.edu.bd::85ea5f9e-65d6-4031-b810-9415101f2e21" providerId="AD" clId="Web-{7855784C-A123-418F-ADA5-C348BFB88A5A}" dt="2020-09-01T05:49:12.526" v="142"/>
          <ac:inkMkLst>
            <pc:docMk/>
            <pc:sldMk cId="0" sldId="468"/>
            <ac:inkMk id="51209" creationId="{23774F53-3830-41FE-B951-607454E863F5}"/>
          </ac:inkMkLst>
        </pc:inkChg>
        <pc:inkChg chg="add">
          <ac:chgData name="Md. Nahid Hasan" userId="S::nahid@vu.edu.bd::85ea5f9e-65d6-4031-b810-9415101f2e21" providerId="AD" clId="Web-{7855784C-A123-418F-ADA5-C348BFB88A5A}" dt="2020-09-01T05:49:14.088" v="143"/>
          <ac:inkMkLst>
            <pc:docMk/>
            <pc:sldMk cId="0" sldId="468"/>
            <ac:inkMk id="51210" creationId="{7E0863D0-0115-44D3-AD52-CE1C1117455F}"/>
          </ac:inkMkLst>
        </pc:inkChg>
        <pc:inkChg chg="del">
          <ac:chgData name="Md. Nahid Hasan" userId="S::nahid@vu.edu.bd::85ea5f9e-65d6-4031-b810-9415101f2e21" providerId="AD" clId="Web-{7855784C-A123-418F-ADA5-C348BFB88A5A}" dt="2020-09-01T05:48:12.697" v="18"/>
          <ac:inkMkLst>
            <pc:docMk/>
            <pc:sldMk cId="0" sldId="468"/>
            <ac:inkMk id="51211" creationId="{4133A1BF-E992-4497-9AFF-0EA8422F9FE7}"/>
          </ac:inkMkLst>
        </pc:inkChg>
        <pc:inkChg chg="del">
          <ac:chgData name="Md. Nahid Hasan" userId="S::nahid@vu.edu.bd::85ea5f9e-65d6-4031-b810-9415101f2e21" providerId="AD" clId="Web-{7855784C-A123-418F-ADA5-C348BFB88A5A}" dt="2020-09-01T05:48:12.697" v="17"/>
          <ac:inkMkLst>
            <pc:docMk/>
            <pc:sldMk cId="0" sldId="468"/>
            <ac:inkMk id="51212" creationId="{2C19B438-E3D1-498F-88AA-B1B5538895D9}"/>
          </ac:inkMkLst>
        </pc:inkChg>
        <pc:inkChg chg="del">
          <ac:chgData name="Md. Nahid Hasan" userId="S::nahid@vu.edu.bd::85ea5f9e-65d6-4031-b810-9415101f2e21" providerId="AD" clId="Web-{7855784C-A123-418F-ADA5-C348BFB88A5A}" dt="2020-09-01T05:48:12.682" v="16"/>
          <ac:inkMkLst>
            <pc:docMk/>
            <pc:sldMk cId="0" sldId="468"/>
            <ac:inkMk id="51213" creationId="{E4350ED8-EF95-44FC-99B8-38D284BBECB8}"/>
          </ac:inkMkLst>
        </pc:inkChg>
        <pc:inkChg chg="del">
          <ac:chgData name="Md. Nahid Hasan" userId="S::nahid@vu.edu.bd::85ea5f9e-65d6-4031-b810-9415101f2e21" providerId="AD" clId="Web-{7855784C-A123-418F-ADA5-C348BFB88A5A}" dt="2020-09-01T05:48:12.682" v="15"/>
          <ac:inkMkLst>
            <pc:docMk/>
            <pc:sldMk cId="0" sldId="468"/>
            <ac:inkMk id="51214" creationId="{777C40C3-8AA6-440D-B5FF-45CB2226E350}"/>
          </ac:inkMkLst>
        </pc:inkChg>
        <pc:inkChg chg="del">
          <ac:chgData name="Md. Nahid Hasan" userId="S::nahid@vu.edu.bd::85ea5f9e-65d6-4031-b810-9415101f2e21" providerId="AD" clId="Web-{7855784C-A123-418F-ADA5-C348BFB88A5A}" dt="2020-09-01T05:48:12.682" v="14"/>
          <ac:inkMkLst>
            <pc:docMk/>
            <pc:sldMk cId="0" sldId="468"/>
            <ac:inkMk id="51215" creationId="{1CBCCA4A-A839-4DD8-BC5F-D415326C8993}"/>
          </ac:inkMkLst>
        </pc:inkChg>
        <pc:inkChg chg="del">
          <ac:chgData name="Md. Nahid Hasan" userId="S::nahid@vu.edu.bd::85ea5f9e-65d6-4031-b810-9415101f2e21" providerId="AD" clId="Web-{7855784C-A123-418F-ADA5-C348BFB88A5A}" dt="2020-09-01T05:48:12.682" v="13"/>
          <ac:inkMkLst>
            <pc:docMk/>
            <pc:sldMk cId="0" sldId="468"/>
            <ac:inkMk id="51216" creationId="{13F4EB4B-663C-4D22-A402-892B41F3F892}"/>
          </ac:inkMkLst>
        </pc:inkChg>
        <pc:inkChg chg="del">
          <ac:chgData name="Md. Nahid Hasan" userId="S::nahid@vu.edu.bd::85ea5f9e-65d6-4031-b810-9415101f2e21" providerId="AD" clId="Web-{7855784C-A123-418F-ADA5-C348BFB88A5A}" dt="2020-09-01T05:48:12.682" v="12"/>
          <ac:inkMkLst>
            <pc:docMk/>
            <pc:sldMk cId="0" sldId="468"/>
            <ac:inkMk id="51217" creationId="{0C5EC680-F100-408C-867A-BF2D97C288F5}"/>
          </ac:inkMkLst>
        </pc:inkChg>
        <pc:inkChg chg="del">
          <ac:chgData name="Md. Nahid Hasan" userId="S::nahid@vu.edu.bd::85ea5f9e-65d6-4031-b810-9415101f2e21" providerId="AD" clId="Web-{7855784C-A123-418F-ADA5-C348BFB88A5A}" dt="2020-09-01T05:48:12.682" v="11"/>
          <ac:inkMkLst>
            <pc:docMk/>
            <pc:sldMk cId="0" sldId="468"/>
            <ac:inkMk id="51218" creationId="{790F8E33-576F-45CA-997C-09E8D56B15D9}"/>
          </ac:inkMkLst>
        </pc:inkChg>
        <pc:inkChg chg="del">
          <ac:chgData name="Md. Nahid Hasan" userId="S::nahid@vu.edu.bd::85ea5f9e-65d6-4031-b810-9415101f2e21" providerId="AD" clId="Web-{7855784C-A123-418F-ADA5-C348BFB88A5A}" dt="2020-09-01T05:48:12.682" v="10"/>
          <ac:inkMkLst>
            <pc:docMk/>
            <pc:sldMk cId="0" sldId="468"/>
            <ac:inkMk id="51219" creationId="{28EF1C9C-A1FC-4AC5-90D2-DDECB2B077B1}"/>
          </ac:inkMkLst>
        </pc:inkChg>
        <pc:inkChg chg="del">
          <ac:chgData name="Md. Nahid Hasan" userId="S::nahid@vu.edu.bd::85ea5f9e-65d6-4031-b810-9415101f2e21" providerId="AD" clId="Web-{7855784C-A123-418F-ADA5-C348BFB88A5A}" dt="2020-09-01T05:48:12.682" v="9"/>
          <ac:inkMkLst>
            <pc:docMk/>
            <pc:sldMk cId="0" sldId="468"/>
            <ac:inkMk id="51220" creationId="{6A24C1A4-0503-421B-B18F-450DC9EAD455}"/>
          </ac:inkMkLst>
        </pc:inkChg>
        <pc:inkChg chg="del">
          <ac:chgData name="Md. Nahid Hasan" userId="S::nahid@vu.edu.bd::85ea5f9e-65d6-4031-b810-9415101f2e21" providerId="AD" clId="Web-{7855784C-A123-418F-ADA5-C348BFB88A5A}" dt="2020-09-01T05:48:12.666" v="8"/>
          <ac:inkMkLst>
            <pc:docMk/>
            <pc:sldMk cId="0" sldId="468"/>
            <ac:inkMk id="51221" creationId="{4CC8084A-E888-4594-B2C6-00335B4BA72F}"/>
          </ac:inkMkLst>
        </pc:inkChg>
        <pc:inkChg chg="del">
          <ac:chgData name="Md. Nahid Hasan" userId="S::nahid@vu.edu.bd::85ea5f9e-65d6-4031-b810-9415101f2e21" providerId="AD" clId="Web-{7855784C-A123-418F-ADA5-C348BFB88A5A}" dt="2020-09-01T05:48:12.666" v="7"/>
          <ac:inkMkLst>
            <pc:docMk/>
            <pc:sldMk cId="0" sldId="468"/>
            <ac:inkMk id="51222" creationId="{4D0D1D39-39A2-46F9-9E94-8AEA722F504B}"/>
          </ac:inkMkLst>
        </pc:inkChg>
        <pc:inkChg chg="del">
          <ac:chgData name="Md. Nahid Hasan" userId="S::nahid@vu.edu.bd::85ea5f9e-65d6-4031-b810-9415101f2e21" providerId="AD" clId="Web-{7855784C-A123-418F-ADA5-C348BFB88A5A}" dt="2020-09-01T05:48:12.666" v="6"/>
          <ac:inkMkLst>
            <pc:docMk/>
            <pc:sldMk cId="0" sldId="468"/>
            <ac:inkMk id="51223" creationId="{A4D639AE-D839-4E8A-9398-A12E50970F9B}"/>
          </ac:inkMkLst>
        </pc:inkChg>
        <pc:inkChg chg="del">
          <ac:chgData name="Md. Nahid Hasan" userId="S::nahid@vu.edu.bd::85ea5f9e-65d6-4031-b810-9415101f2e21" providerId="AD" clId="Web-{7855784C-A123-418F-ADA5-C348BFB88A5A}" dt="2020-09-01T05:48:12.666" v="5"/>
          <ac:inkMkLst>
            <pc:docMk/>
            <pc:sldMk cId="0" sldId="468"/>
            <ac:inkMk id="51224" creationId="{EA04A7AA-832B-43FE-BD2E-4056C2307421}"/>
          </ac:inkMkLst>
        </pc:inkChg>
        <pc:inkChg chg="del">
          <ac:chgData name="Md. Nahid Hasan" userId="S::nahid@vu.edu.bd::85ea5f9e-65d6-4031-b810-9415101f2e21" providerId="AD" clId="Web-{7855784C-A123-418F-ADA5-C348BFB88A5A}" dt="2020-09-01T05:48:12.666" v="4"/>
          <ac:inkMkLst>
            <pc:docMk/>
            <pc:sldMk cId="0" sldId="468"/>
            <ac:inkMk id="51225" creationId="{1B64A08F-F7AE-45AB-8C4D-97B8DF69E2A0}"/>
          </ac:inkMkLst>
        </pc:inkChg>
        <pc:inkChg chg="del">
          <ac:chgData name="Md. Nahid Hasan" userId="S::nahid@vu.edu.bd::85ea5f9e-65d6-4031-b810-9415101f2e21" providerId="AD" clId="Web-{7855784C-A123-418F-ADA5-C348BFB88A5A}" dt="2020-09-01T05:48:12.666" v="3"/>
          <ac:inkMkLst>
            <pc:docMk/>
            <pc:sldMk cId="0" sldId="468"/>
            <ac:inkMk id="51226" creationId="{396DC43E-D840-4453-A6BC-7EDF4858085E}"/>
          </ac:inkMkLst>
        </pc:inkChg>
        <pc:inkChg chg="del">
          <ac:chgData name="Md. Nahid Hasan" userId="S::nahid@vu.edu.bd::85ea5f9e-65d6-4031-b810-9415101f2e21" providerId="AD" clId="Web-{7855784C-A123-418F-ADA5-C348BFB88A5A}" dt="2020-09-01T05:48:12.666" v="2"/>
          <ac:inkMkLst>
            <pc:docMk/>
            <pc:sldMk cId="0" sldId="468"/>
            <ac:inkMk id="51227" creationId="{A93D8D25-848C-44F7-B601-AB23B9511D51}"/>
          </ac:inkMkLst>
        </pc:inkChg>
        <pc:inkChg chg="del">
          <ac:chgData name="Md. Nahid Hasan" userId="S::nahid@vu.edu.bd::85ea5f9e-65d6-4031-b810-9415101f2e21" providerId="AD" clId="Web-{7855784C-A123-418F-ADA5-C348BFB88A5A}" dt="2020-09-01T05:48:12.666" v="1"/>
          <ac:inkMkLst>
            <pc:docMk/>
            <pc:sldMk cId="0" sldId="468"/>
            <ac:inkMk id="51228" creationId="{4459060B-C42D-4268-8512-17E98E5C2B8F}"/>
          </ac:inkMkLst>
        </pc:inkChg>
        <pc:inkChg chg="del">
          <ac:chgData name="Md. Nahid Hasan" userId="S::nahid@vu.edu.bd::85ea5f9e-65d6-4031-b810-9415101f2e21" providerId="AD" clId="Web-{7855784C-A123-418F-ADA5-C348BFB88A5A}" dt="2020-09-01T05:48:12.666" v="0"/>
          <ac:inkMkLst>
            <pc:docMk/>
            <pc:sldMk cId="0" sldId="468"/>
            <ac:inkMk id="51229" creationId="{477E0DA1-CD23-455A-BF91-AD09D8DAEC41}"/>
          </ac:inkMkLst>
        </pc:inkChg>
        <pc:inkChg chg="add">
          <ac:chgData name="Md. Nahid Hasan" userId="S::nahid@vu.edu.bd::85ea5f9e-65d6-4031-b810-9415101f2e21" providerId="AD" clId="Web-{7855784C-A123-418F-ADA5-C348BFB88A5A}" dt="2020-09-01T05:49:15.854" v="144"/>
          <ac:inkMkLst>
            <pc:docMk/>
            <pc:sldMk cId="0" sldId="468"/>
            <ac:inkMk id="51230" creationId="{9BF61054-99E3-446C-888B-AB2A24F3EB7F}"/>
          </ac:inkMkLst>
        </pc:inkChg>
        <pc:inkChg chg="add">
          <ac:chgData name="Md. Nahid Hasan" userId="S::nahid@vu.edu.bd::85ea5f9e-65d6-4031-b810-9415101f2e21" providerId="AD" clId="Web-{7855784C-A123-418F-ADA5-C348BFB88A5A}" dt="2020-09-01T05:49:15.870" v="145"/>
          <ac:inkMkLst>
            <pc:docMk/>
            <pc:sldMk cId="0" sldId="468"/>
            <ac:inkMk id="51231" creationId="{DE560BA7-4587-4588-9731-4AC08A83D29A}"/>
          </ac:inkMkLst>
        </pc:inkChg>
        <pc:inkChg chg="add">
          <ac:chgData name="Md. Nahid Hasan" userId="S::nahid@vu.edu.bd::85ea5f9e-65d6-4031-b810-9415101f2e21" providerId="AD" clId="Web-{7855784C-A123-418F-ADA5-C348BFB88A5A}" dt="2020-09-01T05:49:15.870" v="146"/>
          <ac:inkMkLst>
            <pc:docMk/>
            <pc:sldMk cId="0" sldId="468"/>
            <ac:inkMk id="51232" creationId="{787C9030-BBAD-4262-86A2-9A8BACDAC82B}"/>
          </ac:inkMkLst>
        </pc:inkChg>
        <pc:inkChg chg="add">
          <ac:chgData name="Md. Nahid Hasan" userId="S::nahid@vu.edu.bd::85ea5f9e-65d6-4031-b810-9415101f2e21" providerId="AD" clId="Web-{7855784C-A123-418F-ADA5-C348BFB88A5A}" dt="2020-09-01T05:49:16.807" v="147"/>
          <ac:inkMkLst>
            <pc:docMk/>
            <pc:sldMk cId="0" sldId="468"/>
            <ac:inkMk id="51233" creationId="{317112F5-967A-472B-AA87-146B30C94FB4}"/>
          </ac:inkMkLst>
        </pc:inkChg>
        <pc:inkChg chg="add">
          <ac:chgData name="Md. Nahid Hasan" userId="S::nahid@vu.edu.bd::85ea5f9e-65d6-4031-b810-9415101f2e21" providerId="AD" clId="Web-{7855784C-A123-418F-ADA5-C348BFB88A5A}" dt="2020-09-01T05:49:18.104" v="148"/>
          <ac:inkMkLst>
            <pc:docMk/>
            <pc:sldMk cId="0" sldId="468"/>
            <ac:inkMk id="51234" creationId="{750CBC91-0A23-4414-9243-9F6894895DBE}"/>
          </ac:inkMkLst>
        </pc:inkChg>
        <pc:inkChg chg="add">
          <ac:chgData name="Md. Nahid Hasan" userId="S::nahid@vu.edu.bd::85ea5f9e-65d6-4031-b810-9415101f2e21" providerId="AD" clId="Web-{7855784C-A123-418F-ADA5-C348BFB88A5A}" dt="2020-09-01T05:49:19.026" v="149"/>
          <ac:inkMkLst>
            <pc:docMk/>
            <pc:sldMk cId="0" sldId="468"/>
            <ac:inkMk id="51235" creationId="{29E654E8-E93C-40BD-A3B8-8395982A58AB}"/>
          </ac:inkMkLst>
        </pc:inkChg>
        <pc:inkChg chg="add">
          <ac:chgData name="Md. Nahid Hasan" userId="S::nahid@vu.edu.bd::85ea5f9e-65d6-4031-b810-9415101f2e21" providerId="AD" clId="Web-{7855784C-A123-418F-ADA5-C348BFB88A5A}" dt="2020-09-01T05:49:24.120" v="150"/>
          <ac:inkMkLst>
            <pc:docMk/>
            <pc:sldMk cId="0" sldId="468"/>
            <ac:inkMk id="51236" creationId="{41C00911-3359-4BBF-B723-1DDDA1C2913E}"/>
          </ac:inkMkLst>
        </pc:inkChg>
        <pc:inkChg chg="add">
          <ac:chgData name="Md. Nahid Hasan" userId="S::nahid@vu.edu.bd::85ea5f9e-65d6-4031-b810-9415101f2e21" providerId="AD" clId="Web-{7855784C-A123-418F-ADA5-C348BFB88A5A}" dt="2020-09-01T05:49:25.370" v="151"/>
          <ac:inkMkLst>
            <pc:docMk/>
            <pc:sldMk cId="0" sldId="468"/>
            <ac:inkMk id="51237" creationId="{5A449062-6AE7-498D-9E4B-FD17B8EA97A3}"/>
          </ac:inkMkLst>
        </pc:inkChg>
        <pc:inkChg chg="add">
          <ac:chgData name="Md. Nahid Hasan" userId="S::nahid@vu.edu.bd::85ea5f9e-65d6-4031-b810-9415101f2e21" providerId="AD" clId="Web-{7855784C-A123-418F-ADA5-C348BFB88A5A}" dt="2020-09-01T05:49:26.385" v="152"/>
          <ac:inkMkLst>
            <pc:docMk/>
            <pc:sldMk cId="0" sldId="468"/>
            <ac:inkMk id="51238" creationId="{2F756647-600C-4CE4-96B3-B8E1B8DF745E}"/>
          </ac:inkMkLst>
        </pc:inkChg>
        <pc:inkChg chg="add">
          <ac:chgData name="Md. Nahid Hasan" userId="S::nahid@vu.edu.bd::85ea5f9e-65d6-4031-b810-9415101f2e21" providerId="AD" clId="Web-{7855784C-A123-418F-ADA5-C348BFB88A5A}" dt="2020-09-01T05:49:26.401" v="153"/>
          <ac:inkMkLst>
            <pc:docMk/>
            <pc:sldMk cId="0" sldId="468"/>
            <ac:inkMk id="51239" creationId="{E7A3653A-CBF4-4DE2-A034-2F2A4AA40563}"/>
          </ac:inkMkLst>
        </pc:inkChg>
        <pc:inkChg chg="add">
          <ac:chgData name="Md. Nahid Hasan" userId="S::nahid@vu.edu.bd::85ea5f9e-65d6-4031-b810-9415101f2e21" providerId="AD" clId="Web-{7855784C-A123-418F-ADA5-C348BFB88A5A}" dt="2020-09-01T05:49:27.760" v="154"/>
          <ac:inkMkLst>
            <pc:docMk/>
            <pc:sldMk cId="0" sldId="468"/>
            <ac:inkMk id="51240" creationId="{91547795-E0FB-407B-862E-67C2A458C233}"/>
          </ac:inkMkLst>
        </pc:inkChg>
        <pc:inkChg chg="add">
          <ac:chgData name="Md. Nahid Hasan" userId="S::nahid@vu.edu.bd::85ea5f9e-65d6-4031-b810-9415101f2e21" providerId="AD" clId="Web-{7855784C-A123-418F-ADA5-C348BFB88A5A}" dt="2020-09-01T05:49:32.401" v="155"/>
          <ac:inkMkLst>
            <pc:docMk/>
            <pc:sldMk cId="0" sldId="468"/>
            <ac:inkMk id="51241" creationId="{BF11FADA-2190-4516-B8C7-ACEF7ABAD21F}"/>
          </ac:inkMkLst>
        </pc:inkChg>
        <pc:inkChg chg="add">
          <ac:chgData name="Md. Nahid Hasan" userId="S::nahid@vu.edu.bd::85ea5f9e-65d6-4031-b810-9415101f2e21" providerId="AD" clId="Web-{7855784C-A123-418F-ADA5-C348BFB88A5A}" dt="2020-09-01T05:49:40.307" v="156"/>
          <ac:inkMkLst>
            <pc:docMk/>
            <pc:sldMk cId="0" sldId="468"/>
            <ac:inkMk id="51242" creationId="{6C4FADC1-B236-494F-A48D-3D2269E78836}"/>
          </ac:inkMkLst>
        </pc:inkChg>
        <pc:inkChg chg="add">
          <ac:chgData name="Md. Nahid Hasan" userId="S::nahid@vu.edu.bd::85ea5f9e-65d6-4031-b810-9415101f2e21" providerId="AD" clId="Web-{7855784C-A123-418F-ADA5-C348BFB88A5A}" dt="2020-09-01T05:49:41.761" v="157"/>
          <ac:inkMkLst>
            <pc:docMk/>
            <pc:sldMk cId="0" sldId="468"/>
            <ac:inkMk id="51243" creationId="{E7E5EFFB-E944-47EB-AD30-3C79376D9E7A}"/>
          </ac:inkMkLst>
        </pc:inkChg>
        <pc:inkChg chg="add">
          <ac:chgData name="Md. Nahid Hasan" userId="S::nahid@vu.edu.bd::85ea5f9e-65d6-4031-b810-9415101f2e21" providerId="AD" clId="Web-{7855784C-A123-418F-ADA5-C348BFB88A5A}" dt="2020-09-01T05:49:42.698" v="158"/>
          <ac:inkMkLst>
            <pc:docMk/>
            <pc:sldMk cId="0" sldId="468"/>
            <ac:inkMk id="51244" creationId="{CFC92CBE-1672-473E-8C70-1C964B9799BD}"/>
          </ac:inkMkLst>
        </pc:inkChg>
        <pc:inkChg chg="add">
          <ac:chgData name="Md. Nahid Hasan" userId="S::nahid@vu.edu.bd::85ea5f9e-65d6-4031-b810-9415101f2e21" providerId="AD" clId="Web-{7855784C-A123-418F-ADA5-C348BFB88A5A}" dt="2020-09-01T05:49:44.245" v="159"/>
          <ac:inkMkLst>
            <pc:docMk/>
            <pc:sldMk cId="0" sldId="468"/>
            <ac:inkMk id="51245" creationId="{F4B1FBB1-F689-4E2A-A157-99D50BFB0E83}"/>
          </ac:inkMkLst>
        </pc:inkChg>
        <pc:inkChg chg="add">
          <ac:chgData name="Md. Nahid Hasan" userId="S::nahid@vu.edu.bd::85ea5f9e-65d6-4031-b810-9415101f2e21" providerId="AD" clId="Web-{7855784C-A123-418F-ADA5-C348BFB88A5A}" dt="2020-09-01T05:49:48.714" v="160"/>
          <ac:inkMkLst>
            <pc:docMk/>
            <pc:sldMk cId="0" sldId="468"/>
            <ac:inkMk id="51246" creationId="{5DF89C1D-697A-455E-8C6B-ED5C41948280}"/>
          </ac:inkMkLst>
        </pc:inkChg>
        <pc:inkChg chg="add">
          <ac:chgData name="Md. Nahid Hasan" userId="S::nahid@vu.edu.bd::85ea5f9e-65d6-4031-b810-9415101f2e21" providerId="AD" clId="Web-{7855784C-A123-418F-ADA5-C348BFB88A5A}" dt="2020-09-01T05:49:48.714" v="161"/>
          <ac:inkMkLst>
            <pc:docMk/>
            <pc:sldMk cId="0" sldId="468"/>
            <ac:inkMk id="51247" creationId="{F4081F3C-DDE6-4121-B16A-79DDA5DBF407}"/>
          </ac:inkMkLst>
        </pc:inkChg>
        <pc:inkChg chg="add">
          <ac:chgData name="Md. Nahid Hasan" userId="S::nahid@vu.edu.bd::85ea5f9e-65d6-4031-b810-9415101f2e21" providerId="AD" clId="Web-{7855784C-A123-418F-ADA5-C348BFB88A5A}" dt="2020-09-01T05:49:48.729" v="162"/>
          <ac:inkMkLst>
            <pc:docMk/>
            <pc:sldMk cId="0" sldId="468"/>
            <ac:inkMk id="51248" creationId="{B3CF20B8-7544-4E94-B6E5-53472017C418}"/>
          </ac:inkMkLst>
        </pc:inkChg>
        <pc:inkChg chg="add">
          <ac:chgData name="Md. Nahid Hasan" userId="S::nahid@vu.edu.bd::85ea5f9e-65d6-4031-b810-9415101f2e21" providerId="AD" clId="Web-{7855784C-A123-418F-ADA5-C348BFB88A5A}" dt="2020-09-01T05:49:48.745" v="163"/>
          <ac:inkMkLst>
            <pc:docMk/>
            <pc:sldMk cId="0" sldId="468"/>
            <ac:inkMk id="51249" creationId="{297394C2-9C03-4244-9783-E4B1C92B3EEE}"/>
          </ac:inkMkLst>
        </pc:inkChg>
        <pc:inkChg chg="add">
          <ac:chgData name="Md. Nahid Hasan" userId="S::nahid@vu.edu.bd::85ea5f9e-65d6-4031-b810-9415101f2e21" providerId="AD" clId="Web-{7855784C-A123-418F-ADA5-C348BFB88A5A}" dt="2020-09-01T05:49:48.761" v="164"/>
          <ac:inkMkLst>
            <pc:docMk/>
            <pc:sldMk cId="0" sldId="468"/>
            <ac:inkMk id="51250" creationId="{AA74BBC9-1F04-4037-85CD-CBA8C87B5993}"/>
          </ac:inkMkLst>
        </pc:inkChg>
        <pc:inkChg chg="add">
          <ac:chgData name="Md. Nahid Hasan" userId="S::nahid@vu.edu.bd::85ea5f9e-65d6-4031-b810-9415101f2e21" providerId="AD" clId="Web-{7855784C-A123-418F-ADA5-C348BFB88A5A}" dt="2020-09-01T05:49:48.776" v="165"/>
          <ac:inkMkLst>
            <pc:docMk/>
            <pc:sldMk cId="0" sldId="468"/>
            <ac:inkMk id="51251" creationId="{E13B720C-B26C-4166-856B-0278041B39EF}"/>
          </ac:inkMkLst>
        </pc:inkChg>
        <pc:inkChg chg="add">
          <ac:chgData name="Md. Nahid Hasan" userId="S::nahid@vu.edu.bd::85ea5f9e-65d6-4031-b810-9415101f2e21" providerId="AD" clId="Web-{7855784C-A123-418F-ADA5-C348BFB88A5A}" dt="2020-09-01T05:49:50.323" v="166"/>
          <ac:inkMkLst>
            <pc:docMk/>
            <pc:sldMk cId="0" sldId="468"/>
            <ac:inkMk id="51252" creationId="{4F35D0CB-4890-4A0E-AEC1-42F0988F74BF}"/>
          </ac:inkMkLst>
        </pc:inkChg>
        <pc:inkChg chg="add">
          <ac:chgData name="Md. Nahid Hasan" userId="S::nahid@vu.edu.bd::85ea5f9e-65d6-4031-b810-9415101f2e21" providerId="AD" clId="Web-{7855784C-A123-418F-ADA5-C348BFB88A5A}" dt="2020-09-01T05:49:50.339" v="167"/>
          <ac:inkMkLst>
            <pc:docMk/>
            <pc:sldMk cId="0" sldId="468"/>
            <ac:inkMk id="51253" creationId="{9FC1C9BE-8E3C-4E89-A90C-C15F32E6F562}"/>
          </ac:inkMkLst>
        </pc:inkChg>
        <pc:inkChg chg="add">
          <ac:chgData name="Md. Nahid Hasan" userId="S::nahid@vu.edu.bd::85ea5f9e-65d6-4031-b810-9415101f2e21" providerId="AD" clId="Web-{7855784C-A123-418F-ADA5-C348BFB88A5A}" dt="2020-09-01T05:49:50.339" v="168"/>
          <ac:inkMkLst>
            <pc:docMk/>
            <pc:sldMk cId="0" sldId="468"/>
            <ac:inkMk id="51254" creationId="{C9A8D204-32C5-4219-ADD4-9518DE7B40E4}"/>
          </ac:inkMkLst>
        </pc:inkChg>
        <pc:inkChg chg="add">
          <ac:chgData name="Md. Nahid Hasan" userId="S::nahid@vu.edu.bd::85ea5f9e-65d6-4031-b810-9415101f2e21" providerId="AD" clId="Web-{7855784C-A123-418F-ADA5-C348BFB88A5A}" dt="2020-09-01T05:49:51.276" v="169"/>
          <ac:inkMkLst>
            <pc:docMk/>
            <pc:sldMk cId="0" sldId="468"/>
            <ac:inkMk id="51255" creationId="{CF3061B9-BBB4-4D15-A036-7100A78D6EA4}"/>
          </ac:inkMkLst>
        </pc:inkChg>
        <pc:inkChg chg="add">
          <ac:chgData name="Md. Nahid Hasan" userId="S::nahid@vu.edu.bd::85ea5f9e-65d6-4031-b810-9415101f2e21" providerId="AD" clId="Web-{7855784C-A123-418F-ADA5-C348BFB88A5A}" dt="2020-09-01T05:49:53.183" v="170"/>
          <ac:inkMkLst>
            <pc:docMk/>
            <pc:sldMk cId="0" sldId="468"/>
            <ac:inkMk id="51256" creationId="{E989F320-A47B-434C-A31C-45BE0A894998}"/>
          </ac:inkMkLst>
        </pc:inkChg>
        <pc:inkChg chg="add">
          <ac:chgData name="Md. Nahid Hasan" userId="S::nahid@vu.edu.bd::85ea5f9e-65d6-4031-b810-9415101f2e21" providerId="AD" clId="Web-{7855784C-A123-418F-ADA5-C348BFB88A5A}" dt="2020-09-01T05:49:53.198" v="171"/>
          <ac:inkMkLst>
            <pc:docMk/>
            <pc:sldMk cId="0" sldId="468"/>
            <ac:inkMk id="51257" creationId="{C3A4BE9C-343F-48C0-8D27-9910BA5AFCF8}"/>
          </ac:inkMkLst>
        </pc:inkChg>
        <pc:inkChg chg="add">
          <ac:chgData name="Md. Nahid Hasan" userId="S::nahid@vu.edu.bd::85ea5f9e-65d6-4031-b810-9415101f2e21" providerId="AD" clId="Web-{7855784C-A123-418F-ADA5-C348BFB88A5A}" dt="2020-09-01T05:49:53.214" v="172"/>
          <ac:inkMkLst>
            <pc:docMk/>
            <pc:sldMk cId="0" sldId="468"/>
            <ac:inkMk id="51258" creationId="{98E44CA7-4949-4081-B3DC-688E2AF81C9D}"/>
          </ac:inkMkLst>
        </pc:inkChg>
        <pc:inkChg chg="del">
          <ac:chgData name="Md. Nahid Hasan" userId="S::nahid@vu.edu.bd::85ea5f9e-65d6-4031-b810-9415101f2e21" providerId="AD" clId="Web-{7855784C-A123-418F-ADA5-C348BFB88A5A}" dt="2020-09-01T05:48:12.885" v="135"/>
          <ac:inkMkLst>
            <pc:docMk/>
            <pc:sldMk cId="0" sldId="468"/>
            <ac:inkMk id="51260" creationId="{6DD3DBB4-8968-42FA-B573-A2F783A184FE}"/>
          </ac:inkMkLst>
        </pc:inkChg>
        <pc:inkChg chg="del">
          <ac:chgData name="Md. Nahid Hasan" userId="S::nahid@vu.edu.bd::85ea5f9e-65d6-4031-b810-9415101f2e21" providerId="AD" clId="Web-{7855784C-A123-418F-ADA5-C348BFB88A5A}" dt="2020-09-01T05:48:12.885" v="134"/>
          <ac:inkMkLst>
            <pc:docMk/>
            <pc:sldMk cId="0" sldId="468"/>
            <ac:inkMk id="51305" creationId="{F6773110-5844-498A-AA24-BB9DB0A2C0A1}"/>
          </ac:inkMkLst>
        </pc:inkChg>
        <pc:inkChg chg="del">
          <ac:chgData name="Md. Nahid Hasan" userId="S::nahid@vu.edu.bd::85ea5f9e-65d6-4031-b810-9415101f2e21" providerId="AD" clId="Web-{7855784C-A123-418F-ADA5-C348BFB88A5A}" dt="2020-09-01T05:48:12.885" v="133"/>
          <ac:inkMkLst>
            <pc:docMk/>
            <pc:sldMk cId="0" sldId="468"/>
            <ac:inkMk id="51306" creationId="{FA7DF87D-835F-4FF0-B189-839B0F23821D}"/>
          </ac:inkMkLst>
        </pc:inkChg>
        <pc:inkChg chg="del">
          <ac:chgData name="Md. Nahid Hasan" userId="S::nahid@vu.edu.bd::85ea5f9e-65d6-4031-b810-9415101f2e21" providerId="AD" clId="Web-{7855784C-A123-418F-ADA5-C348BFB88A5A}" dt="2020-09-01T05:48:12.885" v="132"/>
          <ac:inkMkLst>
            <pc:docMk/>
            <pc:sldMk cId="0" sldId="468"/>
            <ac:inkMk id="51307" creationId="{5BB15EC0-6E45-45CC-BC7C-104B12C4A135}"/>
          </ac:inkMkLst>
        </pc:inkChg>
        <pc:inkChg chg="del">
          <ac:chgData name="Md. Nahid Hasan" userId="S::nahid@vu.edu.bd::85ea5f9e-65d6-4031-b810-9415101f2e21" providerId="AD" clId="Web-{7855784C-A123-418F-ADA5-C348BFB88A5A}" dt="2020-09-01T05:48:12.885" v="131"/>
          <ac:inkMkLst>
            <pc:docMk/>
            <pc:sldMk cId="0" sldId="468"/>
            <ac:inkMk id="51308" creationId="{148C6CB2-2B4F-4CB6-B362-BF189C7124D9}"/>
          </ac:inkMkLst>
        </pc:inkChg>
        <pc:inkChg chg="del">
          <ac:chgData name="Md. Nahid Hasan" userId="S::nahid@vu.edu.bd::85ea5f9e-65d6-4031-b810-9415101f2e21" providerId="AD" clId="Web-{7855784C-A123-418F-ADA5-C348BFB88A5A}" dt="2020-09-01T05:48:12.885" v="130"/>
          <ac:inkMkLst>
            <pc:docMk/>
            <pc:sldMk cId="0" sldId="468"/>
            <ac:inkMk id="51309" creationId="{913CFE4F-F755-4BA7-83A2-00322597D4EA}"/>
          </ac:inkMkLst>
        </pc:inkChg>
        <pc:inkChg chg="del">
          <ac:chgData name="Md. Nahid Hasan" userId="S::nahid@vu.edu.bd::85ea5f9e-65d6-4031-b810-9415101f2e21" providerId="AD" clId="Web-{7855784C-A123-418F-ADA5-C348BFB88A5A}" dt="2020-09-01T05:48:12.885" v="129"/>
          <ac:inkMkLst>
            <pc:docMk/>
            <pc:sldMk cId="0" sldId="468"/>
            <ac:inkMk id="51310" creationId="{EE50AB1E-0344-4256-BC9D-2DBB368A0141}"/>
          </ac:inkMkLst>
        </pc:inkChg>
        <pc:inkChg chg="del">
          <ac:chgData name="Md. Nahid Hasan" userId="S::nahid@vu.edu.bd::85ea5f9e-65d6-4031-b810-9415101f2e21" providerId="AD" clId="Web-{7855784C-A123-418F-ADA5-C348BFB88A5A}" dt="2020-09-01T05:48:12.885" v="128"/>
          <ac:inkMkLst>
            <pc:docMk/>
            <pc:sldMk cId="0" sldId="468"/>
            <ac:inkMk id="51311" creationId="{1993FD06-C9EC-4A08-A8D8-41785E137E51}"/>
          </ac:inkMkLst>
        </pc:inkChg>
        <pc:inkChg chg="del">
          <ac:chgData name="Md. Nahid Hasan" userId="S::nahid@vu.edu.bd::85ea5f9e-65d6-4031-b810-9415101f2e21" providerId="AD" clId="Web-{7855784C-A123-418F-ADA5-C348BFB88A5A}" dt="2020-09-01T05:48:12.869" v="127"/>
          <ac:inkMkLst>
            <pc:docMk/>
            <pc:sldMk cId="0" sldId="468"/>
            <ac:inkMk id="51312" creationId="{131EA23A-422D-4765-9718-84A6FA3E23A5}"/>
          </ac:inkMkLst>
        </pc:inkChg>
        <pc:inkChg chg="del">
          <ac:chgData name="Md. Nahid Hasan" userId="S::nahid@vu.edu.bd::85ea5f9e-65d6-4031-b810-9415101f2e21" providerId="AD" clId="Web-{7855784C-A123-418F-ADA5-C348BFB88A5A}" dt="2020-09-01T05:48:12.869" v="126"/>
          <ac:inkMkLst>
            <pc:docMk/>
            <pc:sldMk cId="0" sldId="468"/>
            <ac:inkMk id="51313" creationId="{5A7694EE-0C58-4CA2-A07B-ACB3362C5E32}"/>
          </ac:inkMkLst>
        </pc:inkChg>
        <pc:inkChg chg="del">
          <ac:chgData name="Md. Nahid Hasan" userId="S::nahid@vu.edu.bd::85ea5f9e-65d6-4031-b810-9415101f2e21" providerId="AD" clId="Web-{7855784C-A123-418F-ADA5-C348BFB88A5A}" dt="2020-09-01T05:48:12.869" v="125"/>
          <ac:inkMkLst>
            <pc:docMk/>
            <pc:sldMk cId="0" sldId="468"/>
            <ac:inkMk id="51314" creationId="{F5D3B936-0EFF-4F9F-9775-15FC2CAD8E4D}"/>
          </ac:inkMkLst>
        </pc:inkChg>
        <pc:inkChg chg="del">
          <ac:chgData name="Md. Nahid Hasan" userId="S::nahid@vu.edu.bd::85ea5f9e-65d6-4031-b810-9415101f2e21" providerId="AD" clId="Web-{7855784C-A123-418F-ADA5-C348BFB88A5A}" dt="2020-09-01T05:48:12.869" v="124"/>
          <ac:inkMkLst>
            <pc:docMk/>
            <pc:sldMk cId="0" sldId="468"/>
            <ac:inkMk id="51315" creationId="{D532D51B-E505-48A4-8D57-EC199D1F3F2B}"/>
          </ac:inkMkLst>
        </pc:inkChg>
        <pc:inkChg chg="del">
          <ac:chgData name="Md. Nahid Hasan" userId="S::nahid@vu.edu.bd::85ea5f9e-65d6-4031-b810-9415101f2e21" providerId="AD" clId="Web-{7855784C-A123-418F-ADA5-C348BFB88A5A}" dt="2020-09-01T05:48:12.869" v="123"/>
          <ac:inkMkLst>
            <pc:docMk/>
            <pc:sldMk cId="0" sldId="468"/>
            <ac:inkMk id="51316" creationId="{555F08B8-F8F9-418A-B809-78643BCF7B8A}"/>
          </ac:inkMkLst>
        </pc:inkChg>
        <pc:inkChg chg="del">
          <ac:chgData name="Md. Nahid Hasan" userId="S::nahid@vu.edu.bd::85ea5f9e-65d6-4031-b810-9415101f2e21" providerId="AD" clId="Web-{7855784C-A123-418F-ADA5-C348BFB88A5A}" dt="2020-09-01T05:48:12.869" v="122"/>
          <ac:inkMkLst>
            <pc:docMk/>
            <pc:sldMk cId="0" sldId="468"/>
            <ac:inkMk id="51317" creationId="{BF50CE7F-C062-4CBA-ABB9-5FC66CE25142}"/>
          </ac:inkMkLst>
        </pc:inkChg>
        <pc:inkChg chg="del">
          <ac:chgData name="Md. Nahid Hasan" userId="S::nahid@vu.edu.bd::85ea5f9e-65d6-4031-b810-9415101f2e21" providerId="AD" clId="Web-{7855784C-A123-418F-ADA5-C348BFB88A5A}" dt="2020-09-01T05:48:12.869" v="121"/>
          <ac:inkMkLst>
            <pc:docMk/>
            <pc:sldMk cId="0" sldId="468"/>
            <ac:inkMk id="51318" creationId="{06C66CD8-E30F-4445-A147-3CCAEF17199E}"/>
          </ac:inkMkLst>
        </pc:inkChg>
        <pc:inkChg chg="del">
          <ac:chgData name="Md. Nahid Hasan" userId="S::nahid@vu.edu.bd::85ea5f9e-65d6-4031-b810-9415101f2e21" providerId="AD" clId="Web-{7855784C-A123-418F-ADA5-C348BFB88A5A}" dt="2020-09-01T05:48:12.869" v="120"/>
          <ac:inkMkLst>
            <pc:docMk/>
            <pc:sldMk cId="0" sldId="468"/>
            <ac:inkMk id="51331" creationId="{363680F3-1D6F-4296-B76E-058E4108BE3C}"/>
          </ac:inkMkLst>
        </pc:inkChg>
        <pc:inkChg chg="del">
          <ac:chgData name="Md. Nahid Hasan" userId="S::nahid@vu.edu.bd::85ea5f9e-65d6-4031-b810-9415101f2e21" providerId="AD" clId="Web-{7855784C-A123-418F-ADA5-C348BFB88A5A}" dt="2020-09-01T05:48:12.869" v="119"/>
          <ac:inkMkLst>
            <pc:docMk/>
            <pc:sldMk cId="0" sldId="468"/>
            <ac:inkMk id="51407" creationId="{43E5FFC7-B951-467A-8302-5F2EBE194B8B}"/>
          </ac:inkMkLst>
        </pc:inkChg>
        <pc:inkChg chg="del">
          <ac:chgData name="Md. Nahid Hasan" userId="S::nahid@vu.edu.bd::85ea5f9e-65d6-4031-b810-9415101f2e21" providerId="AD" clId="Web-{7855784C-A123-418F-ADA5-C348BFB88A5A}" dt="2020-09-01T05:48:12.869" v="118"/>
          <ac:inkMkLst>
            <pc:docMk/>
            <pc:sldMk cId="0" sldId="468"/>
            <ac:inkMk id="51408" creationId="{1722934B-7864-4B9C-B696-75621A4093A6}"/>
          </ac:inkMkLst>
        </pc:inkChg>
        <pc:inkChg chg="del">
          <ac:chgData name="Md. Nahid Hasan" userId="S::nahid@vu.edu.bd::85ea5f9e-65d6-4031-b810-9415101f2e21" providerId="AD" clId="Web-{7855784C-A123-418F-ADA5-C348BFB88A5A}" dt="2020-09-01T05:48:12.854" v="117"/>
          <ac:inkMkLst>
            <pc:docMk/>
            <pc:sldMk cId="0" sldId="468"/>
            <ac:inkMk id="51410" creationId="{EFFCF052-7DBA-4902-9B40-3C61D8F3078A}"/>
          </ac:inkMkLst>
        </pc:inkChg>
        <pc:inkChg chg="del">
          <ac:chgData name="Md. Nahid Hasan" userId="S::nahid@vu.edu.bd::85ea5f9e-65d6-4031-b810-9415101f2e21" providerId="AD" clId="Web-{7855784C-A123-418F-ADA5-C348BFB88A5A}" dt="2020-09-01T05:48:12.854" v="116"/>
          <ac:inkMkLst>
            <pc:docMk/>
            <pc:sldMk cId="0" sldId="468"/>
            <ac:inkMk id="51411" creationId="{AC193357-6D90-448F-B4E3-A2A6D9369B9E}"/>
          </ac:inkMkLst>
        </pc:inkChg>
        <pc:inkChg chg="del">
          <ac:chgData name="Md. Nahid Hasan" userId="S::nahid@vu.edu.bd::85ea5f9e-65d6-4031-b810-9415101f2e21" providerId="AD" clId="Web-{7855784C-A123-418F-ADA5-C348BFB88A5A}" dt="2020-09-01T05:48:12.854" v="115"/>
          <ac:inkMkLst>
            <pc:docMk/>
            <pc:sldMk cId="0" sldId="468"/>
            <ac:inkMk id="51412" creationId="{E45FE331-54B1-4BC2-86B9-45B8C8391CFA}"/>
          </ac:inkMkLst>
        </pc:inkChg>
        <pc:inkChg chg="del">
          <ac:chgData name="Md. Nahid Hasan" userId="S::nahid@vu.edu.bd::85ea5f9e-65d6-4031-b810-9415101f2e21" providerId="AD" clId="Web-{7855784C-A123-418F-ADA5-C348BFB88A5A}" dt="2020-09-01T05:48:12.854" v="114"/>
          <ac:inkMkLst>
            <pc:docMk/>
            <pc:sldMk cId="0" sldId="468"/>
            <ac:inkMk id="51413" creationId="{74802C7D-163D-4B6F-B635-73FC59B85C28}"/>
          </ac:inkMkLst>
        </pc:inkChg>
        <pc:inkChg chg="del">
          <ac:chgData name="Md. Nahid Hasan" userId="S::nahid@vu.edu.bd::85ea5f9e-65d6-4031-b810-9415101f2e21" providerId="AD" clId="Web-{7855784C-A123-418F-ADA5-C348BFB88A5A}" dt="2020-09-01T05:48:12.854" v="113"/>
          <ac:inkMkLst>
            <pc:docMk/>
            <pc:sldMk cId="0" sldId="468"/>
            <ac:inkMk id="51425" creationId="{13FDA3B6-D05D-45FF-B35C-619F465AB3CE}"/>
          </ac:inkMkLst>
        </pc:inkChg>
        <pc:inkChg chg="del">
          <ac:chgData name="Md. Nahid Hasan" userId="S::nahid@vu.edu.bd::85ea5f9e-65d6-4031-b810-9415101f2e21" providerId="AD" clId="Web-{7855784C-A123-418F-ADA5-C348BFB88A5A}" dt="2020-09-01T05:48:12.854" v="112"/>
          <ac:inkMkLst>
            <pc:docMk/>
            <pc:sldMk cId="0" sldId="468"/>
            <ac:inkMk id="51426" creationId="{6D4E0A12-2523-4E86-8F16-716A488E896A}"/>
          </ac:inkMkLst>
        </pc:inkChg>
        <pc:inkChg chg="del">
          <ac:chgData name="Md. Nahid Hasan" userId="S::nahid@vu.edu.bd::85ea5f9e-65d6-4031-b810-9415101f2e21" providerId="AD" clId="Web-{7855784C-A123-418F-ADA5-C348BFB88A5A}" dt="2020-09-01T05:48:12.854" v="111"/>
          <ac:inkMkLst>
            <pc:docMk/>
            <pc:sldMk cId="0" sldId="468"/>
            <ac:inkMk id="51427" creationId="{520DE680-3A79-4D94-9359-28280528ACDC}"/>
          </ac:inkMkLst>
        </pc:inkChg>
        <pc:inkChg chg="del">
          <ac:chgData name="Md. Nahid Hasan" userId="S::nahid@vu.edu.bd::85ea5f9e-65d6-4031-b810-9415101f2e21" providerId="AD" clId="Web-{7855784C-A123-418F-ADA5-C348BFB88A5A}" dt="2020-09-01T05:48:12.854" v="110"/>
          <ac:inkMkLst>
            <pc:docMk/>
            <pc:sldMk cId="0" sldId="468"/>
            <ac:inkMk id="51429" creationId="{72E1AC56-E834-4F82-9062-59B4F4739386}"/>
          </ac:inkMkLst>
        </pc:inkChg>
        <pc:inkChg chg="del">
          <ac:chgData name="Md. Nahid Hasan" userId="S::nahid@vu.edu.bd::85ea5f9e-65d6-4031-b810-9415101f2e21" providerId="AD" clId="Web-{7855784C-A123-418F-ADA5-C348BFB88A5A}" dt="2020-09-01T05:48:12.854" v="109"/>
          <ac:inkMkLst>
            <pc:docMk/>
            <pc:sldMk cId="0" sldId="468"/>
            <ac:inkMk id="51430" creationId="{3F30F06D-DAEF-4433-952E-C0D26B38CD85}"/>
          </ac:inkMkLst>
        </pc:inkChg>
        <pc:inkChg chg="del">
          <ac:chgData name="Md. Nahid Hasan" userId="S::nahid@vu.edu.bd::85ea5f9e-65d6-4031-b810-9415101f2e21" providerId="AD" clId="Web-{7855784C-A123-418F-ADA5-C348BFB88A5A}" dt="2020-09-01T05:48:12.838" v="108"/>
          <ac:inkMkLst>
            <pc:docMk/>
            <pc:sldMk cId="0" sldId="468"/>
            <ac:inkMk id="51431" creationId="{7777A3C7-6DDA-4574-B005-C30B5F1F2122}"/>
          </ac:inkMkLst>
        </pc:inkChg>
        <pc:inkChg chg="del">
          <ac:chgData name="Md. Nahid Hasan" userId="S::nahid@vu.edu.bd::85ea5f9e-65d6-4031-b810-9415101f2e21" providerId="AD" clId="Web-{7855784C-A123-418F-ADA5-C348BFB88A5A}" dt="2020-09-01T05:48:12.838" v="107"/>
          <ac:inkMkLst>
            <pc:docMk/>
            <pc:sldMk cId="0" sldId="468"/>
            <ac:inkMk id="51432" creationId="{75653217-B752-4B85-9605-E3F1DDF94A2B}"/>
          </ac:inkMkLst>
        </pc:inkChg>
        <pc:inkChg chg="del">
          <ac:chgData name="Md. Nahid Hasan" userId="S::nahid@vu.edu.bd::85ea5f9e-65d6-4031-b810-9415101f2e21" providerId="AD" clId="Web-{7855784C-A123-418F-ADA5-C348BFB88A5A}" dt="2020-09-01T05:48:12.838" v="106"/>
          <ac:inkMkLst>
            <pc:docMk/>
            <pc:sldMk cId="0" sldId="468"/>
            <ac:inkMk id="51433" creationId="{7A391E74-335D-4E53-9222-27E8EB15C669}"/>
          </ac:inkMkLst>
        </pc:inkChg>
        <pc:inkChg chg="del">
          <ac:chgData name="Md. Nahid Hasan" userId="S::nahid@vu.edu.bd::85ea5f9e-65d6-4031-b810-9415101f2e21" providerId="AD" clId="Web-{7855784C-A123-418F-ADA5-C348BFB88A5A}" dt="2020-09-01T05:48:12.838" v="105"/>
          <ac:inkMkLst>
            <pc:docMk/>
            <pc:sldMk cId="0" sldId="468"/>
            <ac:inkMk id="51434" creationId="{B75E5F67-91B2-4ABC-9690-D88F464A1E26}"/>
          </ac:inkMkLst>
        </pc:inkChg>
        <pc:inkChg chg="del">
          <ac:chgData name="Md. Nahid Hasan" userId="S::nahid@vu.edu.bd::85ea5f9e-65d6-4031-b810-9415101f2e21" providerId="AD" clId="Web-{7855784C-A123-418F-ADA5-C348BFB88A5A}" dt="2020-09-01T05:48:12.838" v="104"/>
          <ac:inkMkLst>
            <pc:docMk/>
            <pc:sldMk cId="0" sldId="468"/>
            <ac:inkMk id="51435" creationId="{5514A9FD-E67D-421E-97BC-C0A0196E5565}"/>
          </ac:inkMkLst>
        </pc:inkChg>
        <pc:inkChg chg="del">
          <ac:chgData name="Md. Nahid Hasan" userId="S::nahid@vu.edu.bd::85ea5f9e-65d6-4031-b810-9415101f2e21" providerId="AD" clId="Web-{7855784C-A123-418F-ADA5-C348BFB88A5A}" dt="2020-09-01T05:48:12.838" v="103"/>
          <ac:inkMkLst>
            <pc:docMk/>
            <pc:sldMk cId="0" sldId="468"/>
            <ac:inkMk id="51436" creationId="{014BCC84-DB58-468E-B407-636A7DD7B185}"/>
          </ac:inkMkLst>
        </pc:inkChg>
        <pc:inkChg chg="del">
          <ac:chgData name="Md. Nahid Hasan" userId="S::nahid@vu.edu.bd::85ea5f9e-65d6-4031-b810-9415101f2e21" providerId="AD" clId="Web-{7855784C-A123-418F-ADA5-C348BFB88A5A}" dt="2020-09-01T05:48:12.838" v="102"/>
          <ac:inkMkLst>
            <pc:docMk/>
            <pc:sldMk cId="0" sldId="468"/>
            <ac:inkMk id="51437" creationId="{94C114BF-9D2F-4B69-833C-550E92C13E2F}"/>
          </ac:inkMkLst>
        </pc:inkChg>
        <pc:inkChg chg="del">
          <ac:chgData name="Md. Nahid Hasan" userId="S::nahid@vu.edu.bd::85ea5f9e-65d6-4031-b810-9415101f2e21" providerId="AD" clId="Web-{7855784C-A123-418F-ADA5-C348BFB88A5A}" dt="2020-09-01T05:48:12.838" v="101"/>
          <ac:inkMkLst>
            <pc:docMk/>
            <pc:sldMk cId="0" sldId="468"/>
            <ac:inkMk id="51438" creationId="{250D4124-3CE4-455F-8097-8B0815A42A4D}"/>
          </ac:inkMkLst>
        </pc:inkChg>
        <pc:inkChg chg="del">
          <ac:chgData name="Md. Nahid Hasan" userId="S::nahid@vu.edu.bd::85ea5f9e-65d6-4031-b810-9415101f2e21" providerId="AD" clId="Web-{7855784C-A123-418F-ADA5-C348BFB88A5A}" dt="2020-09-01T05:48:12.838" v="100"/>
          <ac:inkMkLst>
            <pc:docMk/>
            <pc:sldMk cId="0" sldId="468"/>
            <ac:inkMk id="51439" creationId="{5E8F76F5-6652-4344-9D37-480F32743139}"/>
          </ac:inkMkLst>
        </pc:inkChg>
        <pc:inkChg chg="del">
          <ac:chgData name="Md. Nahid Hasan" userId="S::nahid@vu.edu.bd::85ea5f9e-65d6-4031-b810-9415101f2e21" providerId="AD" clId="Web-{7855784C-A123-418F-ADA5-C348BFB88A5A}" dt="2020-09-01T05:48:12.838" v="99"/>
          <ac:inkMkLst>
            <pc:docMk/>
            <pc:sldMk cId="0" sldId="468"/>
            <ac:inkMk id="51440" creationId="{766AC81E-1D68-4286-B2B4-8C656898EF3C}"/>
          </ac:inkMkLst>
        </pc:inkChg>
        <pc:inkChg chg="del">
          <ac:chgData name="Md. Nahid Hasan" userId="S::nahid@vu.edu.bd::85ea5f9e-65d6-4031-b810-9415101f2e21" providerId="AD" clId="Web-{7855784C-A123-418F-ADA5-C348BFB88A5A}" dt="2020-09-01T05:48:12.822" v="98"/>
          <ac:inkMkLst>
            <pc:docMk/>
            <pc:sldMk cId="0" sldId="468"/>
            <ac:inkMk id="51441" creationId="{28E60327-F247-4E75-9BBD-62243F7ACA54}"/>
          </ac:inkMkLst>
        </pc:inkChg>
        <pc:inkChg chg="del">
          <ac:chgData name="Md. Nahid Hasan" userId="S::nahid@vu.edu.bd::85ea5f9e-65d6-4031-b810-9415101f2e21" providerId="AD" clId="Web-{7855784C-A123-418F-ADA5-C348BFB88A5A}" dt="2020-09-01T05:48:12.822" v="97"/>
          <ac:inkMkLst>
            <pc:docMk/>
            <pc:sldMk cId="0" sldId="468"/>
            <ac:inkMk id="51443" creationId="{8AACA618-4741-43D1-9EFE-C34F32DAE291}"/>
          </ac:inkMkLst>
        </pc:inkChg>
        <pc:inkChg chg="del">
          <ac:chgData name="Md. Nahid Hasan" userId="S::nahid@vu.edu.bd::85ea5f9e-65d6-4031-b810-9415101f2e21" providerId="AD" clId="Web-{7855784C-A123-418F-ADA5-C348BFB88A5A}" dt="2020-09-01T05:48:12.822" v="96"/>
          <ac:inkMkLst>
            <pc:docMk/>
            <pc:sldMk cId="0" sldId="468"/>
            <ac:inkMk id="51444" creationId="{D81EF57E-E306-46D5-BDA5-71B34344CE65}"/>
          </ac:inkMkLst>
        </pc:inkChg>
        <pc:inkChg chg="del">
          <ac:chgData name="Md. Nahid Hasan" userId="S::nahid@vu.edu.bd::85ea5f9e-65d6-4031-b810-9415101f2e21" providerId="AD" clId="Web-{7855784C-A123-418F-ADA5-C348BFB88A5A}" dt="2020-09-01T05:48:12.822" v="95"/>
          <ac:inkMkLst>
            <pc:docMk/>
            <pc:sldMk cId="0" sldId="468"/>
            <ac:inkMk id="51445" creationId="{BFBBF78B-BDCF-4519-A738-48D1BCE6171E}"/>
          </ac:inkMkLst>
        </pc:inkChg>
        <pc:inkChg chg="del">
          <ac:chgData name="Md. Nahid Hasan" userId="S::nahid@vu.edu.bd::85ea5f9e-65d6-4031-b810-9415101f2e21" providerId="AD" clId="Web-{7855784C-A123-418F-ADA5-C348BFB88A5A}" dt="2020-09-01T05:48:12.822" v="94"/>
          <ac:inkMkLst>
            <pc:docMk/>
            <pc:sldMk cId="0" sldId="468"/>
            <ac:inkMk id="51446" creationId="{0FC4886F-EA1B-4708-AE9E-A554F5844E44}"/>
          </ac:inkMkLst>
        </pc:inkChg>
        <pc:inkChg chg="del">
          <ac:chgData name="Md. Nahid Hasan" userId="S::nahid@vu.edu.bd::85ea5f9e-65d6-4031-b810-9415101f2e21" providerId="AD" clId="Web-{7855784C-A123-418F-ADA5-C348BFB88A5A}" dt="2020-09-01T05:48:12.822" v="93"/>
          <ac:inkMkLst>
            <pc:docMk/>
            <pc:sldMk cId="0" sldId="468"/>
            <ac:inkMk id="51449" creationId="{99C5D257-05D8-48C1-990B-4BB96C7F2E29}"/>
          </ac:inkMkLst>
        </pc:inkChg>
        <pc:inkChg chg="del">
          <ac:chgData name="Md. Nahid Hasan" userId="S::nahid@vu.edu.bd::85ea5f9e-65d6-4031-b810-9415101f2e21" providerId="AD" clId="Web-{7855784C-A123-418F-ADA5-C348BFB88A5A}" dt="2020-09-01T05:48:12.822" v="92"/>
          <ac:inkMkLst>
            <pc:docMk/>
            <pc:sldMk cId="0" sldId="468"/>
            <ac:inkMk id="51450" creationId="{98D82D66-547F-4E25-AA07-91881B4132BB}"/>
          </ac:inkMkLst>
        </pc:inkChg>
        <pc:inkChg chg="del">
          <ac:chgData name="Md. Nahid Hasan" userId="S::nahid@vu.edu.bd::85ea5f9e-65d6-4031-b810-9415101f2e21" providerId="AD" clId="Web-{7855784C-A123-418F-ADA5-C348BFB88A5A}" dt="2020-09-01T05:48:12.822" v="91"/>
          <ac:inkMkLst>
            <pc:docMk/>
            <pc:sldMk cId="0" sldId="468"/>
            <ac:inkMk id="51451" creationId="{9D1F6EEB-7B8F-4A83-B6D3-9BD2EF7A3776}"/>
          </ac:inkMkLst>
        </pc:inkChg>
        <pc:inkChg chg="del">
          <ac:chgData name="Md. Nahid Hasan" userId="S::nahid@vu.edu.bd::85ea5f9e-65d6-4031-b810-9415101f2e21" providerId="AD" clId="Web-{7855784C-A123-418F-ADA5-C348BFB88A5A}" dt="2020-09-01T05:48:12.822" v="90"/>
          <ac:inkMkLst>
            <pc:docMk/>
            <pc:sldMk cId="0" sldId="468"/>
            <ac:inkMk id="51454" creationId="{A1A6B07C-FB40-47A5-A03E-70E9FB76A2C8}"/>
          </ac:inkMkLst>
        </pc:inkChg>
        <pc:inkChg chg="del">
          <ac:chgData name="Md. Nahid Hasan" userId="S::nahid@vu.edu.bd::85ea5f9e-65d6-4031-b810-9415101f2e21" providerId="AD" clId="Web-{7855784C-A123-418F-ADA5-C348BFB88A5A}" dt="2020-09-01T05:48:12.807" v="89"/>
          <ac:inkMkLst>
            <pc:docMk/>
            <pc:sldMk cId="0" sldId="468"/>
            <ac:inkMk id="51455" creationId="{F7BE558F-8877-424D-B890-1831787A9AB1}"/>
          </ac:inkMkLst>
        </pc:inkChg>
        <pc:inkChg chg="del">
          <ac:chgData name="Md. Nahid Hasan" userId="S::nahid@vu.edu.bd::85ea5f9e-65d6-4031-b810-9415101f2e21" providerId="AD" clId="Web-{7855784C-A123-418F-ADA5-C348BFB88A5A}" dt="2020-09-01T05:48:12.807" v="88"/>
          <ac:inkMkLst>
            <pc:docMk/>
            <pc:sldMk cId="0" sldId="468"/>
            <ac:inkMk id="51456" creationId="{605DE049-9BCF-4901-8986-0DD070F7687B}"/>
          </ac:inkMkLst>
        </pc:inkChg>
        <pc:inkChg chg="del">
          <ac:chgData name="Md. Nahid Hasan" userId="S::nahid@vu.edu.bd::85ea5f9e-65d6-4031-b810-9415101f2e21" providerId="AD" clId="Web-{7855784C-A123-418F-ADA5-C348BFB88A5A}" dt="2020-09-01T05:48:12.807" v="87"/>
          <ac:inkMkLst>
            <pc:docMk/>
            <pc:sldMk cId="0" sldId="468"/>
            <ac:inkMk id="51457" creationId="{E333D5EF-5506-41A2-B69B-C2C1CCFA42A8}"/>
          </ac:inkMkLst>
        </pc:inkChg>
        <pc:inkChg chg="del">
          <ac:chgData name="Md. Nahid Hasan" userId="S::nahid@vu.edu.bd::85ea5f9e-65d6-4031-b810-9415101f2e21" providerId="AD" clId="Web-{7855784C-A123-418F-ADA5-C348BFB88A5A}" dt="2020-09-01T05:48:12.807" v="86"/>
          <ac:inkMkLst>
            <pc:docMk/>
            <pc:sldMk cId="0" sldId="468"/>
            <ac:inkMk id="51458" creationId="{86B14FC8-C02A-4606-879D-97A797ADB8E8}"/>
          </ac:inkMkLst>
        </pc:inkChg>
        <pc:inkChg chg="del">
          <ac:chgData name="Md. Nahid Hasan" userId="S::nahid@vu.edu.bd::85ea5f9e-65d6-4031-b810-9415101f2e21" providerId="AD" clId="Web-{7855784C-A123-418F-ADA5-C348BFB88A5A}" dt="2020-09-01T05:48:12.807" v="85"/>
          <ac:inkMkLst>
            <pc:docMk/>
            <pc:sldMk cId="0" sldId="468"/>
            <ac:inkMk id="51460" creationId="{29B8EBC6-A110-468B-8273-BED76FF14B53}"/>
          </ac:inkMkLst>
        </pc:inkChg>
        <pc:inkChg chg="del">
          <ac:chgData name="Md. Nahid Hasan" userId="S::nahid@vu.edu.bd::85ea5f9e-65d6-4031-b810-9415101f2e21" providerId="AD" clId="Web-{7855784C-A123-418F-ADA5-C348BFB88A5A}" dt="2020-09-01T05:48:12.807" v="84"/>
          <ac:inkMkLst>
            <pc:docMk/>
            <pc:sldMk cId="0" sldId="468"/>
            <ac:inkMk id="51461" creationId="{F4F76632-F27C-4C4D-A140-F814606AED73}"/>
          </ac:inkMkLst>
        </pc:inkChg>
        <pc:inkChg chg="del">
          <ac:chgData name="Md. Nahid Hasan" userId="S::nahid@vu.edu.bd::85ea5f9e-65d6-4031-b810-9415101f2e21" providerId="AD" clId="Web-{7855784C-A123-418F-ADA5-C348BFB88A5A}" dt="2020-09-01T05:48:12.807" v="83"/>
          <ac:inkMkLst>
            <pc:docMk/>
            <pc:sldMk cId="0" sldId="468"/>
            <ac:inkMk id="51462" creationId="{4931EBEC-6ED8-4023-A3FB-E3F91D8D00E5}"/>
          </ac:inkMkLst>
        </pc:inkChg>
        <pc:inkChg chg="del">
          <ac:chgData name="Md. Nahid Hasan" userId="S::nahid@vu.edu.bd::85ea5f9e-65d6-4031-b810-9415101f2e21" providerId="AD" clId="Web-{7855784C-A123-418F-ADA5-C348BFB88A5A}" dt="2020-09-01T05:48:12.807" v="82"/>
          <ac:inkMkLst>
            <pc:docMk/>
            <pc:sldMk cId="0" sldId="468"/>
            <ac:inkMk id="51463" creationId="{AE1140D8-F6DD-4293-85B0-B6A2B13033BD}"/>
          </ac:inkMkLst>
        </pc:inkChg>
        <pc:inkChg chg="del">
          <ac:chgData name="Md. Nahid Hasan" userId="S::nahid@vu.edu.bd::85ea5f9e-65d6-4031-b810-9415101f2e21" providerId="AD" clId="Web-{7855784C-A123-418F-ADA5-C348BFB88A5A}" dt="2020-09-01T05:48:12.807" v="81"/>
          <ac:inkMkLst>
            <pc:docMk/>
            <pc:sldMk cId="0" sldId="468"/>
            <ac:inkMk id="51464" creationId="{609F3548-8DAC-4491-AA7A-A9DC240B8738}"/>
          </ac:inkMkLst>
        </pc:inkChg>
        <pc:inkChg chg="del">
          <ac:chgData name="Md. Nahid Hasan" userId="S::nahid@vu.edu.bd::85ea5f9e-65d6-4031-b810-9415101f2e21" providerId="AD" clId="Web-{7855784C-A123-418F-ADA5-C348BFB88A5A}" dt="2020-09-01T05:48:12.791" v="80"/>
          <ac:inkMkLst>
            <pc:docMk/>
            <pc:sldMk cId="0" sldId="468"/>
            <ac:inkMk id="51465" creationId="{263E9157-4051-4581-9C18-32D45260090E}"/>
          </ac:inkMkLst>
        </pc:inkChg>
        <pc:inkChg chg="del">
          <ac:chgData name="Md. Nahid Hasan" userId="S::nahid@vu.edu.bd::85ea5f9e-65d6-4031-b810-9415101f2e21" providerId="AD" clId="Web-{7855784C-A123-418F-ADA5-C348BFB88A5A}" dt="2020-09-01T05:48:12.791" v="79"/>
          <ac:inkMkLst>
            <pc:docMk/>
            <pc:sldMk cId="0" sldId="468"/>
            <ac:inkMk id="51466" creationId="{C842DBD0-0CDD-4D1B-9FFB-4EB7FA65FFE6}"/>
          </ac:inkMkLst>
        </pc:inkChg>
        <pc:inkChg chg="del">
          <ac:chgData name="Md. Nahid Hasan" userId="S::nahid@vu.edu.bd::85ea5f9e-65d6-4031-b810-9415101f2e21" providerId="AD" clId="Web-{7855784C-A123-418F-ADA5-C348BFB88A5A}" dt="2020-09-01T05:48:12.791" v="78"/>
          <ac:inkMkLst>
            <pc:docMk/>
            <pc:sldMk cId="0" sldId="468"/>
            <ac:inkMk id="51469" creationId="{97832A02-D4D6-46E2-BD74-D3F7E8B165B6}"/>
          </ac:inkMkLst>
        </pc:inkChg>
        <pc:inkChg chg="del">
          <ac:chgData name="Md. Nahid Hasan" userId="S::nahid@vu.edu.bd::85ea5f9e-65d6-4031-b810-9415101f2e21" providerId="AD" clId="Web-{7855784C-A123-418F-ADA5-C348BFB88A5A}" dt="2020-09-01T05:48:12.791" v="77"/>
          <ac:inkMkLst>
            <pc:docMk/>
            <pc:sldMk cId="0" sldId="468"/>
            <ac:inkMk id="51472" creationId="{EB3ADB41-02C8-42FE-B6B9-D630E110D782}"/>
          </ac:inkMkLst>
        </pc:inkChg>
        <pc:inkChg chg="del">
          <ac:chgData name="Md. Nahid Hasan" userId="S::nahid@vu.edu.bd::85ea5f9e-65d6-4031-b810-9415101f2e21" providerId="AD" clId="Web-{7855784C-A123-418F-ADA5-C348BFB88A5A}" dt="2020-09-01T05:48:12.791" v="76"/>
          <ac:inkMkLst>
            <pc:docMk/>
            <pc:sldMk cId="0" sldId="468"/>
            <ac:inkMk id="51473" creationId="{590AD696-7CBE-49ED-B3B5-F60E78997370}"/>
          </ac:inkMkLst>
        </pc:inkChg>
        <pc:inkChg chg="del">
          <ac:chgData name="Md. Nahid Hasan" userId="S::nahid@vu.edu.bd::85ea5f9e-65d6-4031-b810-9415101f2e21" providerId="AD" clId="Web-{7855784C-A123-418F-ADA5-C348BFB88A5A}" dt="2020-09-01T05:48:12.791" v="75"/>
          <ac:inkMkLst>
            <pc:docMk/>
            <pc:sldMk cId="0" sldId="468"/>
            <ac:inkMk id="51474" creationId="{88F19FB4-262B-4F38-B182-8B08E1DC3254}"/>
          </ac:inkMkLst>
        </pc:inkChg>
        <pc:inkChg chg="del">
          <ac:chgData name="Md. Nahid Hasan" userId="S::nahid@vu.edu.bd::85ea5f9e-65d6-4031-b810-9415101f2e21" providerId="AD" clId="Web-{7855784C-A123-418F-ADA5-C348BFB88A5A}" dt="2020-09-01T05:48:12.791" v="74"/>
          <ac:inkMkLst>
            <pc:docMk/>
            <pc:sldMk cId="0" sldId="468"/>
            <ac:inkMk id="51475" creationId="{0A837139-3650-4FE9-9C83-D305C9CC9144}"/>
          </ac:inkMkLst>
        </pc:inkChg>
        <pc:inkChg chg="del">
          <ac:chgData name="Md. Nahid Hasan" userId="S::nahid@vu.edu.bd::85ea5f9e-65d6-4031-b810-9415101f2e21" providerId="AD" clId="Web-{7855784C-A123-418F-ADA5-C348BFB88A5A}" dt="2020-09-01T05:48:12.791" v="73"/>
          <ac:inkMkLst>
            <pc:docMk/>
            <pc:sldMk cId="0" sldId="468"/>
            <ac:inkMk id="51476" creationId="{D6F59A57-2118-4C6A-84BB-6287BABD1B8D}"/>
          </ac:inkMkLst>
        </pc:inkChg>
        <pc:inkChg chg="del">
          <ac:chgData name="Md. Nahid Hasan" userId="S::nahid@vu.edu.bd::85ea5f9e-65d6-4031-b810-9415101f2e21" providerId="AD" clId="Web-{7855784C-A123-418F-ADA5-C348BFB88A5A}" dt="2020-09-01T05:48:12.791" v="72"/>
          <ac:inkMkLst>
            <pc:docMk/>
            <pc:sldMk cId="0" sldId="468"/>
            <ac:inkMk id="51477" creationId="{929B97AC-A06B-445E-BB85-F8D0F0C92E4F}"/>
          </ac:inkMkLst>
        </pc:inkChg>
        <pc:inkChg chg="del">
          <ac:chgData name="Md. Nahid Hasan" userId="S::nahid@vu.edu.bd::85ea5f9e-65d6-4031-b810-9415101f2e21" providerId="AD" clId="Web-{7855784C-A123-418F-ADA5-C348BFB88A5A}" dt="2020-09-01T05:48:12.791" v="71"/>
          <ac:inkMkLst>
            <pc:docMk/>
            <pc:sldMk cId="0" sldId="468"/>
            <ac:inkMk id="51494" creationId="{E41F9D41-E245-4979-AE01-01DCEAF089A3}"/>
          </ac:inkMkLst>
        </pc:inkChg>
        <pc:inkChg chg="del">
          <ac:chgData name="Md. Nahid Hasan" userId="S::nahid@vu.edu.bd::85ea5f9e-65d6-4031-b810-9415101f2e21" providerId="AD" clId="Web-{7855784C-A123-418F-ADA5-C348BFB88A5A}" dt="2020-09-01T05:48:12.775" v="70"/>
          <ac:inkMkLst>
            <pc:docMk/>
            <pc:sldMk cId="0" sldId="468"/>
            <ac:inkMk id="51496" creationId="{78ADE554-368C-4005-BB41-0A183DB1F00F}"/>
          </ac:inkMkLst>
        </pc:inkChg>
        <pc:inkChg chg="del">
          <ac:chgData name="Md. Nahid Hasan" userId="S::nahid@vu.edu.bd::85ea5f9e-65d6-4031-b810-9415101f2e21" providerId="AD" clId="Web-{7855784C-A123-418F-ADA5-C348BFB88A5A}" dt="2020-09-01T05:48:12.775" v="69"/>
          <ac:inkMkLst>
            <pc:docMk/>
            <pc:sldMk cId="0" sldId="468"/>
            <ac:inkMk id="51497" creationId="{9DDEE92D-E1CB-4AA4-BC36-1724B872A8FA}"/>
          </ac:inkMkLst>
        </pc:inkChg>
      </pc:sldChg>
      <pc:sldChg chg="addSp">
        <pc:chgData name="Md. Nahid Hasan" userId="S::nahid@vu.edu.bd::85ea5f9e-65d6-4031-b810-9415101f2e21" providerId="AD" clId="Web-{7855784C-A123-418F-ADA5-C348BFB88A5A}" dt="2020-09-01T05:50:16.792" v="173"/>
        <pc:sldMkLst>
          <pc:docMk/>
          <pc:sldMk cId="0" sldId="469"/>
        </pc:sldMkLst>
        <pc:inkChg chg="add">
          <ac:chgData name="Md. Nahid Hasan" userId="S::nahid@vu.edu.bd::85ea5f9e-65d6-4031-b810-9415101f2e21" providerId="AD" clId="Web-{7855784C-A123-418F-ADA5-C348BFB88A5A}" dt="2020-09-01T05:50:16.792" v="173"/>
          <ac:inkMkLst>
            <pc:docMk/>
            <pc:sldMk cId="0" sldId="469"/>
            <ac:inkMk id="2" creationId="{45604F9D-2E73-4ECD-BA62-578C086FB4ED}"/>
          </ac:inkMkLst>
        </pc:inkChg>
      </pc:sldChg>
      <pc:sldChg chg="addSp">
        <pc:chgData name="Md. Nahid Hasan" userId="S::nahid@vu.edu.bd::85ea5f9e-65d6-4031-b810-9415101f2e21" providerId="AD" clId="Web-{7855784C-A123-418F-ADA5-C348BFB88A5A}" dt="2020-09-01T05:51:10.808" v="198"/>
        <pc:sldMkLst>
          <pc:docMk/>
          <pc:sldMk cId="0" sldId="470"/>
        </pc:sldMkLst>
        <pc:inkChg chg="add">
          <ac:chgData name="Md. Nahid Hasan" userId="S::nahid@vu.edu.bd::85ea5f9e-65d6-4031-b810-9415101f2e21" providerId="AD" clId="Web-{7855784C-A123-418F-ADA5-C348BFB88A5A}" dt="2020-09-01T05:50:25.667" v="174"/>
          <ac:inkMkLst>
            <pc:docMk/>
            <pc:sldMk cId="0" sldId="470"/>
            <ac:inkMk id="2" creationId="{81A4C90E-7A9A-4E51-8C0F-6AB67748DC71}"/>
          </ac:inkMkLst>
        </pc:inkChg>
        <pc:inkChg chg="add">
          <ac:chgData name="Md. Nahid Hasan" userId="S::nahid@vu.edu.bd::85ea5f9e-65d6-4031-b810-9415101f2e21" providerId="AD" clId="Web-{7855784C-A123-418F-ADA5-C348BFB88A5A}" dt="2020-09-01T05:50:29.558" v="175"/>
          <ac:inkMkLst>
            <pc:docMk/>
            <pc:sldMk cId="0" sldId="470"/>
            <ac:inkMk id="4" creationId="{6D8ACA1A-90B8-4E7E-90C1-B1642EB7ABBF}"/>
          </ac:inkMkLst>
        </pc:inkChg>
        <pc:inkChg chg="add">
          <ac:chgData name="Md. Nahid Hasan" userId="S::nahid@vu.edu.bd::85ea5f9e-65d6-4031-b810-9415101f2e21" providerId="AD" clId="Web-{7855784C-A123-418F-ADA5-C348BFB88A5A}" dt="2020-09-01T05:50:30.386" v="176"/>
          <ac:inkMkLst>
            <pc:docMk/>
            <pc:sldMk cId="0" sldId="470"/>
            <ac:inkMk id="5" creationId="{D1D96420-0165-4DFB-B239-3FFFCEA64EE1}"/>
          </ac:inkMkLst>
        </pc:inkChg>
        <pc:inkChg chg="add">
          <ac:chgData name="Md. Nahid Hasan" userId="S::nahid@vu.edu.bd::85ea5f9e-65d6-4031-b810-9415101f2e21" providerId="AD" clId="Web-{7855784C-A123-418F-ADA5-C348BFB88A5A}" dt="2020-09-01T05:50:31.620" v="177"/>
          <ac:inkMkLst>
            <pc:docMk/>
            <pc:sldMk cId="0" sldId="470"/>
            <ac:inkMk id="6" creationId="{F1584B71-4909-414D-9674-0C284B8CCC07}"/>
          </ac:inkMkLst>
        </pc:inkChg>
        <pc:inkChg chg="add">
          <ac:chgData name="Md. Nahid Hasan" userId="S::nahid@vu.edu.bd::85ea5f9e-65d6-4031-b810-9415101f2e21" providerId="AD" clId="Web-{7855784C-A123-418F-ADA5-C348BFB88A5A}" dt="2020-09-01T05:50:43.839" v="178"/>
          <ac:inkMkLst>
            <pc:docMk/>
            <pc:sldMk cId="0" sldId="470"/>
            <ac:inkMk id="7" creationId="{1052191E-BB0E-4527-B7CB-36597EEEA361}"/>
          </ac:inkMkLst>
        </pc:inkChg>
        <pc:inkChg chg="add">
          <ac:chgData name="Md. Nahid Hasan" userId="S::nahid@vu.edu.bd::85ea5f9e-65d6-4031-b810-9415101f2e21" providerId="AD" clId="Web-{7855784C-A123-418F-ADA5-C348BFB88A5A}" dt="2020-09-01T05:50:45.417" v="179"/>
          <ac:inkMkLst>
            <pc:docMk/>
            <pc:sldMk cId="0" sldId="470"/>
            <ac:inkMk id="8" creationId="{91DDAF2C-FCB0-47D0-B553-ACF34962FB12}"/>
          </ac:inkMkLst>
        </pc:inkChg>
        <pc:inkChg chg="add">
          <ac:chgData name="Md. Nahid Hasan" userId="S::nahid@vu.edu.bd::85ea5f9e-65d6-4031-b810-9415101f2e21" providerId="AD" clId="Web-{7855784C-A123-418F-ADA5-C348BFB88A5A}" dt="2020-09-01T05:50:46.542" v="180"/>
          <ac:inkMkLst>
            <pc:docMk/>
            <pc:sldMk cId="0" sldId="470"/>
            <ac:inkMk id="9" creationId="{CA34D711-9FB1-4D96-9CFB-32EC963BBF64}"/>
          </ac:inkMkLst>
        </pc:inkChg>
        <pc:inkChg chg="add">
          <ac:chgData name="Md. Nahid Hasan" userId="S::nahid@vu.edu.bd::85ea5f9e-65d6-4031-b810-9415101f2e21" providerId="AD" clId="Web-{7855784C-A123-418F-ADA5-C348BFB88A5A}" dt="2020-09-01T05:50:47.230" v="181"/>
          <ac:inkMkLst>
            <pc:docMk/>
            <pc:sldMk cId="0" sldId="470"/>
            <ac:inkMk id="10" creationId="{F67476ED-8B93-4995-BD53-928EBAD5ED55}"/>
          </ac:inkMkLst>
        </pc:inkChg>
        <pc:inkChg chg="add">
          <ac:chgData name="Md. Nahid Hasan" userId="S::nahid@vu.edu.bd::85ea5f9e-65d6-4031-b810-9415101f2e21" providerId="AD" clId="Web-{7855784C-A123-418F-ADA5-C348BFB88A5A}" dt="2020-09-01T05:50:47.886" v="182"/>
          <ac:inkMkLst>
            <pc:docMk/>
            <pc:sldMk cId="0" sldId="470"/>
            <ac:inkMk id="11" creationId="{E3BD2E6E-CF12-4FD4-97B4-DD63402FC024}"/>
          </ac:inkMkLst>
        </pc:inkChg>
        <pc:inkChg chg="add">
          <ac:chgData name="Md. Nahid Hasan" userId="S::nahid@vu.edu.bd::85ea5f9e-65d6-4031-b810-9415101f2e21" providerId="AD" clId="Web-{7855784C-A123-418F-ADA5-C348BFB88A5A}" dt="2020-09-01T05:50:48.714" v="183"/>
          <ac:inkMkLst>
            <pc:docMk/>
            <pc:sldMk cId="0" sldId="470"/>
            <ac:inkMk id="12" creationId="{E103EDBC-248B-455D-BFB3-0CAF5028E510}"/>
          </ac:inkMkLst>
        </pc:inkChg>
        <pc:inkChg chg="add">
          <ac:chgData name="Md. Nahid Hasan" userId="S::nahid@vu.edu.bd::85ea5f9e-65d6-4031-b810-9415101f2e21" providerId="AD" clId="Web-{7855784C-A123-418F-ADA5-C348BFB88A5A}" dt="2020-09-01T05:50:51.011" v="184"/>
          <ac:inkMkLst>
            <pc:docMk/>
            <pc:sldMk cId="0" sldId="470"/>
            <ac:inkMk id="13" creationId="{2AD3D3B7-069F-4EC0-9DBF-539048B5A44C}"/>
          </ac:inkMkLst>
        </pc:inkChg>
        <pc:inkChg chg="add">
          <ac:chgData name="Md. Nahid Hasan" userId="S::nahid@vu.edu.bd::85ea5f9e-65d6-4031-b810-9415101f2e21" providerId="AD" clId="Web-{7855784C-A123-418F-ADA5-C348BFB88A5A}" dt="2020-09-01T05:50:51.902" v="185"/>
          <ac:inkMkLst>
            <pc:docMk/>
            <pc:sldMk cId="0" sldId="470"/>
            <ac:inkMk id="14" creationId="{D92DB021-FD15-4625-90AF-9CD9C6826122}"/>
          </ac:inkMkLst>
        </pc:inkChg>
        <pc:inkChg chg="add">
          <ac:chgData name="Md. Nahid Hasan" userId="S::nahid@vu.edu.bd::85ea5f9e-65d6-4031-b810-9415101f2e21" providerId="AD" clId="Web-{7855784C-A123-418F-ADA5-C348BFB88A5A}" dt="2020-09-01T05:50:52.605" v="186"/>
          <ac:inkMkLst>
            <pc:docMk/>
            <pc:sldMk cId="0" sldId="470"/>
            <ac:inkMk id="15" creationId="{4C2268F5-5511-4A5A-919D-5FE9735E49B3}"/>
          </ac:inkMkLst>
        </pc:inkChg>
        <pc:inkChg chg="add">
          <ac:chgData name="Md. Nahid Hasan" userId="S::nahid@vu.edu.bd::85ea5f9e-65d6-4031-b810-9415101f2e21" providerId="AD" clId="Web-{7855784C-A123-418F-ADA5-C348BFB88A5A}" dt="2020-09-01T05:50:53.089" v="187"/>
          <ac:inkMkLst>
            <pc:docMk/>
            <pc:sldMk cId="0" sldId="470"/>
            <ac:inkMk id="16" creationId="{03E0B40E-AA62-4445-8199-491D43F614FF}"/>
          </ac:inkMkLst>
        </pc:inkChg>
        <pc:inkChg chg="add">
          <ac:chgData name="Md. Nahid Hasan" userId="S::nahid@vu.edu.bd::85ea5f9e-65d6-4031-b810-9415101f2e21" providerId="AD" clId="Web-{7855784C-A123-418F-ADA5-C348BFB88A5A}" dt="2020-09-01T05:50:53.980" v="188"/>
          <ac:inkMkLst>
            <pc:docMk/>
            <pc:sldMk cId="0" sldId="470"/>
            <ac:inkMk id="17" creationId="{7AAADC1E-C002-4852-A800-21737C994A96}"/>
          </ac:inkMkLst>
        </pc:inkChg>
        <pc:inkChg chg="add">
          <ac:chgData name="Md. Nahid Hasan" userId="S::nahid@vu.edu.bd::85ea5f9e-65d6-4031-b810-9415101f2e21" providerId="AD" clId="Web-{7855784C-A123-418F-ADA5-C348BFB88A5A}" dt="2020-09-01T05:50:55.464" v="189"/>
          <ac:inkMkLst>
            <pc:docMk/>
            <pc:sldMk cId="0" sldId="470"/>
            <ac:inkMk id="18" creationId="{81A79731-8B14-4C7A-9026-0AC104FDAD1D}"/>
          </ac:inkMkLst>
        </pc:inkChg>
        <pc:inkChg chg="add">
          <ac:chgData name="Md. Nahid Hasan" userId="S::nahid@vu.edu.bd::85ea5f9e-65d6-4031-b810-9415101f2e21" providerId="AD" clId="Web-{7855784C-A123-418F-ADA5-C348BFB88A5A}" dt="2020-09-01T05:50:56.308" v="190"/>
          <ac:inkMkLst>
            <pc:docMk/>
            <pc:sldMk cId="0" sldId="470"/>
            <ac:inkMk id="19" creationId="{ADE4D3CF-DB44-4A79-8283-E42CA8B44AAA}"/>
          </ac:inkMkLst>
        </pc:inkChg>
        <pc:inkChg chg="add">
          <ac:chgData name="Md. Nahid Hasan" userId="S::nahid@vu.edu.bd::85ea5f9e-65d6-4031-b810-9415101f2e21" providerId="AD" clId="Web-{7855784C-A123-418F-ADA5-C348BFB88A5A}" dt="2020-09-01T05:51:05.730" v="191"/>
          <ac:inkMkLst>
            <pc:docMk/>
            <pc:sldMk cId="0" sldId="470"/>
            <ac:inkMk id="20" creationId="{662456A5-14D2-441A-8A1D-0EDC376328BD}"/>
          </ac:inkMkLst>
        </pc:inkChg>
        <pc:inkChg chg="add">
          <ac:chgData name="Md. Nahid Hasan" userId="S::nahid@vu.edu.bd::85ea5f9e-65d6-4031-b810-9415101f2e21" providerId="AD" clId="Web-{7855784C-A123-418F-ADA5-C348BFB88A5A}" dt="2020-09-01T05:51:06.511" v="192"/>
          <ac:inkMkLst>
            <pc:docMk/>
            <pc:sldMk cId="0" sldId="470"/>
            <ac:inkMk id="21" creationId="{9DF14DB2-8CB5-44D5-88BC-8EF55A5137E1}"/>
          </ac:inkMkLst>
        </pc:inkChg>
        <pc:inkChg chg="add">
          <ac:chgData name="Md. Nahid Hasan" userId="S::nahid@vu.edu.bd::85ea5f9e-65d6-4031-b810-9415101f2e21" providerId="AD" clId="Web-{7855784C-A123-418F-ADA5-C348BFB88A5A}" dt="2020-09-01T05:51:08.027" v="193"/>
          <ac:inkMkLst>
            <pc:docMk/>
            <pc:sldMk cId="0" sldId="470"/>
            <ac:inkMk id="22" creationId="{826AB464-C420-43E8-972D-C1D6433697F9}"/>
          </ac:inkMkLst>
        </pc:inkChg>
        <pc:inkChg chg="add">
          <ac:chgData name="Md. Nahid Hasan" userId="S::nahid@vu.edu.bd::85ea5f9e-65d6-4031-b810-9415101f2e21" providerId="AD" clId="Web-{7855784C-A123-418F-ADA5-C348BFB88A5A}" dt="2020-09-01T05:51:08.964" v="194"/>
          <ac:inkMkLst>
            <pc:docMk/>
            <pc:sldMk cId="0" sldId="470"/>
            <ac:inkMk id="23" creationId="{C13F2285-501A-4835-ACBC-BB8B8812F4E1}"/>
          </ac:inkMkLst>
        </pc:inkChg>
        <pc:inkChg chg="add">
          <ac:chgData name="Md. Nahid Hasan" userId="S::nahid@vu.edu.bd::85ea5f9e-65d6-4031-b810-9415101f2e21" providerId="AD" clId="Web-{7855784C-A123-418F-ADA5-C348BFB88A5A}" dt="2020-09-01T05:51:10.792" v="195"/>
          <ac:inkMkLst>
            <pc:docMk/>
            <pc:sldMk cId="0" sldId="470"/>
            <ac:inkMk id="24" creationId="{B0B498F0-D4BB-488B-B39E-26EDF82B1D57}"/>
          </ac:inkMkLst>
        </pc:inkChg>
        <pc:inkChg chg="add">
          <ac:chgData name="Md. Nahid Hasan" userId="S::nahid@vu.edu.bd::85ea5f9e-65d6-4031-b810-9415101f2e21" providerId="AD" clId="Web-{7855784C-A123-418F-ADA5-C348BFB88A5A}" dt="2020-09-01T05:51:10.792" v="196"/>
          <ac:inkMkLst>
            <pc:docMk/>
            <pc:sldMk cId="0" sldId="470"/>
            <ac:inkMk id="25" creationId="{CE622E67-2DFD-4DEF-AB18-10D10BD7652F}"/>
          </ac:inkMkLst>
        </pc:inkChg>
        <pc:inkChg chg="add">
          <ac:chgData name="Md. Nahid Hasan" userId="S::nahid@vu.edu.bd::85ea5f9e-65d6-4031-b810-9415101f2e21" providerId="AD" clId="Web-{7855784C-A123-418F-ADA5-C348BFB88A5A}" dt="2020-09-01T05:51:10.808" v="197"/>
          <ac:inkMkLst>
            <pc:docMk/>
            <pc:sldMk cId="0" sldId="470"/>
            <ac:inkMk id="26" creationId="{4A9E7E08-65DE-4DA2-914A-C0155F5CE9DF}"/>
          </ac:inkMkLst>
        </pc:inkChg>
        <pc:inkChg chg="add">
          <ac:chgData name="Md. Nahid Hasan" userId="S::nahid@vu.edu.bd::85ea5f9e-65d6-4031-b810-9415101f2e21" providerId="AD" clId="Web-{7855784C-A123-418F-ADA5-C348BFB88A5A}" dt="2020-09-01T05:51:10.808" v="198"/>
          <ac:inkMkLst>
            <pc:docMk/>
            <pc:sldMk cId="0" sldId="470"/>
            <ac:inkMk id="27" creationId="{86F03587-BDD4-4A59-9340-352A6EE3FCC3}"/>
          </ac:inkMkLst>
        </pc:inkChg>
      </pc:sldChg>
      <pc:sldChg chg="addSp">
        <pc:chgData name="Md. Nahid Hasan" userId="S::nahid@vu.edu.bd::85ea5f9e-65d6-4031-b810-9415101f2e21" providerId="AD" clId="Web-{7855784C-A123-418F-ADA5-C348BFB88A5A}" dt="2020-09-01T05:52:26.965" v="205"/>
        <pc:sldMkLst>
          <pc:docMk/>
          <pc:sldMk cId="0" sldId="473"/>
        </pc:sldMkLst>
        <pc:inkChg chg="add">
          <ac:chgData name="Md. Nahid Hasan" userId="S::nahid@vu.edu.bd::85ea5f9e-65d6-4031-b810-9415101f2e21" providerId="AD" clId="Web-{7855784C-A123-418F-ADA5-C348BFB88A5A}" dt="2020-09-01T05:52:12.152" v="199"/>
          <ac:inkMkLst>
            <pc:docMk/>
            <pc:sldMk cId="0" sldId="473"/>
            <ac:inkMk id="2" creationId="{E004EDC4-AB0A-4EF4-ACE0-882D038F03A5}"/>
          </ac:inkMkLst>
        </pc:inkChg>
        <pc:inkChg chg="add">
          <ac:chgData name="Md. Nahid Hasan" userId="S::nahid@vu.edu.bd::85ea5f9e-65d6-4031-b810-9415101f2e21" providerId="AD" clId="Web-{7855784C-A123-418F-ADA5-C348BFB88A5A}" dt="2020-09-01T05:52:14.402" v="200"/>
          <ac:inkMkLst>
            <pc:docMk/>
            <pc:sldMk cId="0" sldId="473"/>
            <ac:inkMk id="3" creationId="{32D77429-89EC-4404-A907-ABA941872899}"/>
          </ac:inkMkLst>
        </pc:inkChg>
        <pc:inkChg chg="add">
          <ac:chgData name="Md. Nahid Hasan" userId="S::nahid@vu.edu.bd::85ea5f9e-65d6-4031-b810-9415101f2e21" providerId="AD" clId="Web-{7855784C-A123-418F-ADA5-C348BFB88A5A}" dt="2020-09-01T05:52:18.059" v="201"/>
          <ac:inkMkLst>
            <pc:docMk/>
            <pc:sldMk cId="0" sldId="473"/>
            <ac:inkMk id="4" creationId="{B875035B-2B77-4B21-993A-3FBE93BA686C}"/>
          </ac:inkMkLst>
        </pc:inkChg>
        <pc:inkChg chg="add">
          <ac:chgData name="Md. Nahid Hasan" userId="S::nahid@vu.edu.bd::85ea5f9e-65d6-4031-b810-9415101f2e21" providerId="AD" clId="Web-{7855784C-A123-418F-ADA5-C348BFB88A5A}" dt="2020-09-01T05:52:19.168" v="202"/>
          <ac:inkMkLst>
            <pc:docMk/>
            <pc:sldMk cId="0" sldId="473"/>
            <ac:inkMk id="5" creationId="{CB9DE1CC-6160-4BD2-9AA1-477D5C27F31D}"/>
          </ac:inkMkLst>
        </pc:inkChg>
        <pc:inkChg chg="add">
          <ac:chgData name="Md. Nahid Hasan" userId="S::nahid@vu.edu.bd::85ea5f9e-65d6-4031-b810-9415101f2e21" providerId="AD" clId="Web-{7855784C-A123-418F-ADA5-C348BFB88A5A}" dt="2020-09-01T05:52:23.527" v="203"/>
          <ac:inkMkLst>
            <pc:docMk/>
            <pc:sldMk cId="0" sldId="473"/>
            <ac:inkMk id="6" creationId="{A2053443-CB2B-484C-861A-8E8FEE8367B5}"/>
          </ac:inkMkLst>
        </pc:inkChg>
        <pc:inkChg chg="add">
          <ac:chgData name="Md. Nahid Hasan" userId="S::nahid@vu.edu.bd::85ea5f9e-65d6-4031-b810-9415101f2e21" providerId="AD" clId="Web-{7855784C-A123-418F-ADA5-C348BFB88A5A}" dt="2020-09-01T05:52:25.574" v="204"/>
          <ac:inkMkLst>
            <pc:docMk/>
            <pc:sldMk cId="0" sldId="473"/>
            <ac:inkMk id="7" creationId="{CF692EB5-F178-4CB1-89C1-81C9738F61C1}"/>
          </ac:inkMkLst>
        </pc:inkChg>
        <pc:inkChg chg="add">
          <ac:chgData name="Md. Nahid Hasan" userId="S::nahid@vu.edu.bd::85ea5f9e-65d6-4031-b810-9415101f2e21" providerId="AD" clId="Web-{7855784C-A123-418F-ADA5-C348BFB88A5A}" dt="2020-09-01T05:52:26.965" v="205"/>
          <ac:inkMkLst>
            <pc:docMk/>
            <pc:sldMk cId="0" sldId="473"/>
            <ac:inkMk id="8" creationId="{74F78572-CA63-4BB1-9767-711A8D35B1D6}"/>
          </ac:inkMkLst>
        </pc:inkChg>
      </pc:sldChg>
    </pc:docChg>
  </pc:docChgLst>
  <pc:docChgLst>
    <pc:chgData name="Akib Ikbal" userId="S::akib@vu.edu.bd::334d03ed-2746-460b-91ca-b626f6f89ba0" providerId="AD" clId="Web-{9A63A96D-65A3-49A9-9ACC-A69401C5F797}"/>
    <pc:docChg chg="modSld">
      <pc:chgData name="Akib Ikbal" userId="S::akib@vu.edu.bd::334d03ed-2746-460b-91ca-b626f6f89ba0" providerId="AD" clId="Web-{9A63A96D-65A3-49A9-9ACC-A69401C5F797}" dt="2025-04-29T03:23:06.834" v="1"/>
      <pc:docMkLst>
        <pc:docMk/>
      </pc:docMkLst>
      <pc:sldChg chg="addSp delSp modSp">
        <pc:chgData name="Akib Ikbal" userId="S::akib@vu.edu.bd::334d03ed-2746-460b-91ca-b626f6f89ba0" providerId="AD" clId="Web-{9A63A96D-65A3-49A9-9ACC-A69401C5F797}" dt="2025-04-29T03:23:06.834" v="1"/>
        <pc:sldMkLst>
          <pc:docMk/>
          <pc:sldMk cId="0" sldId="471"/>
        </pc:sldMkLst>
        <pc:picChg chg="add del mod">
          <ac:chgData name="Akib Ikbal" userId="S::akib@vu.edu.bd::334d03ed-2746-460b-91ca-b626f6f89ba0" providerId="AD" clId="Web-{9A63A96D-65A3-49A9-9ACC-A69401C5F797}" dt="2025-04-29T03:23:06.834" v="1"/>
          <ac:picMkLst>
            <pc:docMk/>
            <pc:sldMk cId="0" sldId="471"/>
            <ac:picMk id="2" creationId="{ED27E1D2-92DF-2E71-FCC7-F310F1310FB5}"/>
          </ac:picMkLst>
        </pc:picChg>
      </pc:sldChg>
    </pc:docChg>
  </pc:docChgLst>
  <pc:docChgLst>
    <pc:chgData name="Md. Nahid Hasan" userId="S::nahid@vu.edu.bd::85ea5f9e-65d6-4031-b810-9415101f2e21" providerId="AD" clId="Web-{28E3F724-1D2C-4475-B933-E413A6E994B5}"/>
    <pc:docChg chg="modSld">
      <pc:chgData name="Md. Nahid Hasan" userId="S::nahid@vu.edu.bd::85ea5f9e-65d6-4031-b810-9415101f2e21" providerId="AD" clId="Web-{28E3F724-1D2C-4475-B933-E413A6E994B5}" dt="2020-12-06T06:27:46.294" v="497"/>
      <pc:docMkLst>
        <pc:docMk/>
      </pc:docMkLst>
      <pc:sldChg chg="addSp">
        <pc:chgData name="Md. Nahid Hasan" userId="S::nahid@vu.edu.bd::85ea5f9e-65d6-4031-b810-9415101f2e21" providerId="AD" clId="Web-{28E3F724-1D2C-4475-B933-E413A6E994B5}" dt="2020-12-06T06:07:24.024" v="24"/>
        <pc:sldMkLst>
          <pc:docMk/>
          <pc:sldMk cId="0" sldId="428"/>
        </pc:sldMkLst>
        <pc:inkChg chg="add">
          <ac:chgData name="Md. Nahid Hasan" userId="S::nahid@vu.edu.bd::85ea5f9e-65d6-4031-b810-9415101f2e21" providerId="AD" clId="Web-{28E3F724-1D2C-4475-B933-E413A6E994B5}" dt="2020-12-06T06:03:53.992" v="0"/>
          <ac:inkMkLst>
            <pc:docMk/>
            <pc:sldMk cId="0" sldId="428"/>
            <ac:inkMk id="2" creationId="{D2534836-656E-4F2B-AB6B-AD6F6D933D6E}"/>
          </ac:inkMkLst>
        </pc:inkChg>
        <pc:inkChg chg="add">
          <ac:chgData name="Md. Nahid Hasan" userId="S::nahid@vu.edu.bd::85ea5f9e-65d6-4031-b810-9415101f2e21" providerId="AD" clId="Web-{28E3F724-1D2C-4475-B933-E413A6E994B5}" dt="2020-12-06T06:03:54.742" v="1"/>
          <ac:inkMkLst>
            <pc:docMk/>
            <pc:sldMk cId="0" sldId="428"/>
            <ac:inkMk id="3" creationId="{EB9D9568-D263-42CA-80D6-ABE057BF8881}"/>
          </ac:inkMkLst>
        </pc:inkChg>
        <pc:inkChg chg="add">
          <ac:chgData name="Md. Nahid Hasan" userId="S::nahid@vu.edu.bd::85ea5f9e-65d6-4031-b810-9415101f2e21" providerId="AD" clId="Web-{28E3F724-1D2C-4475-B933-E413A6E994B5}" dt="2020-12-06T06:03:55.913" v="2"/>
          <ac:inkMkLst>
            <pc:docMk/>
            <pc:sldMk cId="0" sldId="428"/>
            <ac:inkMk id="4" creationId="{15BB9CF9-23A6-4BF9-ADD1-CDC92BC34DD2}"/>
          </ac:inkMkLst>
        </pc:inkChg>
        <pc:inkChg chg="add">
          <ac:chgData name="Md. Nahid Hasan" userId="S::nahid@vu.edu.bd::85ea5f9e-65d6-4031-b810-9415101f2e21" providerId="AD" clId="Web-{28E3F724-1D2C-4475-B933-E413A6E994B5}" dt="2020-12-06T06:04:05.148" v="3"/>
          <ac:inkMkLst>
            <pc:docMk/>
            <pc:sldMk cId="0" sldId="428"/>
            <ac:inkMk id="5" creationId="{E80AFB71-2423-455A-9184-15B2A6A9C55A}"/>
          </ac:inkMkLst>
        </pc:inkChg>
        <pc:inkChg chg="add">
          <ac:chgData name="Md. Nahid Hasan" userId="S::nahid@vu.edu.bd::85ea5f9e-65d6-4031-b810-9415101f2e21" providerId="AD" clId="Web-{28E3F724-1D2C-4475-B933-E413A6E994B5}" dt="2020-12-06T06:04:05.570" v="4"/>
          <ac:inkMkLst>
            <pc:docMk/>
            <pc:sldMk cId="0" sldId="428"/>
            <ac:inkMk id="6" creationId="{DEA925EB-4065-433C-95DD-888422179DBA}"/>
          </ac:inkMkLst>
        </pc:inkChg>
        <pc:inkChg chg="add">
          <ac:chgData name="Md. Nahid Hasan" userId="S::nahid@vu.edu.bd::85ea5f9e-65d6-4031-b810-9415101f2e21" providerId="AD" clId="Web-{28E3F724-1D2C-4475-B933-E413A6E994B5}" dt="2020-12-06T06:04:06.804" v="5"/>
          <ac:inkMkLst>
            <pc:docMk/>
            <pc:sldMk cId="0" sldId="428"/>
            <ac:inkMk id="7" creationId="{EFF93E4F-10A2-4EAB-BD3B-B3C37E568FE0}"/>
          </ac:inkMkLst>
        </pc:inkChg>
        <pc:inkChg chg="add">
          <ac:chgData name="Md. Nahid Hasan" userId="S::nahid@vu.edu.bd::85ea5f9e-65d6-4031-b810-9415101f2e21" providerId="AD" clId="Web-{28E3F724-1D2C-4475-B933-E413A6E994B5}" dt="2020-12-06T06:04:07.992" v="6"/>
          <ac:inkMkLst>
            <pc:docMk/>
            <pc:sldMk cId="0" sldId="428"/>
            <ac:inkMk id="8" creationId="{B62F7472-7A0D-4552-BAE1-0951CABA520A}"/>
          </ac:inkMkLst>
        </pc:inkChg>
        <pc:inkChg chg="add">
          <ac:chgData name="Md. Nahid Hasan" userId="S::nahid@vu.edu.bd::85ea5f9e-65d6-4031-b810-9415101f2e21" providerId="AD" clId="Web-{28E3F724-1D2C-4475-B933-E413A6E994B5}" dt="2020-12-06T06:04:08.007" v="7"/>
          <ac:inkMkLst>
            <pc:docMk/>
            <pc:sldMk cId="0" sldId="428"/>
            <ac:inkMk id="9" creationId="{DFB9115E-FBDF-4555-AFF1-FA372D39B120}"/>
          </ac:inkMkLst>
        </pc:inkChg>
        <pc:inkChg chg="add">
          <ac:chgData name="Md. Nahid Hasan" userId="S::nahid@vu.edu.bd::85ea5f9e-65d6-4031-b810-9415101f2e21" providerId="AD" clId="Web-{28E3F724-1D2C-4475-B933-E413A6E994B5}" dt="2020-12-06T06:04:08.960" v="8"/>
          <ac:inkMkLst>
            <pc:docMk/>
            <pc:sldMk cId="0" sldId="428"/>
            <ac:inkMk id="10" creationId="{75C27E5D-E9FA-45A9-9FA0-EBBEAFF88AEA}"/>
          </ac:inkMkLst>
        </pc:inkChg>
        <pc:inkChg chg="add">
          <ac:chgData name="Md. Nahid Hasan" userId="S::nahid@vu.edu.bd::85ea5f9e-65d6-4031-b810-9415101f2e21" providerId="AD" clId="Web-{28E3F724-1D2C-4475-B933-E413A6E994B5}" dt="2020-12-06T06:04:45.398" v="9"/>
          <ac:inkMkLst>
            <pc:docMk/>
            <pc:sldMk cId="0" sldId="428"/>
            <ac:inkMk id="11" creationId="{2470C2C0-4083-4C6B-B963-80A0CD6FA785}"/>
          </ac:inkMkLst>
        </pc:inkChg>
        <pc:inkChg chg="add">
          <ac:chgData name="Md. Nahid Hasan" userId="S::nahid@vu.edu.bd::85ea5f9e-65d6-4031-b810-9415101f2e21" providerId="AD" clId="Web-{28E3F724-1D2C-4475-B933-E413A6E994B5}" dt="2020-12-06T06:04:57.804" v="10"/>
          <ac:inkMkLst>
            <pc:docMk/>
            <pc:sldMk cId="0" sldId="428"/>
            <ac:inkMk id="12" creationId="{1F352683-7CCA-45FC-B0C9-58B7F6C334C9}"/>
          </ac:inkMkLst>
        </pc:inkChg>
        <pc:inkChg chg="add">
          <ac:chgData name="Md. Nahid Hasan" userId="S::nahid@vu.edu.bd::85ea5f9e-65d6-4031-b810-9415101f2e21" providerId="AD" clId="Web-{28E3F724-1D2C-4475-B933-E413A6E994B5}" dt="2020-12-06T06:05:07.117" v="11"/>
          <ac:inkMkLst>
            <pc:docMk/>
            <pc:sldMk cId="0" sldId="428"/>
            <ac:inkMk id="13" creationId="{AAA137AC-C75C-4923-B8B9-B0A894B9465F}"/>
          </ac:inkMkLst>
        </pc:inkChg>
        <pc:inkChg chg="add">
          <ac:chgData name="Md. Nahid Hasan" userId="S::nahid@vu.edu.bd::85ea5f9e-65d6-4031-b810-9415101f2e21" providerId="AD" clId="Web-{28E3F724-1D2C-4475-B933-E413A6E994B5}" dt="2020-12-06T06:05:11.836" v="12"/>
          <ac:inkMkLst>
            <pc:docMk/>
            <pc:sldMk cId="0" sldId="428"/>
            <ac:inkMk id="14" creationId="{4115047E-C56B-4439-AF11-EF24FA9FF3B9}"/>
          </ac:inkMkLst>
        </pc:inkChg>
        <pc:inkChg chg="add">
          <ac:chgData name="Md. Nahid Hasan" userId="S::nahid@vu.edu.bd::85ea5f9e-65d6-4031-b810-9415101f2e21" providerId="AD" clId="Web-{28E3F724-1D2C-4475-B933-E413A6E994B5}" dt="2020-12-06T06:05:11.867" v="13"/>
          <ac:inkMkLst>
            <pc:docMk/>
            <pc:sldMk cId="0" sldId="428"/>
            <ac:inkMk id="15" creationId="{34759BCC-20F0-4DCB-9EAB-E932382EF4C2}"/>
          </ac:inkMkLst>
        </pc:inkChg>
        <pc:inkChg chg="add">
          <ac:chgData name="Md. Nahid Hasan" userId="S::nahid@vu.edu.bd::85ea5f9e-65d6-4031-b810-9415101f2e21" providerId="AD" clId="Web-{28E3F724-1D2C-4475-B933-E413A6E994B5}" dt="2020-12-06T06:05:13.836" v="14"/>
          <ac:inkMkLst>
            <pc:docMk/>
            <pc:sldMk cId="0" sldId="428"/>
            <ac:inkMk id="16" creationId="{2E0B19AB-04DE-419A-A782-314F8D303E9A}"/>
          </ac:inkMkLst>
        </pc:inkChg>
        <pc:inkChg chg="add">
          <ac:chgData name="Md. Nahid Hasan" userId="S::nahid@vu.edu.bd::85ea5f9e-65d6-4031-b810-9415101f2e21" providerId="AD" clId="Web-{28E3F724-1D2C-4475-B933-E413A6E994B5}" dt="2020-12-06T06:07:24.024" v="24"/>
          <ac:inkMkLst>
            <pc:docMk/>
            <pc:sldMk cId="0" sldId="428"/>
            <ac:inkMk id="17" creationId="{98020FF2-826E-4849-AF81-AB6BB44DEA02}"/>
          </ac:inkMkLst>
        </pc:inkChg>
      </pc:sldChg>
      <pc:sldChg chg="addSp">
        <pc:chgData name="Md. Nahid Hasan" userId="S::nahid@vu.edu.bd::85ea5f9e-65d6-4031-b810-9415101f2e21" providerId="AD" clId="Web-{28E3F724-1D2C-4475-B933-E413A6E994B5}" dt="2020-12-06T06:16:19.479" v="184"/>
        <pc:sldMkLst>
          <pc:docMk/>
          <pc:sldMk cId="0" sldId="429"/>
        </pc:sldMkLst>
        <pc:inkChg chg="add">
          <ac:chgData name="Md. Nahid Hasan" userId="S::nahid@vu.edu.bd::85ea5f9e-65d6-4031-b810-9415101f2e21" providerId="AD" clId="Web-{28E3F724-1D2C-4475-B933-E413A6E994B5}" dt="2020-12-06T06:05:34.195" v="15"/>
          <ac:inkMkLst>
            <pc:docMk/>
            <pc:sldMk cId="0" sldId="429"/>
            <ac:inkMk id="2" creationId="{2E3D86E5-BD8B-4B5B-87C9-DD24FA319983}"/>
          </ac:inkMkLst>
        </pc:inkChg>
        <pc:inkChg chg="add">
          <ac:chgData name="Md. Nahid Hasan" userId="S::nahid@vu.edu.bd::85ea5f9e-65d6-4031-b810-9415101f2e21" providerId="AD" clId="Web-{28E3F724-1D2C-4475-B933-E413A6E994B5}" dt="2020-12-06T06:05:36.648" v="16"/>
          <ac:inkMkLst>
            <pc:docMk/>
            <pc:sldMk cId="0" sldId="429"/>
            <ac:inkMk id="3" creationId="{84C50FC5-1559-4621-A8E7-2A12D26E94E3}"/>
          </ac:inkMkLst>
        </pc:inkChg>
        <pc:inkChg chg="add">
          <ac:chgData name="Md. Nahid Hasan" userId="S::nahid@vu.edu.bd::85ea5f9e-65d6-4031-b810-9415101f2e21" providerId="AD" clId="Web-{28E3F724-1D2C-4475-B933-E413A6E994B5}" dt="2020-12-06T06:05:42.914" v="17"/>
          <ac:inkMkLst>
            <pc:docMk/>
            <pc:sldMk cId="0" sldId="429"/>
            <ac:inkMk id="4" creationId="{362039A9-3AF6-4907-83AE-1FF18B1208C0}"/>
          </ac:inkMkLst>
        </pc:inkChg>
        <pc:inkChg chg="add">
          <ac:chgData name="Md. Nahid Hasan" userId="S::nahid@vu.edu.bd::85ea5f9e-65d6-4031-b810-9415101f2e21" providerId="AD" clId="Web-{28E3F724-1D2C-4475-B933-E413A6E994B5}" dt="2020-12-06T06:05:42.961" v="18"/>
          <ac:inkMkLst>
            <pc:docMk/>
            <pc:sldMk cId="0" sldId="429"/>
            <ac:inkMk id="5" creationId="{38E9E26A-D355-416C-8622-D5F7D5C85727}"/>
          </ac:inkMkLst>
        </pc:inkChg>
        <pc:inkChg chg="add">
          <ac:chgData name="Md. Nahid Hasan" userId="S::nahid@vu.edu.bd::85ea5f9e-65d6-4031-b810-9415101f2e21" providerId="AD" clId="Web-{28E3F724-1D2C-4475-B933-E413A6E994B5}" dt="2020-12-06T06:06:08.461" v="19"/>
          <ac:inkMkLst>
            <pc:docMk/>
            <pc:sldMk cId="0" sldId="429"/>
            <ac:inkMk id="6" creationId="{02412569-5740-435B-9272-EE85FAD31873}"/>
          </ac:inkMkLst>
        </pc:inkChg>
        <pc:inkChg chg="add">
          <ac:chgData name="Md. Nahid Hasan" userId="S::nahid@vu.edu.bd::85ea5f9e-65d6-4031-b810-9415101f2e21" providerId="AD" clId="Web-{28E3F724-1D2C-4475-B933-E413A6E994B5}" dt="2020-12-06T06:06:23.352" v="20"/>
          <ac:inkMkLst>
            <pc:docMk/>
            <pc:sldMk cId="0" sldId="429"/>
            <ac:inkMk id="7" creationId="{F0825AB7-400C-4E46-B7B0-9874FD294FF3}"/>
          </ac:inkMkLst>
        </pc:inkChg>
        <pc:inkChg chg="add">
          <ac:chgData name="Md. Nahid Hasan" userId="S::nahid@vu.edu.bd::85ea5f9e-65d6-4031-b810-9415101f2e21" providerId="AD" clId="Web-{28E3F724-1D2C-4475-B933-E413A6E994B5}" dt="2020-12-06T06:06:30.383" v="21"/>
          <ac:inkMkLst>
            <pc:docMk/>
            <pc:sldMk cId="0" sldId="429"/>
            <ac:inkMk id="8" creationId="{AEFE69EE-5F45-4EE8-A3B0-4E78C699DD2B}"/>
          </ac:inkMkLst>
        </pc:inkChg>
        <pc:inkChg chg="add">
          <ac:chgData name="Md. Nahid Hasan" userId="S::nahid@vu.edu.bd::85ea5f9e-65d6-4031-b810-9415101f2e21" providerId="AD" clId="Web-{28E3F724-1D2C-4475-B933-E413A6E994B5}" dt="2020-12-06T06:06:45.445" v="22"/>
          <ac:inkMkLst>
            <pc:docMk/>
            <pc:sldMk cId="0" sldId="429"/>
            <ac:inkMk id="9" creationId="{81BC23E1-D536-476C-B9B3-5A0F7D7586E6}"/>
          </ac:inkMkLst>
        </pc:inkChg>
        <pc:inkChg chg="add">
          <ac:chgData name="Md. Nahid Hasan" userId="S::nahid@vu.edu.bd::85ea5f9e-65d6-4031-b810-9415101f2e21" providerId="AD" clId="Web-{28E3F724-1D2C-4475-B933-E413A6E994B5}" dt="2020-12-06T06:06:49.149" v="23"/>
          <ac:inkMkLst>
            <pc:docMk/>
            <pc:sldMk cId="0" sldId="429"/>
            <ac:inkMk id="10" creationId="{D65D6081-CB0F-4293-B0CB-AB1A719B8EC4}"/>
          </ac:inkMkLst>
        </pc:inkChg>
        <pc:inkChg chg="add">
          <ac:chgData name="Md. Nahid Hasan" userId="S::nahid@vu.edu.bd::85ea5f9e-65d6-4031-b810-9415101f2e21" providerId="AD" clId="Web-{28E3F724-1D2C-4475-B933-E413A6E994B5}" dt="2020-12-06T06:08:03.805" v="25"/>
          <ac:inkMkLst>
            <pc:docMk/>
            <pc:sldMk cId="0" sldId="429"/>
            <ac:inkMk id="11" creationId="{79ED5E00-619C-4F8C-B2C9-C939B161C06E}"/>
          </ac:inkMkLst>
        </pc:inkChg>
        <pc:inkChg chg="add">
          <ac:chgData name="Md. Nahid Hasan" userId="S::nahid@vu.edu.bd::85ea5f9e-65d6-4031-b810-9415101f2e21" providerId="AD" clId="Web-{28E3F724-1D2C-4475-B933-E413A6E994B5}" dt="2020-12-06T06:08:03.836" v="26"/>
          <ac:inkMkLst>
            <pc:docMk/>
            <pc:sldMk cId="0" sldId="429"/>
            <ac:inkMk id="12" creationId="{D91B3D6C-171E-4097-8B44-5C9E8A0B5EC8}"/>
          </ac:inkMkLst>
        </pc:inkChg>
        <pc:inkChg chg="add">
          <ac:chgData name="Md. Nahid Hasan" userId="S::nahid@vu.edu.bd::85ea5f9e-65d6-4031-b810-9415101f2e21" providerId="AD" clId="Web-{28E3F724-1D2C-4475-B933-E413A6E994B5}" dt="2020-12-06T06:08:05.914" v="27"/>
          <ac:inkMkLst>
            <pc:docMk/>
            <pc:sldMk cId="0" sldId="429"/>
            <ac:inkMk id="13" creationId="{66792D67-2B76-4619-BB2A-E0B45C9ACCD4}"/>
          </ac:inkMkLst>
        </pc:inkChg>
        <pc:inkChg chg="add">
          <ac:chgData name="Md. Nahid Hasan" userId="S::nahid@vu.edu.bd::85ea5f9e-65d6-4031-b810-9415101f2e21" providerId="AD" clId="Web-{28E3F724-1D2C-4475-B933-E413A6E994B5}" dt="2020-12-06T06:08:05.914" v="28"/>
          <ac:inkMkLst>
            <pc:docMk/>
            <pc:sldMk cId="0" sldId="429"/>
            <ac:inkMk id="14" creationId="{F4B269A9-11CA-41A7-B9E2-B29C31B0AB7B}"/>
          </ac:inkMkLst>
        </pc:inkChg>
        <pc:inkChg chg="add">
          <ac:chgData name="Md. Nahid Hasan" userId="S::nahid@vu.edu.bd::85ea5f9e-65d6-4031-b810-9415101f2e21" providerId="AD" clId="Web-{28E3F724-1D2C-4475-B933-E413A6E994B5}" dt="2020-12-06T06:08:05.961" v="29"/>
          <ac:inkMkLst>
            <pc:docMk/>
            <pc:sldMk cId="0" sldId="429"/>
            <ac:inkMk id="15" creationId="{B1B20149-7778-4C0A-9798-5F63BCFC0025}"/>
          </ac:inkMkLst>
        </pc:inkChg>
        <pc:inkChg chg="add">
          <ac:chgData name="Md. Nahid Hasan" userId="S::nahid@vu.edu.bd::85ea5f9e-65d6-4031-b810-9415101f2e21" providerId="AD" clId="Web-{28E3F724-1D2C-4475-B933-E413A6E994B5}" dt="2020-12-06T06:08:05.993" v="30"/>
          <ac:inkMkLst>
            <pc:docMk/>
            <pc:sldMk cId="0" sldId="429"/>
            <ac:inkMk id="16" creationId="{4A343D28-C545-4F2D-8C4D-BBF2D94CC70B}"/>
          </ac:inkMkLst>
        </pc:inkChg>
        <pc:inkChg chg="add">
          <ac:chgData name="Md. Nahid Hasan" userId="S::nahid@vu.edu.bd::85ea5f9e-65d6-4031-b810-9415101f2e21" providerId="AD" clId="Web-{28E3F724-1D2C-4475-B933-E413A6E994B5}" dt="2020-12-06T06:08:06.008" v="31"/>
          <ac:inkMkLst>
            <pc:docMk/>
            <pc:sldMk cId="0" sldId="429"/>
            <ac:inkMk id="17" creationId="{6716027D-E13A-4AAC-8B1A-9B2378AD95BA}"/>
          </ac:inkMkLst>
        </pc:inkChg>
        <pc:inkChg chg="add">
          <ac:chgData name="Md. Nahid Hasan" userId="S::nahid@vu.edu.bd::85ea5f9e-65d6-4031-b810-9415101f2e21" providerId="AD" clId="Web-{28E3F724-1D2C-4475-B933-E413A6E994B5}" dt="2020-12-06T06:08:06.008" v="32"/>
          <ac:inkMkLst>
            <pc:docMk/>
            <pc:sldMk cId="0" sldId="429"/>
            <ac:inkMk id="18" creationId="{DE729256-E7D9-4DD9-B471-0E51450B3FAB}"/>
          </ac:inkMkLst>
        </pc:inkChg>
        <pc:inkChg chg="add">
          <ac:chgData name="Md. Nahid Hasan" userId="S::nahid@vu.edu.bd::85ea5f9e-65d6-4031-b810-9415101f2e21" providerId="AD" clId="Web-{28E3F724-1D2C-4475-B933-E413A6E994B5}" dt="2020-12-06T06:08:06.055" v="33"/>
          <ac:inkMkLst>
            <pc:docMk/>
            <pc:sldMk cId="0" sldId="429"/>
            <ac:inkMk id="19" creationId="{CCBF3261-0549-47D6-B671-D6F6E4D1E08C}"/>
          </ac:inkMkLst>
        </pc:inkChg>
        <pc:inkChg chg="add">
          <ac:chgData name="Md. Nahid Hasan" userId="S::nahid@vu.edu.bd::85ea5f9e-65d6-4031-b810-9415101f2e21" providerId="AD" clId="Web-{28E3F724-1D2C-4475-B933-E413A6E994B5}" dt="2020-12-06T06:08:06.102" v="34"/>
          <ac:inkMkLst>
            <pc:docMk/>
            <pc:sldMk cId="0" sldId="429"/>
            <ac:inkMk id="20" creationId="{4D13560A-E5BD-4FCB-B861-388F54CC7631}"/>
          </ac:inkMkLst>
        </pc:inkChg>
        <pc:inkChg chg="add">
          <ac:chgData name="Md. Nahid Hasan" userId="S::nahid@vu.edu.bd::85ea5f9e-65d6-4031-b810-9415101f2e21" providerId="AD" clId="Web-{28E3F724-1D2C-4475-B933-E413A6E994B5}" dt="2020-12-06T06:08:12.055" v="35"/>
          <ac:inkMkLst>
            <pc:docMk/>
            <pc:sldMk cId="0" sldId="429"/>
            <ac:inkMk id="21" creationId="{34D5F647-96D3-4007-B596-B93A7C082BE4}"/>
          </ac:inkMkLst>
        </pc:inkChg>
        <pc:inkChg chg="add">
          <ac:chgData name="Md. Nahid Hasan" userId="S::nahid@vu.edu.bd::85ea5f9e-65d6-4031-b810-9415101f2e21" providerId="AD" clId="Web-{28E3F724-1D2C-4475-B933-E413A6E994B5}" dt="2020-12-06T06:08:14.711" v="36"/>
          <ac:inkMkLst>
            <pc:docMk/>
            <pc:sldMk cId="0" sldId="429"/>
            <ac:inkMk id="22" creationId="{A1CA2B1B-AAF9-4A2D-BA7F-483C84876287}"/>
          </ac:inkMkLst>
        </pc:inkChg>
        <pc:inkChg chg="add">
          <ac:chgData name="Md. Nahid Hasan" userId="S::nahid@vu.edu.bd::85ea5f9e-65d6-4031-b810-9415101f2e21" providerId="AD" clId="Web-{28E3F724-1D2C-4475-B933-E413A6E994B5}" dt="2020-12-06T06:08:14.743" v="37"/>
          <ac:inkMkLst>
            <pc:docMk/>
            <pc:sldMk cId="0" sldId="429"/>
            <ac:inkMk id="23" creationId="{C1404173-B44A-4F52-8D4B-EEB73CE4148D}"/>
          </ac:inkMkLst>
        </pc:inkChg>
        <pc:inkChg chg="add">
          <ac:chgData name="Md. Nahid Hasan" userId="S::nahid@vu.edu.bd::85ea5f9e-65d6-4031-b810-9415101f2e21" providerId="AD" clId="Web-{28E3F724-1D2C-4475-B933-E413A6E994B5}" dt="2020-12-06T06:08:14.789" v="38"/>
          <ac:inkMkLst>
            <pc:docMk/>
            <pc:sldMk cId="0" sldId="429"/>
            <ac:inkMk id="24" creationId="{7F36B7EC-DCE3-4917-B97C-B32C1A5DCF6C}"/>
          </ac:inkMkLst>
        </pc:inkChg>
        <pc:inkChg chg="add">
          <ac:chgData name="Md. Nahid Hasan" userId="S::nahid@vu.edu.bd::85ea5f9e-65d6-4031-b810-9415101f2e21" providerId="AD" clId="Web-{28E3F724-1D2C-4475-B933-E413A6E994B5}" dt="2020-12-06T06:08:23.039" v="39"/>
          <ac:inkMkLst>
            <pc:docMk/>
            <pc:sldMk cId="0" sldId="429"/>
            <ac:inkMk id="25" creationId="{3178BB64-9886-4838-AA99-777C167336C4}"/>
          </ac:inkMkLst>
        </pc:inkChg>
        <pc:inkChg chg="add">
          <ac:chgData name="Md. Nahid Hasan" userId="S::nahid@vu.edu.bd::85ea5f9e-65d6-4031-b810-9415101f2e21" providerId="AD" clId="Web-{28E3F724-1D2C-4475-B933-E413A6E994B5}" dt="2020-12-06T06:08:37.024" v="40"/>
          <ac:inkMkLst>
            <pc:docMk/>
            <pc:sldMk cId="0" sldId="429"/>
            <ac:inkMk id="26" creationId="{012FB491-B639-4EEF-B9D8-3F94ACA16366}"/>
          </ac:inkMkLst>
        </pc:inkChg>
        <pc:inkChg chg="add">
          <ac:chgData name="Md. Nahid Hasan" userId="S::nahid@vu.edu.bd::85ea5f9e-65d6-4031-b810-9415101f2e21" providerId="AD" clId="Web-{28E3F724-1D2C-4475-B933-E413A6E994B5}" dt="2020-12-06T06:08:46.165" v="41"/>
          <ac:inkMkLst>
            <pc:docMk/>
            <pc:sldMk cId="0" sldId="429"/>
            <ac:inkMk id="27" creationId="{2E8F4FF2-C655-41AF-8660-6AE52012377C}"/>
          </ac:inkMkLst>
        </pc:inkChg>
        <pc:inkChg chg="add">
          <ac:chgData name="Md. Nahid Hasan" userId="S::nahid@vu.edu.bd::85ea5f9e-65d6-4031-b810-9415101f2e21" providerId="AD" clId="Web-{28E3F724-1D2C-4475-B933-E413A6E994B5}" dt="2020-12-06T06:08:46.196" v="42"/>
          <ac:inkMkLst>
            <pc:docMk/>
            <pc:sldMk cId="0" sldId="429"/>
            <ac:inkMk id="28" creationId="{076726A1-8F32-4865-99F6-5D4450318C87}"/>
          </ac:inkMkLst>
        </pc:inkChg>
        <pc:inkChg chg="add">
          <ac:chgData name="Md. Nahid Hasan" userId="S::nahid@vu.edu.bd::85ea5f9e-65d6-4031-b810-9415101f2e21" providerId="AD" clId="Web-{28E3F724-1D2C-4475-B933-E413A6E994B5}" dt="2020-12-06T06:08:46.243" v="43"/>
          <ac:inkMkLst>
            <pc:docMk/>
            <pc:sldMk cId="0" sldId="429"/>
            <ac:inkMk id="29" creationId="{6C5FA989-3E43-4F35-B78C-A0835968106E}"/>
          </ac:inkMkLst>
        </pc:inkChg>
        <pc:inkChg chg="add">
          <ac:chgData name="Md. Nahid Hasan" userId="S::nahid@vu.edu.bd::85ea5f9e-65d6-4031-b810-9415101f2e21" providerId="AD" clId="Web-{28E3F724-1D2C-4475-B933-E413A6E994B5}" dt="2020-12-06T06:08:46.274" v="44"/>
          <ac:inkMkLst>
            <pc:docMk/>
            <pc:sldMk cId="0" sldId="429"/>
            <ac:inkMk id="30" creationId="{D709AA08-84B2-45FB-9CEC-635DF3FE0EA5}"/>
          </ac:inkMkLst>
        </pc:inkChg>
        <pc:inkChg chg="add">
          <ac:chgData name="Md. Nahid Hasan" userId="S::nahid@vu.edu.bd::85ea5f9e-65d6-4031-b810-9415101f2e21" providerId="AD" clId="Web-{28E3F724-1D2C-4475-B933-E413A6E994B5}" dt="2020-12-06T06:08:50.024" v="45"/>
          <ac:inkMkLst>
            <pc:docMk/>
            <pc:sldMk cId="0" sldId="429"/>
            <ac:inkMk id="31" creationId="{63DBBFA0-66F5-47DB-93DE-1B7DC152EC3B}"/>
          </ac:inkMkLst>
        </pc:inkChg>
        <pc:inkChg chg="add">
          <ac:chgData name="Md. Nahid Hasan" userId="S::nahid@vu.edu.bd::85ea5f9e-65d6-4031-b810-9415101f2e21" providerId="AD" clId="Web-{28E3F724-1D2C-4475-B933-E413A6E994B5}" dt="2020-12-06T06:08:50.071" v="46"/>
          <ac:inkMkLst>
            <pc:docMk/>
            <pc:sldMk cId="0" sldId="429"/>
            <ac:inkMk id="32" creationId="{78E7F750-0329-489F-8009-D4CF9807BD83}"/>
          </ac:inkMkLst>
        </pc:inkChg>
        <pc:inkChg chg="add">
          <ac:chgData name="Md. Nahid Hasan" userId="S::nahid@vu.edu.bd::85ea5f9e-65d6-4031-b810-9415101f2e21" providerId="AD" clId="Web-{28E3F724-1D2C-4475-B933-E413A6E994B5}" dt="2020-12-06T06:08:50.102" v="47"/>
          <ac:inkMkLst>
            <pc:docMk/>
            <pc:sldMk cId="0" sldId="429"/>
            <ac:inkMk id="33" creationId="{A362D018-5E42-45C8-A7B8-7D99690D1D13}"/>
          </ac:inkMkLst>
        </pc:inkChg>
        <pc:inkChg chg="add">
          <ac:chgData name="Md. Nahid Hasan" userId="S::nahid@vu.edu.bd::85ea5f9e-65d6-4031-b810-9415101f2e21" providerId="AD" clId="Web-{28E3F724-1D2C-4475-B933-E413A6E994B5}" dt="2020-12-06T06:08:50.149" v="48"/>
          <ac:inkMkLst>
            <pc:docMk/>
            <pc:sldMk cId="0" sldId="429"/>
            <ac:inkMk id="34" creationId="{F0A89BF2-F871-46DD-9FD3-F733C57815AD}"/>
          </ac:inkMkLst>
        </pc:inkChg>
        <pc:inkChg chg="add">
          <ac:chgData name="Md. Nahid Hasan" userId="S::nahid@vu.edu.bd::85ea5f9e-65d6-4031-b810-9415101f2e21" providerId="AD" clId="Web-{28E3F724-1D2C-4475-B933-E413A6E994B5}" dt="2020-12-06T06:08:50.196" v="49"/>
          <ac:inkMkLst>
            <pc:docMk/>
            <pc:sldMk cId="0" sldId="429"/>
            <ac:inkMk id="35" creationId="{EA3D8A42-36EB-4687-8CF9-5D521EBED6AF}"/>
          </ac:inkMkLst>
        </pc:inkChg>
        <pc:inkChg chg="add">
          <ac:chgData name="Md. Nahid Hasan" userId="S::nahid@vu.edu.bd::85ea5f9e-65d6-4031-b810-9415101f2e21" providerId="AD" clId="Web-{28E3F724-1D2C-4475-B933-E413A6E994B5}" dt="2020-12-06T06:08:50.227" v="50"/>
          <ac:inkMkLst>
            <pc:docMk/>
            <pc:sldMk cId="0" sldId="429"/>
            <ac:inkMk id="36" creationId="{84754B1F-8EF4-4F82-B3D7-A4F67312DCA3}"/>
          </ac:inkMkLst>
        </pc:inkChg>
        <pc:inkChg chg="add">
          <ac:chgData name="Md. Nahid Hasan" userId="S::nahid@vu.edu.bd::85ea5f9e-65d6-4031-b810-9415101f2e21" providerId="AD" clId="Web-{28E3F724-1D2C-4475-B933-E413A6E994B5}" dt="2020-12-06T06:08:50.618" v="51"/>
          <ac:inkMkLst>
            <pc:docMk/>
            <pc:sldMk cId="0" sldId="429"/>
            <ac:inkMk id="37" creationId="{5669E6FE-85A7-4548-8367-3A158CF8B331}"/>
          </ac:inkMkLst>
        </pc:inkChg>
        <pc:inkChg chg="add">
          <ac:chgData name="Md. Nahid Hasan" userId="S::nahid@vu.edu.bd::85ea5f9e-65d6-4031-b810-9415101f2e21" providerId="AD" clId="Web-{28E3F724-1D2C-4475-B933-E413A6E994B5}" dt="2020-12-06T06:08:50.665" v="52"/>
          <ac:inkMkLst>
            <pc:docMk/>
            <pc:sldMk cId="0" sldId="429"/>
            <ac:inkMk id="38" creationId="{A67D4872-CC78-4F93-B26C-F7E754643C89}"/>
          </ac:inkMkLst>
        </pc:inkChg>
        <pc:inkChg chg="add">
          <ac:chgData name="Md. Nahid Hasan" userId="S::nahid@vu.edu.bd::85ea5f9e-65d6-4031-b810-9415101f2e21" providerId="AD" clId="Web-{28E3F724-1D2C-4475-B933-E413A6E994B5}" dt="2020-12-06T06:08:50.696" v="53"/>
          <ac:inkMkLst>
            <pc:docMk/>
            <pc:sldMk cId="0" sldId="429"/>
            <ac:inkMk id="39" creationId="{903020E6-1709-4347-B2ED-C36613DD572E}"/>
          </ac:inkMkLst>
        </pc:inkChg>
        <pc:inkChg chg="add">
          <ac:chgData name="Md. Nahid Hasan" userId="S::nahid@vu.edu.bd::85ea5f9e-65d6-4031-b810-9415101f2e21" providerId="AD" clId="Web-{28E3F724-1D2C-4475-B933-E413A6E994B5}" dt="2020-12-06T06:08:53.852" v="54"/>
          <ac:inkMkLst>
            <pc:docMk/>
            <pc:sldMk cId="0" sldId="429"/>
            <ac:inkMk id="40" creationId="{D1A8413C-55FB-41F7-BD36-1AA612C3B0E0}"/>
          </ac:inkMkLst>
        </pc:inkChg>
        <pc:inkChg chg="add">
          <ac:chgData name="Md. Nahid Hasan" userId="S::nahid@vu.edu.bd::85ea5f9e-65d6-4031-b810-9415101f2e21" providerId="AD" clId="Web-{28E3F724-1D2C-4475-B933-E413A6E994B5}" dt="2020-12-06T06:08:53.852" v="55"/>
          <ac:inkMkLst>
            <pc:docMk/>
            <pc:sldMk cId="0" sldId="429"/>
            <ac:inkMk id="41" creationId="{25C5DFC0-D9F6-4721-8DF4-FB11DA59398A}"/>
          </ac:inkMkLst>
        </pc:inkChg>
        <pc:inkChg chg="add">
          <ac:chgData name="Md. Nahid Hasan" userId="S::nahid@vu.edu.bd::85ea5f9e-65d6-4031-b810-9415101f2e21" providerId="AD" clId="Web-{28E3F724-1D2C-4475-B933-E413A6E994B5}" dt="2020-12-06T06:08:53.868" v="56"/>
          <ac:inkMkLst>
            <pc:docMk/>
            <pc:sldMk cId="0" sldId="429"/>
            <ac:inkMk id="42" creationId="{60F6CE9F-5AA4-4C88-B6D5-4DF23E52C292}"/>
          </ac:inkMkLst>
        </pc:inkChg>
        <pc:inkChg chg="add">
          <ac:chgData name="Md. Nahid Hasan" userId="S::nahid@vu.edu.bd::85ea5f9e-65d6-4031-b810-9415101f2e21" providerId="AD" clId="Web-{28E3F724-1D2C-4475-B933-E413A6E994B5}" dt="2020-12-06T06:08:53.868" v="57"/>
          <ac:inkMkLst>
            <pc:docMk/>
            <pc:sldMk cId="0" sldId="429"/>
            <ac:inkMk id="43" creationId="{AD81C570-4870-4C81-8A94-D44EC3C36365}"/>
          </ac:inkMkLst>
        </pc:inkChg>
        <pc:inkChg chg="add">
          <ac:chgData name="Md. Nahid Hasan" userId="S::nahid@vu.edu.bd::85ea5f9e-65d6-4031-b810-9415101f2e21" providerId="AD" clId="Web-{28E3F724-1D2C-4475-B933-E413A6E994B5}" dt="2020-12-06T06:08:59.821" v="58"/>
          <ac:inkMkLst>
            <pc:docMk/>
            <pc:sldMk cId="0" sldId="429"/>
            <ac:inkMk id="44" creationId="{9091E28F-23E5-44AA-ABDC-651446D79659}"/>
          </ac:inkMkLst>
        </pc:inkChg>
        <pc:inkChg chg="add">
          <ac:chgData name="Md. Nahid Hasan" userId="S::nahid@vu.edu.bd::85ea5f9e-65d6-4031-b810-9415101f2e21" providerId="AD" clId="Web-{28E3F724-1D2C-4475-B933-E413A6E994B5}" dt="2020-12-06T06:09:00.227" v="59"/>
          <ac:inkMkLst>
            <pc:docMk/>
            <pc:sldMk cId="0" sldId="429"/>
            <ac:inkMk id="45" creationId="{80AF34D9-6D0E-4276-A920-37B813E0CD5A}"/>
          </ac:inkMkLst>
        </pc:inkChg>
        <pc:inkChg chg="add">
          <ac:chgData name="Md. Nahid Hasan" userId="S::nahid@vu.edu.bd::85ea5f9e-65d6-4031-b810-9415101f2e21" providerId="AD" clId="Web-{28E3F724-1D2C-4475-B933-E413A6E994B5}" dt="2020-12-06T06:09:04.774" v="60"/>
          <ac:inkMkLst>
            <pc:docMk/>
            <pc:sldMk cId="0" sldId="429"/>
            <ac:inkMk id="46" creationId="{5746FC8B-10F7-4F83-8093-240B4421ECCE}"/>
          </ac:inkMkLst>
        </pc:inkChg>
        <pc:inkChg chg="add">
          <ac:chgData name="Md. Nahid Hasan" userId="S::nahid@vu.edu.bd::85ea5f9e-65d6-4031-b810-9415101f2e21" providerId="AD" clId="Web-{28E3F724-1D2C-4475-B933-E413A6E994B5}" dt="2020-12-06T06:09:25.243" v="61"/>
          <ac:inkMkLst>
            <pc:docMk/>
            <pc:sldMk cId="0" sldId="429"/>
            <ac:inkMk id="47" creationId="{5EB7AE4C-1896-42ED-A070-B20AFCFC7960}"/>
          </ac:inkMkLst>
        </pc:inkChg>
        <pc:inkChg chg="add">
          <ac:chgData name="Md. Nahid Hasan" userId="S::nahid@vu.edu.bd::85ea5f9e-65d6-4031-b810-9415101f2e21" providerId="AD" clId="Web-{28E3F724-1D2C-4475-B933-E413A6E994B5}" dt="2020-12-06T06:10:02.368" v="62"/>
          <ac:inkMkLst>
            <pc:docMk/>
            <pc:sldMk cId="0" sldId="429"/>
            <ac:inkMk id="48" creationId="{7088CCAE-AF1A-4C95-977A-C17E3814D43E}"/>
          </ac:inkMkLst>
        </pc:inkChg>
        <pc:inkChg chg="add">
          <ac:chgData name="Md. Nahid Hasan" userId="S::nahid@vu.edu.bd::85ea5f9e-65d6-4031-b810-9415101f2e21" providerId="AD" clId="Web-{28E3F724-1D2C-4475-B933-E413A6E994B5}" dt="2020-12-06T06:10:02.415" v="63"/>
          <ac:inkMkLst>
            <pc:docMk/>
            <pc:sldMk cId="0" sldId="429"/>
            <ac:inkMk id="49" creationId="{EEB671F2-B28A-4E5A-97DE-FDBD51522292}"/>
          </ac:inkMkLst>
        </pc:inkChg>
        <pc:inkChg chg="add">
          <ac:chgData name="Md. Nahid Hasan" userId="S::nahid@vu.edu.bd::85ea5f9e-65d6-4031-b810-9415101f2e21" providerId="AD" clId="Web-{28E3F724-1D2C-4475-B933-E413A6E994B5}" dt="2020-12-06T06:10:08.634" v="64"/>
          <ac:inkMkLst>
            <pc:docMk/>
            <pc:sldMk cId="0" sldId="429"/>
            <ac:inkMk id="50" creationId="{6CE57609-D255-4616-ABF7-8FF05D2FD7AD}"/>
          </ac:inkMkLst>
        </pc:inkChg>
        <pc:inkChg chg="add">
          <ac:chgData name="Md. Nahid Hasan" userId="S::nahid@vu.edu.bd::85ea5f9e-65d6-4031-b810-9415101f2e21" providerId="AD" clId="Web-{28E3F724-1D2C-4475-B933-E413A6E994B5}" dt="2020-12-06T06:10:10.227" v="65"/>
          <ac:inkMkLst>
            <pc:docMk/>
            <pc:sldMk cId="0" sldId="429"/>
            <ac:inkMk id="51" creationId="{CA6FC582-74E8-42F5-B8CB-59CC1CBC4DCE}"/>
          </ac:inkMkLst>
        </pc:inkChg>
        <pc:inkChg chg="add">
          <ac:chgData name="Md. Nahid Hasan" userId="S::nahid@vu.edu.bd::85ea5f9e-65d6-4031-b810-9415101f2e21" providerId="AD" clId="Web-{28E3F724-1D2C-4475-B933-E413A6E994B5}" dt="2020-12-06T06:10:10.946" v="66"/>
          <ac:inkMkLst>
            <pc:docMk/>
            <pc:sldMk cId="0" sldId="429"/>
            <ac:inkMk id="52" creationId="{980BB6DF-EA61-4083-A0D4-6DCD7FC3336F}"/>
          </ac:inkMkLst>
        </pc:inkChg>
        <pc:inkChg chg="add">
          <ac:chgData name="Md. Nahid Hasan" userId="S::nahid@vu.edu.bd::85ea5f9e-65d6-4031-b810-9415101f2e21" providerId="AD" clId="Web-{28E3F724-1D2C-4475-B933-E413A6E994B5}" dt="2020-12-06T06:10:13.134" v="67"/>
          <ac:inkMkLst>
            <pc:docMk/>
            <pc:sldMk cId="0" sldId="429"/>
            <ac:inkMk id="53" creationId="{4F919D1A-43A6-4C28-B84D-48529AD436EA}"/>
          </ac:inkMkLst>
        </pc:inkChg>
        <pc:inkChg chg="add">
          <ac:chgData name="Md. Nahid Hasan" userId="S::nahid@vu.edu.bd::85ea5f9e-65d6-4031-b810-9415101f2e21" providerId="AD" clId="Web-{28E3F724-1D2C-4475-B933-E413A6E994B5}" dt="2020-12-06T06:10:14.056" v="68"/>
          <ac:inkMkLst>
            <pc:docMk/>
            <pc:sldMk cId="0" sldId="429"/>
            <ac:inkMk id="54" creationId="{CCB95DFC-42FE-4B94-B54F-BD6ED7061E1E}"/>
          </ac:inkMkLst>
        </pc:inkChg>
        <pc:inkChg chg="add">
          <ac:chgData name="Md. Nahid Hasan" userId="S::nahid@vu.edu.bd::85ea5f9e-65d6-4031-b810-9415101f2e21" providerId="AD" clId="Web-{28E3F724-1D2C-4475-B933-E413A6E994B5}" dt="2020-12-06T06:10:17.790" v="69"/>
          <ac:inkMkLst>
            <pc:docMk/>
            <pc:sldMk cId="0" sldId="429"/>
            <ac:inkMk id="55" creationId="{18DD126F-5FE3-42AD-9B83-3C599B2CB48D}"/>
          </ac:inkMkLst>
        </pc:inkChg>
        <pc:inkChg chg="add">
          <ac:chgData name="Md. Nahid Hasan" userId="S::nahid@vu.edu.bd::85ea5f9e-65d6-4031-b810-9415101f2e21" providerId="AD" clId="Web-{28E3F724-1D2C-4475-B933-E413A6E994B5}" dt="2020-12-06T06:10:18.118" v="70"/>
          <ac:inkMkLst>
            <pc:docMk/>
            <pc:sldMk cId="0" sldId="429"/>
            <ac:inkMk id="56" creationId="{EAC30547-9652-4EA5-B222-CDBE76B2879E}"/>
          </ac:inkMkLst>
        </pc:inkChg>
        <pc:inkChg chg="add">
          <ac:chgData name="Md. Nahid Hasan" userId="S::nahid@vu.edu.bd::85ea5f9e-65d6-4031-b810-9415101f2e21" providerId="AD" clId="Web-{28E3F724-1D2C-4475-B933-E413A6E994B5}" dt="2020-12-06T06:10:23.227" v="71"/>
          <ac:inkMkLst>
            <pc:docMk/>
            <pc:sldMk cId="0" sldId="429"/>
            <ac:inkMk id="57" creationId="{C5D97444-22AE-4546-8D3D-B68F9BF46812}"/>
          </ac:inkMkLst>
        </pc:inkChg>
        <pc:inkChg chg="add">
          <ac:chgData name="Md. Nahid Hasan" userId="S::nahid@vu.edu.bd::85ea5f9e-65d6-4031-b810-9415101f2e21" providerId="AD" clId="Web-{28E3F724-1D2C-4475-B933-E413A6E994B5}" dt="2020-12-06T06:10:25.649" v="72"/>
          <ac:inkMkLst>
            <pc:docMk/>
            <pc:sldMk cId="0" sldId="429"/>
            <ac:inkMk id="58" creationId="{1AF98FBE-7A11-4D96-B276-5CED65F6FF2F}"/>
          </ac:inkMkLst>
        </pc:inkChg>
        <pc:inkChg chg="add">
          <ac:chgData name="Md. Nahid Hasan" userId="S::nahid@vu.edu.bd::85ea5f9e-65d6-4031-b810-9415101f2e21" providerId="AD" clId="Web-{28E3F724-1D2C-4475-B933-E413A6E994B5}" dt="2020-12-06T06:10:36.587" v="73"/>
          <ac:inkMkLst>
            <pc:docMk/>
            <pc:sldMk cId="0" sldId="429"/>
            <ac:inkMk id="59" creationId="{62DE10D1-E4D1-4AB0-A65E-78066F4291D9}"/>
          </ac:inkMkLst>
        </pc:inkChg>
        <pc:inkChg chg="add">
          <ac:chgData name="Md. Nahid Hasan" userId="S::nahid@vu.edu.bd::85ea5f9e-65d6-4031-b810-9415101f2e21" providerId="AD" clId="Web-{28E3F724-1D2C-4475-B933-E413A6E994B5}" dt="2020-12-06T06:10:36.603" v="74"/>
          <ac:inkMkLst>
            <pc:docMk/>
            <pc:sldMk cId="0" sldId="429"/>
            <ac:inkMk id="60" creationId="{E4DBDBCD-E3B3-4894-B9D1-DB6E115D82A3}"/>
          </ac:inkMkLst>
        </pc:inkChg>
        <pc:inkChg chg="add">
          <ac:chgData name="Md. Nahid Hasan" userId="S::nahid@vu.edu.bd::85ea5f9e-65d6-4031-b810-9415101f2e21" providerId="AD" clId="Web-{28E3F724-1D2C-4475-B933-E413A6E994B5}" dt="2020-12-06T06:10:36.649" v="75"/>
          <ac:inkMkLst>
            <pc:docMk/>
            <pc:sldMk cId="0" sldId="429"/>
            <ac:inkMk id="61" creationId="{4C7BD23F-59EE-45DE-9974-62D5E3AC949A}"/>
          </ac:inkMkLst>
        </pc:inkChg>
        <pc:inkChg chg="add">
          <ac:chgData name="Md. Nahid Hasan" userId="S::nahid@vu.edu.bd::85ea5f9e-65d6-4031-b810-9415101f2e21" providerId="AD" clId="Web-{28E3F724-1D2C-4475-B933-E413A6E994B5}" dt="2020-12-06T06:10:42.571" v="76"/>
          <ac:inkMkLst>
            <pc:docMk/>
            <pc:sldMk cId="0" sldId="429"/>
            <ac:inkMk id="62" creationId="{C7C07968-42B6-41A8-8439-26C5E80E4E3D}"/>
          </ac:inkMkLst>
        </pc:inkChg>
        <pc:inkChg chg="add">
          <ac:chgData name="Md. Nahid Hasan" userId="S::nahid@vu.edu.bd::85ea5f9e-65d6-4031-b810-9415101f2e21" providerId="AD" clId="Web-{28E3F724-1D2C-4475-B933-E413A6E994B5}" dt="2020-12-06T06:10:42.587" v="77"/>
          <ac:inkMkLst>
            <pc:docMk/>
            <pc:sldMk cId="0" sldId="429"/>
            <ac:inkMk id="63" creationId="{4D4AD367-17EB-4569-B0B1-3E851FC66C01}"/>
          </ac:inkMkLst>
        </pc:inkChg>
        <pc:inkChg chg="add">
          <ac:chgData name="Md. Nahid Hasan" userId="S::nahid@vu.edu.bd::85ea5f9e-65d6-4031-b810-9415101f2e21" providerId="AD" clId="Web-{28E3F724-1D2C-4475-B933-E413A6E994B5}" dt="2020-12-06T06:10:42.587" v="78"/>
          <ac:inkMkLst>
            <pc:docMk/>
            <pc:sldMk cId="0" sldId="429"/>
            <ac:inkMk id="11264" creationId="{6EDA7EC2-90FD-43C6-A70B-285F7D0AED5D}"/>
          </ac:inkMkLst>
        </pc:inkChg>
        <pc:inkChg chg="add">
          <ac:chgData name="Md. Nahid Hasan" userId="S::nahid@vu.edu.bd::85ea5f9e-65d6-4031-b810-9415101f2e21" providerId="AD" clId="Web-{28E3F724-1D2C-4475-B933-E413A6E994B5}" dt="2020-12-06T06:10:46.165" v="79"/>
          <ac:inkMkLst>
            <pc:docMk/>
            <pc:sldMk cId="0" sldId="429"/>
            <ac:inkMk id="11265" creationId="{32EC612F-99A0-4656-83FB-8F38A4B51201}"/>
          </ac:inkMkLst>
        </pc:inkChg>
        <pc:inkChg chg="add">
          <ac:chgData name="Md. Nahid Hasan" userId="S::nahid@vu.edu.bd::85ea5f9e-65d6-4031-b810-9415101f2e21" providerId="AD" clId="Web-{28E3F724-1D2C-4475-B933-E413A6E994B5}" dt="2020-12-06T06:10:48.259" v="80"/>
          <ac:inkMkLst>
            <pc:docMk/>
            <pc:sldMk cId="0" sldId="429"/>
            <ac:inkMk id="11268" creationId="{2F89023C-04A2-4DC0-9D4B-5DACB4095FD5}"/>
          </ac:inkMkLst>
        </pc:inkChg>
        <pc:inkChg chg="add">
          <ac:chgData name="Md. Nahid Hasan" userId="S::nahid@vu.edu.bd::85ea5f9e-65d6-4031-b810-9415101f2e21" providerId="AD" clId="Web-{28E3F724-1D2C-4475-B933-E413A6E994B5}" dt="2020-12-06T06:10:49.556" v="81"/>
          <ac:inkMkLst>
            <pc:docMk/>
            <pc:sldMk cId="0" sldId="429"/>
            <ac:inkMk id="11269" creationId="{C4829312-B7B2-4660-993C-016558256C3D}"/>
          </ac:inkMkLst>
        </pc:inkChg>
        <pc:inkChg chg="add">
          <ac:chgData name="Md. Nahid Hasan" userId="S::nahid@vu.edu.bd::85ea5f9e-65d6-4031-b810-9415101f2e21" providerId="AD" clId="Web-{28E3F724-1D2C-4475-B933-E413A6E994B5}" dt="2020-12-06T06:11:11.728" v="82"/>
          <ac:inkMkLst>
            <pc:docMk/>
            <pc:sldMk cId="0" sldId="429"/>
            <ac:inkMk id="11270" creationId="{9097BF99-F35C-4916-859B-8FFDFB1DF8F4}"/>
          </ac:inkMkLst>
        </pc:inkChg>
        <pc:inkChg chg="add">
          <ac:chgData name="Md. Nahid Hasan" userId="S::nahid@vu.edu.bd::85ea5f9e-65d6-4031-b810-9415101f2e21" providerId="AD" clId="Web-{28E3F724-1D2C-4475-B933-E413A6E994B5}" dt="2020-12-06T06:11:13.775" v="83"/>
          <ac:inkMkLst>
            <pc:docMk/>
            <pc:sldMk cId="0" sldId="429"/>
            <ac:inkMk id="11271" creationId="{60F7E24D-1BF4-4435-9336-BC423D5E2931}"/>
          </ac:inkMkLst>
        </pc:inkChg>
        <pc:inkChg chg="add">
          <ac:chgData name="Md. Nahid Hasan" userId="S::nahid@vu.edu.bd::85ea5f9e-65d6-4031-b810-9415101f2e21" providerId="AD" clId="Web-{28E3F724-1D2C-4475-B933-E413A6E994B5}" dt="2020-12-06T06:11:20.150" v="84"/>
          <ac:inkMkLst>
            <pc:docMk/>
            <pc:sldMk cId="0" sldId="429"/>
            <ac:inkMk id="11272" creationId="{717DFC14-E8BD-4D81-8F03-BDF65FD2BD5A}"/>
          </ac:inkMkLst>
        </pc:inkChg>
        <pc:inkChg chg="add">
          <ac:chgData name="Md. Nahid Hasan" userId="S::nahid@vu.edu.bd::85ea5f9e-65d6-4031-b810-9415101f2e21" providerId="AD" clId="Web-{28E3F724-1D2C-4475-B933-E413A6E994B5}" dt="2020-12-06T06:11:23.978" v="85"/>
          <ac:inkMkLst>
            <pc:docMk/>
            <pc:sldMk cId="0" sldId="429"/>
            <ac:inkMk id="11273" creationId="{959C5C4B-2900-48E5-815F-66541C22A80A}"/>
          </ac:inkMkLst>
        </pc:inkChg>
        <pc:inkChg chg="add">
          <ac:chgData name="Md. Nahid Hasan" userId="S::nahid@vu.edu.bd::85ea5f9e-65d6-4031-b810-9415101f2e21" providerId="AD" clId="Web-{28E3F724-1D2C-4475-B933-E413A6E994B5}" dt="2020-12-06T06:11:32.962" v="86"/>
          <ac:inkMkLst>
            <pc:docMk/>
            <pc:sldMk cId="0" sldId="429"/>
            <ac:inkMk id="11274" creationId="{4D90C092-B8A7-4F18-AB56-BE231B9E5544}"/>
          </ac:inkMkLst>
        </pc:inkChg>
        <pc:inkChg chg="add">
          <ac:chgData name="Md. Nahid Hasan" userId="S::nahid@vu.edu.bd::85ea5f9e-65d6-4031-b810-9415101f2e21" providerId="AD" clId="Web-{28E3F724-1D2C-4475-B933-E413A6E994B5}" dt="2020-12-06T06:11:38.087" v="87"/>
          <ac:inkMkLst>
            <pc:docMk/>
            <pc:sldMk cId="0" sldId="429"/>
            <ac:inkMk id="11275" creationId="{D62B619D-47E0-4967-B8B3-7B302C2A7818}"/>
          </ac:inkMkLst>
        </pc:inkChg>
        <pc:inkChg chg="add">
          <ac:chgData name="Md. Nahid Hasan" userId="S::nahid@vu.edu.bd::85ea5f9e-65d6-4031-b810-9415101f2e21" providerId="AD" clId="Web-{28E3F724-1D2C-4475-B933-E413A6E994B5}" dt="2020-12-06T06:11:38.087" v="88"/>
          <ac:inkMkLst>
            <pc:docMk/>
            <pc:sldMk cId="0" sldId="429"/>
            <ac:inkMk id="11276" creationId="{60E7673C-C1AC-4AEC-8904-FEB78C3839E8}"/>
          </ac:inkMkLst>
        </pc:inkChg>
        <pc:inkChg chg="add">
          <ac:chgData name="Md. Nahid Hasan" userId="S::nahid@vu.edu.bd::85ea5f9e-65d6-4031-b810-9415101f2e21" providerId="AD" clId="Web-{28E3F724-1D2C-4475-B933-E413A6E994B5}" dt="2020-12-06T06:11:38.087" v="89"/>
          <ac:inkMkLst>
            <pc:docMk/>
            <pc:sldMk cId="0" sldId="429"/>
            <ac:inkMk id="11277" creationId="{C53665CE-F0D5-4412-A6A3-983CFEC2BFA6}"/>
          </ac:inkMkLst>
        </pc:inkChg>
        <pc:inkChg chg="add">
          <ac:chgData name="Md. Nahid Hasan" userId="S::nahid@vu.edu.bd::85ea5f9e-65d6-4031-b810-9415101f2e21" providerId="AD" clId="Web-{28E3F724-1D2C-4475-B933-E413A6E994B5}" dt="2020-12-06T06:11:38.103" v="90"/>
          <ac:inkMkLst>
            <pc:docMk/>
            <pc:sldMk cId="0" sldId="429"/>
            <ac:inkMk id="11278" creationId="{AD944560-EEBB-4FA5-8007-08B0AF1B8DA5}"/>
          </ac:inkMkLst>
        </pc:inkChg>
        <pc:inkChg chg="add">
          <ac:chgData name="Md. Nahid Hasan" userId="S::nahid@vu.edu.bd::85ea5f9e-65d6-4031-b810-9415101f2e21" providerId="AD" clId="Web-{28E3F724-1D2C-4475-B933-E413A6E994B5}" dt="2020-12-06T06:11:38.103" v="91"/>
          <ac:inkMkLst>
            <pc:docMk/>
            <pc:sldMk cId="0" sldId="429"/>
            <ac:inkMk id="11279" creationId="{CE29F854-0345-41B4-B86D-81D1AFDBE9F0}"/>
          </ac:inkMkLst>
        </pc:inkChg>
        <pc:inkChg chg="add">
          <ac:chgData name="Md. Nahid Hasan" userId="S::nahid@vu.edu.bd::85ea5f9e-65d6-4031-b810-9415101f2e21" providerId="AD" clId="Web-{28E3F724-1D2C-4475-B933-E413A6E994B5}" dt="2020-12-06T06:11:38.118" v="92"/>
          <ac:inkMkLst>
            <pc:docMk/>
            <pc:sldMk cId="0" sldId="429"/>
            <ac:inkMk id="11280" creationId="{C96D8F41-7AEF-4AA1-B994-928BBDA281B9}"/>
          </ac:inkMkLst>
        </pc:inkChg>
        <pc:inkChg chg="add">
          <ac:chgData name="Md. Nahid Hasan" userId="S::nahid@vu.edu.bd::85ea5f9e-65d6-4031-b810-9415101f2e21" providerId="AD" clId="Web-{28E3F724-1D2C-4475-B933-E413A6E994B5}" dt="2020-12-06T06:11:38.118" v="93"/>
          <ac:inkMkLst>
            <pc:docMk/>
            <pc:sldMk cId="0" sldId="429"/>
            <ac:inkMk id="11281" creationId="{C5CAE033-D9BE-4FBC-B463-9257E5A9BE87}"/>
          </ac:inkMkLst>
        </pc:inkChg>
        <pc:inkChg chg="add">
          <ac:chgData name="Md. Nahid Hasan" userId="S::nahid@vu.edu.bd::85ea5f9e-65d6-4031-b810-9415101f2e21" providerId="AD" clId="Web-{28E3F724-1D2C-4475-B933-E413A6E994B5}" dt="2020-12-06T06:11:38.118" v="94"/>
          <ac:inkMkLst>
            <pc:docMk/>
            <pc:sldMk cId="0" sldId="429"/>
            <ac:inkMk id="11282" creationId="{F550AF3C-75EB-4CF7-B4D2-6DD8950320D5}"/>
          </ac:inkMkLst>
        </pc:inkChg>
        <pc:inkChg chg="add">
          <ac:chgData name="Md. Nahid Hasan" userId="S::nahid@vu.edu.bd::85ea5f9e-65d6-4031-b810-9415101f2e21" providerId="AD" clId="Web-{28E3F724-1D2C-4475-B933-E413A6E994B5}" dt="2020-12-06T06:11:38.134" v="95"/>
          <ac:inkMkLst>
            <pc:docMk/>
            <pc:sldMk cId="0" sldId="429"/>
            <ac:inkMk id="11283" creationId="{F337BE07-B79D-4388-8C90-EB9DFC758812}"/>
          </ac:inkMkLst>
        </pc:inkChg>
        <pc:inkChg chg="add">
          <ac:chgData name="Md. Nahid Hasan" userId="S::nahid@vu.edu.bd::85ea5f9e-65d6-4031-b810-9415101f2e21" providerId="AD" clId="Web-{28E3F724-1D2C-4475-B933-E413A6E994B5}" dt="2020-12-06T06:11:52.072" v="96"/>
          <ac:inkMkLst>
            <pc:docMk/>
            <pc:sldMk cId="0" sldId="429"/>
            <ac:inkMk id="11284" creationId="{015D9DF7-6C7D-4EFC-A751-85298951C6EF}"/>
          </ac:inkMkLst>
        </pc:inkChg>
        <pc:inkChg chg="add">
          <ac:chgData name="Md. Nahid Hasan" userId="S::nahid@vu.edu.bd::85ea5f9e-65d6-4031-b810-9415101f2e21" providerId="AD" clId="Web-{28E3F724-1D2C-4475-B933-E413A6E994B5}" dt="2020-12-06T06:11:53.431" v="97"/>
          <ac:inkMkLst>
            <pc:docMk/>
            <pc:sldMk cId="0" sldId="429"/>
            <ac:inkMk id="11285" creationId="{5C109CB3-8094-48F4-B8F0-3B5D7924229C}"/>
          </ac:inkMkLst>
        </pc:inkChg>
        <pc:inkChg chg="add">
          <ac:chgData name="Md. Nahid Hasan" userId="S::nahid@vu.edu.bd::85ea5f9e-65d6-4031-b810-9415101f2e21" providerId="AD" clId="Web-{28E3F724-1D2C-4475-B933-E413A6E994B5}" dt="2020-12-06T06:12:12.681" v="98"/>
          <ac:inkMkLst>
            <pc:docMk/>
            <pc:sldMk cId="0" sldId="429"/>
            <ac:inkMk id="11286" creationId="{F29FD5EF-A2C1-4ED5-837D-5029DB6CEBC4}"/>
          </ac:inkMkLst>
        </pc:inkChg>
        <pc:inkChg chg="add">
          <ac:chgData name="Md. Nahid Hasan" userId="S::nahid@vu.edu.bd::85ea5f9e-65d6-4031-b810-9415101f2e21" providerId="AD" clId="Web-{28E3F724-1D2C-4475-B933-E413A6E994B5}" dt="2020-12-06T06:12:20.837" v="99"/>
          <ac:inkMkLst>
            <pc:docMk/>
            <pc:sldMk cId="0" sldId="429"/>
            <ac:inkMk id="11287" creationId="{8A4A1C07-9B41-40F4-9322-34A1E78A18FF}"/>
          </ac:inkMkLst>
        </pc:inkChg>
        <pc:inkChg chg="add">
          <ac:chgData name="Md. Nahid Hasan" userId="S::nahid@vu.edu.bd::85ea5f9e-65d6-4031-b810-9415101f2e21" providerId="AD" clId="Web-{28E3F724-1D2C-4475-B933-E413A6E994B5}" dt="2020-12-06T06:12:32.556" v="100"/>
          <ac:inkMkLst>
            <pc:docMk/>
            <pc:sldMk cId="0" sldId="429"/>
            <ac:inkMk id="11288" creationId="{354FA570-18F8-48E4-A73B-386ABDEB8213}"/>
          </ac:inkMkLst>
        </pc:inkChg>
        <pc:inkChg chg="add">
          <ac:chgData name="Md. Nahid Hasan" userId="S::nahid@vu.edu.bd::85ea5f9e-65d6-4031-b810-9415101f2e21" providerId="AD" clId="Web-{28E3F724-1D2C-4475-B933-E413A6E994B5}" dt="2020-12-06T06:12:33.681" v="101"/>
          <ac:inkMkLst>
            <pc:docMk/>
            <pc:sldMk cId="0" sldId="429"/>
            <ac:inkMk id="11289" creationId="{91076A94-8D6D-4A87-91E6-2B79FBDA9045}"/>
          </ac:inkMkLst>
        </pc:inkChg>
        <pc:inkChg chg="add">
          <ac:chgData name="Md. Nahid Hasan" userId="S::nahid@vu.edu.bd::85ea5f9e-65d6-4031-b810-9415101f2e21" providerId="AD" clId="Web-{28E3F724-1D2C-4475-B933-E413A6E994B5}" dt="2020-12-06T06:12:35.837" v="102"/>
          <ac:inkMkLst>
            <pc:docMk/>
            <pc:sldMk cId="0" sldId="429"/>
            <ac:inkMk id="11290" creationId="{EB9D8E04-4BD7-4A9A-8DBE-29FA1758945F}"/>
          </ac:inkMkLst>
        </pc:inkChg>
        <pc:inkChg chg="add">
          <ac:chgData name="Md. Nahid Hasan" userId="S::nahid@vu.edu.bd::85ea5f9e-65d6-4031-b810-9415101f2e21" providerId="AD" clId="Web-{28E3F724-1D2C-4475-B933-E413A6E994B5}" dt="2020-12-06T06:12:35.853" v="103"/>
          <ac:inkMkLst>
            <pc:docMk/>
            <pc:sldMk cId="0" sldId="429"/>
            <ac:inkMk id="11291" creationId="{BB6DF12B-0FC7-4A7B-A21C-A0E0AA6BC3FF}"/>
          </ac:inkMkLst>
        </pc:inkChg>
        <pc:inkChg chg="add">
          <ac:chgData name="Md. Nahid Hasan" userId="S::nahid@vu.edu.bd::85ea5f9e-65d6-4031-b810-9415101f2e21" providerId="AD" clId="Web-{28E3F724-1D2C-4475-B933-E413A6E994B5}" dt="2020-12-06T06:12:35.853" v="104"/>
          <ac:inkMkLst>
            <pc:docMk/>
            <pc:sldMk cId="0" sldId="429"/>
            <ac:inkMk id="11292" creationId="{D19F3EF3-C414-4933-8794-AED0FDA2B4E5}"/>
          </ac:inkMkLst>
        </pc:inkChg>
        <pc:inkChg chg="add">
          <ac:chgData name="Md. Nahid Hasan" userId="S::nahid@vu.edu.bd::85ea5f9e-65d6-4031-b810-9415101f2e21" providerId="AD" clId="Web-{28E3F724-1D2C-4475-B933-E413A6E994B5}" dt="2020-12-06T06:12:35.869" v="105"/>
          <ac:inkMkLst>
            <pc:docMk/>
            <pc:sldMk cId="0" sldId="429"/>
            <ac:inkMk id="11293" creationId="{DE5DBA54-7D92-44B3-ACE0-236275D5F817}"/>
          </ac:inkMkLst>
        </pc:inkChg>
        <pc:inkChg chg="add">
          <ac:chgData name="Md. Nahid Hasan" userId="S::nahid@vu.edu.bd::85ea5f9e-65d6-4031-b810-9415101f2e21" providerId="AD" clId="Web-{28E3F724-1D2C-4475-B933-E413A6E994B5}" dt="2020-12-06T06:12:35.869" v="106"/>
          <ac:inkMkLst>
            <pc:docMk/>
            <pc:sldMk cId="0" sldId="429"/>
            <ac:inkMk id="11294" creationId="{E622E9A8-3BBE-4243-830B-043F743650C2}"/>
          </ac:inkMkLst>
        </pc:inkChg>
        <pc:inkChg chg="add">
          <ac:chgData name="Md. Nahid Hasan" userId="S::nahid@vu.edu.bd::85ea5f9e-65d6-4031-b810-9415101f2e21" providerId="AD" clId="Web-{28E3F724-1D2C-4475-B933-E413A6E994B5}" dt="2020-12-06T06:12:37.806" v="107"/>
          <ac:inkMkLst>
            <pc:docMk/>
            <pc:sldMk cId="0" sldId="429"/>
            <ac:inkMk id="11295" creationId="{ABCD41B1-7CDB-44E3-9206-51C7CDD0FE0F}"/>
          </ac:inkMkLst>
        </pc:inkChg>
        <pc:inkChg chg="add">
          <ac:chgData name="Md. Nahid Hasan" userId="S::nahid@vu.edu.bd::85ea5f9e-65d6-4031-b810-9415101f2e21" providerId="AD" clId="Web-{28E3F724-1D2C-4475-B933-E413A6E994B5}" dt="2020-12-06T06:12:37.806" v="108"/>
          <ac:inkMkLst>
            <pc:docMk/>
            <pc:sldMk cId="0" sldId="429"/>
            <ac:inkMk id="11296" creationId="{26D152D8-5C43-4E52-94F9-4A52D5CE5E09}"/>
          </ac:inkMkLst>
        </pc:inkChg>
        <pc:inkChg chg="add">
          <ac:chgData name="Md. Nahid Hasan" userId="S::nahid@vu.edu.bd::85ea5f9e-65d6-4031-b810-9415101f2e21" providerId="AD" clId="Web-{28E3F724-1D2C-4475-B933-E413A6E994B5}" dt="2020-12-06T06:12:37.822" v="109"/>
          <ac:inkMkLst>
            <pc:docMk/>
            <pc:sldMk cId="0" sldId="429"/>
            <ac:inkMk id="11297" creationId="{21CAD330-FBE4-404F-A8A0-147F07EE05D8}"/>
          </ac:inkMkLst>
        </pc:inkChg>
        <pc:inkChg chg="add">
          <ac:chgData name="Md. Nahid Hasan" userId="S::nahid@vu.edu.bd::85ea5f9e-65d6-4031-b810-9415101f2e21" providerId="AD" clId="Web-{28E3F724-1D2C-4475-B933-E413A6E994B5}" dt="2020-12-06T06:12:40.791" v="110"/>
          <ac:inkMkLst>
            <pc:docMk/>
            <pc:sldMk cId="0" sldId="429"/>
            <ac:inkMk id="11298" creationId="{F93FC4E0-0D87-4D95-B9F1-96076D6E59F0}"/>
          </ac:inkMkLst>
        </pc:inkChg>
        <pc:inkChg chg="add">
          <ac:chgData name="Md. Nahid Hasan" userId="S::nahid@vu.edu.bd::85ea5f9e-65d6-4031-b810-9415101f2e21" providerId="AD" clId="Web-{28E3F724-1D2C-4475-B933-E413A6E994B5}" dt="2020-12-06T06:12:46.822" v="111"/>
          <ac:inkMkLst>
            <pc:docMk/>
            <pc:sldMk cId="0" sldId="429"/>
            <ac:inkMk id="11299" creationId="{74C95694-4074-4970-8BDC-C19102FA85ED}"/>
          </ac:inkMkLst>
        </pc:inkChg>
        <pc:inkChg chg="add">
          <ac:chgData name="Md. Nahid Hasan" userId="S::nahid@vu.edu.bd::85ea5f9e-65d6-4031-b810-9415101f2e21" providerId="AD" clId="Web-{28E3F724-1D2C-4475-B933-E413A6E994B5}" dt="2020-12-06T06:12:55.541" v="112"/>
          <ac:inkMkLst>
            <pc:docMk/>
            <pc:sldMk cId="0" sldId="429"/>
            <ac:inkMk id="11300" creationId="{0CEC8417-8D5B-44A2-916A-6336AEB5D764}"/>
          </ac:inkMkLst>
        </pc:inkChg>
        <pc:inkChg chg="add">
          <ac:chgData name="Md. Nahid Hasan" userId="S::nahid@vu.edu.bd::85ea5f9e-65d6-4031-b810-9415101f2e21" providerId="AD" clId="Web-{28E3F724-1D2C-4475-B933-E413A6E994B5}" dt="2020-12-06T06:13:00.306" v="113"/>
          <ac:inkMkLst>
            <pc:docMk/>
            <pc:sldMk cId="0" sldId="429"/>
            <ac:inkMk id="11301" creationId="{FCEA2759-839E-4F3A-A9CF-F31CE4B2F59C}"/>
          </ac:inkMkLst>
        </pc:inkChg>
        <pc:inkChg chg="add">
          <ac:chgData name="Md. Nahid Hasan" userId="S::nahid@vu.edu.bd::85ea5f9e-65d6-4031-b810-9415101f2e21" providerId="AD" clId="Web-{28E3F724-1D2C-4475-B933-E413A6E994B5}" dt="2020-12-06T06:13:06.244" v="114"/>
          <ac:inkMkLst>
            <pc:docMk/>
            <pc:sldMk cId="0" sldId="429"/>
            <ac:inkMk id="11302" creationId="{BB9ACAC3-531F-4D85-AC36-3482117A48A8}"/>
          </ac:inkMkLst>
        </pc:inkChg>
        <pc:inkChg chg="add">
          <ac:chgData name="Md. Nahid Hasan" userId="S::nahid@vu.edu.bd::85ea5f9e-65d6-4031-b810-9415101f2e21" providerId="AD" clId="Web-{28E3F724-1D2C-4475-B933-E413A6E994B5}" dt="2020-12-06T06:13:09.759" v="115"/>
          <ac:inkMkLst>
            <pc:docMk/>
            <pc:sldMk cId="0" sldId="429"/>
            <ac:inkMk id="11303" creationId="{DB8FDF92-D702-40AC-839D-176265D41376}"/>
          </ac:inkMkLst>
        </pc:inkChg>
        <pc:inkChg chg="add">
          <ac:chgData name="Md. Nahid Hasan" userId="S::nahid@vu.edu.bd::85ea5f9e-65d6-4031-b810-9415101f2e21" providerId="AD" clId="Web-{28E3F724-1D2C-4475-B933-E413A6E994B5}" dt="2020-12-06T06:13:09.759" v="116"/>
          <ac:inkMkLst>
            <pc:docMk/>
            <pc:sldMk cId="0" sldId="429"/>
            <ac:inkMk id="11304" creationId="{DC67043D-E1E4-4456-A6BA-48493AA3AACE}"/>
          </ac:inkMkLst>
        </pc:inkChg>
        <pc:inkChg chg="add">
          <ac:chgData name="Md. Nahid Hasan" userId="S::nahid@vu.edu.bd::85ea5f9e-65d6-4031-b810-9415101f2e21" providerId="AD" clId="Web-{28E3F724-1D2C-4475-B933-E413A6E994B5}" dt="2020-12-06T06:13:09.775" v="117"/>
          <ac:inkMkLst>
            <pc:docMk/>
            <pc:sldMk cId="0" sldId="429"/>
            <ac:inkMk id="11305" creationId="{06BEBA48-34E3-4142-881A-B91DCFF2BC16}"/>
          </ac:inkMkLst>
        </pc:inkChg>
        <pc:inkChg chg="add">
          <ac:chgData name="Md. Nahid Hasan" userId="S::nahid@vu.edu.bd::85ea5f9e-65d6-4031-b810-9415101f2e21" providerId="AD" clId="Web-{28E3F724-1D2C-4475-B933-E413A6E994B5}" dt="2020-12-06T06:13:09.775" v="118"/>
          <ac:inkMkLst>
            <pc:docMk/>
            <pc:sldMk cId="0" sldId="429"/>
            <ac:inkMk id="11306" creationId="{419E7461-0FFE-4C0A-AD8E-DF9032138C8B}"/>
          </ac:inkMkLst>
        </pc:inkChg>
        <pc:inkChg chg="add">
          <ac:chgData name="Md. Nahid Hasan" userId="S::nahid@vu.edu.bd::85ea5f9e-65d6-4031-b810-9415101f2e21" providerId="AD" clId="Web-{28E3F724-1D2C-4475-B933-E413A6E994B5}" dt="2020-12-06T06:13:09.791" v="119"/>
          <ac:inkMkLst>
            <pc:docMk/>
            <pc:sldMk cId="0" sldId="429"/>
            <ac:inkMk id="11307" creationId="{7A648CDE-B028-4A64-96B9-43EF7264B8F2}"/>
          </ac:inkMkLst>
        </pc:inkChg>
        <pc:inkChg chg="add">
          <ac:chgData name="Md. Nahid Hasan" userId="S::nahid@vu.edu.bd::85ea5f9e-65d6-4031-b810-9415101f2e21" providerId="AD" clId="Web-{28E3F724-1D2C-4475-B933-E413A6E994B5}" dt="2020-12-06T06:13:17.244" v="120"/>
          <ac:inkMkLst>
            <pc:docMk/>
            <pc:sldMk cId="0" sldId="429"/>
            <ac:inkMk id="11308" creationId="{B4C97276-1285-4DA5-9131-0629F8354E32}"/>
          </ac:inkMkLst>
        </pc:inkChg>
        <pc:inkChg chg="add">
          <ac:chgData name="Md. Nahid Hasan" userId="S::nahid@vu.edu.bd::85ea5f9e-65d6-4031-b810-9415101f2e21" providerId="AD" clId="Web-{28E3F724-1D2C-4475-B933-E413A6E994B5}" dt="2020-12-06T06:13:19.400" v="121"/>
          <ac:inkMkLst>
            <pc:docMk/>
            <pc:sldMk cId="0" sldId="429"/>
            <ac:inkMk id="11309" creationId="{17559CA7-4FA3-490E-BA0C-AC35625F4E9E}"/>
          </ac:inkMkLst>
        </pc:inkChg>
        <pc:inkChg chg="add">
          <ac:chgData name="Md. Nahid Hasan" userId="S::nahid@vu.edu.bd::85ea5f9e-65d6-4031-b810-9415101f2e21" providerId="AD" clId="Web-{28E3F724-1D2C-4475-B933-E413A6E994B5}" dt="2020-12-06T06:13:26.541" v="122"/>
          <ac:inkMkLst>
            <pc:docMk/>
            <pc:sldMk cId="0" sldId="429"/>
            <ac:inkMk id="11310" creationId="{918CABDB-6C2D-47B3-B4A7-B1D0C4DDB96F}"/>
          </ac:inkMkLst>
        </pc:inkChg>
        <pc:inkChg chg="add">
          <ac:chgData name="Md. Nahid Hasan" userId="S::nahid@vu.edu.bd::85ea5f9e-65d6-4031-b810-9415101f2e21" providerId="AD" clId="Web-{28E3F724-1D2C-4475-B933-E413A6E994B5}" dt="2020-12-06T06:13:30.666" v="123"/>
          <ac:inkMkLst>
            <pc:docMk/>
            <pc:sldMk cId="0" sldId="429"/>
            <ac:inkMk id="11311" creationId="{87C9E199-7BB0-4A91-A0CB-6359613DAD40}"/>
          </ac:inkMkLst>
        </pc:inkChg>
        <pc:inkChg chg="add">
          <ac:chgData name="Md. Nahid Hasan" userId="S::nahid@vu.edu.bd::85ea5f9e-65d6-4031-b810-9415101f2e21" providerId="AD" clId="Web-{28E3F724-1D2C-4475-B933-E413A6E994B5}" dt="2020-12-06T06:13:30.666" v="124"/>
          <ac:inkMkLst>
            <pc:docMk/>
            <pc:sldMk cId="0" sldId="429"/>
            <ac:inkMk id="11312" creationId="{766DB0B5-4FDF-4954-BC2A-C56DB5EB3489}"/>
          </ac:inkMkLst>
        </pc:inkChg>
        <pc:inkChg chg="add">
          <ac:chgData name="Md. Nahid Hasan" userId="S::nahid@vu.edu.bd::85ea5f9e-65d6-4031-b810-9415101f2e21" providerId="AD" clId="Web-{28E3F724-1D2C-4475-B933-E413A6E994B5}" dt="2020-12-06T06:13:34.369" v="125"/>
          <ac:inkMkLst>
            <pc:docMk/>
            <pc:sldMk cId="0" sldId="429"/>
            <ac:inkMk id="11313" creationId="{183A5D31-D1D6-4B71-B646-CC3335EA6D8E}"/>
          </ac:inkMkLst>
        </pc:inkChg>
        <pc:inkChg chg="add">
          <ac:chgData name="Md. Nahid Hasan" userId="S::nahid@vu.edu.bd::85ea5f9e-65d6-4031-b810-9415101f2e21" providerId="AD" clId="Web-{28E3F724-1D2C-4475-B933-E413A6E994B5}" dt="2020-12-06T06:13:34.369" v="126"/>
          <ac:inkMkLst>
            <pc:docMk/>
            <pc:sldMk cId="0" sldId="429"/>
            <ac:inkMk id="11314" creationId="{20CB9ECF-FE21-40AB-8C70-15D0970CDFB8}"/>
          </ac:inkMkLst>
        </pc:inkChg>
        <pc:inkChg chg="add">
          <ac:chgData name="Md. Nahid Hasan" userId="S::nahid@vu.edu.bd::85ea5f9e-65d6-4031-b810-9415101f2e21" providerId="AD" clId="Web-{28E3F724-1D2C-4475-B933-E413A6E994B5}" dt="2020-12-06T06:13:34.385" v="127"/>
          <ac:inkMkLst>
            <pc:docMk/>
            <pc:sldMk cId="0" sldId="429"/>
            <ac:inkMk id="11315" creationId="{4737B31B-4001-48BD-B927-8011F1B67F5E}"/>
          </ac:inkMkLst>
        </pc:inkChg>
        <pc:inkChg chg="add">
          <ac:chgData name="Md. Nahid Hasan" userId="S::nahid@vu.edu.bd::85ea5f9e-65d6-4031-b810-9415101f2e21" providerId="AD" clId="Web-{28E3F724-1D2C-4475-B933-E413A6E994B5}" dt="2020-12-06T06:13:34.385" v="128"/>
          <ac:inkMkLst>
            <pc:docMk/>
            <pc:sldMk cId="0" sldId="429"/>
            <ac:inkMk id="11316" creationId="{6A5D1605-210B-411D-ADDE-A65CB8B3021B}"/>
          </ac:inkMkLst>
        </pc:inkChg>
        <pc:inkChg chg="add">
          <ac:chgData name="Md. Nahid Hasan" userId="S::nahid@vu.edu.bd::85ea5f9e-65d6-4031-b810-9415101f2e21" providerId="AD" clId="Web-{28E3F724-1D2C-4475-B933-E413A6E994B5}" dt="2020-12-06T06:13:34.400" v="129"/>
          <ac:inkMkLst>
            <pc:docMk/>
            <pc:sldMk cId="0" sldId="429"/>
            <ac:inkMk id="11317" creationId="{66AD7ECF-8408-491C-BBF1-3F8A8CF1E018}"/>
          </ac:inkMkLst>
        </pc:inkChg>
        <pc:inkChg chg="add">
          <ac:chgData name="Md. Nahid Hasan" userId="S::nahid@vu.edu.bd::85ea5f9e-65d6-4031-b810-9415101f2e21" providerId="AD" clId="Web-{28E3F724-1D2C-4475-B933-E413A6E994B5}" dt="2020-12-06T06:13:34.400" v="130"/>
          <ac:inkMkLst>
            <pc:docMk/>
            <pc:sldMk cId="0" sldId="429"/>
            <ac:inkMk id="11318" creationId="{510D3028-BCE5-40F3-A4D8-9DA34EE8DB7A}"/>
          </ac:inkMkLst>
        </pc:inkChg>
        <pc:inkChg chg="add">
          <ac:chgData name="Md. Nahid Hasan" userId="S::nahid@vu.edu.bd::85ea5f9e-65d6-4031-b810-9415101f2e21" providerId="AD" clId="Web-{28E3F724-1D2C-4475-B933-E413A6E994B5}" dt="2020-12-06T06:13:34.416" v="131"/>
          <ac:inkMkLst>
            <pc:docMk/>
            <pc:sldMk cId="0" sldId="429"/>
            <ac:inkMk id="11319" creationId="{D30D4168-00F9-4F4F-B8E9-96F3EB68D88F}"/>
          </ac:inkMkLst>
        </pc:inkChg>
        <pc:inkChg chg="add">
          <ac:chgData name="Md. Nahid Hasan" userId="S::nahid@vu.edu.bd::85ea5f9e-65d6-4031-b810-9415101f2e21" providerId="AD" clId="Web-{28E3F724-1D2C-4475-B933-E413A6E994B5}" dt="2020-12-06T06:13:38.103" v="132"/>
          <ac:inkMkLst>
            <pc:docMk/>
            <pc:sldMk cId="0" sldId="429"/>
            <ac:inkMk id="11320" creationId="{3F051E98-C4F1-4441-A9AC-4A731033BFAF}"/>
          </ac:inkMkLst>
        </pc:inkChg>
        <pc:inkChg chg="add">
          <ac:chgData name="Md. Nahid Hasan" userId="S::nahid@vu.edu.bd::85ea5f9e-65d6-4031-b810-9415101f2e21" providerId="AD" clId="Web-{28E3F724-1D2C-4475-B933-E413A6E994B5}" dt="2020-12-06T06:13:38.119" v="133"/>
          <ac:inkMkLst>
            <pc:docMk/>
            <pc:sldMk cId="0" sldId="429"/>
            <ac:inkMk id="11321" creationId="{EE72FDB4-BB9B-461D-BF10-A63B0677FC96}"/>
          </ac:inkMkLst>
        </pc:inkChg>
        <pc:inkChg chg="add">
          <ac:chgData name="Md. Nahid Hasan" userId="S::nahid@vu.edu.bd::85ea5f9e-65d6-4031-b810-9415101f2e21" providerId="AD" clId="Web-{28E3F724-1D2C-4475-B933-E413A6E994B5}" dt="2020-12-06T06:13:38.119" v="134"/>
          <ac:inkMkLst>
            <pc:docMk/>
            <pc:sldMk cId="0" sldId="429"/>
            <ac:inkMk id="11322" creationId="{EF7B56CC-F12E-4514-B989-CBE2AF01061C}"/>
          </ac:inkMkLst>
        </pc:inkChg>
        <pc:inkChg chg="add">
          <ac:chgData name="Md. Nahid Hasan" userId="S::nahid@vu.edu.bd::85ea5f9e-65d6-4031-b810-9415101f2e21" providerId="AD" clId="Web-{28E3F724-1D2C-4475-B933-E413A6E994B5}" dt="2020-12-06T06:13:56.119" v="135"/>
          <ac:inkMkLst>
            <pc:docMk/>
            <pc:sldMk cId="0" sldId="429"/>
            <ac:inkMk id="11323" creationId="{D8EEC20A-3725-48EC-A10A-04D1E9315391}"/>
          </ac:inkMkLst>
        </pc:inkChg>
        <pc:inkChg chg="add">
          <ac:chgData name="Md. Nahid Hasan" userId="S::nahid@vu.edu.bd::85ea5f9e-65d6-4031-b810-9415101f2e21" providerId="AD" clId="Web-{28E3F724-1D2C-4475-B933-E413A6E994B5}" dt="2020-12-06T06:13:57.900" v="136"/>
          <ac:inkMkLst>
            <pc:docMk/>
            <pc:sldMk cId="0" sldId="429"/>
            <ac:inkMk id="11324" creationId="{EC749ECB-987F-4432-AA53-59C763145E85}"/>
          </ac:inkMkLst>
        </pc:inkChg>
        <pc:inkChg chg="add">
          <ac:chgData name="Md. Nahid Hasan" userId="S::nahid@vu.edu.bd::85ea5f9e-65d6-4031-b810-9415101f2e21" providerId="AD" clId="Web-{28E3F724-1D2C-4475-B933-E413A6E994B5}" dt="2020-12-06T06:14:06.291" v="137"/>
          <ac:inkMkLst>
            <pc:docMk/>
            <pc:sldMk cId="0" sldId="429"/>
            <ac:inkMk id="11325" creationId="{C033021F-6ED8-4C93-91F1-4C4730CED853}"/>
          </ac:inkMkLst>
        </pc:inkChg>
        <pc:inkChg chg="add">
          <ac:chgData name="Md. Nahid Hasan" userId="S::nahid@vu.edu.bd::85ea5f9e-65d6-4031-b810-9415101f2e21" providerId="AD" clId="Web-{28E3F724-1D2C-4475-B933-E413A6E994B5}" dt="2020-12-06T06:14:07.525" v="138"/>
          <ac:inkMkLst>
            <pc:docMk/>
            <pc:sldMk cId="0" sldId="429"/>
            <ac:inkMk id="11326" creationId="{3BFA1A2D-DA7D-4F1A-8A01-A5F3F2538F21}"/>
          </ac:inkMkLst>
        </pc:inkChg>
        <pc:inkChg chg="add">
          <ac:chgData name="Md. Nahid Hasan" userId="S::nahid@vu.edu.bd::85ea5f9e-65d6-4031-b810-9415101f2e21" providerId="AD" clId="Web-{28E3F724-1D2C-4475-B933-E413A6E994B5}" dt="2020-12-06T06:14:09.947" v="139"/>
          <ac:inkMkLst>
            <pc:docMk/>
            <pc:sldMk cId="0" sldId="429"/>
            <ac:inkMk id="11327" creationId="{8746F115-B8BE-432D-B71C-B86DCB3CAFB8}"/>
          </ac:inkMkLst>
        </pc:inkChg>
        <pc:inkChg chg="add">
          <ac:chgData name="Md. Nahid Hasan" userId="S::nahid@vu.edu.bd::85ea5f9e-65d6-4031-b810-9415101f2e21" providerId="AD" clId="Web-{28E3F724-1D2C-4475-B933-E413A6E994B5}" dt="2020-12-06T06:14:09.963" v="140"/>
          <ac:inkMkLst>
            <pc:docMk/>
            <pc:sldMk cId="0" sldId="429"/>
            <ac:inkMk id="11328" creationId="{76D63F57-F9DE-40E9-807A-5FBAA682D863}"/>
          </ac:inkMkLst>
        </pc:inkChg>
        <pc:inkChg chg="add">
          <ac:chgData name="Md. Nahid Hasan" userId="S::nahid@vu.edu.bd::85ea5f9e-65d6-4031-b810-9415101f2e21" providerId="AD" clId="Web-{28E3F724-1D2C-4475-B933-E413A6E994B5}" dt="2020-12-06T06:14:09.963" v="141"/>
          <ac:inkMkLst>
            <pc:docMk/>
            <pc:sldMk cId="0" sldId="429"/>
            <ac:inkMk id="11329" creationId="{F045ADD5-5832-4016-B603-8FED2A129764}"/>
          </ac:inkMkLst>
        </pc:inkChg>
        <pc:inkChg chg="add">
          <ac:chgData name="Md. Nahid Hasan" userId="S::nahid@vu.edu.bd::85ea5f9e-65d6-4031-b810-9415101f2e21" providerId="AD" clId="Web-{28E3F724-1D2C-4475-B933-E413A6E994B5}" dt="2020-12-06T06:14:11.682" v="142"/>
          <ac:inkMkLst>
            <pc:docMk/>
            <pc:sldMk cId="0" sldId="429"/>
            <ac:inkMk id="11330" creationId="{73DB9249-41A8-40B9-80F2-AF6F50E67ECE}"/>
          </ac:inkMkLst>
        </pc:inkChg>
        <pc:inkChg chg="add">
          <ac:chgData name="Md. Nahid Hasan" userId="S::nahid@vu.edu.bd::85ea5f9e-65d6-4031-b810-9415101f2e21" providerId="AD" clId="Web-{28E3F724-1D2C-4475-B933-E413A6E994B5}" dt="2020-12-06T06:14:15.916" v="143"/>
          <ac:inkMkLst>
            <pc:docMk/>
            <pc:sldMk cId="0" sldId="429"/>
            <ac:inkMk id="11331" creationId="{E94307CD-1F83-4791-8441-F50D711ACC3A}"/>
          </ac:inkMkLst>
        </pc:inkChg>
        <pc:inkChg chg="add">
          <ac:chgData name="Md. Nahid Hasan" userId="S::nahid@vu.edu.bd::85ea5f9e-65d6-4031-b810-9415101f2e21" providerId="AD" clId="Web-{28E3F724-1D2C-4475-B933-E413A6E994B5}" dt="2020-12-06T06:15:00.572" v="144"/>
          <ac:inkMkLst>
            <pc:docMk/>
            <pc:sldMk cId="0" sldId="429"/>
            <ac:inkMk id="11332" creationId="{39D42344-6729-4943-92DB-A8A32537DEDE}"/>
          </ac:inkMkLst>
        </pc:inkChg>
        <pc:inkChg chg="add">
          <ac:chgData name="Md. Nahid Hasan" userId="S::nahid@vu.edu.bd::85ea5f9e-65d6-4031-b810-9415101f2e21" providerId="AD" clId="Web-{28E3F724-1D2C-4475-B933-E413A6E994B5}" dt="2020-12-06T06:15:01.354" v="145"/>
          <ac:inkMkLst>
            <pc:docMk/>
            <pc:sldMk cId="0" sldId="429"/>
            <ac:inkMk id="11333" creationId="{49DDC82C-D838-4DBC-98BC-4E71A9C27346}"/>
          </ac:inkMkLst>
        </pc:inkChg>
        <pc:inkChg chg="add">
          <ac:chgData name="Md. Nahid Hasan" userId="S::nahid@vu.edu.bd::85ea5f9e-65d6-4031-b810-9415101f2e21" providerId="AD" clId="Web-{28E3F724-1D2C-4475-B933-E413A6E994B5}" dt="2020-12-06T06:15:04.526" v="146"/>
          <ac:inkMkLst>
            <pc:docMk/>
            <pc:sldMk cId="0" sldId="429"/>
            <ac:inkMk id="11334" creationId="{F379E3BB-1838-4F48-A725-7058A3FD4E42}"/>
          </ac:inkMkLst>
        </pc:inkChg>
        <pc:inkChg chg="add">
          <ac:chgData name="Md. Nahid Hasan" userId="S::nahid@vu.edu.bd::85ea5f9e-65d6-4031-b810-9415101f2e21" providerId="AD" clId="Web-{28E3F724-1D2C-4475-B933-E413A6E994B5}" dt="2020-12-06T06:15:04.526" v="147"/>
          <ac:inkMkLst>
            <pc:docMk/>
            <pc:sldMk cId="0" sldId="429"/>
            <ac:inkMk id="11335" creationId="{44223B28-2C32-4A34-A2E4-9ADA6E480D07}"/>
          </ac:inkMkLst>
        </pc:inkChg>
        <pc:inkChg chg="add">
          <ac:chgData name="Md. Nahid Hasan" userId="S::nahid@vu.edu.bd::85ea5f9e-65d6-4031-b810-9415101f2e21" providerId="AD" clId="Web-{28E3F724-1D2C-4475-B933-E413A6E994B5}" dt="2020-12-06T06:15:04.541" v="148"/>
          <ac:inkMkLst>
            <pc:docMk/>
            <pc:sldMk cId="0" sldId="429"/>
            <ac:inkMk id="11336" creationId="{AAAD757A-B582-4AC6-8065-396D955358FF}"/>
          </ac:inkMkLst>
        </pc:inkChg>
        <pc:inkChg chg="add">
          <ac:chgData name="Md. Nahid Hasan" userId="S::nahid@vu.edu.bd::85ea5f9e-65d6-4031-b810-9415101f2e21" providerId="AD" clId="Web-{28E3F724-1D2C-4475-B933-E413A6E994B5}" dt="2020-12-06T06:15:04.541" v="149"/>
          <ac:inkMkLst>
            <pc:docMk/>
            <pc:sldMk cId="0" sldId="429"/>
            <ac:inkMk id="11337" creationId="{2472592C-B5B1-4F14-AE35-468C6DBD12FA}"/>
          </ac:inkMkLst>
        </pc:inkChg>
        <pc:inkChg chg="add">
          <ac:chgData name="Md. Nahid Hasan" userId="S::nahid@vu.edu.bd::85ea5f9e-65d6-4031-b810-9415101f2e21" providerId="AD" clId="Web-{28E3F724-1D2C-4475-B933-E413A6E994B5}" dt="2020-12-06T06:15:04.557" v="150"/>
          <ac:inkMkLst>
            <pc:docMk/>
            <pc:sldMk cId="0" sldId="429"/>
            <ac:inkMk id="11338" creationId="{0F7E104E-67B8-47D2-B5A2-6D7DE3B12D1A}"/>
          </ac:inkMkLst>
        </pc:inkChg>
        <pc:inkChg chg="add">
          <ac:chgData name="Md. Nahid Hasan" userId="S::nahid@vu.edu.bd::85ea5f9e-65d6-4031-b810-9415101f2e21" providerId="AD" clId="Web-{28E3F724-1D2C-4475-B933-E413A6E994B5}" dt="2020-12-06T06:15:04.557" v="151"/>
          <ac:inkMkLst>
            <pc:docMk/>
            <pc:sldMk cId="0" sldId="429"/>
            <ac:inkMk id="11339" creationId="{60DE392C-CB16-4194-955A-5737B26E0A9A}"/>
          </ac:inkMkLst>
        </pc:inkChg>
        <pc:inkChg chg="add">
          <ac:chgData name="Md. Nahid Hasan" userId="S::nahid@vu.edu.bd::85ea5f9e-65d6-4031-b810-9415101f2e21" providerId="AD" clId="Web-{28E3F724-1D2C-4475-B933-E413A6E994B5}" dt="2020-12-06T06:15:06.463" v="152"/>
          <ac:inkMkLst>
            <pc:docMk/>
            <pc:sldMk cId="0" sldId="429"/>
            <ac:inkMk id="11340" creationId="{3A643877-A3DA-4CDF-89B6-09E711939ED2}"/>
          </ac:inkMkLst>
        </pc:inkChg>
        <pc:inkChg chg="add">
          <ac:chgData name="Md. Nahid Hasan" userId="S::nahid@vu.edu.bd::85ea5f9e-65d6-4031-b810-9415101f2e21" providerId="AD" clId="Web-{28E3F724-1D2C-4475-B933-E413A6E994B5}" dt="2020-12-06T06:15:06.479" v="153"/>
          <ac:inkMkLst>
            <pc:docMk/>
            <pc:sldMk cId="0" sldId="429"/>
            <ac:inkMk id="11341" creationId="{913F6D96-105F-4792-9E78-AB1FD3B0E10C}"/>
          </ac:inkMkLst>
        </pc:inkChg>
        <pc:inkChg chg="add">
          <ac:chgData name="Md. Nahid Hasan" userId="S::nahid@vu.edu.bd::85ea5f9e-65d6-4031-b810-9415101f2e21" providerId="AD" clId="Web-{28E3F724-1D2C-4475-B933-E413A6E994B5}" dt="2020-12-06T06:15:06.479" v="154"/>
          <ac:inkMkLst>
            <pc:docMk/>
            <pc:sldMk cId="0" sldId="429"/>
            <ac:inkMk id="11342" creationId="{B99A7B01-3A0D-4E4E-8D43-CE5E3BE1A315}"/>
          </ac:inkMkLst>
        </pc:inkChg>
        <pc:inkChg chg="add">
          <ac:chgData name="Md. Nahid Hasan" userId="S::nahid@vu.edu.bd::85ea5f9e-65d6-4031-b810-9415101f2e21" providerId="AD" clId="Web-{28E3F724-1D2C-4475-B933-E413A6E994B5}" dt="2020-12-06T06:15:07.666" v="155"/>
          <ac:inkMkLst>
            <pc:docMk/>
            <pc:sldMk cId="0" sldId="429"/>
            <ac:inkMk id="11343" creationId="{79D76199-5653-4CF2-B4D7-7D74F0E28BF2}"/>
          </ac:inkMkLst>
        </pc:inkChg>
        <pc:inkChg chg="add">
          <ac:chgData name="Md. Nahid Hasan" userId="S::nahid@vu.edu.bd::85ea5f9e-65d6-4031-b810-9415101f2e21" providerId="AD" clId="Web-{28E3F724-1D2C-4475-B933-E413A6E994B5}" dt="2020-12-06T06:15:08.385" v="156"/>
          <ac:inkMkLst>
            <pc:docMk/>
            <pc:sldMk cId="0" sldId="429"/>
            <ac:inkMk id="11344" creationId="{CE96915A-8CC0-4B29-B9E4-24985B3A17C8}"/>
          </ac:inkMkLst>
        </pc:inkChg>
        <pc:inkChg chg="add">
          <ac:chgData name="Md. Nahid Hasan" userId="S::nahid@vu.edu.bd::85ea5f9e-65d6-4031-b810-9415101f2e21" providerId="AD" clId="Web-{28E3F724-1D2C-4475-B933-E413A6E994B5}" dt="2020-12-06T06:15:12.744" v="157"/>
          <ac:inkMkLst>
            <pc:docMk/>
            <pc:sldMk cId="0" sldId="429"/>
            <ac:inkMk id="11345" creationId="{3AB83CE9-AF69-49EA-A2CA-0460E56A7413}"/>
          </ac:inkMkLst>
        </pc:inkChg>
        <pc:inkChg chg="add">
          <ac:chgData name="Md. Nahid Hasan" userId="S::nahid@vu.edu.bd::85ea5f9e-65d6-4031-b810-9415101f2e21" providerId="AD" clId="Web-{28E3F724-1D2C-4475-B933-E413A6E994B5}" dt="2020-12-06T06:15:13.932" v="158"/>
          <ac:inkMkLst>
            <pc:docMk/>
            <pc:sldMk cId="0" sldId="429"/>
            <ac:inkMk id="11346" creationId="{49382F44-3A52-46C0-91FF-1DC68BDF7D19}"/>
          </ac:inkMkLst>
        </pc:inkChg>
        <pc:inkChg chg="add">
          <ac:chgData name="Md. Nahid Hasan" userId="S::nahid@vu.edu.bd::85ea5f9e-65d6-4031-b810-9415101f2e21" providerId="AD" clId="Web-{28E3F724-1D2C-4475-B933-E413A6E994B5}" dt="2020-12-06T06:15:14.807" v="159"/>
          <ac:inkMkLst>
            <pc:docMk/>
            <pc:sldMk cId="0" sldId="429"/>
            <ac:inkMk id="11347" creationId="{E1266460-8AC9-44F6-9096-ED9BE86D1C96}"/>
          </ac:inkMkLst>
        </pc:inkChg>
        <pc:inkChg chg="add">
          <ac:chgData name="Md. Nahid Hasan" userId="S::nahid@vu.edu.bd::85ea5f9e-65d6-4031-b810-9415101f2e21" providerId="AD" clId="Web-{28E3F724-1D2C-4475-B933-E413A6E994B5}" dt="2020-12-06T06:15:15.697" v="160"/>
          <ac:inkMkLst>
            <pc:docMk/>
            <pc:sldMk cId="0" sldId="429"/>
            <ac:inkMk id="11348" creationId="{10E303AC-1E5F-40C8-907A-ABE71FFC1AF6}"/>
          </ac:inkMkLst>
        </pc:inkChg>
        <pc:inkChg chg="add">
          <ac:chgData name="Md. Nahid Hasan" userId="S::nahid@vu.edu.bd::85ea5f9e-65d6-4031-b810-9415101f2e21" providerId="AD" clId="Web-{28E3F724-1D2C-4475-B933-E413A6E994B5}" dt="2020-12-06T06:15:20.901" v="161"/>
          <ac:inkMkLst>
            <pc:docMk/>
            <pc:sldMk cId="0" sldId="429"/>
            <ac:inkMk id="11349" creationId="{02FF14A3-3629-41EB-9305-E4BF3181A2F0}"/>
          </ac:inkMkLst>
        </pc:inkChg>
        <pc:inkChg chg="add">
          <ac:chgData name="Md. Nahid Hasan" userId="S::nahid@vu.edu.bd::85ea5f9e-65d6-4031-b810-9415101f2e21" providerId="AD" clId="Web-{28E3F724-1D2C-4475-B933-E413A6E994B5}" dt="2020-12-06T06:15:20.916" v="162"/>
          <ac:inkMkLst>
            <pc:docMk/>
            <pc:sldMk cId="0" sldId="429"/>
            <ac:inkMk id="11350" creationId="{BC2820CC-8CBB-44E5-B9B5-38FA9ED11B30}"/>
          </ac:inkMkLst>
        </pc:inkChg>
        <pc:inkChg chg="add">
          <ac:chgData name="Md. Nahid Hasan" userId="S::nahid@vu.edu.bd::85ea5f9e-65d6-4031-b810-9415101f2e21" providerId="AD" clId="Web-{28E3F724-1D2C-4475-B933-E413A6E994B5}" dt="2020-12-06T06:15:20.916" v="163"/>
          <ac:inkMkLst>
            <pc:docMk/>
            <pc:sldMk cId="0" sldId="429"/>
            <ac:inkMk id="11351" creationId="{CAC7C795-9052-4879-AE11-F27BBA7AA0FD}"/>
          </ac:inkMkLst>
        </pc:inkChg>
        <pc:inkChg chg="add">
          <ac:chgData name="Md. Nahid Hasan" userId="S::nahid@vu.edu.bd::85ea5f9e-65d6-4031-b810-9415101f2e21" providerId="AD" clId="Web-{28E3F724-1D2C-4475-B933-E413A6E994B5}" dt="2020-12-06T06:15:20.932" v="164"/>
          <ac:inkMkLst>
            <pc:docMk/>
            <pc:sldMk cId="0" sldId="429"/>
            <ac:inkMk id="11352" creationId="{DD37D1FA-739D-48BA-8A8D-F7308CC20377}"/>
          </ac:inkMkLst>
        </pc:inkChg>
        <pc:inkChg chg="add">
          <ac:chgData name="Md. Nahid Hasan" userId="S::nahid@vu.edu.bd::85ea5f9e-65d6-4031-b810-9415101f2e21" providerId="AD" clId="Web-{28E3F724-1D2C-4475-B933-E413A6E994B5}" dt="2020-12-06T06:15:20.932" v="165"/>
          <ac:inkMkLst>
            <pc:docMk/>
            <pc:sldMk cId="0" sldId="429"/>
            <ac:inkMk id="11353" creationId="{3CEECAA7-9C4B-430F-A922-6DE9E1A0728F}"/>
          </ac:inkMkLst>
        </pc:inkChg>
        <pc:inkChg chg="add">
          <ac:chgData name="Md. Nahid Hasan" userId="S::nahid@vu.edu.bd::85ea5f9e-65d6-4031-b810-9415101f2e21" providerId="AD" clId="Web-{28E3F724-1D2C-4475-B933-E413A6E994B5}" dt="2020-12-06T06:15:20.947" v="166"/>
          <ac:inkMkLst>
            <pc:docMk/>
            <pc:sldMk cId="0" sldId="429"/>
            <ac:inkMk id="11354" creationId="{A00BFF41-D679-4BC5-A964-CDE6FB4D0768}"/>
          </ac:inkMkLst>
        </pc:inkChg>
        <pc:inkChg chg="add">
          <ac:chgData name="Md. Nahid Hasan" userId="S::nahid@vu.edu.bd::85ea5f9e-65d6-4031-b810-9415101f2e21" providerId="AD" clId="Web-{28E3F724-1D2C-4475-B933-E413A6E994B5}" dt="2020-12-06T06:15:20.947" v="167"/>
          <ac:inkMkLst>
            <pc:docMk/>
            <pc:sldMk cId="0" sldId="429"/>
            <ac:inkMk id="11355" creationId="{9BB693E5-364A-4CC7-81A4-199EEC458B9F}"/>
          </ac:inkMkLst>
        </pc:inkChg>
        <pc:inkChg chg="add">
          <ac:chgData name="Md. Nahid Hasan" userId="S::nahid@vu.edu.bd::85ea5f9e-65d6-4031-b810-9415101f2e21" providerId="AD" clId="Web-{28E3F724-1D2C-4475-B933-E413A6E994B5}" dt="2020-12-06T06:15:20.963" v="168"/>
          <ac:inkMkLst>
            <pc:docMk/>
            <pc:sldMk cId="0" sldId="429"/>
            <ac:inkMk id="11356" creationId="{D13AA13C-4A00-4330-AB30-ED3E7D2C86E8}"/>
          </ac:inkMkLst>
        </pc:inkChg>
        <pc:inkChg chg="add">
          <ac:chgData name="Md. Nahid Hasan" userId="S::nahid@vu.edu.bd::85ea5f9e-65d6-4031-b810-9415101f2e21" providerId="AD" clId="Web-{28E3F724-1D2C-4475-B933-E413A6E994B5}" dt="2020-12-06T06:15:20.963" v="169"/>
          <ac:inkMkLst>
            <pc:docMk/>
            <pc:sldMk cId="0" sldId="429"/>
            <ac:inkMk id="11357" creationId="{AEDBDED7-FC51-4787-A33F-8FB2B462A4C4}"/>
          </ac:inkMkLst>
        </pc:inkChg>
        <pc:inkChg chg="add">
          <ac:chgData name="Md. Nahid Hasan" userId="S::nahid@vu.edu.bd::85ea5f9e-65d6-4031-b810-9415101f2e21" providerId="AD" clId="Web-{28E3F724-1D2C-4475-B933-E413A6E994B5}" dt="2020-12-06T06:15:20.979" v="170"/>
          <ac:inkMkLst>
            <pc:docMk/>
            <pc:sldMk cId="0" sldId="429"/>
            <ac:inkMk id="11358" creationId="{2189A5C4-FE82-4D17-9E01-F245F3A57E07}"/>
          </ac:inkMkLst>
        </pc:inkChg>
        <pc:inkChg chg="add">
          <ac:chgData name="Md. Nahid Hasan" userId="S::nahid@vu.edu.bd::85ea5f9e-65d6-4031-b810-9415101f2e21" providerId="AD" clId="Web-{28E3F724-1D2C-4475-B933-E413A6E994B5}" dt="2020-12-06T06:15:23.854" v="171"/>
          <ac:inkMkLst>
            <pc:docMk/>
            <pc:sldMk cId="0" sldId="429"/>
            <ac:inkMk id="11359" creationId="{302C5397-3595-4ED1-8864-C13022CF7935}"/>
          </ac:inkMkLst>
        </pc:inkChg>
        <pc:inkChg chg="add">
          <ac:chgData name="Md. Nahid Hasan" userId="S::nahid@vu.edu.bd::85ea5f9e-65d6-4031-b810-9415101f2e21" providerId="AD" clId="Web-{28E3F724-1D2C-4475-B933-E413A6E994B5}" dt="2020-12-06T06:15:24.822" v="172"/>
          <ac:inkMkLst>
            <pc:docMk/>
            <pc:sldMk cId="0" sldId="429"/>
            <ac:inkMk id="11360" creationId="{F185A7C6-D625-4323-9E77-FEE1FA59DA76}"/>
          </ac:inkMkLst>
        </pc:inkChg>
        <pc:inkChg chg="add">
          <ac:chgData name="Md. Nahid Hasan" userId="S::nahid@vu.edu.bd::85ea5f9e-65d6-4031-b810-9415101f2e21" providerId="AD" clId="Web-{28E3F724-1D2C-4475-B933-E413A6E994B5}" dt="2020-12-06T06:15:26.432" v="173"/>
          <ac:inkMkLst>
            <pc:docMk/>
            <pc:sldMk cId="0" sldId="429"/>
            <ac:inkMk id="11361" creationId="{C467FE38-58CC-4792-843F-389511545E96}"/>
          </ac:inkMkLst>
        </pc:inkChg>
        <pc:inkChg chg="add">
          <ac:chgData name="Md. Nahid Hasan" userId="S::nahid@vu.edu.bd::85ea5f9e-65d6-4031-b810-9415101f2e21" providerId="AD" clId="Web-{28E3F724-1D2C-4475-B933-E413A6E994B5}" dt="2020-12-06T06:15:27.182" v="174"/>
          <ac:inkMkLst>
            <pc:docMk/>
            <pc:sldMk cId="0" sldId="429"/>
            <ac:inkMk id="11362" creationId="{667D5963-E16F-42D0-AD98-19E45533D06B}"/>
          </ac:inkMkLst>
        </pc:inkChg>
        <pc:inkChg chg="add">
          <ac:chgData name="Md. Nahid Hasan" userId="S::nahid@vu.edu.bd::85ea5f9e-65d6-4031-b810-9415101f2e21" providerId="AD" clId="Web-{28E3F724-1D2C-4475-B933-E413A6E994B5}" dt="2020-12-06T06:15:38.588" v="175"/>
          <ac:inkMkLst>
            <pc:docMk/>
            <pc:sldMk cId="0" sldId="429"/>
            <ac:inkMk id="11363" creationId="{2F032A63-5395-40BA-9554-7E3139858C7D}"/>
          </ac:inkMkLst>
        </pc:inkChg>
        <pc:inkChg chg="add">
          <ac:chgData name="Md. Nahid Hasan" userId="S::nahid@vu.edu.bd::85ea5f9e-65d6-4031-b810-9415101f2e21" providerId="AD" clId="Web-{28E3F724-1D2C-4475-B933-E413A6E994B5}" dt="2020-12-06T06:15:42.729" v="176"/>
          <ac:inkMkLst>
            <pc:docMk/>
            <pc:sldMk cId="0" sldId="429"/>
            <ac:inkMk id="11364" creationId="{E3D46893-4827-4BAE-BF3F-4CDB497416BE}"/>
          </ac:inkMkLst>
        </pc:inkChg>
        <pc:inkChg chg="add">
          <ac:chgData name="Md. Nahid Hasan" userId="S::nahid@vu.edu.bd::85ea5f9e-65d6-4031-b810-9415101f2e21" providerId="AD" clId="Web-{28E3F724-1D2C-4475-B933-E413A6E994B5}" dt="2020-12-06T06:15:43.416" v="177"/>
          <ac:inkMkLst>
            <pc:docMk/>
            <pc:sldMk cId="0" sldId="429"/>
            <ac:inkMk id="11365" creationId="{A11B71ED-6B5B-440F-B8E5-D53D1F2F0391}"/>
          </ac:inkMkLst>
        </pc:inkChg>
        <pc:inkChg chg="add">
          <ac:chgData name="Md. Nahid Hasan" userId="S::nahid@vu.edu.bd::85ea5f9e-65d6-4031-b810-9415101f2e21" providerId="AD" clId="Web-{28E3F724-1D2C-4475-B933-E413A6E994B5}" dt="2020-12-06T06:15:56.479" v="178"/>
          <ac:inkMkLst>
            <pc:docMk/>
            <pc:sldMk cId="0" sldId="429"/>
            <ac:inkMk id="11366" creationId="{A6F413B7-C9D0-4BFE-9444-7F838340B898}"/>
          </ac:inkMkLst>
        </pc:inkChg>
        <pc:inkChg chg="add">
          <ac:chgData name="Md. Nahid Hasan" userId="S::nahid@vu.edu.bd::85ea5f9e-65d6-4031-b810-9415101f2e21" providerId="AD" clId="Web-{28E3F724-1D2C-4475-B933-E413A6E994B5}" dt="2020-12-06T06:16:01.729" v="179"/>
          <ac:inkMkLst>
            <pc:docMk/>
            <pc:sldMk cId="0" sldId="429"/>
            <ac:inkMk id="11367" creationId="{BF084625-889B-4BA0-9B2D-DE69557F7F1D}"/>
          </ac:inkMkLst>
        </pc:inkChg>
        <pc:inkChg chg="add">
          <ac:chgData name="Md. Nahid Hasan" userId="S::nahid@vu.edu.bd::85ea5f9e-65d6-4031-b810-9415101f2e21" providerId="AD" clId="Web-{28E3F724-1D2C-4475-B933-E413A6E994B5}" dt="2020-12-06T06:16:02.432" v="180"/>
          <ac:inkMkLst>
            <pc:docMk/>
            <pc:sldMk cId="0" sldId="429"/>
            <ac:inkMk id="11368" creationId="{327BEF62-3B62-40A8-B73D-11634C579684}"/>
          </ac:inkMkLst>
        </pc:inkChg>
        <pc:inkChg chg="add">
          <ac:chgData name="Md. Nahid Hasan" userId="S::nahid@vu.edu.bd::85ea5f9e-65d6-4031-b810-9415101f2e21" providerId="AD" clId="Web-{28E3F724-1D2C-4475-B933-E413A6E994B5}" dt="2020-12-06T06:16:08.198" v="181"/>
          <ac:inkMkLst>
            <pc:docMk/>
            <pc:sldMk cId="0" sldId="429"/>
            <ac:inkMk id="11369" creationId="{8B48B35C-C553-43DB-8832-494720D7053F}"/>
          </ac:inkMkLst>
        </pc:inkChg>
        <pc:inkChg chg="add">
          <ac:chgData name="Md. Nahid Hasan" userId="S::nahid@vu.edu.bd::85ea5f9e-65d6-4031-b810-9415101f2e21" providerId="AD" clId="Web-{28E3F724-1D2C-4475-B933-E413A6E994B5}" dt="2020-12-06T06:16:13.760" v="182"/>
          <ac:inkMkLst>
            <pc:docMk/>
            <pc:sldMk cId="0" sldId="429"/>
            <ac:inkMk id="11370" creationId="{1A7FB470-484F-4992-860E-DA83E665273C}"/>
          </ac:inkMkLst>
        </pc:inkChg>
        <pc:inkChg chg="add">
          <ac:chgData name="Md. Nahid Hasan" userId="S::nahid@vu.edu.bd::85ea5f9e-65d6-4031-b810-9415101f2e21" providerId="AD" clId="Web-{28E3F724-1D2C-4475-B933-E413A6E994B5}" dt="2020-12-06T06:16:18.760" v="183"/>
          <ac:inkMkLst>
            <pc:docMk/>
            <pc:sldMk cId="0" sldId="429"/>
            <ac:inkMk id="11371" creationId="{3D0F5923-24D2-4888-925A-C648F8D2B049}"/>
          </ac:inkMkLst>
        </pc:inkChg>
        <pc:inkChg chg="add">
          <ac:chgData name="Md. Nahid Hasan" userId="S::nahid@vu.edu.bd::85ea5f9e-65d6-4031-b810-9415101f2e21" providerId="AD" clId="Web-{28E3F724-1D2C-4475-B933-E413A6E994B5}" dt="2020-12-06T06:16:19.479" v="184"/>
          <ac:inkMkLst>
            <pc:docMk/>
            <pc:sldMk cId="0" sldId="429"/>
            <ac:inkMk id="11372" creationId="{4E6ED817-06A7-4CC0-8D8F-749AEEEB47F6}"/>
          </ac:inkMkLst>
        </pc:inkChg>
      </pc:sldChg>
      <pc:sldChg chg="addSp delSp">
        <pc:chgData name="Md. Nahid Hasan" userId="S::nahid@vu.edu.bd::85ea5f9e-65d6-4031-b810-9415101f2e21" providerId="AD" clId="Web-{28E3F724-1D2C-4475-B933-E413A6E994B5}" dt="2020-12-06T06:27:46.294" v="497"/>
        <pc:sldMkLst>
          <pc:docMk/>
          <pc:sldMk cId="0" sldId="449"/>
        </pc:sldMkLst>
        <pc:inkChg chg="add">
          <ac:chgData name="Md. Nahid Hasan" userId="S::nahid@vu.edu.bd::85ea5f9e-65d6-4031-b810-9415101f2e21" providerId="AD" clId="Web-{28E3F724-1D2C-4475-B933-E413A6E994B5}" dt="2020-12-06T06:22:01.668" v="325"/>
          <ac:inkMkLst>
            <pc:docMk/>
            <pc:sldMk cId="0" sldId="449"/>
            <ac:inkMk id="2" creationId="{815F2D2F-5DB8-46BC-A303-4AF21281CBAE}"/>
          </ac:inkMkLst>
        </pc:inkChg>
        <pc:inkChg chg="add">
          <ac:chgData name="Md. Nahid Hasan" userId="S::nahid@vu.edu.bd::85ea5f9e-65d6-4031-b810-9415101f2e21" providerId="AD" clId="Web-{28E3F724-1D2C-4475-B933-E413A6E994B5}" dt="2020-12-06T06:22:18.980" v="326"/>
          <ac:inkMkLst>
            <pc:docMk/>
            <pc:sldMk cId="0" sldId="449"/>
            <ac:inkMk id="3" creationId="{6F12B2CA-C6B3-4B12-BA35-7D87F028B0A4}"/>
          </ac:inkMkLst>
        </pc:inkChg>
        <pc:inkChg chg="add">
          <ac:chgData name="Md. Nahid Hasan" userId="S::nahid@vu.edu.bd::85ea5f9e-65d6-4031-b810-9415101f2e21" providerId="AD" clId="Web-{28E3F724-1D2C-4475-B933-E413A6E994B5}" dt="2020-12-06T06:22:25.512" v="327"/>
          <ac:inkMkLst>
            <pc:docMk/>
            <pc:sldMk cId="0" sldId="449"/>
            <ac:inkMk id="4" creationId="{83DB1C53-39D1-48A3-884C-8D6272137CED}"/>
          </ac:inkMkLst>
        </pc:inkChg>
        <pc:inkChg chg="add">
          <ac:chgData name="Md. Nahid Hasan" userId="S::nahid@vu.edu.bd::85ea5f9e-65d6-4031-b810-9415101f2e21" providerId="AD" clId="Web-{28E3F724-1D2C-4475-B933-E413A6E994B5}" dt="2020-12-06T06:22:26.840" v="328"/>
          <ac:inkMkLst>
            <pc:docMk/>
            <pc:sldMk cId="0" sldId="449"/>
            <ac:inkMk id="5" creationId="{E6314DD7-C841-429D-81ED-78FF9777632F}"/>
          </ac:inkMkLst>
        </pc:inkChg>
        <pc:inkChg chg="add">
          <ac:chgData name="Md. Nahid Hasan" userId="S::nahid@vu.edu.bd::85ea5f9e-65d6-4031-b810-9415101f2e21" providerId="AD" clId="Web-{28E3F724-1D2C-4475-B933-E413A6E994B5}" dt="2020-12-06T06:22:32.402" v="329"/>
          <ac:inkMkLst>
            <pc:docMk/>
            <pc:sldMk cId="0" sldId="449"/>
            <ac:inkMk id="6" creationId="{ED0BCA8E-41ED-4D26-B17C-25EE6BE6687E}"/>
          </ac:inkMkLst>
        </pc:inkChg>
        <pc:inkChg chg="add del">
          <ac:chgData name="Md. Nahid Hasan" userId="S::nahid@vu.edu.bd::85ea5f9e-65d6-4031-b810-9415101f2e21" providerId="AD" clId="Web-{28E3F724-1D2C-4475-B933-E413A6E994B5}" dt="2020-12-06T06:26:03.919" v="460"/>
          <ac:inkMkLst>
            <pc:docMk/>
            <pc:sldMk cId="0" sldId="449"/>
            <ac:inkMk id="7" creationId="{179789B4-C2EC-4099-9825-748F6BDF4C8D}"/>
          </ac:inkMkLst>
        </pc:inkChg>
        <pc:inkChg chg="add del">
          <ac:chgData name="Md. Nahid Hasan" userId="S::nahid@vu.edu.bd::85ea5f9e-65d6-4031-b810-9415101f2e21" providerId="AD" clId="Web-{28E3F724-1D2C-4475-B933-E413A6E994B5}" dt="2020-12-06T06:26:03.919" v="459"/>
          <ac:inkMkLst>
            <pc:docMk/>
            <pc:sldMk cId="0" sldId="449"/>
            <ac:inkMk id="8" creationId="{C76188B0-A415-4224-A894-41CC5E5C8498}"/>
          </ac:inkMkLst>
        </pc:inkChg>
        <pc:inkChg chg="add">
          <ac:chgData name="Md. Nahid Hasan" userId="S::nahid@vu.edu.bd::85ea5f9e-65d6-4031-b810-9415101f2e21" providerId="AD" clId="Web-{28E3F724-1D2C-4475-B933-E413A6E994B5}" dt="2020-12-06T06:22:56.043" v="332"/>
          <ac:inkMkLst>
            <pc:docMk/>
            <pc:sldMk cId="0" sldId="449"/>
            <ac:inkMk id="9" creationId="{DDBEB787-4E35-4FA3-BFC0-E3396D498A58}"/>
          </ac:inkMkLst>
        </pc:inkChg>
        <pc:inkChg chg="add">
          <ac:chgData name="Md. Nahid Hasan" userId="S::nahid@vu.edu.bd::85ea5f9e-65d6-4031-b810-9415101f2e21" providerId="AD" clId="Web-{28E3F724-1D2C-4475-B933-E413A6E994B5}" dt="2020-12-06T06:23:04.809" v="333"/>
          <ac:inkMkLst>
            <pc:docMk/>
            <pc:sldMk cId="0" sldId="449"/>
            <ac:inkMk id="10" creationId="{36ECC2F6-3233-41B4-B590-0A082341EF7C}"/>
          </ac:inkMkLst>
        </pc:inkChg>
        <pc:inkChg chg="add">
          <ac:chgData name="Md. Nahid Hasan" userId="S::nahid@vu.edu.bd::85ea5f9e-65d6-4031-b810-9415101f2e21" providerId="AD" clId="Web-{28E3F724-1D2C-4475-B933-E413A6E994B5}" dt="2020-12-06T06:23:06.309" v="334"/>
          <ac:inkMkLst>
            <pc:docMk/>
            <pc:sldMk cId="0" sldId="449"/>
            <ac:inkMk id="11" creationId="{5485A611-3AD9-4072-9D31-8A47261DBAAA}"/>
          </ac:inkMkLst>
        </pc:inkChg>
        <pc:inkChg chg="add">
          <ac:chgData name="Md. Nahid Hasan" userId="S::nahid@vu.edu.bd::85ea5f9e-65d6-4031-b810-9415101f2e21" providerId="AD" clId="Web-{28E3F724-1D2C-4475-B933-E413A6E994B5}" dt="2020-12-06T06:23:06.340" v="335"/>
          <ac:inkMkLst>
            <pc:docMk/>
            <pc:sldMk cId="0" sldId="449"/>
            <ac:inkMk id="12" creationId="{2BF636A6-9C2C-4DF9-B06E-6EC088D3882D}"/>
          </ac:inkMkLst>
        </pc:inkChg>
        <pc:inkChg chg="add">
          <ac:chgData name="Md. Nahid Hasan" userId="S::nahid@vu.edu.bd::85ea5f9e-65d6-4031-b810-9415101f2e21" providerId="AD" clId="Web-{28E3F724-1D2C-4475-B933-E413A6E994B5}" dt="2020-12-06T06:23:06.356" v="336"/>
          <ac:inkMkLst>
            <pc:docMk/>
            <pc:sldMk cId="0" sldId="449"/>
            <ac:inkMk id="13" creationId="{1599F9AB-8C3F-435D-AF63-5F8921670DF1}"/>
          </ac:inkMkLst>
        </pc:inkChg>
        <pc:inkChg chg="add">
          <ac:chgData name="Md. Nahid Hasan" userId="S::nahid@vu.edu.bd::85ea5f9e-65d6-4031-b810-9415101f2e21" providerId="AD" clId="Web-{28E3F724-1D2C-4475-B933-E413A6E994B5}" dt="2020-12-06T06:23:08.012" v="337"/>
          <ac:inkMkLst>
            <pc:docMk/>
            <pc:sldMk cId="0" sldId="449"/>
            <ac:inkMk id="14" creationId="{D369822D-BA2D-49DA-A0FF-BD01A311BB51}"/>
          </ac:inkMkLst>
        </pc:inkChg>
        <pc:inkChg chg="add">
          <ac:chgData name="Md. Nahid Hasan" userId="S::nahid@vu.edu.bd::85ea5f9e-65d6-4031-b810-9415101f2e21" providerId="AD" clId="Web-{28E3F724-1D2C-4475-B933-E413A6E994B5}" dt="2020-12-06T06:23:08.028" v="338"/>
          <ac:inkMkLst>
            <pc:docMk/>
            <pc:sldMk cId="0" sldId="449"/>
            <ac:inkMk id="15" creationId="{1D38B9B9-B6B8-46E1-ABDC-7EB3703C0620}"/>
          </ac:inkMkLst>
        </pc:inkChg>
        <pc:inkChg chg="add">
          <ac:chgData name="Md. Nahid Hasan" userId="S::nahid@vu.edu.bd::85ea5f9e-65d6-4031-b810-9415101f2e21" providerId="AD" clId="Web-{28E3F724-1D2C-4475-B933-E413A6E994B5}" dt="2020-12-06T06:23:10.043" v="339"/>
          <ac:inkMkLst>
            <pc:docMk/>
            <pc:sldMk cId="0" sldId="449"/>
            <ac:inkMk id="16" creationId="{9C456BD9-2E18-4B67-9BE5-2E9478170E7D}"/>
          </ac:inkMkLst>
        </pc:inkChg>
        <pc:inkChg chg="add">
          <ac:chgData name="Md. Nahid Hasan" userId="S::nahid@vu.edu.bd::85ea5f9e-65d6-4031-b810-9415101f2e21" providerId="AD" clId="Web-{28E3F724-1D2C-4475-B933-E413A6E994B5}" dt="2020-12-06T06:23:10.059" v="340"/>
          <ac:inkMkLst>
            <pc:docMk/>
            <pc:sldMk cId="0" sldId="449"/>
            <ac:inkMk id="17" creationId="{583C2061-2A7B-4AAC-BF61-C69B93B73787}"/>
          </ac:inkMkLst>
        </pc:inkChg>
        <pc:inkChg chg="add">
          <ac:chgData name="Md. Nahid Hasan" userId="S::nahid@vu.edu.bd::85ea5f9e-65d6-4031-b810-9415101f2e21" providerId="AD" clId="Web-{28E3F724-1D2C-4475-B933-E413A6E994B5}" dt="2020-12-06T06:23:11.856" v="341"/>
          <ac:inkMkLst>
            <pc:docMk/>
            <pc:sldMk cId="0" sldId="449"/>
            <ac:inkMk id="18" creationId="{3C1DADC6-08AD-4FF5-88F8-42F71362E1D6}"/>
          </ac:inkMkLst>
        </pc:inkChg>
        <pc:inkChg chg="add">
          <ac:chgData name="Md. Nahid Hasan" userId="S::nahid@vu.edu.bd::85ea5f9e-65d6-4031-b810-9415101f2e21" providerId="AD" clId="Web-{28E3F724-1D2C-4475-B933-E413A6E994B5}" dt="2020-12-06T06:23:11.871" v="342"/>
          <ac:inkMkLst>
            <pc:docMk/>
            <pc:sldMk cId="0" sldId="449"/>
            <ac:inkMk id="19" creationId="{82D367DC-E326-4A11-937F-31B331DAAD2E}"/>
          </ac:inkMkLst>
        </pc:inkChg>
        <pc:inkChg chg="add">
          <ac:chgData name="Md. Nahid Hasan" userId="S::nahid@vu.edu.bd::85ea5f9e-65d6-4031-b810-9415101f2e21" providerId="AD" clId="Web-{28E3F724-1D2C-4475-B933-E413A6E994B5}" dt="2020-12-06T06:23:11.903" v="343"/>
          <ac:inkMkLst>
            <pc:docMk/>
            <pc:sldMk cId="0" sldId="449"/>
            <ac:inkMk id="20" creationId="{4C667A47-6564-47E1-B82B-0A9A820931EE}"/>
          </ac:inkMkLst>
        </pc:inkChg>
        <pc:inkChg chg="add">
          <ac:chgData name="Md. Nahid Hasan" userId="S::nahid@vu.edu.bd::85ea5f9e-65d6-4031-b810-9415101f2e21" providerId="AD" clId="Web-{28E3F724-1D2C-4475-B933-E413A6E994B5}" dt="2020-12-06T06:23:11.934" v="344"/>
          <ac:inkMkLst>
            <pc:docMk/>
            <pc:sldMk cId="0" sldId="449"/>
            <ac:inkMk id="21" creationId="{D85C679C-5801-471C-BCE0-C9C7030A0B01}"/>
          </ac:inkMkLst>
        </pc:inkChg>
        <pc:inkChg chg="add">
          <ac:chgData name="Md. Nahid Hasan" userId="S::nahid@vu.edu.bd::85ea5f9e-65d6-4031-b810-9415101f2e21" providerId="AD" clId="Web-{28E3F724-1D2C-4475-B933-E413A6E994B5}" dt="2020-12-06T06:23:13.215" v="345"/>
          <ac:inkMkLst>
            <pc:docMk/>
            <pc:sldMk cId="0" sldId="449"/>
            <ac:inkMk id="22" creationId="{050996E9-FBEE-4E7B-A459-54C9784F12E1}"/>
          </ac:inkMkLst>
        </pc:inkChg>
        <pc:inkChg chg="add">
          <ac:chgData name="Md. Nahid Hasan" userId="S::nahid@vu.edu.bd::85ea5f9e-65d6-4031-b810-9415101f2e21" providerId="AD" clId="Web-{28E3F724-1D2C-4475-B933-E413A6E994B5}" dt="2020-12-06T06:23:13.871" v="346"/>
          <ac:inkMkLst>
            <pc:docMk/>
            <pc:sldMk cId="0" sldId="449"/>
            <ac:inkMk id="23" creationId="{F11C598A-FCAB-47EF-AEE5-0EFCD562DA8E}"/>
          </ac:inkMkLst>
        </pc:inkChg>
        <pc:inkChg chg="add">
          <ac:chgData name="Md. Nahid Hasan" userId="S::nahid@vu.edu.bd::85ea5f9e-65d6-4031-b810-9415101f2e21" providerId="AD" clId="Web-{28E3F724-1D2C-4475-B933-E413A6E994B5}" dt="2020-12-06T06:23:15.231" v="347"/>
          <ac:inkMkLst>
            <pc:docMk/>
            <pc:sldMk cId="0" sldId="449"/>
            <ac:inkMk id="24" creationId="{FA49984A-8B60-4881-A7C9-A4F793C46A29}"/>
          </ac:inkMkLst>
        </pc:inkChg>
        <pc:inkChg chg="add">
          <ac:chgData name="Md. Nahid Hasan" userId="S::nahid@vu.edu.bd::85ea5f9e-65d6-4031-b810-9415101f2e21" providerId="AD" clId="Web-{28E3F724-1D2C-4475-B933-E413A6E994B5}" dt="2020-12-06T06:23:15.559" v="348"/>
          <ac:inkMkLst>
            <pc:docMk/>
            <pc:sldMk cId="0" sldId="449"/>
            <ac:inkMk id="25" creationId="{C761CFDE-A30F-40F7-9FEF-67FBFB1637C7}"/>
          </ac:inkMkLst>
        </pc:inkChg>
        <pc:inkChg chg="add">
          <ac:chgData name="Md. Nahid Hasan" userId="S::nahid@vu.edu.bd::85ea5f9e-65d6-4031-b810-9415101f2e21" providerId="AD" clId="Web-{28E3F724-1D2C-4475-B933-E413A6E994B5}" dt="2020-12-06T06:23:16.278" v="349"/>
          <ac:inkMkLst>
            <pc:docMk/>
            <pc:sldMk cId="0" sldId="449"/>
            <ac:inkMk id="26" creationId="{3711D527-0E8A-4EE1-9D7B-5983A06C49CF}"/>
          </ac:inkMkLst>
        </pc:inkChg>
        <pc:inkChg chg="add">
          <ac:chgData name="Md. Nahid Hasan" userId="S::nahid@vu.edu.bd::85ea5f9e-65d6-4031-b810-9415101f2e21" providerId="AD" clId="Web-{28E3F724-1D2C-4475-B933-E413A6E994B5}" dt="2020-12-06T06:23:18.746" v="350"/>
          <ac:inkMkLst>
            <pc:docMk/>
            <pc:sldMk cId="0" sldId="449"/>
            <ac:inkMk id="27" creationId="{3EDE0B69-80A6-4EFB-9528-2036AEE6A7EE}"/>
          </ac:inkMkLst>
        </pc:inkChg>
        <pc:inkChg chg="add">
          <ac:chgData name="Md. Nahid Hasan" userId="S::nahid@vu.edu.bd::85ea5f9e-65d6-4031-b810-9415101f2e21" providerId="AD" clId="Web-{28E3F724-1D2C-4475-B933-E413A6E994B5}" dt="2020-12-06T06:23:19.981" v="351"/>
          <ac:inkMkLst>
            <pc:docMk/>
            <pc:sldMk cId="0" sldId="449"/>
            <ac:inkMk id="28" creationId="{43BC3F6A-1E1A-480A-B6A1-8BBF84D404A3}"/>
          </ac:inkMkLst>
        </pc:inkChg>
        <pc:inkChg chg="add">
          <ac:chgData name="Md. Nahid Hasan" userId="S::nahid@vu.edu.bd::85ea5f9e-65d6-4031-b810-9415101f2e21" providerId="AD" clId="Web-{28E3F724-1D2C-4475-B933-E413A6E994B5}" dt="2020-12-06T06:23:21.809" v="352"/>
          <ac:inkMkLst>
            <pc:docMk/>
            <pc:sldMk cId="0" sldId="449"/>
            <ac:inkMk id="29" creationId="{93B695AA-DEB3-406F-97FC-1FF24DAFA025}"/>
          </ac:inkMkLst>
        </pc:inkChg>
        <pc:inkChg chg="add">
          <ac:chgData name="Md. Nahid Hasan" userId="S::nahid@vu.edu.bd::85ea5f9e-65d6-4031-b810-9415101f2e21" providerId="AD" clId="Web-{28E3F724-1D2C-4475-B933-E413A6E994B5}" dt="2020-12-06T06:23:21.824" v="353"/>
          <ac:inkMkLst>
            <pc:docMk/>
            <pc:sldMk cId="0" sldId="449"/>
            <ac:inkMk id="30" creationId="{C759B5C3-0984-40FA-9A84-DD88A04EE255}"/>
          </ac:inkMkLst>
        </pc:inkChg>
        <pc:inkChg chg="add">
          <ac:chgData name="Md. Nahid Hasan" userId="S::nahid@vu.edu.bd::85ea5f9e-65d6-4031-b810-9415101f2e21" providerId="AD" clId="Web-{28E3F724-1D2C-4475-B933-E413A6E994B5}" dt="2020-12-06T06:23:24.012" v="354"/>
          <ac:inkMkLst>
            <pc:docMk/>
            <pc:sldMk cId="0" sldId="449"/>
            <ac:inkMk id="31" creationId="{F5DB9FEF-CEB7-4986-8D40-D551FB89793D}"/>
          </ac:inkMkLst>
        </pc:inkChg>
        <pc:inkChg chg="add">
          <ac:chgData name="Md. Nahid Hasan" userId="S::nahid@vu.edu.bd::85ea5f9e-65d6-4031-b810-9415101f2e21" providerId="AD" clId="Web-{28E3F724-1D2C-4475-B933-E413A6E994B5}" dt="2020-12-06T06:23:26.137" v="355"/>
          <ac:inkMkLst>
            <pc:docMk/>
            <pc:sldMk cId="0" sldId="449"/>
            <ac:inkMk id="32" creationId="{0361B1F4-C6B2-4A20-A26F-A5EA0DD5ACA7}"/>
          </ac:inkMkLst>
        </pc:inkChg>
        <pc:inkChg chg="add">
          <ac:chgData name="Md. Nahid Hasan" userId="S::nahid@vu.edu.bd::85ea5f9e-65d6-4031-b810-9415101f2e21" providerId="AD" clId="Web-{28E3F724-1D2C-4475-B933-E413A6E994B5}" dt="2020-12-06T06:23:31.715" v="356"/>
          <ac:inkMkLst>
            <pc:docMk/>
            <pc:sldMk cId="0" sldId="449"/>
            <ac:inkMk id="33" creationId="{AC70AD3A-9623-47D6-B8D2-E6CE964EAACF}"/>
          </ac:inkMkLst>
        </pc:inkChg>
        <pc:inkChg chg="add">
          <ac:chgData name="Md. Nahid Hasan" userId="S::nahid@vu.edu.bd::85ea5f9e-65d6-4031-b810-9415101f2e21" providerId="AD" clId="Web-{28E3F724-1D2C-4475-B933-E413A6E994B5}" dt="2020-12-06T06:23:39.887" v="357"/>
          <ac:inkMkLst>
            <pc:docMk/>
            <pc:sldMk cId="0" sldId="449"/>
            <ac:inkMk id="34" creationId="{04E0FA26-2890-4185-8DFC-7BACCA9F1D9A}"/>
          </ac:inkMkLst>
        </pc:inkChg>
        <pc:inkChg chg="add">
          <ac:chgData name="Md. Nahid Hasan" userId="S::nahid@vu.edu.bd::85ea5f9e-65d6-4031-b810-9415101f2e21" providerId="AD" clId="Web-{28E3F724-1D2C-4475-B933-E413A6E994B5}" dt="2020-12-06T06:23:43.559" v="358"/>
          <ac:inkMkLst>
            <pc:docMk/>
            <pc:sldMk cId="0" sldId="449"/>
            <ac:inkMk id="35" creationId="{13D0618D-1BFF-48FE-8843-716B50FF58BE}"/>
          </ac:inkMkLst>
        </pc:inkChg>
        <pc:inkChg chg="add">
          <ac:chgData name="Md. Nahid Hasan" userId="S::nahid@vu.edu.bd::85ea5f9e-65d6-4031-b810-9415101f2e21" providerId="AD" clId="Web-{28E3F724-1D2C-4475-B933-E413A6E994B5}" dt="2020-12-06T06:23:49.043" v="359"/>
          <ac:inkMkLst>
            <pc:docMk/>
            <pc:sldMk cId="0" sldId="449"/>
            <ac:inkMk id="36" creationId="{9558FAD2-AEFF-44E7-91A2-D39A2DD4C855}"/>
          </ac:inkMkLst>
        </pc:inkChg>
        <pc:inkChg chg="add">
          <ac:chgData name="Md. Nahid Hasan" userId="S::nahid@vu.edu.bd::85ea5f9e-65d6-4031-b810-9415101f2e21" providerId="AD" clId="Web-{28E3F724-1D2C-4475-B933-E413A6E994B5}" dt="2020-12-06T06:23:50.075" v="360"/>
          <ac:inkMkLst>
            <pc:docMk/>
            <pc:sldMk cId="0" sldId="449"/>
            <ac:inkMk id="37" creationId="{C4B00F94-F6A8-44B2-877B-6874ED5E0BD7}"/>
          </ac:inkMkLst>
        </pc:inkChg>
        <pc:inkChg chg="add">
          <ac:chgData name="Md. Nahid Hasan" userId="S::nahid@vu.edu.bd::85ea5f9e-65d6-4031-b810-9415101f2e21" providerId="AD" clId="Web-{28E3F724-1D2C-4475-B933-E413A6E994B5}" dt="2020-12-06T06:23:54.793" v="361"/>
          <ac:inkMkLst>
            <pc:docMk/>
            <pc:sldMk cId="0" sldId="449"/>
            <ac:inkMk id="38" creationId="{4396DBDA-B5E1-4D82-9090-3102AD2E01B1}"/>
          </ac:inkMkLst>
        </pc:inkChg>
        <pc:inkChg chg="add">
          <ac:chgData name="Md. Nahid Hasan" userId="S::nahid@vu.edu.bd::85ea5f9e-65d6-4031-b810-9415101f2e21" providerId="AD" clId="Web-{28E3F724-1D2C-4475-B933-E413A6E994B5}" dt="2020-12-06T06:23:54.809" v="362"/>
          <ac:inkMkLst>
            <pc:docMk/>
            <pc:sldMk cId="0" sldId="449"/>
            <ac:inkMk id="39" creationId="{1DC9B695-6357-46D8-9483-79CFF20FB31C}"/>
          </ac:inkMkLst>
        </pc:inkChg>
        <pc:inkChg chg="add">
          <ac:chgData name="Md. Nahid Hasan" userId="S::nahid@vu.edu.bd::85ea5f9e-65d6-4031-b810-9415101f2e21" providerId="AD" clId="Web-{28E3F724-1D2C-4475-B933-E413A6E994B5}" dt="2020-12-06T06:23:54.825" v="363"/>
          <ac:inkMkLst>
            <pc:docMk/>
            <pc:sldMk cId="0" sldId="449"/>
            <ac:inkMk id="40" creationId="{37DB4C3D-F8E9-4530-A8E8-BFBE31783DB1}"/>
          </ac:inkMkLst>
        </pc:inkChg>
        <pc:inkChg chg="add">
          <ac:chgData name="Md. Nahid Hasan" userId="S::nahid@vu.edu.bd::85ea5f9e-65d6-4031-b810-9415101f2e21" providerId="AD" clId="Web-{28E3F724-1D2C-4475-B933-E413A6E994B5}" dt="2020-12-06T06:23:54.840" v="364"/>
          <ac:inkMkLst>
            <pc:docMk/>
            <pc:sldMk cId="0" sldId="449"/>
            <ac:inkMk id="41" creationId="{68CAE1BE-6DB1-43DD-AB7C-70B10CE91560}"/>
          </ac:inkMkLst>
        </pc:inkChg>
        <pc:inkChg chg="add">
          <ac:chgData name="Md. Nahid Hasan" userId="S::nahid@vu.edu.bd::85ea5f9e-65d6-4031-b810-9415101f2e21" providerId="AD" clId="Web-{28E3F724-1D2C-4475-B933-E413A6E994B5}" dt="2020-12-06T06:23:54.856" v="365"/>
          <ac:inkMkLst>
            <pc:docMk/>
            <pc:sldMk cId="0" sldId="449"/>
            <ac:inkMk id="42" creationId="{F24ED84B-7029-4B50-B995-83621BB349A0}"/>
          </ac:inkMkLst>
        </pc:inkChg>
        <pc:inkChg chg="add">
          <ac:chgData name="Md. Nahid Hasan" userId="S::nahid@vu.edu.bd::85ea5f9e-65d6-4031-b810-9415101f2e21" providerId="AD" clId="Web-{28E3F724-1D2C-4475-B933-E413A6E994B5}" dt="2020-12-06T06:23:54.871" v="366"/>
          <ac:inkMkLst>
            <pc:docMk/>
            <pc:sldMk cId="0" sldId="449"/>
            <ac:inkMk id="43" creationId="{AB264992-495F-49D4-A729-AFF63EE5E0D0}"/>
          </ac:inkMkLst>
        </pc:inkChg>
        <pc:inkChg chg="add">
          <ac:chgData name="Md. Nahid Hasan" userId="S::nahid@vu.edu.bd::85ea5f9e-65d6-4031-b810-9415101f2e21" providerId="AD" clId="Web-{28E3F724-1D2C-4475-B933-E413A6E994B5}" dt="2020-12-06T06:23:57.825" v="367"/>
          <ac:inkMkLst>
            <pc:docMk/>
            <pc:sldMk cId="0" sldId="449"/>
            <ac:inkMk id="44" creationId="{6DDBEA19-06CB-4663-88E9-3BCA78C96F42}"/>
          </ac:inkMkLst>
        </pc:inkChg>
        <pc:inkChg chg="add">
          <ac:chgData name="Md. Nahid Hasan" userId="S::nahid@vu.edu.bd::85ea5f9e-65d6-4031-b810-9415101f2e21" providerId="AD" clId="Web-{28E3F724-1D2C-4475-B933-E413A6E994B5}" dt="2020-12-06T06:23:57.840" v="368"/>
          <ac:inkMkLst>
            <pc:docMk/>
            <pc:sldMk cId="0" sldId="449"/>
            <ac:inkMk id="45" creationId="{2B12C994-8A4A-4B68-B59F-69DE758F3058}"/>
          </ac:inkMkLst>
        </pc:inkChg>
        <pc:inkChg chg="add">
          <ac:chgData name="Md. Nahid Hasan" userId="S::nahid@vu.edu.bd::85ea5f9e-65d6-4031-b810-9415101f2e21" providerId="AD" clId="Web-{28E3F724-1D2C-4475-B933-E413A6E994B5}" dt="2020-12-06T06:23:57.856" v="369"/>
          <ac:inkMkLst>
            <pc:docMk/>
            <pc:sldMk cId="0" sldId="449"/>
            <ac:inkMk id="46" creationId="{50B587FB-DBA9-4319-9FF2-52F843CED46E}"/>
          </ac:inkMkLst>
        </pc:inkChg>
        <pc:inkChg chg="add">
          <ac:chgData name="Md. Nahid Hasan" userId="S::nahid@vu.edu.bd::85ea5f9e-65d6-4031-b810-9415101f2e21" providerId="AD" clId="Web-{28E3F724-1D2C-4475-B933-E413A6E994B5}" dt="2020-12-06T06:23:57.871" v="370"/>
          <ac:inkMkLst>
            <pc:docMk/>
            <pc:sldMk cId="0" sldId="449"/>
            <ac:inkMk id="47" creationId="{363177E1-A8E3-4CC0-9038-64A1EAB65518}"/>
          </ac:inkMkLst>
        </pc:inkChg>
        <pc:inkChg chg="add">
          <ac:chgData name="Md. Nahid Hasan" userId="S::nahid@vu.edu.bd::85ea5f9e-65d6-4031-b810-9415101f2e21" providerId="AD" clId="Web-{28E3F724-1D2C-4475-B933-E413A6E994B5}" dt="2020-12-06T06:23:58.996" v="371"/>
          <ac:inkMkLst>
            <pc:docMk/>
            <pc:sldMk cId="0" sldId="449"/>
            <ac:inkMk id="48" creationId="{40D7B663-A776-4D6B-B5C7-94B205E1708C}"/>
          </ac:inkMkLst>
        </pc:inkChg>
        <pc:inkChg chg="add">
          <ac:chgData name="Md. Nahid Hasan" userId="S::nahid@vu.edu.bd::85ea5f9e-65d6-4031-b810-9415101f2e21" providerId="AD" clId="Web-{28E3F724-1D2C-4475-B933-E413A6E994B5}" dt="2020-12-06T06:23:59.012" v="372"/>
          <ac:inkMkLst>
            <pc:docMk/>
            <pc:sldMk cId="0" sldId="449"/>
            <ac:inkMk id="49" creationId="{738B0F4C-4775-496C-81C8-3864D9BEE5F5}"/>
          </ac:inkMkLst>
        </pc:inkChg>
        <pc:inkChg chg="add">
          <ac:chgData name="Md. Nahid Hasan" userId="S::nahid@vu.edu.bd::85ea5f9e-65d6-4031-b810-9415101f2e21" providerId="AD" clId="Web-{28E3F724-1D2C-4475-B933-E413A6E994B5}" dt="2020-12-06T06:24:04.372" v="373"/>
          <ac:inkMkLst>
            <pc:docMk/>
            <pc:sldMk cId="0" sldId="449"/>
            <ac:inkMk id="50" creationId="{F5CA5C8D-6AB8-4C97-B36D-A5E7499929CE}"/>
          </ac:inkMkLst>
        </pc:inkChg>
        <pc:inkChg chg="add">
          <ac:chgData name="Md. Nahid Hasan" userId="S::nahid@vu.edu.bd::85ea5f9e-65d6-4031-b810-9415101f2e21" providerId="AD" clId="Web-{28E3F724-1D2C-4475-B933-E413A6E994B5}" dt="2020-12-06T06:24:05.653" v="374"/>
          <ac:inkMkLst>
            <pc:docMk/>
            <pc:sldMk cId="0" sldId="449"/>
            <ac:inkMk id="51" creationId="{5F0C8134-E42F-41FF-8DE7-DFA3CFA23E4A}"/>
          </ac:inkMkLst>
        </pc:inkChg>
        <pc:inkChg chg="add">
          <ac:chgData name="Md. Nahid Hasan" userId="S::nahid@vu.edu.bd::85ea5f9e-65d6-4031-b810-9415101f2e21" providerId="AD" clId="Web-{28E3F724-1D2C-4475-B933-E413A6E994B5}" dt="2020-12-06T06:24:12.981" v="375"/>
          <ac:inkMkLst>
            <pc:docMk/>
            <pc:sldMk cId="0" sldId="449"/>
            <ac:inkMk id="52" creationId="{9A5B64B5-8C94-4A78-B707-3F75FF60F30B}"/>
          </ac:inkMkLst>
        </pc:inkChg>
        <pc:inkChg chg="add">
          <ac:chgData name="Md. Nahid Hasan" userId="S::nahid@vu.edu.bd::85ea5f9e-65d6-4031-b810-9415101f2e21" providerId="AD" clId="Web-{28E3F724-1D2C-4475-B933-E413A6E994B5}" dt="2020-12-06T06:24:12.997" v="376"/>
          <ac:inkMkLst>
            <pc:docMk/>
            <pc:sldMk cId="0" sldId="449"/>
            <ac:inkMk id="53" creationId="{64145CB5-1226-4EE6-BD31-B7422E69B6BA}"/>
          </ac:inkMkLst>
        </pc:inkChg>
        <pc:inkChg chg="add">
          <ac:chgData name="Md. Nahid Hasan" userId="S::nahid@vu.edu.bd::85ea5f9e-65d6-4031-b810-9415101f2e21" providerId="AD" clId="Web-{28E3F724-1D2C-4475-B933-E413A6E994B5}" dt="2020-12-06T06:24:17.481" v="377"/>
          <ac:inkMkLst>
            <pc:docMk/>
            <pc:sldMk cId="0" sldId="449"/>
            <ac:inkMk id="54" creationId="{F0A22DBB-8520-4AE8-BEE9-27A5F4A6C7E0}"/>
          </ac:inkMkLst>
        </pc:inkChg>
        <pc:inkChg chg="add">
          <ac:chgData name="Md. Nahid Hasan" userId="S::nahid@vu.edu.bd::85ea5f9e-65d6-4031-b810-9415101f2e21" providerId="AD" clId="Web-{28E3F724-1D2C-4475-B933-E413A6E994B5}" dt="2020-12-06T06:24:17.497" v="378"/>
          <ac:inkMkLst>
            <pc:docMk/>
            <pc:sldMk cId="0" sldId="449"/>
            <ac:inkMk id="55" creationId="{783D6932-C5B9-4FAB-A93D-282CECA002A7}"/>
          </ac:inkMkLst>
        </pc:inkChg>
        <pc:inkChg chg="add">
          <ac:chgData name="Md. Nahid Hasan" userId="S::nahid@vu.edu.bd::85ea5f9e-65d6-4031-b810-9415101f2e21" providerId="AD" clId="Web-{28E3F724-1D2C-4475-B933-E413A6E994B5}" dt="2020-12-06T06:24:17.512" v="379"/>
          <ac:inkMkLst>
            <pc:docMk/>
            <pc:sldMk cId="0" sldId="449"/>
            <ac:inkMk id="56" creationId="{7FDCFE67-C338-49B2-A8F8-2049391D55F2}"/>
          </ac:inkMkLst>
        </pc:inkChg>
        <pc:inkChg chg="add">
          <ac:chgData name="Md. Nahid Hasan" userId="S::nahid@vu.edu.bd::85ea5f9e-65d6-4031-b810-9415101f2e21" providerId="AD" clId="Web-{28E3F724-1D2C-4475-B933-E413A6E994B5}" dt="2020-12-06T06:24:17.528" v="380"/>
          <ac:inkMkLst>
            <pc:docMk/>
            <pc:sldMk cId="0" sldId="449"/>
            <ac:inkMk id="57" creationId="{B200F343-D0BF-4F27-AF4C-4111B48FB1B0}"/>
          </ac:inkMkLst>
        </pc:inkChg>
        <pc:inkChg chg="add">
          <ac:chgData name="Md. Nahid Hasan" userId="S::nahid@vu.edu.bd::85ea5f9e-65d6-4031-b810-9415101f2e21" providerId="AD" clId="Web-{28E3F724-1D2C-4475-B933-E413A6E994B5}" dt="2020-12-06T06:24:17.543" v="381"/>
          <ac:inkMkLst>
            <pc:docMk/>
            <pc:sldMk cId="0" sldId="449"/>
            <ac:inkMk id="58" creationId="{FB407B26-BAE8-417E-88CC-05AB036F9584}"/>
          </ac:inkMkLst>
        </pc:inkChg>
        <pc:inkChg chg="add">
          <ac:chgData name="Md. Nahid Hasan" userId="S::nahid@vu.edu.bd::85ea5f9e-65d6-4031-b810-9415101f2e21" providerId="AD" clId="Web-{28E3F724-1D2C-4475-B933-E413A6E994B5}" dt="2020-12-06T06:24:17.559" v="382"/>
          <ac:inkMkLst>
            <pc:docMk/>
            <pc:sldMk cId="0" sldId="449"/>
            <ac:inkMk id="59" creationId="{D697AFE4-3F65-4BAE-A175-F4B13E92B070}"/>
          </ac:inkMkLst>
        </pc:inkChg>
        <pc:inkChg chg="add">
          <ac:chgData name="Md. Nahid Hasan" userId="S::nahid@vu.edu.bd::85ea5f9e-65d6-4031-b810-9415101f2e21" providerId="AD" clId="Web-{28E3F724-1D2C-4475-B933-E413A6E994B5}" dt="2020-12-06T06:24:17.575" v="383"/>
          <ac:inkMkLst>
            <pc:docMk/>
            <pc:sldMk cId="0" sldId="449"/>
            <ac:inkMk id="60" creationId="{C1495312-6D02-468E-B179-E37C32562E69}"/>
          </ac:inkMkLst>
        </pc:inkChg>
        <pc:inkChg chg="add">
          <ac:chgData name="Md. Nahid Hasan" userId="S::nahid@vu.edu.bd::85ea5f9e-65d6-4031-b810-9415101f2e21" providerId="AD" clId="Web-{28E3F724-1D2C-4475-B933-E413A6E994B5}" dt="2020-12-06T06:24:17.590" v="384"/>
          <ac:inkMkLst>
            <pc:docMk/>
            <pc:sldMk cId="0" sldId="449"/>
            <ac:inkMk id="61" creationId="{8EE75254-AA94-4D23-9101-F576DA535F5C}"/>
          </ac:inkMkLst>
        </pc:inkChg>
        <pc:inkChg chg="add">
          <ac:chgData name="Md. Nahid Hasan" userId="S::nahid@vu.edu.bd::85ea5f9e-65d6-4031-b810-9415101f2e21" providerId="AD" clId="Web-{28E3F724-1D2C-4475-B933-E413A6E994B5}" dt="2020-12-06T06:24:17.622" v="385"/>
          <ac:inkMkLst>
            <pc:docMk/>
            <pc:sldMk cId="0" sldId="449"/>
            <ac:inkMk id="62" creationId="{9C74BD16-C522-4223-B10E-4C8C70B19F45}"/>
          </ac:inkMkLst>
        </pc:inkChg>
        <pc:inkChg chg="add">
          <ac:chgData name="Md. Nahid Hasan" userId="S::nahid@vu.edu.bd::85ea5f9e-65d6-4031-b810-9415101f2e21" providerId="AD" clId="Web-{28E3F724-1D2C-4475-B933-E413A6E994B5}" dt="2020-12-06T06:24:17.637" v="386"/>
          <ac:inkMkLst>
            <pc:docMk/>
            <pc:sldMk cId="0" sldId="449"/>
            <ac:inkMk id="63" creationId="{285B143B-4258-429D-B4C5-7089E6B9D362}"/>
          </ac:inkMkLst>
        </pc:inkChg>
        <pc:inkChg chg="add">
          <ac:chgData name="Md. Nahid Hasan" userId="S::nahid@vu.edu.bd::85ea5f9e-65d6-4031-b810-9415101f2e21" providerId="AD" clId="Web-{28E3F724-1D2C-4475-B933-E413A6E994B5}" dt="2020-12-06T06:24:19.059" v="387"/>
          <ac:inkMkLst>
            <pc:docMk/>
            <pc:sldMk cId="0" sldId="449"/>
            <ac:inkMk id="69632" creationId="{95DA01F1-0C4A-4C0F-A862-0065D91EA5EA}"/>
          </ac:inkMkLst>
        </pc:inkChg>
        <pc:inkChg chg="add">
          <ac:chgData name="Md. Nahid Hasan" userId="S::nahid@vu.edu.bd::85ea5f9e-65d6-4031-b810-9415101f2e21" providerId="AD" clId="Web-{28E3F724-1D2C-4475-B933-E413A6E994B5}" dt="2020-12-06T06:24:19.075" v="388"/>
          <ac:inkMkLst>
            <pc:docMk/>
            <pc:sldMk cId="0" sldId="449"/>
            <ac:inkMk id="69633" creationId="{0EF396D4-67EE-4495-953C-BD6A53FDCE7F}"/>
          </ac:inkMkLst>
        </pc:inkChg>
        <pc:inkChg chg="add">
          <ac:chgData name="Md. Nahid Hasan" userId="S::nahid@vu.edu.bd::85ea5f9e-65d6-4031-b810-9415101f2e21" providerId="AD" clId="Web-{28E3F724-1D2C-4475-B933-E413A6E994B5}" dt="2020-12-06T06:24:21.372" v="389"/>
          <ac:inkMkLst>
            <pc:docMk/>
            <pc:sldMk cId="0" sldId="449"/>
            <ac:inkMk id="69636" creationId="{2EA18B5D-BA15-4786-833D-4166EE124E0A}"/>
          </ac:inkMkLst>
        </pc:inkChg>
        <pc:inkChg chg="add">
          <ac:chgData name="Md. Nahid Hasan" userId="S::nahid@vu.edu.bd::85ea5f9e-65d6-4031-b810-9415101f2e21" providerId="AD" clId="Web-{28E3F724-1D2C-4475-B933-E413A6E994B5}" dt="2020-12-06T06:24:28.184" v="390"/>
          <ac:inkMkLst>
            <pc:docMk/>
            <pc:sldMk cId="0" sldId="449"/>
            <ac:inkMk id="69637" creationId="{E6543EB1-F24B-4945-869E-43E2240DC2BA}"/>
          </ac:inkMkLst>
        </pc:inkChg>
        <pc:inkChg chg="add">
          <ac:chgData name="Md. Nahid Hasan" userId="S::nahid@vu.edu.bd::85ea5f9e-65d6-4031-b810-9415101f2e21" providerId="AD" clId="Web-{28E3F724-1D2C-4475-B933-E413A6E994B5}" dt="2020-12-06T06:24:29.543" v="391"/>
          <ac:inkMkLst>
            <pc:docMk/>
            <pc:sldMk cId="0" sldId="449"/>
            <ac:inkMk id="69638" creationId="{86C9A715-FFE4-49BC-BF92-665B19811FD7}"/>
          </ac:inkMkLst>
        </pc:inkChg>
        <pc:inkChg chg="add">
          <ac:chgData name="Md. Nahid Hasan" userId="S::nahid@vu.edu.bd::85ea5f9e-65d6-4031-b810-9415101f2e21" providerId="AD" clId="Web-{28E3F724-1D2C-4475-B933-E413A6E994B5}" dt="2020-12-06T06:24:36.637" v="392"/>
          <ac:inkMkLst>
            <pc:docMk/>
            <pc:sldMk cId="0" sldId="449"/>
            <ac:inkMk id="69639" creationId="{8E1087FA-AD2C-4B30-97DD-D7E1422FBE6B}"/>
          </ac:inkMkLst>
        </pc:inkChg>
        <pc:inkChg chg="add">
          <ac:chgData name="Md. Nahid Hasan" userId="S::nahid@vu.edu.bd::85ea5f9e-65d6-4031-b810-9415101f2e21" providerId="AD" clId="Web-{28E3F724-1D2C-4475-B933-E413A6E994B5}" dt="2020-12-06T06:24:36.653" v="393"/>
          <ac:inkMkLst>
            <pc:docMk/>
            <pc:sldMk cId="0" sldId="449"/>
            <ac:inkMk id="69640" creationId="{EBF9E800-7D62-48DC-8660-C96954E0E5CD}"/>
          </ac:inkMkLst>
        </pc:inkChg>
        <pc:inkChg chg="add">
          <ac:chgData name="Md. Nahid Hasan" userId="S::nahid@vu.edu.bd::85ea5f9e-65d6-4031-b810-9415101f2e21" providerId="AD" clId="Web-{28E3F724-1D2C-4475-B933-E413A6E994B5}" dt="2020-12-06T06:24:36.668" v="394"/>
          <ac:inkMkLst>
            <pc:docMk/>
            <pc:sldMk cId="0" sldId="449"/>
            <ac:inkMk id="69641" creationId="{8397A7D4-1196-41E9-9C2C-BC0ACDA9730E}"/>
          </ac:inkMkLst>
        </pc:inkChg>
        <pc:inkChg chg="add">
          <ac:chgData name="Md. Nahid Hasan" userId="S::nahid@vu.edu.bd::85ea5f9e-65d6-4031-b810-9415101f2e21" providerId="AD" clId="Web-{28E3F724-1D2C-4475-B933-E413A6E994B5}" dt="2020-12-06T06:24:36.684" v="395"/>
          <ac:inkMkLst>
            <pc:docMk/>
            <pc:sldMk cId="0" sldId="449"/>
            <ac:inkMk id="69642" creationId="{221E3199-57C2-4C7B-820D-77E6FD201E0D}"/>
          </ac:inkMkLst>
        </pc:inkChg>
        <pc:inkChg chg="add">
          <ac:chgData name="Md. Nahid Hasan" userId="S::nahid@vu.edu.bd::85ea5f9e-65d6-4031-b810-9415101f2e21" providerId="AD" clId="Web-{28E3F724-1D2C-4475-B933-E413A6E994B5}" dt="2020-12-06T06:24:40.856" v="396"/>
          <ac:inkMkLst>
            <pc:docMk/>
            <pc:sldMk cId="0" sldId="449"/>
            <ac:inkMk id="69643" creationId="{BFCA2606-1E1C-4E3C-91AA-E9DFC44650BE}"/>
          </ac:inkMkLst>
        </pc:inkChg>
        <pc:inkChg chg="add">
          <ac:chgData name="Md. Nahid Hasan" userId="S::nahid@vu.edu.bd::85ea5f9e-65d6-4031-b810-9415101f2e21" providerId="AD" clId="Web-{28E3F724-1D2C-4475-B933-E413A6E994B5}" dt="2020-12-06T06:24:40.872" v="397"/>
          <ac:inkMkLst>
            <pc:docMk/>
            <pc:sldMk cId="0" sldId="449"/>
            <ac:inkMk id="69644" creationId="{A610257B-ACDB-4070-9EFC-2705919B4F9C}"/>
          </ac:inkMkLst>
        </pc:inkChg>
        <pc:inkChg chg="add">
          <ac:chgData name="Md. Nahid Hasan" userId="S::nahid@vu.edu.bd::85ea5f9e-65d6-4031-b810-9415101f2e21" providerId="AD" clId="Web-{28E3F724-1D2C-4475-B933-E413A6E994B5}" dt="2020-12-06T06:24:40.903" v="398"/>
          <ac:inkMkLst>
            <pc:docMk/>
            <pc:sldMk cId="0" sldId="449"/>
            <ac:inkMk id="69645" creationId="{4D8CD5B7-B575-4F1F-A03C-7862C10B8DE1}"/>
          </ac:inkMkLst>
        </pc:inkChg>
        <pc:inkChg chg="add">
          <ac:chgData name="Md. Nahid Hasan" userId="S::nahid@vu.edu.bd::85ea5f9e-65d6-4031-b810-9415101f2e21" providerId="AD" clId="Web-{28E3F724-1D2C-4475-B933-E413A6E994B5}" dt="2020-12-06T06:24:40.919" v="399"/>
          <ac:inkMkLst>
            <pc:docMk/>
            <pc:sldMk cId="0" sldId="449"/>
            <ac:inkMk id="69646" creationId="{457EEF53-1E17-4AC9-B679-D8C46723EA17}"/>
          </ac:inkMkLst>
        </pc:inkChg>
        <pc:inkChg chg="add">
          <ac:chgData name="Md. Nahid Hasan" userId="S::nahid@vu.edu.bd::85ea5f9e-65d6-4031-b810-9415101f2e21" providerId="AD" clId="Web-{28E3F724-1D2C-4475-B933-E413A6E994B5}" dt="2020-12-06T06:24:40.934" v="400"/>
          <ac:inkMkLst>
            <pc:docMk/>
            <pc:sldMk cId="0" sldId="449"/>
            <ac:inkMk id="69647" creationId="{5F1EB570-4679-4E07-87DC-0CCF946D72C9}"/>
          </ac:inkMkLst>
        </pc:inkChg>
        <pc:inkChg chg="add">
          <ac:chgData name="Md. Nahid Hasan" userId="S::nahid@vu.edu.bd::85ea5f9e-65d6-4031-b810-9415101f2e21" providerId="AD" clId="Web-{28E3F724-1D2C-4475-B933-E413A6E994B5}" dt="2020-12-06T06:24:40.950" v="401"/>
          <ac:inkMkLst>
            <pc:docMk/>
            <pc:sldMk cId="0" sldId="449"/>
            <ac:inkMk id="69648" creationId="{99B25B90-CAA9-4F89-A90C-F5D3483CD472}"/>
          </ac:inkMkLst>
        </pc:inkChg>
        <pc:inkChg chg="add">
          <ac:chgData name="Md. Nahid Hasan" userId="S::nahid@vu.edu.bd::85ea5f9e-65d6-4031-b810-9415101f2e21" providerId="AD" clId="Web-{28E3F724-1D2C-4475-B933-E413A6E994B5}" dt="2020-12-06T06:24:40.965" v="402"/>
          <ac:inkMkLst>
            <pc:docMk/>
            <pc:sldMk cId="0" sldId="449"/>
            <ac:inkMk id="69649" creationId="{7B6129CA-AE0E-40D2-89B5-74BE41070562}"/>
          </ac:inkMkLst>
        </pc:inkChg>
        <pc:inkChg chg="add">
          <ac:chgData name="Md. Nahid Hasan" userId="S::nahid@vu.edu.bd::85ea5f9e-65d6-4031-b810-9415101f2e21" providerId="AD" clId="Web-{28E3F724-1D2C-4475-B933-E413A6E994B5}" dt="2020-12-06T06:24:40.981" v="403"/>
          <ac:inkMkLst>
            <pc:docMk/>
            <pc:sldMk cId="0" sldId="449"/>
            <ac:inkMk id="69650" creationId="{8BC7EB88-27D6-4FCA-9B5D-40253157D00F}"/>
          </ac:inkMkLst>
        </pc:inkChg>
        <pc:inkChg chg="add">
          <ac:chgData name="Md. Nahid Hasan" userId="S::nahid@vu.edu.bd::85ea5f9e-65d6-4031-b810-9415101f2e21" providerId="AD" clId="Web-{28E3F724-1D2C-4475-B933-E413A6E994B5}" dt="2020-12-06T06:24:42.747" v="404"/>
          <ac:inkMkLst>
            <pc:docMk/>
            <pc:sldMk cId="0" sldId="449"/>
            <ac:inkMk id="69651" creationId="{7654C976-9E35-44BB-867F-883C520844F4}"/>
          </ac:inkMkLst>
        </pc:inkChg>
        <pc:inkChg chg="add">
          <ac:chgData name="Md. Nahid Hasan" userId="S::nahid@vu.edu.bd::85ea5f9e-65d6-4031-b810-9415101f2e21" providerId="AD" clId="Web-{28E3F724-1D2C-4475-B933-E413A6E994B5}" dt="2020-12-06T06:24:42.762" v="405"/>
          <ac:inkMkLst>
            <pc:docMk/>
            <pc:sldMk cId="0" sldId="449"/>
            <ac:inkMk id="69652" creationId="{5A7A9958-4DF0-4B7A-A0EC-A515A07D5B74}"/>
          </ac:inkMkLst>
        </pc:inkChg>
        <pc:inkChg chg="add">
          <ac:chgData name="Md. Nahid Hasan" userId="S::nahid@vu.edu.bd::85ea5f9e-65d6-4031-b810-9415101f2e21" providerId="AD" clId="Web-{28E3F724-1D2C-4475-B933-E413A6E994B5}" dt="2020-12-06T06:24:42.778" v="406"/>
          <ac:inkMkLst>
            <pc:docMk/>
            <pc:sldMk cId="0" sldId="449"/>
            <ac:inkMk id="69653" creationId="{2E381539-527A-4CFD-92D4-DD672D44E078}"/>
          </ac:inkMkLst>
        </pc:inkChg>
        <pc:inkChg chg="add">
          <ac:chgData name="Md. Nahid Hasan" userId="S::nahid@vu.edu.bd::85ea5f9e-65d6-4031-b810-9415101f2e21" providerId="AD" clId="Web-{28E3F724-1D2C-4475-B933-E413A6E994B5}" dt="2020-12-06T06:24:42.794" v="407"/>
          <ac:inkMkLst>
            <pc:docMk/>
            <pc:sldMk cId="0" sldId="449"/>
            <ac:inkMk id="69654" creationId="{A77EEA21-145B-4A67-BF8A-60012945CF6D}"/>
          </ac:inkMkLst>
        </pc:inkChg>
        <pc:inkChg chg="add">
          <ac:chgData name="Md. Nahid Hasan" userId="S::nahid@vu.edu.bd::85ea5f9e-65d6-4031-b810-9415101f2e21" providerId="AD" clId="Web-{28E3F724-1D2C-4475-B933-E413A6E994B5}" dt="2020-12-06T06:24:45.247" v="408"/>
          <ac:inkMkLst>
            <pc:docMk/>
            <pc:sldMk cId="0" sldId="449"/>
            <ac:inkMk id="69655" creationId="{4A3A3497-5AF5-47A4-8BFD-F0F19FBFBA53}"/>
          </ac:inkMkLst>
        </pc:inkChg>
        <pc:inkChg chg="add">
          <ac:chgData name="Md. Nahid Hasan" userId="S::nahid@vu.edu.bd::85ea5f9e-65d6-4031-b810-9415101f2e21" providerId="AD" clId="Web-{28E3F724-1D2C-4475-B933-E413A6E994B5}" dt="2020-12-06T06:24:45.262" v="409"/>
          <ac:inkMkLst>
            <pc:docMk/>
            <pc:sldMk cId="0" sldId="449"/>
            <ac:inkMk id="69656" creationId="{5A36A1D5-B5AB-4748-998A-9AC926930864}"/>
          </ac:inkMkLst>
        </pc:inkChg>
        <pc:inkChg chg="add">
          <ac:chgData name="Md. Nahid Hasan" userId="S::nahid@vu.edu.bd::85ea5f9e-65d6-4031-b810-9415101f2e21" providerId="AD" clId="Web-{28E3F724-1D2C-4475-B933-E413A6E994B5}" dt="2020-12-06T06:24:45.278" v="410"/>
          <ac:inkMkLst>
            <pc:docMk/>
            <pc:sldMk cId="0" sldId="449"/>
            <ac:inkMk id="69657" creationId="{82692050-E3B6-49FC-A2B7-D7CDB3B4C15A}"/>
          </ac:inkMkLst>
        </pc:inkChg>
        <pc:inkChg chg="add">
          <ac:chgData name="Md. Nahid Hasan" userId="S::nahid@vu.edu.bd::85ea5f9e-65d6-4031-b810-9415101f2e21" providerId="AD" clId="Web-{28E3F724-1D2C-4475-B933-E413A6E994B5}" dt="2020-12-06T06:24:46.247" v="411"/>
          <ac:inkMkLst>
            <pc:docMk/>
            <pc:sldMk cId="0" sldId="449"/>
            <ac:inkMk id="69658" creationId="{9D59D353-D043-48BD-863B-2C13B94141B7}"/>
          </ac:inkMkLst>
        </pc:inkChg>
        <pc:inkChg chg="add">
          <ac:chgData name="Md. Nahid Hasan" userId="S::nahid@vu.edu.bd::85ea5f9e-65d6-4031-b810-9415101f2e21" providerId="AD" clId="Web-{28E3F724-1D2C-4475-B933-E413A6E994B5}" dt="2020-12-06T06:24:46.919" v="412"/>
          <ac:inkMkLst>
            <pc:docMk/>
            <pc:sldMk cId="0" sldId="449"/>
            <ac:inkMk id="69659" creationId="{2872959F-4DE0-44A7-ACBA-DC6242E67BA4}"/>
          </ac:inkMkLst>
        </pc:inkChg>
        <pc:inkChg chg="add">
          <ac:chgData name="Md. Nahid Hasan" userId="S::nahid@vu.edu.bd::85ea5f9e-65d6-4031-b810-9415101f2e21" providerId="AD" clId="Web-{28E3F724-1D2C-4475-B933-E413A6E994B5}" dt="2020-12-06T06:24:46.950" v="413"/>
          <ac:inkMkLst>
            <pc:docMk/>
            <pc:sldMk cId="0" sldId="449"/>
            <ac:inkMk id="69660" creationId="{B16201F6-9F82-4D6A-AB01-094ABBFEE055}"/>
          </ac:inkMkLst>
        </pc:inkChg>
        <pc:inkChg chg="add">
          <ac:chgData name="Md. Nahid Hasan" userId="S::nahid@vu.edu.bd::85ea5f9e-65d6-4031-b810-9415101f2e21" providerId="AD" clId="Web-{28E3F724-1D2C-4475-B933-E413A6E994B5}" dt="2020-12-06T06:24:48.231" v="414"/>
          <ac:inkMkLst>
            <pc:docMk/>
            <pc:sldMk cId="0" sldId="449"/>
            <ac:inkMk id="69661" creationId="{776930C2-4924-47F6-8E19-B0060F5B1CFD}"/>
          </ac:inkMkLst>
        </pc:inkChg>
        <pc:inkChg chg="add">
          <ac:chgData name="Md. Nahid Hasan" userId="S::nahid@vu.edu.bd::85ea5f9e-65d6-4031-b810-9415101f2e21" providerId="AD" clId="Web-{28E3F724-1D2C-4475-B933-E413A6E994B5}" dt="2020-12-06T06:24:48.247" v="415"/>
          <ac:inkMkLst>
            <pc:docMk/>
            <pc:sldMk cId="0" sldId="449"/>
            <ac:inkMk id="69662" creationId="{236E18A1-FD6B-4BD8-B697-9D37CC1E6935}"/>
          </ac:inkMkLst>
        </pc:inkChg>
        <pc:inkChg chg="add del">
          <ac:chgData name="Md. Nahid Hasan" userId="S::nahid@vu.edu.bd::85ea5f9e-65d6-4031-b810-9415101f2e21" providerId="AD" clId="Web-{28E3F724-1D2C-4475-B933-E413A6E994B5}" dt="2020-12-06T06:26:03.919" v="458"/>
          <ac:inkMkLst>
            <pc:docMk/>
            <pc:sldMk cId="0" sldId="449"/>
            <ac:inkMk id="69663" creationId="{F5B6449D-FBA6-4738-8D49-730A4718DA65}"/>
          </ac:inkMkLst>
        </pc:inkChg>
        <pc:inkChg chg="add del">
          <ac:chgData name="Md. Nahid Hasan" userId="S::nahid@vu.edu.bd::85ea5f9e-65d6-4031-b810-9415101f2e21" providerId="AD" clId="Web-{28E3F724-1D2C-4475-B933-E413A6E994B5}" dt="2020-12-06T06:26:03.919" v="457"/>
          <ac:inkMkLst>
            <pc:docMk/>
            <pc:sldMk cId="0" sldId="449"/>
            <ac:inkMk id="69664" creationId="{B7FE2AAD-7F98-4F37-BC72-81BD94251377}"/>
          </ac:inkMkLst>
        </pc:inkChg>
        <pc:inkChg chg="add del">
          <ac:chgData name="Md. Nahid Hasan" userId="S::nahid@vu.edu.bd::85ea5f9e-65d6-4031-b810-9415101f2e21" providerId="AD" clId="Web-{28E3F724-1D2C-4475-B933-E413A6E994B5}" dt="2020-12-06T06:26:03.903" v="456"/>
          <ac:inkMkLst>
            <pc:docMk/>
            <pc:sldMk cId="0" sldId="449"/>
            <ac:inkMk id="69665" creationId="{5757CEA8-F232-4EED-893C-1BE0478F9AA5}"/>
          </ac:inkMkLst>
        </pc:inkChg>
        <pc:inkChg chg="add del">
          <ac:chgData name="Md. Nahid Hasan" userId="S::nahid@vu.edu.bd::85ea5f9e-65d6-4031-b810-9415101f2e21" providerId="AD" clId="Web-{28E3F724-1D2C-4475-B933-E413A6E994B5}" dt="2020-12-06T06:26:03.903" v="455"/>
          <ac:inkMkLst>
            <pc:docMk/>
            <pc:sldMk cId="0" sldId="449"/>
            <ac:inkMk id="69666" creationId="{8DB48885-E50E-4268-803F-29E2EA1AD9ED}"/>
          </ac:inkMkLst>
        </pc:inkChg>
        <pc:inkChg chg="add del">
          <ac:chgData name="Md. Nahid Hasan" userId="S::nahid@vu.edu.bd::85ea5f9e-65d6-4031-b810-9415101f2e21" providerId="AD" clId="Web-{28E3F724-1D2C-4475-B933-E413A6E994B5}" dt="2020-12-06T06:26:03.903" v="454"/>
          <ac:inkMkLst>
            <pc:docMk/>
            <pc:sldMk cId="0" sldId="449"/>
            <ac:inkMk id="69667" creationId="{D161F0C8-217A-410D-AB4C-3A9F55EE0BA5}"/>
          </ac:inkMkLst>
        </pc:inkChg>
        <pc:inkChg chg="add del">
          <ac:chgData name="Md. Nahid Hasan" userId="S::nahid@vu.edu.bd::85ea5f9e-65d6-4031-b810-9415101f2e21" providerId="AD" clId="Web-{28E3F724-1D2C-4475-B933-E413A6E994B5}" dt="2020-12-06T06:26:03.903" v="453"/>
          <ac:inkMkLst>
            <pc:docMk/>
            <pc:sldMk cId="0" sldId="449"/>
            <ac:inkMk id="69668" creationId="{AF7D8766-F8A6-46BE-8F28-BB860CF5B88B}"/>
          </ac:inkMkLst>
        </pc:inkChg>
        <pc:inkChg chg="add del">
          <ac:chgData name="Md. Nahid Hasan" userId="S::nahid@vu.edu.bd::85ea5f9e-65d6-4031-b810-9415101f2e21" providerId="AD" clId="Web-{28E3F724-1D2C-4475-B933-E413A6E994B5}" dt="2020-12-06T06:26:03.903" v="452"/>
          <ac:inkMkLst>
            <pc:docMk/>
            <pc:sldMk cId="0" sldId="449"/>
            <ac:inkMk id="69669" creationId="{3F030226-4E69-4AED-9CBA-3F342A3EB601}"/>
          </ac:inkMkLst>
        </pc:inkChg>
        <pc:inkChg chg="add del">
          <ac:chgData name="Md. Nahid Hasan" userId="S::nahid@vu.edu.bd::85ea5f9e-65d6-4031-b810-9415101f2e21" providerId="AD" clId="Web-{28E3F724-1D2C-4475-B933-E413A6E994B5}" dt="2020-12-06T06:26:03.903" v="451"/>
          <ac:inkMkLst>
            <pc:docMk/>
            <pc:sldMk cId="0" sldId="449"/>
            <ac:inkMk id="69670" creationId="{9C57174D-7CEB-49A3-8127-EC861BF8510A}"/>
          </ac:inkMkLst>
        </pc:inkChg>
        <pc:inkChg chg="add del">
          <ac:chgData name="Md. Nahid Hasan" userId="S::nahid@vu.edu.bd::85ea5f9e-65d6-4031-b810-9415101f2e21" providerId="AD" clId="Web-{28E3F724-1D2C-4475-B933-E413A6E994B5}" dt="2020-12-06T06:26:03.903" v="450"/>
          <ac:inkMkLst>
            <pc:docMk/>
            <pc:sldMk cId="0" sldId="449"/>
            <ac:inkMk id="69671" creationId="{5C4F6DDD-F88F-4630-90EC-7D16CE978ECF}"/>
          </ac:inkMkLst>
        </pc:inkChg>
        <pc:inkChg chg="add del">
          <ac:chgData name="Md. Nahid Hasan" userId="S::nahid@vu.edu.bd::85ea5f9e-65d6-4031-b810-9415101f2e21" providerId="AD" clId="Web-{28E3F724-1D2C-4475-B933-E413A6E994B5}" dt="2020-12-06T06:26:03.903" v="449"/>
          <ac:inkMkLst>
            <pc:docMk/>
            <pc:sldMk cId="0" sldId="449"/>
            <ac:inkMk id="69672" creationId="{88388BD0-2114-402C-8D79-A701BFEAD972}"/>
          </ac:inkMkLst>
        </pc:inkChg>
        <pc:inkChg chg="add del">
          <ac:chgData name="Md. Nahid Hasan" userId="S::nahid@vu.edu.bd::85ea5f9e-65d6-4031-b810-9415101f2e21" providerId="AD" clId="Web-{28E3F724-1D2C-4475-B933-E413A6E994B5}" dt="2020-12-06T06:26:03.903" v="448"/>
          <ac:inkMkLst>
            <pc:docMk/>
            <pc:sldMk cId="0" sldId="449"/>
            <ac:inkMk id="69673" creationId="{A94E7A85-A7CF-4576-8D09-9CB231F8E1E8}"/>
          </ac:inkMkLst>
        </pc:inkChg>
        <pc:inkChg chg="add del">
          <ac:chgData name="Md. Nahid Hasan" userId="S::nahid@vu.edu.bd::85ea5f9e-65d6-4031-b810-9415101f2e21" providerId="AD" clId="Web-{28E3F724-1D2C-4475-B933-E413A6E994B5}" dt="2020-12-06T06:26:03.888" v="447"/>
          <ac:inkMkLst>
            <pc:docMk/>
            <pc:sldMk cId="0" sldId="449"/>
            <ac:inkMk id="69674" creationId="{58FDAAE6-4C3E-441E-9836-567AC5B6E1E0}"/>
          </ac:inkMkLst>
        </pc:inkChg>
        <pc:inkChg chg="add del">
          <ac:chgData name="Md. Nahid Hasan" userId="S::nahid@vu.edu.bd::85ea5f9e-65d6-4031-b810-9415101f2e21" providerId="AD" clId="Web-{28E3F724-1D2C-4475-B933-E413A6E994B5}" dt="2020-12-06T06:26:03.888" v="446"/>
          <ac:inkMkLst>
            <pc:docMk/>
            <pc:sldMk cId="0" sldId="449"/>
            <ac:inkMk id="69675" creationId="{AFF4D2A1-0481-4EFC-88F7-F24EB6C04826}"/>
          </ac:inkMkLst>
        </pc:inkChg>
        <pc:inkChg chg="add del">
          <ac:chgData name="Md. Nahid Hasan" userId="S::nahid@vu.edu.bd::85ea5f9e-65d6-4031-b810-9415101f2e21" providerId="AD" clId="Web-{28E3F724-1D2C-4475-B933-E413A6E994B5}" dt="2020-12-06T06:26:03.888" v="445"/>
          <ac:inkMkLst>
            <pc:docMk/>
            <pc:sldMk cId="0" sldId="449"/>
            <ac:inkMk id="69676" creationId="{AA2C15C8-3895-49EC-B83C-37C7C814216C}"/>
          </ac:inkMkLst>
        </pc:inkChg>
        <pc:inkChg chg="add del">
          <ac:chgData name="Md. Nahid Hasan" userId="S::nahid@vu.edu.bd::85ea5f9e-65d6-4031-b810-9415101f2e21" providerId="AD" clId="Web-{28E3F724-1D2C-4475-B933-E413A6E994B5}" dt="2020-12-06T06:26:03.888" v="444"/>
          <ac:inkMkLst>
            <pc:docMk/>
            <pc:sldMk cId="0" sldId="449"/>
            <ac:inkMk id="69677" creationId="{EFF9CF07-9169-4D23-97CC-3A429F61EB1A}"/>
          </ac:inkMkLst>
        </pc:inkChg>
        <pc:inkChg chg="add">
          <ac:chgData name="Md. Nahid Hasan" userId="S::nahid@vu.edu.bd::85ea5f9e-65d6-4031-b810-9415101f2e21" providerId="AD" clId="Web-{28E3F724-1D2C-4475-B933-E413A6E994B5}" dt="2020-12-06T06:25:48.481" v="431"/>
          <ac:inkMkLst>
            <pc:docMk/>
            <pc:sldMk cId="0" sldId="449"/>
            <ac:inkMk id="69678" creationId="{08CA0E69-2DC3-42BC-BA80-8164B095F02A}"/>
          </ac:inkMkLst>
        </pc:inkChg>
        <pc:inkChg chg="add">
          <ac:chgData name="Md. Nahid Hasan" userId="S::nahid@vu.edu.bd::85ea5f9e-65d6-4031-b810-9415101f2e21" providerId="AD" clId="Web-{28E3F724-1D2C-4475-B933-E413A6E994B5}" dt="2020-12-06T06:25:48.497" v="432"/>
          <ac:inkMkLst>
            <pc:docMk/>
            <pc:sldMk cId="0" sldId="449"/>
            <ac:inkMk id="69679" creationId="{3D043DF7-1A67-4430-9250-6BD9DB3DD40A}"/>
          </ac:inkMkLst>
        </pc:inkChg>
        <pc:inkChg chg="add">
          <ac:chgData name="Md. Nahid Hasan" userId="S::nahid@vu.edu.bd::85ea5f9e-65d6-4031-b810-9415101f2e21" providerId="AD" clId="Web-{28E3F724-1D2C-4475-B933-E413A6E994B5}" dt="2020-12-06T06:25:49.450" v="433"/>
          <ac:inkMkLst>
            <pc:docMk/>
            <pc:sldMk cId="0" sldId="449"/>
            <ac:inkMk id="69680" creationId="{913F565E-5A00-46C9-A9C7-6066FFBFEDB7}"/>
          </ac:inkMkLst>
        </pc:inkChg>
        <pc:inkChg chg="add">
          <ac:chgData name="Md. Nahid Hasan" userId="S::nahid@vu.edu.bd::85ea5f9e-65d6-4031-b810-9415101f2e21" providerId="AD" clId="Web-{28E3F724-1D2C-4475-B933-E413A6E994B5}" dt="2020-12-06T06:25:49.481" v="434"/>
          <ac:inkMkLst>
            <pc:docMk/>
            <pc:sldMk cId="0" sldId="449"/>
            <ac:inkMk id="69681" creationId="{5D61931C-BCEE-4205-A4DB-2B04B42CEB9D}"/>
          </ac:inkMkLst>
        </pc:inkChg>
        <pc:inkChg chg="add">
          <ac:chgData name="Md. Nahid Hasan" userId="S::nahid@vu.edu.bd::85ea5f9e-65d6-4031-b810-9415101f2e21" providerId="AD" clId="Web-{28E3F724-1D2C-4475-B933-E413A6E994B5}" dt="2020-12-06T06:25:50.122" v="435"/>
          <ac:inkMkLst>
            <pc:docMk/>
            <pc:sldMk cId="0" sldId="449"/>
            <ac:inkMk id="69682" creationId="{461F05C4-AB7B-42BC-A1FE-80C127EF17E1}"/>
          </ac:inkMkLst>
        </pc:inkChg>
        <pc:inkChg chg="add">
          <ac:chgData name="Md. Nahid Hasan" userId="S::nahid@vu.edu.bd::85ea5f9e-65d6-4031-b810-9415101f2e21" providerId="AD" clId="Web-{28E3F724-1D2C-4475-B933-E413A6E994B5}" dt="2020-12-06T06:25:52.247" v="436"/>
          <ac:inkMkLst>
            <pc:docMk/>
            <pc:sldMk cId="0" sldId="449"/>
            <ac:inkMk id="69683" creationId="{0F0DEBF2-83FC-4366-878A-66A60C6C8F76}"/>
          </ac:inkMkLst>
        </pc:inkChg>
        <pc:inkChg chg="add">
          <ac:chgData name="Md. Nahid Hasan" userId="S::nahid@vu.edu.bd::85ea5f9e-65d6-4031-b810-9415101f2e21" providerId="AD" clId="Web-{28E3F724-1D2C-4475-B933-E413A6E994B5}" dt="2020-12-06T06:25:52.263" v="437"/>
          <ac:inkMkLst>
            <pc:docMk/>
            <pc:sldMk cId="0" sldId="449"/>
            <ac:inkMk id="69684" creationId="{47A2B584-5AB6-4654-B510-CBF29EED86EB}"/>
          </ac:inkMkLst>
        </pc:inkChg>
        <pc:inkChg chg="add">
          <ac:chgData name="Md. Nahid Hasan" userId="S::nahid@vu.edu.bd::85ea5f9e-65d6-4031-b810-9415101f2e21" providerId="AD" clId="Web-{28E3F724-1D2C-4475-B933-E413A6E994B5}" dt="2020-12-06T06:25:52.278" v="438"/>
          <ac:inkMkLst>
            <pc:docMk/>
            <pc:sldMk cId="0" sldId="449"/>
            <ac:inkMk id="69685" creationId="{4ADD9121-5F0B-4373-A156-8A497DC6D67F}"/>
          </ac:inkMkLst>
        </pc:inkChg>
        <pc:inkChg chg="add">
          <ac:chgData name="Md. Nahid Hasan" userId="S::nahid@vu.edu.bd::85ea5f9e-65d6-4031-b810-9415101f2e21" providerId="AD" clId="Web-{28E3F724-1D2C-4475-B933-E413A6E994B5}" dt="2020-12-06T06:25:52.950" v="439"/>
          <ac:inkMkLst>
            <pc:docMk/>
            <pc:sldMk cId="0" sldId="449"/>
            <ac:inkMk id="69686" creationId="{5067EF93-5A0F-4933-9829-825EE5AA37B0}"/>
          </ac:inkMkLst>
        </pc:inkChg>
        <pc:inkChg chg="add">
          <ac:chgData name="Md. Nahid Hasan" userId="S::nahid@vu.edu.bd::85ea5f9e-65d6-4031-b810-9415101f2e21" providerId="AD" clId="Web-{28E3F724-1D2C-4475-B933-E413A6E994B5}" dt="2020-12-06T06:25:55.606" v="440"/>
          <ac:inkMkLst>
            <pc:docMk/>
            <pc:sldMk cId="0" sldId="449"/>
            <ac:inkMk id="69687" creationId="{A710B29D-3C25-44F3-BDC1-DCBB4EB5C591}"/>
          </ac:inkMkLst>
        </pc:inkChg>
        <pc:inkChg chg="add">
          <ac:chgData name="Md. Nahid Hasan" userId="S::nahid@vu.edu.bd::85ea5f9e-65d6-4031-b810-9415101f2e21" providerId="AD" clId="Web-{28E3F724-1D2C-4475-B933-E413A6E994B5}" dt="2020-12-06T06:25:55.622" v="441"/>
          <ac:inkMkLst>
            <pc:docMk/>
            <pc:sldMk cId="0" sldId="449"/>
            <ac:inkMk id="69688" creationId="{DFDC861C-14F3-4EEE-B5E2-1D408754283F}"/>
          </ac:inkMkLst>
        </pc:inkChg>
        <pc:inkChg chg="add">
          <ac:chgData name="Md. Nahid Hasan" userId="S::nahid@vu.edu.bd::85ea5f9e-65d6-4031-b810-9415101f2e21" providerId="AD" clId="Web-{28E3F724-1D2C-4475-B933-E413A6E994B5}" dt="2020-12-06T06:25:55.638" v="442"/>
          <ac:inkMkLst>
            <pc:docMk/>
            <pc:sldMk cId="0" sldId="449"/>
            <ac:inkMk id="69689" creationId="{9DA5CBE1-9AFE-42DF-9333-F0633FEBEC3B}"/>
          </ac:inkMkLst>
        </pc:inkChg>
        <pc:inkChg chg="add">
          <ac:chgData name="Md. Nahid Hasan" userId="S::nahid@vu.edu.bd::85ea5f9e-65d6-4031-b810-9415101f2e21" providerId="AD" clId="Web-{28E3F724-1D2C-4475-B933-E413A6E994B5}" dt="2020-12-06T06:25:55.669" v="443"/>
          <ac:inkMkLst>
            <pc:docMk/>
            <pc:sldMk cId="0" sldId="449"/>
            <ac:inkMk id="69690" creationId="{B7B73A78-9E73-4661-B3BD-BBF39842E2C0}"/>
          </ac:inkMkLst>
        </pc:inkChg>
        <pc:inkChg chg="add">
          <ac:chgData name="Md. Nahid Hasan" userId="S::nahid@vu.edu.bd::85ea5f9e-65d6-4031-b810-9415101f2e21" providerId="AD" clId="Web-{28E3F724-1D2C-4475-B933-E413A6E994B5}" dt="2020-12-06T06:26:07.044" v="461"/>
          <ac:inkMkLst>
            <pc:docMk/>
            <pc:sldMk cId="0" sldId="449"/>
            <ac:inkMk id="69691" creationId="{E1BAE0F1-3476-4853-9DD4-A8A27FD8AAC2}"/>
          </ac:inkMkLst>
        </pc:inkChg>
        <pc:inkChg chg="add">
          <ac:chgData name="Md. Nahid Hasan" userId="S::nahid@vu.edu.bd::85ea5f9e-65d6-4031-b810-9415101f2e21" providerId="AD" clId="Web-{28E3F724-1D2C-4475-B933-E413A6E994B5}" dt="2020-12-06T06:26:08.841" v="462"/>
          <ac:inkMkLst>
            <pc:docMk/>
            <pc:sldMk cId="0" sldId="449"/>
            <ac:inkMk id="69692" creationId="{3FA003BF-293E-4C12-9C68-5B0470292878}"/>
          </ac:inkMkLst>
        </pc:inkChg>
        <pc:inkChg chg="add">
          <ac:chgData name="Md. Nahid Hasan" userId="S::nahid@vu.edu.bd::85ea5f9e-65d6-4031-b810-9415101f2e21" providerId="AD" clId="Web-{28E3F724-1D2C-4475-B933-E413A6E994B5}" dt="2020-12-06T06:26:08.872" v="463"/>
          <ac:inkMkLst>
            <pc:docMk/>
            <pc:sldMk cId="0" sldId="449"/>
            <ac:inkMk id="69693" creationId="{D4722212-FCDD-4C9C-B8E6-1ED2580E4ACC}"/>
          </ac:inkMkLst>
        </pc:inkChg>
        <pc:inkChg chg="add">
          <ac:chgData name="Md. Nahid Hasan" userId="S::nahid@vu.edu.bd::85ea5f9e-65d6-4031-b810-9415101f2e21" providerId="AD" clId="Web-{28E3F724-1D2C-4475-B933-E413A6E994B5}" dt="2020-12-06T06:26:09.513" v="464"/>
          <ac:inkMkLst>
            <pc:docMk/>
            <pc:sldMk cId="0" sldId="449"/>
            <ac:inkMk id="69694" creationId="{A88BF2E3-04DB-4D2A-B9D4-CB4E0D165151}"/>
          </ac:inkMkLst>
        </pc:inkChg>
        <pc:inkChg chg="add">
          <ac:chgData name="Md. Nahid Hasan" userId="S::nahid@vu.edu.bd::85ea5f9e-65d6-4031-b810-9415101f2e21" providerId="AD" clId="Web-{28E3F724-1D2C-4475-B933-E413A6E994B5}" dt="2020-12-06T06:26:09.528" v="465"/>
          <ac:inkMkLst>
            <pc:docMk/>
            <pc:sldMk cId="0" sldId="449"/>
            <ac:inkMk id="69695" creationId="{96ABA016-3A86-4853-958E-5D7CAAB05AD2}"/>
          </ac:inkMkLst>
        </pc:inkChg>
        <pc:inkChg chg="add">
          <ac:chgData name="Md. Nahid Hasan" userId="S::nahid@vu.edu.bd::85ea5f9e-65d6-4031-b810-9415101f2e21" providerId="AD" clId="Web-{28E3F724-1D2C-4475-B933-E413A6E994B5}" dt="2020-12-06T06:26:12.013" v="466"/>
          <ac:inkMkLst>
            <pc:docMk/>
            <pc:sldMk cId="0" sldId="449"/>
            <ac:inkMk id="69696" creationId="{A85C74F7-D3BE-4F14-BEFE-3B13D71D9C52}"/>
          </ac:inkMkLst>
        </pc:inkChg>
        <pc:inkChg chg="add">
          <ac:chgData name="Md. Nahid Hasan" userId="S::nahid@vu.edu.bd::85ea5f9e-65d6-4031-b810-9415101f2e21" providerId="AD" clId="Web-{28E3F724-1D2C-4475-B933-E413A6E994B5}" dt="2020-12-06T06:26:12.028" v="467"/>
          <ac:inkMkLst>
            <pc:docMk/>
            <pc:sldMk cId="0" sldId="449"/>
            <ac:inkMk id="69697" creationId="{3FCE524F-B961-4865-9F4E-F59C2B254268}"/>
          </ac:inkMkLst>
        </pc:inkChg>
        <pc:inkChg chg="add">
          <ac:chgData name="Md. Nahid Hasan" userId="S::nahid@vu.edu.bd::85ea5f9e-65d6-4031-b810-9415101f2e21" providerId="AD" clId="Web-{28E3F724-1D2C-4475-B933-E413A6E994B5}" dt="2020-12-06T06:26:12.841" v="468"/>
          <ac:inkMkLst>
            <pc:docMk/>
            <pc:sldMk cId="0" sldId="449"/>
            <ac:inkMk id="69698" creationId="{DE5A33EE-B6DC-447E-99DF-FB72E53F39D4}"/>
          </ac:inkMkLst>
        </pc:inkChg>
        <pc:inkChg chg="add">
          <ac:chgData name="Md. Nahid Hasan" userId="S::nahid@vu.edu.bd::85ea5f9e-65d6-4031-b810-9415101f2e21" providerId="AD" clId="Web-{28E3F724-1D2C-4475-B933-E413A6E994B5}" dt="2020-12-06T06:26:12.856" v="469"/>
          <ac:inkMkLst>
            <pc:docMk/>
            <pc:sldMk cId="0" sldId="449"/>
            <ac:inkMk id="69699" creationId="{E3FECD53-9E08-49D1-B94B-BF0AE6DD4569}"/>
          </ac:inkMkLst>
        </pc:inkChg>
        <pc:inkChg chg="add">
          <ac:chgData name="Md. Nahid Hasan" userId="S::nahid@vu.edu.bd::85ea5f9e-65d6-4031-b810-9415101f2e21" providerId="AD" clId="Web-{28E3F724-1D2C-4475-B933-E413A6E994B5}" dt="2020-12-06T06:26:17.419" v="470"/>
          <ac:inkMkLst>
            <pc:docMk/>
            <pc:sldMk cId="0" sldId="449"/>
            <ac:inkMk id="69700" creationId="{0A525475-D998-4BA0-906F-48339DFA770A}"/>
          </ac:inkMkLst>
        </pc:inkChg>
        <pc:inkChg chg="add">
          <ac:chgData name="Md. Nahid Hasan" userId="S::nahid@vu.edu.bd::85ea5f9e-65d6-4031-b810-9415101f2e21" providerId="AD" clId="Web-{28E3F724-1D2C-4475-B933-E413A6E994B5}" dt="2020-12-06T06:26:17.450" v="471"/>
          <ac:inkMkLst>
            <pc:docMk/>
            <pc:sldMk cId="0" sldId="449"/>
            <ac:inkMk id="69701" creationId="{F5E4F63F-011A-4E3C-96F2-FE2625F82E17}"/>
          </ac:inkMkLst>
        </pc:inkChg>
        <pc:inkChg chg="add">
          <ac:chgData name="Md. Nahid Hasan" userId="S::nahid@vu.edu.bd::85ea5f9e-65d6-4031-b810-9415101f2e21" providerId="AD" clId="Web-{28E3F724-1D2C-4475-B933-E413A6E994B5}" dt="2020-12-06T06:26:17.466" v="472"/>
          <ac:inkMkLst>
            <pc:docMk/>
            <pc:sldMk cId="0" sldId="449"/>
            <ac:inkMk id="69702" creationId="{43E9B31C-9031-47C9-9B2C-0B8A068ECA89}"/>
          </ac:inkMkLst>
        </pc:inkChg>
        <pc:inkChg chg="add">
          <ac:chgData name="Md. Nahid Hasan" userId="S::nahid@vu.edu.bd::85ea5f9e-65d6-4031-b810-9415101f2e21" providerId="AD" clId="Web-{28E3F724-1D2C-4475-B933-E413A6E994B5}" dt="2020-12-06T06:26:17.481" v="473"/>
          <ac:inkMkLst>
            <pc:docMk/>
            <pc:sldMk cId="0" sldId="449"/>
            <ac:inkMk id="69703" creationId="{B918AF15-52BD-45A4-88C5-E96A86E5CA7A}"/>
          </ac:inkMkLst>
        </pc:inkChg>
        <pc:inkChg chg="add">
          <ac:chgData name="Md. Nahid Hasan" userId="S::nahid@vu.edu.bd::85ea5f9e-65d6-4031-b810-9415101f2e21" providerId="AD" clId="Web-{28E3F724-1D2C-4475-B933-E413A6E994B5}" dt="2020-12-06T06:26:17.497" v="474"/>
          <ac:inkMkLst>
            <pc:docMk/>
            <pc:sldMk cId="0" sldId="449"/>
            <ac:inkMk id="69704" creationId="{39B1CAFC-7A2D-48BB-A87F-E0992BCD0206}"/>
          </ac:inkMkLst>
        </pc:inkChg>
        <pc:inkChg chg="add">
          <ac:chgData name="Md. Nahid Hasan" userId="S::nahid@vu.edu.bd::85ea5f9e-65d6-4031-b810-9415101f2e21" providerId="AD" clId="Web-{28E3F724-1D2C-4475-B933-E413A6E994B5}" dt="2020-12-06T06:26:17.513" v="475"/>
          <ac:inkMkLst>
            <pc:docMk/>
            <pc:sldMk cId="0" sldId="449"/>
            <ac:inkMk id="69705" creationId="{F3CA7245-4229-4B91-A2BA-F2641556FE9D}"/>
          </ac:inkMkLst>
        </pc:inkChg>
        <pc:inkChg chg="add">
          <ac:chgData name="Md. Nahid Hasan" userId="S::nahid@vu.edu.bd::85ea5f9e-65d6-4031-b810-9415101f2e21" providerId="AD" clId="Web-{28E3F724-1D2C-4475-B933-E413A6E994B5}" dt="2020-12-06T06:26:17.528" v="476"/>
          <ac:inkMkLst>
            <pc:docMk/>
            <pc:sldMk cId="0" sldId="449"/>
            <ac:inkMk id="69706" creationId="{AC63421E-714B-4C4F-96EC-FADF54EF134A}"/>
          </ac:inkMkLst>
        </pc:inkChg>
        <pc:inkChg chg="add">
          <ac:chgData name="Md. Nahid Hasan" userId="S::nahid@vu.edu.bd::85ea5f9e-65d6-4031-b810-9415101f2e21" providerId="AD" clId="Web-{28E3F724-1D2C-4475-B933-E413A6E994B5}" dt="2020-12-06T06:26:17.544" v="477"/>
          <ac:inkMkLst>
            <pc:docMk/>
            <pc:sldMk cId="0" sldId="449"/>
            <ac:inkMk id="69707" creationId="{B2160B35-B9B6-42CE-897F-C4CB94B49E56}"/>
          </ac:inkMkLst>
        </pc:inkChg>
        <pc:inkChg chg="add">
          <ac:chgData name="Md. Nahid Hasan" userId="S::nahid@vu.edu.bd::85ea5f9e-65d6-4031-b810-9415101f2e21" providerId="AD" clId="Web-{28E3F724-1D2C-4475-B933-E413A6E994B5}" dt="2020-12-06T06:26:20.075" v="478"/>
          <ac:inkMkLst>
            <pc:docMk/>
            <pc:sldMk cId="0" sldId="449"/>
            <ac:inkMk id="69708" creationId="{EBFF9D32-58C5-4EC7-B22A-B82C21029542}"/>
          </ac:inkMkLst>
        </pc:inkChg>
        <pc:inkChg chg="add">
          <ac:chgData name="Md. Nahid Hasan" userId="S::nahid@vu.edu.bd::85ea5f9e-65d6-4031-b810-9415101f2e21" providerId="AD" clId="Web-{28E3F724-1D2C-4475-B933-E413A6E994B5}" dt="2020-12-06T06:26:25.747" v="479"/>
          <ac:inkMkLst>
            <pc:docMk/>
            <pc:sldMk cId="0" sldId="449"/>
            <ac:inkMk id="69709" creationId="{617F792F-7C99-4BC5-8772-DA02E9370E29}"/>
          </ac:inkMkLst>
        </pc:inkChg>
        <pc:inkChg chg="add">
          <ac:chgData name="Md. Nahid Hasan" userId="S::nahid@vu.edu.bd::85ea5f9e-65d6-4031-b810-9415101f2e21" providerId="AD" clId="Web-{28E3F724-1D2C-4475-B933-E413A6E994B5}" dt="2020-12-06T06:26:31.935" v="480"/>
          <ac:inkMkLst>
            <pc:docMk/>
            <pc:sldMk cId="0" sldId="449"/>
            <ac:inkMk id="69710" creationId="{30399C66-115B-4D08-BA1A-C84316CA02A8}"/>
          </ac:inkMkLst>
        </pc:inkChg>
        <pc:inkChg chg="add">
          <ac:chgData name="Md. Nahid Hasan" userId="S::nahid@vu.edu.bd::85ea5f9e-65d6-4031-b810-9415101f2e21" providerId="AD" clId="Web-{28E3F724-1D2C-4475-B933-E413A6E994B5}" dt="2020-12-06T06:26:33.247" v="481"/>
          <ac:inkMkLst>
            <pc:docMk/>
            <pc:sldMk cId="0" sldId="449"/>
            <ac:inkMk id="69711" creationId="{C3FF24BE-1248-4E51-BCCC-02F5B66165B4}"/>
          </ac:inkMkLst>
        </pc:inkChg>
        <pc:inkChg chg="add">
          <ac:chgData name="Md. Nahid Hasan" userId="S::nahid@vu.edu.bd::85ea5f9e-65d6-4031-b810-9415101f2e21" providerId="AD" clId="Web-{28E3F724-1D2C-4475-B933-E413A6E994B5}" dt="2020-12-06T06:26:33.935" v="482"/>
          <ac:inkMkLst>
            <pc:docMk/>
            <pc:sldMk cId="0" sldId="449"/>
            <ac:inkMk id="69712" creationId="{0BC70B18-C22A-479C-B16F-5AD5B8E0B5A5}"/>
          </ac:inkMkLst>
        </pc:inkChg>
        <pc:inkChg chg="add">
          <ac:chgData name="Md. Nahid Hasan" userId="S::nahid@vu.edu.bd::85ea5f9e-65d6-4031-b810-9415101f2e21" providerId="AD" clId="Web-{28E3F724-1D2C-4475-B933-E413A6E994B5}" dt="2020-12-06T06:26:34.935" v="483"/>
          <ac:inkMkLst>
            <pc:docMk/>
            <pc:sldMk cId="0" sldId="449"/>
            <ac:inkMk id="69713" creationId="{80479366-EA49-491C-B38B-D281528CC156}"/>
          </ac:inkMkLst>
        </pc:inkChg>
        <pc:inkChg chg="add">
          <ac:chgData name="Md. Nahid Hasan" userId="S::nahid@vu.edu.bd::85ea5f9e-65d6-4031-b810-9415101f2e21" providerId="AD" clId="Web-{28E3F724-1D2C-4475-B933-E413A6E994B5}" dt="2020-12-06T06:26:38.106" v="484"/>
          <ac:inkMkLst>
            <pc:docMk/>
            <pc:sldMk cId="0" sldId="449"/>
            <ac:inkMk id="69714" creationId="{485369E1-A6CB-4A4A-A169-33635009E749}"/>
          </ac:inkMkLst>
        </pc:inkChg>
        <pc:inkChg chg="add">
          <ac:chgData name="Md. Nahid Hasan" userId="S::nahid@vu.edu.bd::85ea5f9e-65d6-4031-b810-9415101f2e21" providerId="AD" clId="Web-{28E3F724-1D2C-4475-B933-E413A6E994B5}" dt="2020-12-06T06:26:39.685" v="485"/>
          <ac:inkMkLst>
            <pc:docMk/>
            <pc:sldMk cId="0" sldId="449"/>
            <ac:inkMk id="69715" creationId="{3FE55E96-1F66-405C-8119-7949EC9873B9}"/>
          </ac:inkMkLst>
        </pc:inkChg>
        <pc:inkChg chg="add">
          <ac:chgData name="Md. Nahid Hasan" userId="S::nahid@vu.edu.bd::85ea5f9e-65d6-4031-b810-9415101f2e21" providerId="AD" clId="Web-{28E3F724-1D2C-4475-B933-E413A6E994B5}" dt="2020-12-06T06:26:42.528" v="486"/>
          <ac:inkMkLst>
            <pc:docMk/>
            <pc:sldMk cId="0" sldId="449"/>
            <ac:inkMk id="69716" creationId="{50F6819E-9E1A-4DBF-A5BD-12B64C65FDC7}"/>
          </ac:inkMkLst>
        </pc:inkChg>
        <pc:inkChg chg="add">
          <ac:chgData name="Md. Nahid Hasan" userId="S::nahid@vu.edu.bd::85ea5f9e-65d6-4031-b810-9415101f2e21" providerId="AD" clId="Web-{28E3F724-1D2C-4475-B933-E413A6E994B5}" dt="2020-12-06T06:27:23.794" v="492"/>
          <ac:inkMkLst>
            <pc:docMk/>
            <pc:sldMk cId="0" sldId="449"/>
            <ac:inkMk id="69717" creationId="{07D874E2-BEA0-4A2D-8EF7-3A78F18397DA}"/>
          </ac:inkMkLst>
        </pc:inkChg>
        <pc:inkChg chg="add">
          <ac:chgData name="Md. Nahid Hasan" userId="S::nahid@vu.edu.bd::85ea5f9e-65d6-4031-b810-9415101f2e21" providerId="AD" clId="Web-{28E3F724-1D2C-4475-B933-E413A6E994B5}" dt="2020-12-06T06:27:24.794" v="493"/>
          <ac:inkMkLst>
            <pc:docMk/>
            <pc:sldMk cId="0" sldId="449"/>
            <ac:inkMk id="69718" creationId="{D9E3224F-58D3-49BB-A676-2CA92E405333}"/>
          </ac:inkMkLst>
        </pc:inkChg>
        <pc:inkChg chg="add">
          <ac:chgData name="Md. Nahid Hasan" userId="S::nahid@vu.edu.bd::85ea5f9e-65d6-4031-b810-9415101f2e21" providerId="AD" clId="Web-{28E3F724-1D2C-4475-B933-E413A6E994B5}" dt="2020-12-06T06:27:42.529" v="494"/>
          <ac:inkMkLst>
            <pc:docMk/>
            <pc:sldMk cId="0" sldId="449"/>
            <ac:inkMk id="69719" creationId="{69BB4128-B72E-4A40-AE0A-A8B2217FFB04}"/>
          </ac:inkMkLst>
        </pc:inkChg>
        <pc:inkChg chg="add">
          <ac:chgData name="Md. Nahid Hasan" userId="S::nahid@vu.edu.bd::85ea5f9e-65d6-4031-b810-9415101f2e21" providerId="AD" clId="Web-{28E3F724-1D2C-4475-B933-E413A6E994B5}" dt="2020-12-06T06:27:43.779" v="495"/>
          <ac:inkMkLst>
            <pc:docMk/>
            <pc:sldMk cId="0" sldId="449"/>
            <ac:inkMk id="69720" creationId="{98C1D530-BD11-407C-B6F9-3835B700FAF0}"/>
          </ac:inkMkLst>
        </pc:inkChg>
        <pc:inkChg chg="add">
          <ac:chgData name="Md. Nahid Hasan" userId="S::nahid@vu.edu.bd::85ea5f9e-65d6-4031-b810-9415101f2e21" providerId="AD" clId="Web-{28E3F724-1D2C-4475-B933-E413A6E994B5}" dt="2020-12-06T06:27:44.935" v="496"/>
          <ac:inkMkLst>
            <pc:docMk/>
            <pc:sldMk cId="0" sldId="449"/>
            <ac:inkMk id="69721" creationId="{785093F2-5F19-4F15-AC43-5C50FAB05051}"/>
          </ac:inkMkLst>
        </pc:inkChg>
        <pc:inkChg chg="add">
          <ac:chgData name="Md. Nahid Hasan" userId="S::nahid@vu.edu.bd::85ea5f9e-65d6-4031-b810-9415101f2e21" providerId="AD" clId="Web-{28E3F724-1D2C-4475-B933-E413A6E994B5}" dt="2020-12-06T06:27:46.294" v="497"/>
          <ac:inkMkLst>
            <pc:docMk/>
            <pc:sldMk cId="0" sldId="449"/>
            <ac:inkMk id="69722" creationId="{77EF49B8-11BC-49E7-9F7B-3A7819CA1565}"/>
          </ac:inkMkLst>
        </pc:inkChg>
      </pc:sldChg>
      <pc:sldChg chg="addSp">
        <pc:chgData name="Md. Nahid Hasan" userId="S::nahid@vu.edu.bd::85ea5f9e-65d6-4031-b810-9415101f2e21" providerId="AD" clId="Web-{28E3F724-1D2C-4475-B933-E413A6E994B5}" dt="2020-12-06T06:27:11.997" v="491"/>
        <pc:sldMkLst>
          <pc:docMk/>
          <pc:sldMk cId="0" sldId="455"/>
        </pc:sldMkLst>
        <pc:inkChg chg="add">
          <ac:chgData name="Md. Nahid Hasan" userId="S::nahid@vu.edu.bd::85ea5f9e-65d6-4031-b810-9415101f2e21" providerId="AD" clId="Web-{28E3F724-1D2C-4475-B933-E413A6E994B5}" dt="2020-12-06T06:27:08.060" v="487"/>
          <ac:inkMkLst>
            <pc:docMk/>
            <pc:sldMk cId="0" sldId="455"/>
            <ac:inkMk id="2" creationId="{B4ACCC9F-8DBA-4776-979A-DCCF4FE2E0FB}"/>
          </ac:inkMkLst>
        </pc:inkChg>
        <pc:inkChg chg="add">
          <ac:chgData name="Md. Nahid Hasan" userId="S::nahid@vu.edu.bd::85ea5f9e-65d6-4031-b810-9415101f2e21" providerId="AD" clId="Web-{28E3F724-1D2C-4475-B933-E413A6E994B5}" dt="2020-12-06T06:27:09.013" v="488"/>
          <ac:inkMkLst>
            <pc:docMk/>
            <pc:sldMk cId="0" sldId="455"/>
            <ac:inkMk id="3" creationId="{AC9B784E-CC7C-4389-8A4A-70F71625D8BE}"/>
          </ac:inkMkLst>
        </pc:inkChg>
        <pc:inkChg chg="add">
          <ac:chgData name="Md. Nahid Hasan" userId="S::nahid@vu.edu.bd::85ea5f9e-65d6-4031-b810-9415101f2e21" providerId="AD" clId="Web-{28E3F724-1D2C-4475-B933-E413A6E994B5}" dt="2020-12-06T06:27:10.013" v="489"/>
          <ac:inkMkLst>
            <pc:docMk/>
            <pc:sldMk cId="0" sldId="455"/>
            <ac:inkMk id="4" creationId="{4276281A-A11D-43B2-9814-57742ACF8EB3}"/>
          </ac:inkMkLst>
        </pc:inkChg>
        <pc:inkChg chg="add">
          <ac:chgData name="Md. Nahid Hasan" userId="S::nahid@vu.edu.bd::85ea5f9e-65d6-4031-b810-9415101f2e21" providerId="AD" clId="Web-{28E3F724-1D2C-4475-B933-E413A6E994B5}" dt="2020-12-06T06:27:11.013" v="490"/>
          <ac:inkMkLst>
            <pc:docMk/>
            <pc:sldMk cId="0" sldId="455"/>
            <ac:inkMk id="5" creationId="{5A4D0F1F-E4E7-4299-8779-843ACE4E6C6A}"/>
          </ac:inkMkLst>
        </pc:inkChg>
        <pc:inkChg chg="add">
          <ac:chgData name="Md. Nahid Hasan" userId="S::nahid@vu.edu.bd::85ea5f9e-65d6-4031-b810-9415101f2e21" providerId="AD" clId="Web-{28E3F724-1D2C-4475-B933-E413A6E994B5}" dt="2020-12-06T06:27:11.997" v="491"/>
          <ac:inkMkLst>
            <pc:docMk/>
            <pc:sldMk cId="0" sldId="455"/>
            <ac:inkMk id="6" creationId="{85AF1B3A-1CDF-4AB4-AB9D-6A72AF093D0F}"/>
          </ac:inkMkLst>
        </pc:inkChg>
      </pc:sldChg>
      <pc:sldChg chg="addSp">
        <pc:chgData name="Md. Nahid Hasan" userId="S::nahid@vu.edu.bd::85ea5f9e-65d6-4031-b810-9415101f2e21" providerId="AD" clId="Web-{28E3F724-1D2C-4475-B933-E413A6E994B5}" dt="2020-12-06T06:21:23.199" v="323"/>
        <pc:sldMkLst>
          <pc:docMk/>
          <pc:sldMk cId="0" sldId="466"/>
        </pc:sldMkLst>
        <pc:inkChg chg="add">
          <ac:chgData name="Md. Nahid Hasan" userId="S::nahid@vu.edu.bd::85ea5f9e-65d6-4031-b810-9415101f2e21" providerId="AD" clId="Web-{28E3F724-1D2C-4475-B933-E413A6E994B5}" dt="2020-12-06T06:16:54.229" v="185"/>
          <ac:inkMkLst>
            <pc:docMk/>
            <pc:sldMk cId="0" sldId="466"/>
            <ac:inkMk id="4" creationId="{88FC6B0C-6592-4DF3-AE4C-D4696627998D}"/>
          </ac:inkMkLst>
        </pc:inkChg>
        <pc:inkChg chg="add">
          <ac:chgData name="Md. Nahid Hasan" userId="S::nahid@vu.edu.bd::85ea5f9e-65d6-4031-b810-9415101f2e21" providerId="AD" clId="Web-{28E3F724-1D2C-4475-B933-E413A6E994B5}" dt="2020-12-06T06:17:08.229" v="186"/>
          <ac:inkMkLst>
            <pc:docMk/>
            <pc:sldMk cId="0" sldId="466"/>
            <ac:inkMk id="5" creationId="{026489BB-557D-4ECC-AA81-D70F412F3E13}"/>
          </ac:inkMkLst>
        </pc:inkChg>
        <pc:inkChg chg="add">
          <ac:chgData name="Md. Nahid Hasan" userId="S::nahid@vu.edu.bd::85ea5f9e-65d6-4031-b810-9415101f2e21" providerId="AD" clId="Web-{28E3F724-1D2C-4475-B933-E413A6E994B5}" dt="2020-12-06T06:17:25.479" v="187"/>
          <ac:inkMkLst>
            <pc:docMk/>
            <pc:sldMk cId="0" sldId="466"/>
            <ac:inkMk id="6" creationId="{4D70A72D-B8B7-4292-8C8E-E58AD47B1A5D}"/>
          </ac:inkMkLst>
        </pc:inkChg>
        <pc:inkChg chg="add">
          <ac:chgData name="Md. Nahid Hasan" userId="S::nahid@vu.edu.bd::85ea5f9e-65d6-4031-b810-9415101f2e21" providerId="AD" clId="Web-{28E3F724-1D2C-4475-B933-E413A6E994B5}" dt="2020-12-06T06:17:26.573" v="188"/>
          <ac:inkMkLst>
            <pc:docMk/>
            <pc:sldMk cId="0" sldId="466"/>
            <ac:inkMk id="7" creationId="{9BD0E72C-AD54-4F35-B74D-08628211A23A}"/>
          </ac:inkMkLst>
        </pc:inkChg>
        <pc:inkChg chg="add">
          <ac:chgData name="Md. Nahid Hasan" userId="S::nahid@vu.edu.bd::85ea5f9e-65d6-4031-b810-9415101f2e21" providerId="AD" clId="Web-{28E3F724-1D2C-4475-B933-E413A6E994B5}" dt="2020-12-06T06:17:27.245" v="189"/>
          <ac:inkMkLst>
            <pc:docMk/>
            <pc:sldMk cId="0" sldId="466"/>
            <ac:inkMk id="8" creationId="{74C63DE5-3D36-4403-A522-D9C2CFD1E375}"/>
          </ac:inkMkLst>
        </pc:inkChg>
        <pc:inkChg chg="add">
          <ac:chgData name="Md. Nahid Hasan" userId="S::nahid@vu.edu.bd::85ea5f9e-65d6-4031-b810-9415101f2e21" providerId="AD" clId="Web-{28E3F724-1D2C-4475-B933-E413A6E994B5}" dt="2020-12-06T06:17:28.214" v="190"/>
          <ac:inkMkLst>
            <pc:docMk/>
            <pc:sldMk cId="0" sldId="466"/>
            <ac:inkMk id="9" creationId="{FC12EFBE-756A-404F-B9E6-99E190EB082D}"/>
          </ac:inkMkLst>
        </pc:inkChg>
        <pc:inkChg chg="add">
          <ac:chgData name="Md. Nahid Hasan" userId="S::nahid@vu.edu.bd::85ea5f9e-65d6-4031-b810-9415101f2e21" providerId="AD" clId="Web-{28E3F724-1D2C-4475-B933-E413A6E994B5}" dt="2020-12-06T06:17:28.870" v="191"/>
          <ac:inkMkLst>
            <pc:docMk/>
            <pc:sldMk cId="0" sldId="466"/>
            <ac:inkMk id="10" creationId="{C595C82B-4057-4B80-93C1-C74809ACF81C}"/>
          </ac:inkMkLst>
        </pc:inkChg>
        <pc:inkChg chg="add">
          <ac:chgData name="Md. Nahid Hasan" userId="S::nahid@vu.edu.bd::85ea5f9e-65d6-4031-b810-9415101f2e21" providerId="AD" clId="Web-{28E3F724-1D2C-4475-B933-E413A6E994B5}" dt="2020-12-06T06:17:29.526" v="192"/>
          <ac:inkMkLst>
            <pc:docMk/>
            <pc:sldMk cId="0" sldId="466"/>
            <ac:inkMk id="11" creationId="{B72F0559-7A58-453D-A750-A56DC985744D}"/>
          </ac:inkMkLst>
        </pc:inkChg>
        <pc:inkChg chg="add">
          <ac:chgData name="Md. Nahid Hasan" userId="S::nahid@vu.edu.bd::85ea5f9e-65d6-4031-b810-9415101f2e21" providerId="AD" clId="Web-{28E3F724-1D2C-4475-B933-E413A6E994B5}" dt="2020-12-06T06:17:29.870" v="193"/>
          <ac:inkMkLst>
            <pc:docMk/>
            <pc:sldMk cId="0" sldId="466"/>
            <ac:inkMk id="12" creationId="{A41D7B44-EAD2-44B1-B25B-AE80D146F3C9}"/>
          </ac:inkMkLst>
        </pc:inkChg>
        <pc:inkChg chg="add">
          <ac:chgData name="Md. Nahid Hasan" userId="S::nahid@vu.edu.bd::85ea5f9e-65d6-4031-b810-9415101f2e21" providerId="AD" clId="Web-{28E3F724-1D2C-4475-B933-E413A6E994B5}" dt="2020-12-06T06:17:31.932" v="194"/>
          <ac:inkMkLst>
            <pc:docMk/>
            <pc:sldMk cId="0" sldId="466"/>
            <ac:inkMk id="13" creationId="{11F4DE3F-D168-45FE-9E8A-A78BF67503F0}"/>
          </ac:inkMkLst>
        </pc:inkChg>
        <pc:inkChg chg="add">
          <ac:chgData name="Md. Nahid Hasan" userId="S::nahid@vu.edu.bd::85ea5f9e-65d6-4031-b810-9415101f2e21" providerId="AD" clId="Web-{28E3F724-1D2C-4475-B933-E413A6E994B5}" dt="2020-12-06T06:17:32.635" v="195"/>
          <ac:inkMkLst>
            <pc:docMk/>
            <pc:sldMk cId="0" sldId="466"/>
            <ac:inkMk id="14" creationId="{4FD1C935-63CA-4025-9662-0E2F391F9088}"/>
          </ac:inkMkLst>
        </pc:inkChg>
        <pc:inkChg chg="add">
          <ac:chgData name="Md. Nahid Hasan" userId="S::nahid@vu.edu.bd::85ea5f9e-65d6-4031-b810-9415101f2e21" providerId="AD" clId="Web-{28E3F724-1D2C-4475-B933-E413A6E994B5}" dt="2020-12-06T06:17:35.010" v="196"/>
          <ac:inkMkLst>
            <pc:docMk/>
            <pc:sldMk cId="0" sldId="466"/>
            <ac:inkMk id="15" creationId="{0D394826-A63C-4BCB-9C2F-1C0C3F52596D}"/>
          </ac:inkMkLst>
        </pc:inkChg>
        <pc:inkChg chg="add">
          <ac:chgData name="Md. Nahid Hasan" userId="S::nahid@vu.edu.bd::85ea5f9e-65d6-4031-b810-9415101f2e21" providerId="AD" clId="Web-{28E3F724-1D2C-4475-B933-E413A6E994B5}" dt="2020-12-06T06:17:36.354" v="197"/>
          <ac:inkMkLst>
            <pc:docMk/>
            <pc:sldMk cId="0" sldId="466"/>
            <ac:inkMk id="16" creationId="{D85A880B-5971-4F90-A4D0-A9072A18162C}"/>
          </ac:inkMkLst>
        </pc:inkChg>
        <pc:inkChg chg="add">
          <ac:chgData name="Md. Nahid Hasan" userId="S::nahid@vu.edu.bd::85ea5f9e-65d6-4031-b810-9415101f2e21" providerId="AD" clId="Web-{28E3F724-1D2C-4475-B933-E413A6E994B5}" dt="2020-12-06T06:17:36.995" v="198"/>
          <ac:inkMkLst>
            <pc:docMk/>
            <pc:sldMk cId="0" sldId="466"/>
            <ac:inkMk id="17" creationId="{F0CB343C-F772-48E1-84B4-9F1A5CFEDF88}"/>
          </ac:inkMkLst>
        </pc:inkChg>
        <pc:inkChg chg="add">
          <ac:chgData name="Md. Nahid Hasan" userId="S::nahid@vu.edu.bd::85ea5f9e-65d6-4031-b810-9415101f2e21" providerId="AD" clId="Web-{28E3F724-1D2C-4475-B933-E413A6E994B5}" dt="2020-12-06T06:17:37.682" v="199"/>
          <ac:inkMkLst>
            <pc:docMk/>
            <pc:sldMk cId="0" sldId="466"/>
            <ac:inkMk id="18" creationId="{26E4071C-DB2F-421F-9F17-5263D983E957}"/>
          </ac:inkMkLst>
        </pc:inkChg>
        <pc:inkChg chg="add">
          <ac:chgData name="Md. Nahid Hasan" userId="S::nahid@vu.edu.bd::85ea5f9e-65d6-4031-b810-9415101f2e21" providerId="AD" clId="Web-{28E3F724-1D2C-4475-B933-E413A6E994B5}" dt="2020-12-06T06:17:40.651" v="200"/>
          <ac:inkMkLst>
            <pc:docMk/>
            <pc:sldMk cId="0" sldId="466"/>
            <ac:inkMk id="19" creationId="{77E02C6B-411D-4137-BEF0-07374F37194F}"/>
          </ac:inkMkLst>
        </pc:inkChg>
        <pc:inkChg chg="add">
          <ac:chgData name="Md. Nahid Hasan" userId="S::nahid@vu.edu.bd::85ea5f9e-65d6-4031-b810-9415101f2e21" providerId="AD" clId="Web-{28E3F724-1D2C-4475-B933-E413A6E994B5}" dt="2020-12-06T06:17:41.792" v="201"/>
          <ac:inkMkLst>
            <pc:docMk/>
            <pc:sldMk cId="0" sldId="466"/>
            <ac:inkMk id="20" creationId="{5C69196B-53C6-4682-AEE1-0BB368CBC9BA}"/>
          </ac:inkMkLst>
        </pc:inkChg>
        <pc:inkChg chg="add">
          <ac:chgData name="Md. Nahid Hasan" userId="S::nahid@vu.edu.bd::85ea5f9e-65d6-4031-b810-9415101f2e21" providerId="AD" clId="Web-{28E3F724-1D2C-4475-B933-E413A6E994B5}" dt="2020-12-06T06:17:47.417" v="202"/>
          <ac:inkMkLst>
            <pc:docMk/>
            <pc:sldMk cId="0" sldId="466"/>
            <ac:inkMk id="21" creationId="{43617B90-8A95-4258-93CB-F9DDAFBE24AD}"/>
          </ac:inkMkLst>
        </pc:inkChg>
        <pc:inkChg chg="add">
          <ac:chgData name="Md. Nahid Hasan" userId="S::nahid@vu.edu.bd::85ea5f9e-65d6-4031-b810-9415101f2e21" providerId="AD" clId="Web-{28E3F724-1D2C-4475-B933-E413A6E994B5}" dt="2020-12-06T06:17:47.432" v="203"/>
          <ac:inkMkLst>
            <pc:docMk/>
            <pc:sldMk cId="0" sldId="466"/>
            <ac:inkMk id="22" creationId="{2DC0CA02-ADCF-4A9B-AE9E-A4C0AC32613E}"/>
          </ac:inkMkLst>
        </pc:inkChg>
        <pc:inkChg chg="add">
          <ac:chgData name="Md. Nahid Hasan" userId="S::nahid@vu.edu.bd::85ea5f9e-65d6-4031-b810-9415101f2e21" providerId="AD" clId="Web-{28E3F724-1D2C-4475-B933-E413A6E994B5}" dt="2020-12-06T06:17:47.432" v="204"/>
          <ac:inkMkLst>
            <pc:docMk/>
            <pc:sldMk cId="0" sldId="466"/>
            <ac:inkMk id="23" creationId="{624ADE4D-ED82-4B9F-AD1B-F1E1439C4708}"/>
          </ac:inkMkLst>
        </pc:inkChg>
        <pc:inkChg chg="add">
          <ac:chgData name="Md. Nahid Hasan" userId="S::nahid@vu.edu.bd::85ea5f9e-65d6-4031-b810-9415101f2e21" providerId="AD" clId="Web-{28E3F724-1D2C-4475-B933-E413A6E994B5}" dt="2020-12-06T06:17:47.448" v="205"/>
          <ac:inkMkLst>
            <pc:docMk/>
            <pc:sldMk cId="0" sldId="466"/>
            <ac:inkMk id="24" creationId="{A463D1F5-13A9-4A90-B5CC-54490AD0A494}"/>
          </ac:inkMkLst>
        </pc:inkChg>
        <pc:inkChg chg="add">
          <ac:chgData name="Md. Nahid Hasan" userId="S::nahid@vu.edu.bd::85ea5f9e-65d6-4031-b810-9415101f2e21" providerId="AD" clId="Web-{28E3F724-1D2C-4475-B933-E413A6E994B5}" dt="2020-12-06T06:17:48.542" v="206"/>
          <ac:inkMkLst>
            <pc:docMk/>
            <pc:sldMk cId="0" sldId="466"/>
            <ac:inkMk id="25" creationId="{27BE9134-016A-4090-A1DA-9EF1AD26CFED}"/>
          </ac:inkMkLst>
        </pc:inkChg>
        <pc:inkChg chg="add">
          <ac:chgData name="Md. Nahid Hasan" userId="S::nahid@vu.edu.bd::85ea5f9e-65d6-4031-b810-9415101f2e21" providerId="AD" clId="Web-{28E3F724-1D2C-4475-B933-E413A6E994B5}" dt="2020-12-06T06:17:49.776" v="207"/>
          <ac:inkMkLst>
            <pc:docMk/>
            <pc:sldMk cId="0" sldId="466"/>
            <ac:inkMk id="26" creationId="{D3DC32E0-734B-4373-BFE4-307BEA7A55BE}"/>
          </ac:inkMkLst>
        </pc:inkChg>
        <pc:inkChg chg="add">
          <ac:chgData name="Md. Nahid Hasan" userId="S::nahid@vu.edu.bd::85ea5f9e-65d6-4031-b810-9415101f2e21" providerId="AD" clId="Web-{28E3F724-1D2C-4475-B933-E413A6E994B5}" dt="2020-12-06T06:18:02.011" v="208"/>
          <ac:inkMkLst>
            <pc:docMk/>
            <pc:sldMk cId="0" sldId="466"/>
            <ac:inkMk id="27" creationId="{16AB4E2A-8EA0-4E3F-8AF0-00AFB1F214A3}"/>
          </ac:inkMkLst>
        </pc:inkChg>
        <pc:inkChg chg="add">
          <ac:chgData name="Md. Nahid Hasan" userId="S::nahid@vu.edu.bd::85ea5f9e-65d6-4031-b810-9415101f2e21" providerId="AD" clId="Web-{28E3F724-1D2C-4475-B933-E413A6E994B5}" dt="2020-12-06T06:18:07.026" v="209"/>
          <ac:inkMkLst>
            <pc:docMk/>
            <pc:sldMk cId="0" sldId="466"/>
            <ac:inkMk id="28" creationId="{04C60964-9905-44DC-8E67-ACE7DC3F29B9}"/>
          </ac:inkMkLst>
        </pc:inkChg>
        <pc:inkChg chg="add">
          <ac:chgData name="Md. Nahid Hasan" userId="S::nahid@vu.edu.bd::85ea5f9e-65d6-4031-b810-9415101f2e21" providerId="AD" clId="Web-{28E3F724-1D2C-4475-B933-E413A6E994B5}" dt="2020-12-06T06:18:07.026" v="210"/>
          <ac:inkMkLst>
            <pc:docMk/>
            <pc:sldMk cId="0" sldId="466"/>
            <ac:inkMk id="29" creationId="{FAA1C17C-D445-487C-A411-A3D63545E2CB}"/>
          </ac:inkMkLst>
        </pc:inkChg>
        <pc:inkChg chg="add">
          <ac:chgData name="Md. Nahid Hasan" userId="S::nahid@vu.edu.bd::85ea5f9e-65d6-4031-b810-9415101f2e21" providerId="AD" clId="Web-{28E3F724-1D2C-4475-B933-E413A6E994B5}" dt="2020-12-06T06:18:07.042" v="211"/>
          <ac:inkMkLst>
            <pc:docMk/>
            <pc:sldMk cId="0" sldId="466"/>
            <ac:inkMk id="30" creationId="{793ADDC0-6117-4593-AABA-081EF1988C82}"/>
          </ac:inkMkLst>
        </pc:inkChg>
        <pc:inkChg chg="add">
          <ac:chgData name="Md. Nahid Hasan" userId="S::nahid@vu.edu.bd::85ea5f9e-65d6-4031-b810-9415101f2e21" providerId="AD" clId="Web-{28E3F724-1D2C-4475-B933-E413A6E994B5}" dt="2020-12-06T06:18:07.042" v="212"/>
          <ac:inkMkLst>
            <pc:docMk/>
            <pc:sldMk cId="0" sldId="466"/>
            <ac:inkMk id="31" creationId="{5741BE88-2537-4601-B4AA-F8A9CC1F8C57}"/>
          </ac:inkMkLst>
        </pc:inkChg>
        <pc:inkChg chg="add">
          <ac:chgData name="Md. Nahid Hasan" userId="S::nahid@vu.edu.bd::85ea5f9e-65d6-4031-b810-9415101f2e21" providerId="AD" clId="Web-{28E3F724-1D2C-4475-B933-E413A6E994B5}" dt="2020-12-06T06:18:07.058" v="213"/>
          <ac:inkMkLst>
            <pc:docMk/>
            <pc:sldMk cId="0" sldId="466"/>
            <ac:inkMk id="32" creationId="{E76F28F1-D6C6-406C-B258-38A7661E7B87}"/>
          </ac:inkMkLst>
        </pc:inkChg>
        <pc:inkChg chg="add">
          <ac:chgData name="Md. Nahid Hasan" userId="S::nahid@vu.edu.bd::85ea5f9e-65d6-4031-b810-9415101f2e21" providerId="AD" clId="Web-{28E3F724-1D2C-4475-B933-E413A6E994B5}" dt="2020-12-06T06:18:07.058" v="214"/>
          <ac:inkMkLst>
            <pc:docMk/>
            <pc:sldMk cId="0" sldId="466"/>
            <ac:inkMk id="33" creationId="{39F16E3D-C60F-462A-957A-62E38D8BF974}"/>
          </ac:inkMkLst>
        </pc:inkChg>
        <pc:inkChg chg="add">
          <ac:chgData name="Md. Nahid Hasan" userId="S::nahid@vu.edu.bd::85ea5f9e-65d6-4031-b810-9415101f2e21" providerId="AD" clId="Web-{28E3F724-1D2C-4475-B933-E413A6E994B5}" dt="2020-12-06T06:18:07.808" v="215"/>
          <ac:inkMkLst>
            <pc:docMk/>
            <pc:sldMk cId="0" sldId="466"/>
            <ac:inkMk id="34" creationId="{1E23F70C-CCDB-4D92-9AF8-7900BE5E8018}"/>
          </ac:inkMkLst>
        </pc:inkChg>
        <pc:inkChg chg="add">
          <ac:chgData name="Md. Nahid Hasan" userId="S::nahid@vu.edu.bd::85ea5f9e-65d6-4031-b810-9415101f2e21" providerId="AD" clId="Web-{28E3F724-1D2C-4475-B933-E413A6E994B5}" dt="2020-12-06T06:18:12.776" v="216"/>
          <ac:inkMkLst>
            <pc:docMk/>
            <pc:sldMk cId="0" sldId="466"/>
            <ac:inkMk id="35" creationId="{EACC2FEE-8822-4C47-ADA2-33794147206C}"/>
          </ac:inkMkLst>
        </pc:inkChg>
        <pc:inkChg chg="add">
          <ac:chgData name="Md. Nahid Hasan" userId="S::nahid@vu.edu.bd::85ea5f9e-65d6-4031-b810-9415101f2e21" providerId="AD" clId="Web-{28E3F724-1D2C-4475-B933-E413A6E994B5}" dt="2020-12-06T06:18:13.823" v="217"/>
          <ac:inkMkLst>
            <pc:docMk/>
            <pc:sldMk cId="0" sldId="466"/>
            <ac:inkMk id="36" creationId="{305A4A6C-8E53-4083-B08C-E914279A399A}"/>
          </ac:inkMkLst>
        </pc:inkChg>
        <pc:inkChg chg="add">
          <ac:chgData name="Md. Nahid Hasan" userId="S::nahid@vu.edu.bd::85ea5f9e-65d6-4031-b810-9415101f2e21" providerId="AD" clId="Web-{28E3F724-1D2C-4475-B933-E413A6E994B5}" dt="2020-12-06T06:18:22.058" v="218"/>
          <ac:inkMkLst>
            <pc:docMk/>
            <pc:sldMk cId="0" sldId="466"/>
            <ac:inkMk id="37" creationId="{62D30D99-C4E4-4CA7-A0EC-B202ACE74053}"/>
          </ac:inkMkLst>
        </pc:inkChg>
        <pc:inkChg chg="add">
          <ac:chgData name="Md. Nahid Hasan" userId="S::nahid@vu.edu.bd::85ea5f9e-65d6-4031-b810-9415101f2e21" providerId="AD" clId="Web-{28E3F724-1D2C-4475-B933-E413A6E994B5}" dt="2020-12-06T06:18:24.729" v="219"/>
          <ac:inkMkLst>
            <pc:docMk/>
            <pc:sldMk cId="0" sldId="466"/>
            <ac:inkMk id="38" creationId="{6F2BF581-90AC-42A8-B72E-4D908231F179}"/>
          </ac:inkMkLst>
        </pc:inkChg>
        <pc:inkChg chg="add">
          <ac:chgData name="Md. Nahid Hasan" userId="S::nahid@vu.edu.bd::85ea5f9e-65d6-4031-b810-9415101f2e21" providerId="AD" clId="Web-{28E3F724-1D2C-4475-B933-E413A6E994B5}" dt="2020-12-06T06:18:26.370" v="220"/>
          <ac:inkMkLst>
            <pc:docMk/>
            <pc:sldMk cId="0" sldId="466"/>
            <ac:inkMk id="39" creationId="{6D597756-D3DD-4881-B4F2-9E0C58925016}"/>
          </ac:inkMkLst>
        </pc:inkChg>
        <pc:inkChg chg="add">
          <ac:chgData name="Md. Nahid Hasan" userId="S::nahid@vu.edu.bd::85ea5f9e-65d6-4031-b810-9415101f2e21" providerId="AD" clId="Web-{28E3F724-1D2C-4475-B933-E413A6E994B5}" dt="2020-12-06T06:18:26.370" v="221"/>
          <ac:inkMkLst>
            <pc:docMk/>
            <pc:sldMk cId="0" sldId="466"/>
            <ac:inkMk id="40" creationId="{8F86FF4D-1C54-4952-8797-9CA231251507}"/>
          </ac:inkMkLst>
        </pc:inkChg>
        <pc:inkChg chg="add">
          <ac:chgData name="Md. Nahid Hasan" userId="S::nahid@vu.edu.bd::85ea5f9e-65d6-4031-b810-9415101f2e21" providerId="AD" clId="Web-{28E3F724-1D2C-4475-B933-E413A6E994B5}" dt="2020-12-06T06:18:26.386" v="222"/>
          <ac:inkMkLst>
            <pc:docMk/>
            <pc:sldMk cId="0" sldId="466"/>
            <ac:inkMk id="41" creationId="{DF197531-42D8-472C-A6CE-B74FB3959CCE}"/>
          </ac:inkMkLst>
        </pc:inkChg>
        <pc:inkChg chg="add">
          <ac:chgData name="Md. Nahid Hasan" userId="S::nahid@vu.edu.bd::85ea5f9e-65d6-4031-b810-9415101f2e21" providerId="AD" clId="Web-{28E3F724-1D2C-4475-B933-E413A6E994B5}" dt="2020-12-06T06:18:27.339" v="223"/>
          <ac:inkMkLst>
            <pc:docMk/>
            <pc:sldMk cId="0" sldId="466"/>
            <ac:inkMk id="42" creationId="{BD0AB0AA-DD3F-4E97-9A15-0EB49F539A86}"/>
          </ac:inkMkLst>
        </pc:inkChg>
        <pc:inkChg chg="add">
          <ac:chgData name="Md. Nahid Hasan" userId="S::nahid@vu.edu.bd::85ea5f9e-65d6-4031-b810-9415101f2e21" providerId="AD" clId="Web-{28E3F724-1D2C-4475-B933-E413A6E994B5}" dt="2020-12-06T06:18:28.698" v="224"/>
          <ac:inkMkLst>
            <pc:docMk/>
            <pc:sldMk cId="0" sldId="466"/>
            <ac:inkMk id="43" creationId="{C1CB24F7-6C65-4F78-93A7-C4A6E90F2DDB}"/>
          </ac:inkMkLst>
        </pc:inkChg>
        <pc:inkChg chg="add">
          <ac:chgData name="Md. Nahid Hasan" userId="S::nahid@vu.edu.bd::85ea5f9e-65d6-4031-b810-9415101f2e21" providerId="AD" clId="Web-{28E3F724-1D2C-4475-B933-E413A6E994B5}" dt="2020-12-06T06:18:28.714" v="225"/>
          <ac:inkMkLst>
            <pc:docMk/>
            <pc:sldMk cId="0" sldId="466"/>
            <ac:inkMk id="44" creationId="{27CABF05-AFBB-4EE8-B2DD-4636D79564CC}"/>
          </ac:inkMkLst>
        </pc:inkChg>
        <pc:inkChg chg="add">
          <ac:chgData name="Md. Nahid Hasan" userId="S::nahid@vu.edu.bd::85ea5f9e-65d6-4031-b810-9415101f2e21" providerId="AD" clId="Web-{28E3F724-1D2C-4475-B933-E413A6E994B5}" dt="2020-12-06T06:18:28.714" v="226"/>
          <ac:inkMkLst>
            <pc:docMk/>
            <pc:sldMk cId="0" sldId="466"/>
            <ac:inkMk id="45" creationId="{8BAA7D67-31FA-453F-96BE-BA131F214C13}"/>
          </ac:inkMkLst>
        </pc:inkChg>
        <pc:inkChg chg="add">
          <ac:chgData name="Md. Nahid Hasan" userId="S::nahid@vu.edu.bd::85ea5f9e-65d6-4031-b810-9415101f2e21" providerId="AD" clId="Web-{28E3F724-1D2C-4475-B933-E413A6E994B5}" dt="2020-12-06T06:18:33.995" v="227"/>
          <ac:inkMkLst>
            <pc:docMk/>
            <pc:sldMk cId="0" sldId="466"/>
            <ac:inkMk id="46" creationId="{8DE4FDDF-F943-4BFE-AE9B-6726770E433A}"/>
          </ac:inkMkLst>
        </pc:inkChg>
        <pc:inkChg chg="add">
          <ac:chgData name="Md. Nahid Hasan" userId="S::nahid@vu.edu.bd::85ea5f9e-65d6-4031-b810-9415101f2e21" providerId="AD" clId="Web-{28E3F724-1D2C-4475-B933-E413A6E994B5}" dt="2020-12-06T06:18:35.542" v="228"/>
          <ac:inkMkLst>
            <pc:docMk/>
            <pc:sldMk cId="0" sldId="466"/>
            <ac:inkMk id="47" creationId="{0481469D-FCE6-49B4-84BF-B1D07BB6F9A0}"/>
          </ac:inkMkLst>
        </pc:inkChg>
        <pc:inkChg chg="add">
          <ac:chgData name="Md. Nahid Hasan" userId="S::nahid@vu.edu.bd::85ea5f9e-65d6-4031-b810-9415101f2e21" providerId="AD" clId="Web-{28E3F724-1D2C-4475-B933-E413A6E994B5}" dt="2020-12-06T06:18:37.292" v="229"/>
          <ac:inkMkLst>
            <pc:docMk/>
            <pc:sldMk cId="0" sldId="466"/>
            <ac:inkMk id="48" creationId="{296F8821-A914-4193-91FB-B6629A70D32C}"/>
          </ac:inkMkLst>
        </pc:inkChg>
        <pc:inkChg chg="add">
          <ac:chgData name="Md. Nahid Hasan" userId="S::nahid@vu.edu.bd::85ea5f9e-65d6-4031-b810-9415101f2e21" providerId="AD" clId="Web-{28E3F724-1D2C-4475-B933-E413A6E994B5}" dt="2020-12-06T06:18:38.636" v="230"/>
          <ac:inkMkLst>
            <pc:docMk/>
            <pc:sldMk cId="0" sldId="466"/>
            <ac:inkMk id="49" creationId="{92C8DB89-6056-477F-BCDD-28BA63317357}"/>
          </ac:inkMkLst>
        </pc:inkChg>
        <pc:inkChg chg="add">
          <ac:chgData name="Md. Nahid Hasan" userId="S::nahid@vu.edu.bd::85ea5f9e-65d6-4031-b810-9415101f2e21" providerId="AD" clId="Web-{28E3F724-1D2C-4475-B933-E413A6E994B5}" dt="2020-12-06T06:18:38.636" v="231"/>
          <ac:inkMkLst>
            <pc:docMk/>
            <pc:sldMk cId="0" sldId="466"/>
            <ac:inkMk id="50" creationId="{FD2AC17D-18FB-4193-9C13-E5FAFF4EAB42}"/>
          </ac:inkMkLst>
        </pc:inkChg>
        <pc:inkChg chg="add">
          <ac:chgData name="Md. Nahid Hasan" userId="S::nahid@vu.edu.bd::85ea5f9e-65d6-4031-b810-9415101f2e21" providerId="AD" clId="Web-{28E3F724-1D2C-4475-B933-E413A6E994B5}" dt="2020-12-06T06:18:49.120" v="232"/>
          <ac:inkMkLst>
            <pc:docMk/>
            <pc:sldMk cId="0" sldId="466"/>
            <ac:inkMk id="51" creationId="{5F06E4A2-A456-4CF8-8859-C583E829B0D2}"/>
          </ac:inkMkLst>
        </pc:inkChg>
        <pc:inkChg chg="add">
          <ac:chgData name="Md. Nahid Hasan" userId="S::nahid@vu.edu.bd::85ea5f9e-65d6-4031-b810-9415101f2e21" providerId="AD" clId="Web-{28E3F724-1D2C-4475-B933-E413A6E994B5}" dt="2020-12-06T06:18:53.651" v="233"/>
          <ac:inkMkLst>
            <pc:docMk/>
            <pc:sldMk cId="0" sldId="466"/>
            <ac:inkMk id="52" creationId="{DB9F2B54-CE55-4724-9A3C-BD38A3080D2E}"/>
          </ac:inkMkLst>
        </pc:inkChg>
        <pc:inkChg chg="add">
          <ac:chgData name="Md. Nahid Hasan" userId="S::nahid@vu.edu.bd::85ea5f9e-65d6-4031-b810-9415101f2e21" providerId="AD" clId="Web-{28E3F724-1D2C-4475-B933-E413A6E994B5}" dt="2020-12-06T06:18:54.636" v="234"/>
          <ac:inkMkLst>
            <pc:docMk/>
            <pc:sldMk cId="0" sldId="466"/>
            <ac:inkMk id="53" creationId="{E13AEB13-D954-45DD-9C4F-71B7FFD026D4}"/>
          </ac:inkMkLst>
        </pc:inkChg>
        <pc:inkChg chg="add">
          <ac:chgData name="Md. Nahid Hasan" userId="S::nahid@vu.edu.bd::85ea5f9e-65d6-4031-b810-9415101f2e21" providerId="AD" clId="Web-{28E3F724-1D2C-4475-B933-E413A6E994B5}" dt="2020-12-06T06:18:59.683" v="235"/>
          <ac:inkMkLst>
            <pc:docMk/>
            <pc:sldMk cId="0" sldId="466"/>
            <ac:inkMk id="54" creationId="{3B4BF55E-7072-4696-9B64-529AD916702F}"/>
          </ac:inkMkLst>
        </pc:inkChg>
        <pc:inkChg chg="add">
          <ac:chgData name="Md. Nahid Hasan" userId="S::nahid@vu.edu.bd::85ea5f9e-65d6-4031-b810-9415101f2e21" providerId="AD" clId="Web-{28E3F724-1D2C-4475-B933-E413A6E994B5}" dt="2020-12-06T06:18:59.683" v="236"/>
          <ac:inkMkLst>
            <pc:docMk/>
            <pc:sldMk cId="0" sldId="466"/>
            <ac:inkMk id="55" creationId="{A00EF805-64E7-4166-B05D-05D16415FEC8}"/>
          </ac:inkMkLst>
        </pc:inkChg>
        <pc:inkChg chg="add">
          <ac:chgData name="Md. Nahid Hasan" userId="S::nahid@vu.edu.bd::85ea5f9e-65d6-4031-b810-9415101f2e21" providerId="AD" clId="Web-{28E3F724-1D2C-4475-B933-E413A6E994B5}" dt="2020-12-06T06:18:59.698" v="237"/>
          <ac:inkMkLst>
            <pc:docMk/>
            <pc:sldMk cId="0" sldId="466"/>
            <ac:inkMk id="56" creationId="{16065182-1734-42C3-AAEE-E6E55F0E58C4}"/>
          </ac:inkMkLst>
        </pc:inkChg>
        <pc:inkChg chg="add">
          <ac:chgData name="Md. Nahid Hasan" userId="S::nahid@vu.edu.bd::85ea5f9e-65d6-4031-b810-9415101f2e21" providerId="AD" clId="Web-{28E3F724-1D2C-4475-B933-E413A6E994B5}" dt="2020-12-06T06:18:59.714" v="238"/>
          <ac:inkMkLst>
            <pc:docMk/>
            <pc:sldMk cId="0" sldId="466"/>
            <ac:inkMk id="57" creationId="{BD4DB0A1-DDB3-428D-8401-2D26B88D8C09}"/>
          </ac:inkMkLst>
        </pc:inkChg>
        <pc:inkChg chg="add">
          <ac:chgData name="Md. Nahid Hasan" userId="S::nahid@vu.edu.bd::85ea5f9e-65d6-4031-b810-9415101f2e21" providerId="AD" clId="Web-{28E3F724-1D2C-4475-B933-E413A6E994B5}" dt="2020-12-06T06:18:59.714" v="239"/>
          <ac:inkMkLst>
            <pc:docMk/>
            <pc:sldMk cId="0" sldId="466"/>
            <ac:inkMk id="58" creationId="{D239D5CE-B0E1-469A-A3EA-57783AD0EADF}"/>
          </ac:inkMkLst>
        </pc:inkChg>
        <pc:inkChg chg="add">
          <ac:chgData name="Md. Nahid Hasan" userId="S::nahid@vu.edu.bd::85ea5f9e-65d6-4031-b810-9415101f2e21" providerId="AD" clId="Web-{28E3F724-1D2C-4475-B933-E413A6E994B5}" dt="2020-12-06T06:18:59.730" v="240"/>
          <ac:inkMkLst>
            <pc:docMk/>
            <pc:sldMk cId="0" sldId="466"/>
            <ac:inkMk id="59" creationId="{DCD460EB-DE69-43BC-A99C-286A387AFEA5}"/>
          </ac:inkMkLst>
        </pc:inkChg>
        <pc:inkChg chg="add">
          <ac:chgData name="Md. Nahid Hasan" userId="S::nahid@vu.edu.bd::85ea5f9e-65d6-4031-b810-9415101f2e21" providerId="AD" clId="Web-{28E3F724-1D2C-4475-B933-E413A6E994B5}" dt="2020-12-06T06:18:59.730" v="241"/>
          <ac:inkMkLst>
            <pc:docMk/>
            <pc:sldMk cId="0" sldId="466"/>
            <ac:inkMk id="60" creationId="{9F6559E2-D4C8-488B-A0AA-74C989EFE02C}"/>
          </ac:inkMkLst>
        </pc:inkChg>
        <pc:inkChg chg="add">
          <ac:chgData name="Md. Nahid Hasan" userId="S::nahid@vu.edu.bd::85ea5f9e-65d6-4031-b810-9415101f2e21" providerId="AD" clId="Web-{28E3F724-1D2C-4475-B933-E413A6E994B5}" dt="2020-12-06T06:19:01.183" v="242"/>
          <ac:inkMkLst>
            <pc:docMk/>
            <pc:sldMk cId="0" sldId="466"/>
            <ac:inkMk id="61" creationId="{A976D8FD-6D0B-4BA4-BD0D-15C4EA3653E4}"/>
          </ac:inkMkLst>
        </pc:inkChg>
        <pc:inkChg chg="add">
          <ac:chgData name="Md. Nahid Hasan" userId="S::nahid@vu.edu.bd::85ea5f9e-65d6-4031-b810-9415101f2e21" providerId="AD" clId="Web-{28E3F724-1D2C-4475-B933-E413A6E994B5}" dt="2020-12-06T06:19:01.386" v="243"/>
          <ac:inkMkLst>
            <pc:docMk/>
            <pc:sldMk cId="0" sldId="466"/>
            <ac:inkMk id="62" creationId="{F6695EAD-FDEE-4C4A-9087-5D78EB40CAAF}"/>
          </ac:inkMkLst>
        </pc:inkChg>
        <pc:inkChg chg="add">
          <ac:chgData name="Md. Nahid Hasan" userId="S::nahid@vu.edu.bd::85ea5f9e-65d6-4031-b810-9415101f2e21" providerId="AD" clId="Web-{28E3F724-1D2C-4475-B933-E413A6E994B5}" dt="2020-12-06T06:19:03.073" v="244"/>
          <ac:inkMkLst>
            <pc:docMk/>
            <pc:sldMk cId="0" sldId="466"/>
            <ac:inkMk id="63" creationId="{F867B679-5495-4ABC-AC7E-B0EB0A1320E2}"/>
          </ac:inkMkLst>
        </pc:inkChg>
        <pc:inkChg chg="add">
          <ac:chgData name="Md. Nahid Hasan" userId="S::nahid@vu.edu.bd::85ea5f9e-65d6-4031-b810-9415101f2e21" providerId="AD" clId="Web-{28E3F724-1D2C-4475-B933-E413A6E994B5}" dt="2020-12-06T06:19:03.089" v="245"/>
          <ac:inkMkLst>
            <pc:docMk/>
            <pc:sldMk cId="0" sldId="466"/>
            <ac:inkMk id="48128" creationId="{F5712556-C5D9-4250-9A95-9C368AF17517}"/>
          </ac:inkMkLst>
        </pc:inkChg>
        <pc:inkChg chg="add">
          <ac:chgData name="Md. Nahid Hasan" userId="S::nahid@vu.edu.bd::85ea5f9e-65d6-4031-b810-9415101f2e21" providerId="AD" clId="Web-{28E3F724-1D2C-4475-B933-E413A6E994B5}" dt="2020-12-06T06:19:03.089" v="246"/>
          <ac:inkMkLst>
            <pc:docMk/>
            <pc:sldMk cId="0" sldId="466"/>
            <ac:inkMk id="48129" creationId="{FEA2BCC5-0067-4240-8CB9-FE2DB7B39C3D}"/>
          </ac:inkMkLst>
        </pc:inkChg>
        <pc:inkChg chg="add">
          <ac:chgData name="Md. Nahid Hasan" userId="S::nahid@vu.edu.bd::85ea5f9e-65d6-4031-b810-9415101f2e21" providerId="AD" clId="Web-{28E3F724-1D2C-4475-B933-E413A6E994B5}" dt="2020-12-06T06:19:10.011" v="247"/>
          <ac:inkMkLst>
            <pc:docMk/>
            <pc:sldMk cId="0" sldId="466"/>
            <ac:inkMk id="48131" creationId="{85EAE4B4-08BE-4518-A7D9-A6740433AE17}"/>
          </ac:inkMkLst>
        </pc:inkChg>
        <pc:inkChg chg="add">
          <ac:chgData name="Md. Nahid Hasan" userId="S::nahid@vu.edu.bd::85ea5f9e-65d6-4031-b810-9415101f2e21" providerId="AD" clId="Web-{28E3F724-1D2C-4475-B933-E413A6E994B5}" dt="2020-12-06T06:19:11.355" v="248"/>
          <ac:inkMkLst>
            <pc:docMk/>
            <pc:sldMk cId="0" sldId="466"/>
            <ac:inkMk id="48132" creationId="{48A38E04-5806-444E-9A96-47CB1D44D139}"/>
          </ac:inkMkLst>
        </pc:inkChg>
        <pc:inkChg chg="add">
          <ac:chgData name="Md. Nahid Hasan" userId="S::nahid@vu.edu.bd::85ea5f9e-65d6-4031-b810-9415101f2e21" providerId="AD" clId="Web-{28E3F724-1D2C-4475-B933-E413A6E994B5}" dt="2020-12-06T06:19:11.620" v="249"/>
          <ac:inkMkLst>
            <pc:docMk/>
            <pc:sldMk cId="0" sldId="466"/>
            <ac:inkMk id="48133" creationId="{036895A3-B35F-4B48-9E50-0845BD2982BD}"/>
          </ac:inkMkLst>
        </pc:inkChg>
        <pc:inkChg chg="add">
          <ac:chgData name="Md. Nahid Hasan" userId="S::nahid@vu.edu.bd::85ea5f9e-65d6-4031-b810-9415101f2e21" providerId="AD" clId="Web-{28E3F724-1D2C-4475-B933-E413A6E994B5}" dt="2020-12-06T06:19:12.355" v="250"/>
          <ac:inkMkLst>
            <pc:docMk/>
            <pc:sldMk cId="0" sldId="466"/>
            <ac:inkMk id="48134" creationId="{8835FA20-3C9E-461F-AEDC-22480579F7CA}"/>
          </ac:inkMkLst>
        </pc:inkChg>
        <pc:inkChg chg="add">
          <ac:chgData name="Md. Nahid Hasan" userId="S::nahid@vu.edu.bd::85ea5f9e-65d6-4031-b810-9415101f2e21" providerId="AD" clId="Web-{28E3F724-1D2C-4475-B933-E413A6E994B5}" dt="2020-12-06T06:19:12.698" v="251"/>
          <ac:inkMkLst>
            <pc:docMk/>
            <pc:sldMk cId="0" sldId="466"/>
            <ac:inkMk id="48135" creationId="{B5416017-7778-47C8-9617-CF436217E394}"/>
          </ac:inkMkLst>
        </pc:inkChg>
        <pc:inkChg chg="add">
          <ac:chgData name="Md. Nahid Hasan" userId="S::nahid@vu.edu.bd::85ea5f9e-65d6-4031-b810-9415101f2e21" providerId="AD" clId="Web-{28E3F724-1D2C-4475-B933-E413A6E994B5}" dt="2020-12-06T06:19:14.730" v="252"/>
          <ac:inkMkLst>
            <pc:docMk/>
            <pc:sldMk cId="0" sldId="466"/>
            <ac:inkMk id="48136" creationId="{AA7C6342-A769-4AAB-85ED-FC84083B504B}"/>
          </ac:inkMkLst>
        </pc:inkChg>
        <pc:inkChg chg="add">
          <ac:chgData name="Md. Nahid Hasan" userId="S::nahid@vu.edu.bd::85ea5f9e-65d6-4031-b810-9415101f2e21" providerId="AD" clId="Web-{28E3F724-1D2C-4475-B933-E413A6E994B5}" dt="2020-12-06T06:19:15.761" v="253"/>
          <ac:inkMkLst>
            <pc:docMk/>
            <pc:sldMk cId="0" sldId="466"/>
            <ac:inkMk id="48137" creationId="{6FDA9D98-B9B0-4EAA-B34C-5BCA31F850E1}"/>
          </ac:inkMkLst>
        </pc:inkChg>
        <pc:inkChg chg="add">
          <ac:chgData name="Md. Nahid Hasan" userId="S::nahid@vu.edu.bd::85ea5f9e-65d6-4031-b810-9415101f2e21" providerId="AD" clId="Web-{28E3F724-1D2C-4475-B933-E413A6E994B5}" dt="2020-12-06T06:19:16.808" v="254"/>
          <ac:inkMkLst>
            <pc:docMk/>
            <pc:sldMk cId="0" sldId="466"/>
            <ac:inkMk id="48138" creationId="{2B38C140-CAB6-4DC6-BADE-1A4F7587FB85}"/>
          </ac:inkMkLst>
        </pc:inkChg>
        <pc:inkChg chg="add">
          <ac:chgData name="Md. Nahid Hasan" userId="S::nahid@vu.edu.bd::85ea5f9e-65d6-4031-b810-9415101f2e21" providerId="AD" clId="Web-{28E3F724-1D2C-4475-B933-E413A6E994B5}" dt="2020-12-06T06:19:18.558" v="255"/>
          <ac:inkMkLst>
            <pc:docMk/>
            <pc:sldMk cId="0" sldId="466"/>
            <ac:inkMk id="48139" creationId="{BA901666-A0DF-456B-82D2-16E670A73AC6}"/>
          </ac:inkMkLst>
        </pc:inkChg>
        <pc:inkChg chg="add">
          <ac:chgData name="Md. Nahid Hasan" userId="S::nahid@vu.edu.bd::85ea5f9e-65d6-4031-b810-9415101f2e21" providerId="AD" clId="Web-{28E3F724-1D2C-4475-B933-E413A6E994B5}" dt="2020-12-06T06:19:21.870" v="256"/>
          <ac:inkMkLst>
            <pc:docMk/>
            <pc:sldMk cId="0" sldId="466"/>
            <ac:inkMk id="48140" creationId="{7D5D1557-B1BB-41CF-9D71-B9121667FF46}"/>
          </ac:inkMkLst>
        </pc:inkChg>
        <pc:inkChg chg="add">
          <ac:chgData name="Md. Nahid Hasan" userId="S::nahid@vu.edu.bd::85ea5f9e-65d6-4031-b810-9415101f2e21" providerId="AD" clId="Web-{28E3F724-1D2C-4475-B933-E413A6E994B5}" dt="2020-12-06T06:19:24.167" v="257"/>
          <ac:inkMkLst>
            <pc:docMk/>
            <pc:sldMk cId="0" sldId="466"/>
            <ac:inkMk id="48141" creationId="{863703A2-9060-4376-9260-75075E0C78B9}"/>
          </ac:inkMkLst>
        </pc:inkChg>
        <pc:inkChg chg="add">
          <ac:chgData name="Md. Nahid Hasan" userId="S::nahid@vu.edu.bd::85ea5f9e-65d6-4031-b810-9415101f2e21" providerId="AD" clId="Web-{28E3F724-1D2C-4475-B933-E413A6E994B5}" dt="2020-12-06T06:19:37.527" v="258"/>
          <ac:inkMkLst>
            <pc:docMk/>
            <pc:sldMk cId="0" sldId="466"/>
            <ac:inkMk id="48142" creationId="{76C3092E-1D2B-42C6-B5BF-C3C75E5509B5}"/>
          </ac:inkMkLst>
        </pc:inkChg>
        <pc:inkChg chg="add">
          <ac:chgData name="Md. Nahid Hasan" userId="S::nahid@vu.edu.bd::85ea5f9e-65d6-4031-b810-9415101f2e21" providerId="AD" clId="Web-{28E3F724-1D2C-4475-B933-E413A6E994B5}" dt="2020-12-06T06:19:38.870" v="259"/>
          <ac:inkMkLst>
            <pc:docMk/>
            <pc:sldMk cId="0" sldId="466"/>
            <ac:inkMk id="48143" creationId="{750C8A1F-7539-4CE9-B441-3574A79E28CB}"/>
          </ac:inkMkLst>
        </pc:inkChg>
        <pc:inkChg chg="add">
          <ac:chgData name="Md. Nahid Hasan" userId="S::nahid@vu.edu.bd::85ea5f9e-65d6-4031-b810-9415101f2e21" providerId="AD" clId="Web-{28E3F724-1D2C-4475-B933-E413A6E994B5}" dt="2020-12-06T06:19:39.839" v="260"/>
          <ac:inkMkLst>
            <pc:docMk/>
            <pc:sldMk cId="0" sldId="466"/>
            <ac:inkMk id="48144" creationId="{104CEA74-7545-4733-8D9B-4AE985EED06E}"/>
          </ac:inkMkLst>
        </pc:inkChg>
        <pc:inkChg chg="add">
          <ac:chgData name="Md. Nahid Hasan" userId="S::nahid@vu.edu.bd::85ea5f9e-65d6-4031-b810-9415101f2e21" providerId="AD" clId="Web-{28E3F724-1D2C-4475-B933-E413A6E994B5}" dt="2020-12-06T06:19:40.792" v="261"/>
          <ac:inkMkLst>
            <pc:docMk/>
            <pc:sldMk cId="0" sldId="466"/>
            <ac:inkMk id="48145" creationId="{42556FDF-7967-4199-B586-0FEAA1FC66D4}"/>
          </ac:inkMkLst>
        </pc:inkChg>
        <pc:inkChg chg="add">
          <ac:chgData name="Md. Nahid Hasan" userId="S::nahid@vu.edu.bd::85ea5f9e-65d6-4031-b810-9415101f2e21" providerId="AD" clId="Web-{28E3F724-1D2C-4475-B933-E413A6E994B5}" dt="2020-12-06T06:19:41.917" v="262"/>
          <ac:inkMkLst>
            <pc:docMk/>
            <pc:sldMk cId="0" sldId="466"/>
            <ac:inkMk id="48146" creationId="{6CB23579-88CE-471B-BBF1-2514F44C5CD8}"/>
          </ac:inkMkLst>
        </pc:inkChg>
        <pc:inkChg chg="add">
          <ac:chgData name="Md. Nahid Hasan" userId="S::nahid@vu.edu.bd::85ea5f9e-65d6-4031-b810-9415101f2e21" providerId="AD" clId="Web-{28E3F724-1D2C-4475-B933-E413A6E994B5}" dt="2020-12-06T06:19:42.730" v="263"/>
          <ac:inkMkLst>
            <pc:docMk/>
            <pc:sldMk cId="0" sldId="466"/>
            <ac:inkMk id="48147" creationId="{51996768-87D3-4580-BC63-5BD724797935}"/>
          </ac:inkMkLst>
        </pc:inkChg>
        <pc:inkChg chg="add">
          <ac:chgData name="Md. Nahid Hasan" userId="S::nahid@vu.edu.bd::85ea5f9e-65d6-4031-b810-9415101f2e21" providerId="AD" clId="Web-{28E3F724-1D2C-4475-B933-E413A6E994B5}" dt="2020-12-06T06:19:43.261" v="264"/>
          <ac:inkMkLst>
            <pc:docMk/>
            <pc:sldMk cId="0" sldId="466"/>
            <ac:inkMk id="48148" creationId="{4C885E65-CA1F-44B4-9FE8-16ECDCA693FB}"/>
          </ac:inkMkLst>
        </pc:inkChg>
        <pc:inkChg chg="add">
          <ac:chgData name="Md. Nahid Hasan" userId="S::nahid@vu.edu.bd::85ea5f9e-65d6-4031-b810-9415101f2e21" providerId="AD" clId="Web-{28E3F724-1D2C-4475-B933-E413A6E994B5}" dt="2020-12-06T06:19:44.042" v="265"/>
          <ac:inkMkLst>
            <pc:docMk/>
            <pc:sldMk cId="0" sldId="466"/>
            <ac:inkMk id="48149" creationId="{993CC0EA-9B27-4D5D-9538-DA10DAD5E682}"/>
          </ac:inkMkLst>
        </pc:inkChg>
        <pc:inkChg chg="add">
          <ac:chgData name="Md. Nahid Hasan" userId="S::nahid@vu.edu.bd::85ea5f9e-65d6-4031-b810-9415101f2e21" providerId="AD" clId="Web-{28E3F724-1D2C-4475-B933-E413A6E994B5}" dt="2020-12-06T06:19:44.714" v="266"/>
          <ac:inkMkLst>
            <pc:docMk/>
            <pc:sldMk cId="0" sldId="466"/>
            <ac:inkMk id="48150" creationId="{360F9F81-BD06-4B86-8DC0-CB4A7BA45225}"/>
          </ac:inkMkLst>
        </pc:inkChg>
        <pc:inkChg chg="add">
          <ac:chgData name="Md. Nahid Hasan" userId="S::nahid@vu.edu.bd::85ea5f9e-65d6-4031-b810-9415101f2e21" providerId="AD" clId="Web-{28E3F724-1D2C-4475-B933-E413A6E994B5}" dt="2020-12-06T06:19:45.417" v="267"/>
          <ac:inkMkLst>
            <pc:docMk/>
            <pc:sldMk cId="0" sldId="466"/>
            <ac:inkMk id="48151" creationId="{5FDEE605-9B0E-4165-B13D-3D0B7592928C}"/>
          </ac:inkMkLst>
        </pc:inkChg>
        <pc:inkChg chg="add">
          <ac:chgData name="Md. Nahid Hasan" userId="S::nahid@vu.edu.bd::85ea5f9e-65d6-4031-b810-9415101f2e21" providerId="AD" clId="Web-{28E3F724-1D2C-4475-B933-E413A6E994B5}" dt="2020-12-06T06:19:47.089" v="268"/>
          <ac:inkMkLst>
            <pc:docMk/>
            <pc:sldMk cId="0" sldId="466"/>
            <ac:inkMk id="48152" creationId="{D1C71E51-A613-4FA7-9BF8-CF863DFE9D8B}"/>
          </ac:inkMkLst>
        </pc:inkChg>
        <pc:inkChg chg="add">
          <ac:chgData name="Md. Nahid Hasan" userId="S::nahid@vu.edu.bd::85ea5f9e-65d6-4031-b810-9415101f2e21" providerId="AD" clId="Web-{28E3F724-1D2C-4475-B933-E413A6E994B5}" dt="2020-12-06T06:19:47.105" v="269"/>
          <ac:inkMkLst>
            <pc:docMk/>
            <pc:sldMk cId="0" sldId="466"/>
            <ac:inkMk id="48153" creationId="{39BE62A5-2CBA-44DB-A005-39F4828B2D42}"/>
          </ac:inkMkLst>
        </pc:inkChg>
        <pc:inkChg chg="add">
          <ac:chgData name="Md. Nahid Hasan" userId="S::nahid@vu.edu.bd::85ea5f9e-65d6-4031-b810-9415101f2e21" providerId="AD" clId="Web-{28E3F724-1D2C-4475-B933-E413A6E994B5}" dt="2020-12-06T06:19:49.183" v="270"/>
          <ac:inkMkLst>
            <pc:docMk/>
            <pc:sldMk cId="0" sldId="466"/>
            <ac:inkMk id="48154" creationId="{6D1C880E-76DB-4628-ADF8-C08D404722B5}"/>
          </ac:inkMkLst>
        </pc:inkChg>
        <pc:inkChg chg="add">
          <ac:chgData name="Md. Nahid Hasan" userId="S::nahid@vu.edu.bd::85ea5f9e-65d6-4031-b810-9415101f2e21" providerId="AD" clId="Web-{28E3F724-1D2C-4475-B933-E413A6E994B5}" dt="2020-12-06T06:19:50.417" v="271"/>
          <ac:inkMkLst>
            <pc:docMk/>
            <pc:sldMk cId="0" sldId="466"/>
            <ac:inkMk id="48155" creationId="{A5C4EDDB-719B-4893-9EC3-46A8E6CCA33F}"/>
          </ac:inkMkLst>
        </pc:inkChg>
        <pc:inkChg chg="add">
          <ac:chgData name="Md. Nahid Hasan" userId="S::nahid@vu.edu.bd::85ea5f9e-65d6-4031-b810-9415101f2e21" providerId="AD" clId="Web-{28E3F724-1D2C-4475-B933-E413A6E994B5}" dt="2020-12-06T06:19:51.417" v="272"/>
          <ac:inkMkLst>
            <pc:docMk/>
            <pc:sldMk cId="0" sldId="466"/>
            <ac:inkMk id="48156" creationId="{1E808B80-C206-4FFC-8F58-65A525BC5D94}"/>
          </ac:inkMkLst>
        </pc:inkChg>
        <pc:inkChg chg="add">
          <ac:chgData name="Md. Nahid Hasan" userId="S::nahid@vu.edu.bd::85ea5f9e-65d6-4031-b810-9415101f2e21" providerId="AD" clId="Web-{28E3F724-1D2C-4475-B933-E413A6E994B5}" dt="2020-12-06T06:19:52.449" v="273"/>
          <ac:inkMkLst>
            <pc:docMk/>
            <pc:sldMk cId="0" sldId="466"/>
            <ac:inkMk id="48157" creationId="{D27B247C-5586-42A5-AB0C-73C56D77F3A7}"/>
          </ac:inkMkLst>
        </pc:inkChg>
        <pc:inkChg chg="add">
          <ac:chgData name="Md. Nahid Hasan" userId="S::nahid@vu.edu.bd::85ea5f9e-65d6-4031-b810-9415101f2e21" providerId="AD" clId="Web-{28E3F724-1D2C-4475-B933-E413A6E994B5}" dt="2020-12-06T06:19:55.792" v="274"/>
          <ac:inkMkLst>
            <pc:docMk/>
            <pc:sldMk cId="0" sldId="466"/>
            <ac:inkMk id="48158" creationId="{FF3F6F5F-9C61-4733-B70D-1DED3A10C23E}"/>
          </ac:inkMkLst>
        </pc:inkChg>
        <pc:inkChg chg="add">
          <ac:chgData name="Md. Nahid Hasan" userId="S::nahid@vu.edu.bd::85ea5f9e-65d6-4031-b810-9415101f2e21" providerId="AD" clId="Web-{28E3F724-1D2C-4475-B933-E413A6E994B5}" dt="2020-12-06T06:19:58.277" v="275"/>
          <ac:inkMkLst>
            <pc:docMk/>
            <pc:sldMk cId="0" sldId="466"/>
            <ac:inkMk id="48159" creationId="{00127C57-5735-4741-A18A-8A96B49710FD}"/>
          </ac:inkMkLst>
        </pc:inkChg>
        <pc:inkChg chg="add">
          <ac:chgData name="Md. Nahid Hasan" userId="S::nahid@vu.edu.bd::85ea5f9e-65d6-4031-b810-9415101f2e21" providerId="AD" clId="Web-{28E3F724-1D2C-4475-B933-E413A6E994B5}" dt="2020-12-06T06:19:59.277" v="276"/>
          <ac:inkMkLst>
            <pc:docMk/>
            <pc:sldMk cId="0" sldId="466"/>
            <ac:inkMk id="48160" creationId="{F26A7DB8-B363-41B8-A1F7-47850D23E564}"/>
          </ac:inkMkLst>
        </pc:inkChg>
        <pc:inkChg chg="add">
          <ac:chgData name="Md. Nahid Hasan" userId="S::nahid@vu.edu.bd::85ea5f9e-65d6-4031-b810-9415101f2e21" providerId="AD" clId="Web-{28E3F724-1D2C-4475-B933-E413A6E994B5}" dt="2020-12-06T06:20:07.777" v="277"/>
          <ac:inkMkLst>
            <pc:docMk/>
            <pc:sldMk cId="0" sldId="466"/>
            <ac:inkMk id="48161" creationId="{3539A544-0EDE-4B0A-A4D2-421D18879220}"/>
          </ac:inkMkLst>
        </pc:inkChg>
        <pc:inkChg chg="add">
          <ac:chgData name="Md. Nahid Hasan" userId="S::nahid@vu.edu.bd::85ea5f9e-65d6-4031-b810-9415101f2e21" providerId="AD" clId="Web-{28E3F724-1D2C-4475-B933-E413A6E994B5}" dt="2020-12-06T06:20:09.949" v="278"/>
          <ac:inkMkLst>
            <pc:docMk/>
            <pc:sldMk cId="0" sldId="466"/>
            <ac:inkMk id="48162" creationId="{02B46AE9-1CA5-4925-A174-8DC6CB1C5992}"/>
          </ac:inkMkLst>
        </pc:inkChg>
        <pc:inkChg chg="add">
          <ac:chgData name="Md. Nahid Hasan" userId="S::nahid@vu.edu.bd::85ea5f9e-65d6-4031-b810-9415101f2e21" providerId="AD" clId="Web-{28E3F724-1D2C-4475-B933-E413A6E994B5}" dt="2020-12-06T06:20:14.589" v="279"/>
          <ac:inkMkLst>
            <pc:docMk/>
            <pc:sldMk cId="0" sldId="466"/>
            <ac:inkMk id="48163" creationId="{4C1260F3-4C8B-49BA-9E0C-3222895B3E03}"/>
          </ac:inkMkLst>
        </pc:inkChg>
        <pc:inkChg chg="add">
          <ac:chgData name="Md. Nahid Hasan" userId="S::nahid@vu.edu.bd::85ea5f9e-65d6-4031-b810-9415101f2e21" providerId="AD" clId="Web-{28E3F724-1D2C-4475-B933-E413A6E994B5}" dt="2020-12-06T06:20:32.839" v="280"/>
          <ac:inkMkLst>
            <pc:docMk/>
            <pc:sldMk cId="0" sldId="466"/>
            <ac:inkMk id="48164" creationId="{06C1A92D-A6CE-4A81-AA21-F04365E1DB6E}"/>
          </ac:inkMkLst>
        </pc:inkChg>
        <pc:inkChg chg="add">
          <ac:chgData name="Md. Nahid Hasan" userId="S::nahid@vu.edu.bd::85ea5f9e-65d6-4031-b810-9415101f2e21" providerId="AD" clId="Web-{28E3F724-1D2C-4475-B933-E413A6E994B5}" dt="2020-12-06T06:20:35.839" v="281"/>
          <ac:inkMkLst>
            <pc:docMk/>
            <pc:sldMk cId="0" sldId="466"/>
            <ac:inkMk id="48165" creationId="{A78A6D4D-F311-4888-94C7-9A95725A9F72}"/>
          </ac:inkMkLst>
        </pc:inkChg>
        <pc:inkChg chg="add">
          <ac:chgData name="Md. Nahid Hasan" userId="S::nahid@vu.edu.bd::85ea5f9e-65d6-4031-b810-9415101f2e21" providerId="AD" clId="Web-{28E3F724-1D2C-4475-B933-E413A6E994B5}" dt="2020-12-06T06:20:35.855" v="282"/>
          <ac:inkMkLst>
            <pc:docMk/>
            <pc:sldMk cId="0" sldId="466"/>
            <ac:inkMk id="48166" creationId="{87596457-0C29-41E1-848A-7A65B830E864}"/>
          </ac:inkMkLst>
        </pc:inkChg>
        <pc:inkChg chg="add">
          <ac:chgData name="Md. Nahid Hasan" userId="S::nahid@vu.edu.bd::85ea5f9e-65d6-4031-b810-9415101f2e21" providerId="AD" clId="Web-{28E3F724-1D2C-4475-B933-E413A6E994B5}" dt="2020-12-06T06:20:35.871" v="283"/>
          <ac:inkMkLst>
            <pc:docMk/>
            <pc:sldMk cId="0" sldId="466"/>
            <ac:inkMk id="48167" creationId="{47C4D72D-DE2C-4249-88A5-A3F86A829C4B}"/>
          </ac:inkMkLst>
        </pc:inkChg>
        <pc:inkChg chg="add">
          <ac:chgData name="Md. Nahid Hasan" userId="S::nahid@vu.edu.bd::85ea5f9e-65d6-4031-b810-9415101f2e21" providerId="AD" clId="Web-{28E3F724-1D2C-4475-B933-E413A6E994B5}" dt="2020-12-06T06:20:40.871" v="284"/>
          <ac:inkMkLst>
            <pc:docMk/>
            <pc:sldMk cId="0" sldId="466"/>
            <ac:inkMk id="48168" creationId="{7D56C984-35AA-4058-8754-B02C3201CC7D}"/>
          </ac:inkMkLst>
        </pc:inkChg>
        <pc:inkChg chg="add">
          <ac:chgData name="Md. Nahid Hasan" userId="S::nahid@vu.edu.bd::85ea5f9e-65d6-4031-b810-9415101f2e21" providerId="AD" clId="Web-{28E3F724-1D2C-4475-B933-E413A6E994B5}" dt="2020-12-06T06:20:40.886" v="285"/>
          <ac:inkMkLst>
            <pc:docMk/>
            <pc:sldMk cId="0" sldId="466"/>
            <ac:inkMk id="48169" creationId="{511E7779-A079-4774-8D74-A854D4ED423F}"/>
          </ac:inkMkLst>
        </pc:inkChg>
        <pc:inkChg chg="add">
          <ac:chgData name="Md. Nahid Hasan" userId="S::nahid@vu.edu.bd::85ea5f9e-65d6-4031-b810-9415101f2e21" providerId="AD" clId="Web-{28E3F724-1D2C-4475-B933-E413A6E994B5}" dt="2020-12-06T06:20:40.886" v="286"/>
          <ac:inkMkLst>
            <pc:docMk/>
            <pc:sldMk cId="0" sldId="466"/>
            <ac:inkMk id="48170" creationId="{64F01150-F252-4C79-9CCB-0699B1177A96}"/>
          </ac:inkMkLst>
        </pc:inkChg>
        <pc:inkChg chg="add">
          <ac:chgData name="Md. Nahid Hasan" userId="S::nahid@vu.edu.bd::85ea5f9e-65d6-4031-b810-9415101f2e21" providerId="AD" clId="Web-{28E3F724-1D2C-4475-B933-E413A6E994B5}" dt="2020-12-06T06:20:40.902" v="287"/>
          <ac:inkMkLst>
            <pc:docMk/>
            <pc:sldMk cId="0" sldId="466"/>
            <ac:inkMk id="48171" creationId="{7A1F3E13-DB71-42C0-A30E-33C739CDB01A}"/>
          </ac:inkMkLst>
        </pc:inkChg>
        <pc:inkChg chg="add">
          <ac:chgData name="Md. Nahid Hasan" userId="S::nahid@vu.edu.bd::85ea5f9e-65d6-4031-b810-9415101f2e21" providerId="AD" clId="Web-{28E3F724-1D2C-4475-B933-E413A6E994B5}" dt="2020-12-06T06:20:40.902" v="288"/>
          <ac:inkMkLst>
            <pc:docMk/>
            <pc:sldMk cId="0" sldId="466"/>
            <ac:inkMk id="48172" creationId="{5735FA2D-2EF2-404B-81AF-D09B2073F67E}"/>
          </ac:inkMkLst>
        </pc:inkChg>
        <pc:inkChg chg="add">
          <ac:chgData name="Md. Nahid Hasan" userId="S::nahid@vu.edu.bd::85ea5f9e-65d6-4031-b810-9415101f2e21" providerId="AD" clId="Web-{28E3F724-1D2C-4475-B933-E413A6E994B5}" dt="2020-12-06T06:20:40.918" v="289"/>
          <ac:inkMkLst>
            <pc:docMk/>
            <pc:sldMk cId="0" sldId="466"/>
            <ac:inkMk id="48173" creationId="{F1B2CDA7-FCC4-4E81-B549-E3707357CC02}"/>
          </ac:inkMkLst>
        </pc:inkChg>
        <pc:inkChg chg="add">
          <ac:chgData name="Md. Nahid Hasan" userId="S::nahid@vu.edu.bd::85ea5f9e-65d6-4031-b810-9415101f2e21" providerId="AD" clId="Web-{28E3F724-1D2C-4475-B933-E413A6E994B5}" dt="2020-12-06T06:20:40.933" v="290"/>
          <ac:inkMkLst>
            <pc:docMk/>
            <pc:sldMk cId="0" sldId="466"/>
            <ac:inkMk id="48174" creationId="{A8A1D1B5-F4B2-4206-9950-85B34D976046}"/>
          </ac:inkMkLst>
        </pc:inkChg>
        <pc:inkChg chg="add">
          <ac:chgData name="Md. Nahid Hasan" userId="S::nahid@vu.edu.bd::85ea5f9e-65d6-4031-b810-9415101f2e21" providerId="AD" clId="Web-{28E3F724-1D2C-4475-B933-E413A6E994B5}" dt="2020-12-06T06:20:40.933" v="291"/>
          <ac:inkMkLst>
            <pc:docMk/>
            <pc:sldMk cId="0" sldId="466"/>
            <ac:inkMk id="48175" creationId="{8086F545-0B8F-466F-AE98-F9FF24AD93E7}"/>
          </ac:inkMkLst>
        </pc:inkChg>
        <pc:inkChg chg="add">
          <ac:chgData name="Md. Nahid Hasan" userId="S::nahid@vu.edu.bd::85ea5f9e-65d6-4031-b810-9415101f2e21" providerId="AD" clId="Web-{28E3F724-1D2C-4475-B933-E413A6E994B5}" dt="2020-12-06T06:20:42.402" v="292"/>
          <ac:inkMkLst>
            <pc:docMk/>
            <pc:sldMk cId="0" sldId="466"/>
            <ac:inkMk id="48176" creationId="{9A0C7DAB-79BE-44BD-A98B-3BE2F1B29256}"/>
          </ac:inkMkLst>
        </pc:inkChg>
        <pc:inkChg chg="add">
          <ac:chgData name="Md. Nahid Hasan" userId="S::nahid@vu.edu.bd::85ea5f9e-65d6-4031-b810-9415101f2e21" providerId="AD" clId="Web-{28E3F724-1D2C-4475-B933-E413A6E994B5}" dt="2020-12-06T06:20:42.418" v="293"/>
          <ac:inkMkLst>
            <pc:docMk/>
            <pc:sldMk cId="0" sldId="466"/>
            <ac:inkMk id="48177" creationId="{35020519-2E9E-4E37-A141-A2E8DAA351F7}"/>
          </ac:inkMkLst>
        </pc:inkChg>
        <pc:inkChg chg="add">
          <ac:chgData name="Md. Nahid Hasan" userId="S::nahid@vu.edu.bd::85ea5f9e-65d6-4031-b810-9415101f2e21" providerId="AD" clId="Web-{28E3F724-1D2C-4475-B933-E413A6E994B5}" dt="2020-12-06T06:20:52.933" v="294"/>
          <ac:inkMkLst>
            <pc:docMk/>
            <pc:sldMk cId="0" sldId="466"/>
            <ac:inkMk id="48178" creationId="{1D7C7186-8586-4A3D-A43C-E299F0623360}"/>
          </ac:inkMkLst>
        </pc:inkChg>
        <pc:inkChg chg="add">
          <ac:chgData name="Md. Nahid Hasan" userId="S::nahid@vu.edu.bd::85ea5f9e-65d6-4031-b810-9415101f2e21" providerId="AD" clId="Web-{28E3F724-1D2C-4475-B933-E413A6E994B5}" dt="2020-12-06T06:20:56.496" v="295"/>
          <ac:inkMkLst>
            <pc:docMk/>
            <pc:sldMk cId="0" sldId="466"/>
            <ac:inkMk id="48179" creationId="{7AB38640-6346-49A0-9F48-FBA168EE616B}"/>
          </ac:inkMkLst>
        </pc:inkChg>
        <pc:inkChg chg="add">
          <ac:chgData name="Md. Nahid Hasan" userId="S::nahid@vu.edu.bd::85ea5f9e-65d6-4031-b810-9415101f2e21" providerId="AD" clId="Web-{28E3F724-1D2C-4475-B933-E413A6E994B5}" dt="2020-12-06T06:20:57.824" v="296"/>
          <ac:inkMkLst>
            <pc:docMk/>
            <pc:sldMk cId="0" sldId="466"/>
            <ac:inkMk id="48180" creationId="{116F1F84-E7F3-4D32-BA25-A1C7F69AF4AE}"/>
          </ac:inkMkLst>
        </pc:inkChg>
        <pc:inkChg chg="add">
          <ac:chgData name="Md. Nahid Hasan" userId="S::nahid@vu.edu.bd::85ea5f9e-65d6-4031-b810-9415101f2e21" providerId="AD" clId="Web-{28E3F724-1D2C-4475-B933-E413A6E994B5}" dt="2020-12-06T06:21:00.855" v="297"/>
          <ac:inkMkLst>
            <pc:docMk/>
            <pc:sldMk cId="0" sldId="466"/>
            <ac:inkMk id="48181" creationId="{F91DEFE5-8BD4-4515-9582-453DA7517B13}"/>
          </ac:inkMkLst>
        </pc:inkChg>
        <pc:inkChg chg="add">
          <ac:chgData name="Md. Nahid Hasan" userId="S::nahid@vu.edu.bd::85ea5f9e-65d6-4031-b810-9415101f2e21" providerId="AD" clId="Web-{28E3F724-1D2C-4475-B933-E413A6E994B5}" dt="2020-12-06T06:21:07.152" v="298"/>
          <ac:inkMkLst>
            <pc:docMk/>
            <pc:sldMk cId="0" sldId="466"/>
            <ac:inkMk id="48182" creationId="{5505303A-A912-4C88-8B01-76E175BCE639}"/>
          </ac:inkMkLst>
        </pc:inkChg>
        <pc:inkChg chg="add">
          <ac:chgData name="Md. Nahid Hasan" userId="S::nahid@vu.edu.bd::85ea5f9e-65d6-4031-b810-9415101f2e21" providerId="AD" clId="Web-{28E3F724-1D2C-4475-B933-E413A6E994B5}" dt="2020-12-06T06:21:07.168" v="299"/>
          <ac:inkMkLst>
            <pc:docMk/>
            <pc:sldMk cId="0" sldId="466"/>
            <ac:inkMk id="48183" creationId="{41EF82F6-CAA1-41E7-A010-AF999B6A474E}"/>
          </ac:inkMkLst>
        </pc:inkChg>
        <pc:inkChg chg="add">
          <ac:chgData name="Md. Nahid Hasan" userId="S::nahid@vu.edu.bd::85ea5f9e-65d6-4031-b810-9415101f2e21" providerId="AD" clId="Web-{28E3F724-1D2C-4475-B933-E413A6E994B5}" dt="2020-12-06T06:21:07.168" v="300"/>
          <ac:inkMkLst>
            <pc:docMk/>
            <pc:sldMk cId="0" sldId="466"/>
            <ac:inkMk id="48184" creationId="{1E96641C-D32C-4037-90C7-5232AD1439E9}"/>
          </ac:inkMkLst>
        </pc:inkChg>
        <pc:inkChg chg="add">
          <ac:chgData name="Md. Nahid Hasan" userId="S::nahid@vu.edu.bd::85ea5f9e-65d6-4031-b810-9415101f2e21" providerId="AD" clId="Web-{28E3F724-1D2C-4475-B933-E413A6E994B5}" dt="2020-12-06T06:21:07.183" v="301"/>
          <ac:inkMkLst>
            <pc:docMk/>
            <pc:sldMk cId="0" sldId="466"/>
            <ac:inkMk id="48185" creationId="{FAC4F17B-6E5F-400B-ACCB-9C4433D4B9E7}"/>
          </ac:inkMkLst>
        </pc:inkChg>
        <pc:inkChg chg="add">
          <ac:chgData name="Md. Nahid Hasan" userId="S::nahid@vu.edu.bd::85ea5f9e-65d6-4031-b810-9415101f2e21" providerId="AD" clId="Web-{28E3F724-1D2C-4475-B933-E413A6E994B5}" dt="2020-12-06T06:21:09.918" v="302"/>
          <ac:inkMkLst>
            <pc:docMk/>
            <pc:sldMk cId="0" sldId="466"/>
            <ac:inkMk id="48186" creationId="{54FB4759-C51A-4639-9D41-625DF3F5CA31}"/>
          </ac:inkMkLst>
        </pc:inkChg>
        <pc:inkChg chg="add">
          <ac:chgData name="Md. Nahid Hasan" userId="S::nahid@vu.edu.bd::85ea5f9e-65d6-4031-b810-9415101f2e21" providerId="AD" clId="Web-{28E3F724-1D2C-4475-B933-E413A6E994B5}" dt="2020-12-06T06:21:09.933" v="303"/>
          <ac:inkMkLst>
            <pc:docMk/>
            <pc:sldMk cId="0" sldId="466"/>
            <ac:inkMk id="48187" creationId="{4101F96D-574D-4817-917A-353EFD63EB0C}"/>
          </ac:inkMkLst>
        </pc:inkChg>
        <pc:inkChg chg="add">
          <ac:chgData name="Md. Nahid Hasan" userId="S::nahid@vu.edu.bd::85ea5f9e-65d6-4031-b810-9415101f2e21" providerId="AD" clId="Web-{28E3F724-1D2C-4475-B933-E413A6E994B5}" dt="2020-12-06T06:21:09.933" v="304"/>
          <ac:inkMkLst>
            <pc:docMk/>
            <pc:sldMk cId="0" sldId="466"/>
            <ac:inkMk id="48188" creationId="{2A716B3E-0151-4E8E-B1D0-DB315691C9F0}"/>
          </ac:inkMkLst>
        </pc:inkChg>
        <pc:inkChg chg="add">
          <ac:chgData name="Md. Nahid Hasan" userId="S::nahid@vu.edu.bd::85ea5f9e-65d6-4031-b810-9415101f2e21" providerId="AD" clId="Web-{28E3F724-1D2C-4475-B933-E413A6E994B5}" dt="2020-12-06T06:21:09.949" v="305"/>
          <ac:inkMkLst>
            <pc:docMk/>
            <pc:sldMk cId="0" sldId="466"/>
            <ac:inkMk id="48189" creationId="{98B00A69-2D47-4418-840E-BFEDDE01A7FC}"/>
          </ac:inkMkLst>
        </pc:inkChg>
        <pc:inkChg chg="add">
          <ac:chgData name="Md. Nahid Hasan" userId="S::nahid@vu.edu.bd::85ea5f9e-65d6-4031-b810-9415101f2e21" providerId="AD" clId="Web-{28E3F724-1D2C-4475-B933-E413A6E994B5}" dt="2020-12-06T06:21:09.964" v="306"/>
          <ac:inkMkLst>
            <pc:docMk/>
            <pc:sldMk cId="0" sldId="466"/>
            <ac:inkMk id="48190" creationId="{85E44C8F-AD5E-4414-9798-2BE82A0AB17C}"/>
          </ac:inkMkLst>
        </pc:inkChg>
        <pc:inkChg chg="add">
          <ac:chgData name="Md. Nahid Hasan" userId="S::nahid@vu.edu.bd::85ea5f9e-65d6-4031-b810-9415101f2e21" providerId="AD" clId="Web-{28E3F724-1D2C-4475-B933-E413A6E994B5}" dt="2020-12-06T06:21:12.246" v="307"/>
          <ac:inkMkLst>
            <pc:docMk/>
            <pc:sldMk cId="0" sldId="466"/>
            <ac:inkMk id="48191" creationId="{E112C3D2-CFED-4DFD-B97C-825D6269751E}"/>
          </ac:inkMkLst>
        </pc:inkChg>
        <pc:inkChg chg="add">
          <ac:chgData name="Md. Nahid Hasan" userId="S::nahid@vu.edu.bd::85ea5f9e-65d6-4031-b810-9415101f2e21" providerId="AD" clId="Web-{28E3F724-1D2C-4475-B933-E413A6E994B5}" dt="2020-12-06T06:21:12.246" v="308"/>
          <ac:inkMkLst>
            <pc:docMk/>
            <pc:sldMk cId="0" sldId="466"/>
            <ac:inkMk id="48192" creationId="{CFC9B7C6-5AC1-41DA-8A0C-24273F580108}"/>
          </ac:inkMkLst>
        </pc:inkChg>
        <pc:inkChg chg="add">
          <ac:chgData name="Md. Nahid Hasan" userId="S::nahid@vu.edu.bd::85ea5f9e-65d6-4031-b810-9415101f2e21" providerId="AD" clId="Web-{28E3F724-1D2C-4475-B933-E413A6E994B5}" dt="2020-12-06T06:21:12.261" v="309"/>
          <ac:inkMkLst>
            <pc:docMk/>
            <pc:sldMk cId="0" sldId="466"/>
            <ac:inkMk id="48193" creationId="{304FE31E-7B71-448F-8BF7-77EAD9FF5F2C}"/>
          </ac:inkMkLst>
        </pc:inkChg>
        <pc:inkChg chg="add">
          <ac:chgData name="Md. Nahid Hasan" userId="S::nahid@vu.edu.bd::85ea5f9e-65d6-4031-b810-9415101f2e21" providerId="AD" clId="Web-{28E3F724-1D2C-4475-B933-E413A6E994B5}" dt="2020-12-06T06:21:12.261" v="310"/>
          <ac:inkMkLst>
            <pc:docMk/>
            <pc:sldMk cId="0" sldId="466"/>
            <ac:inkMk id="48194" creationId="{59B7AD4B-A4E1-413A-AAE5-ADF67C665294}"/>
          </ac:inkMkLst>
        </pc:inkChg>
        <pc:inkChg chg="add">
          <ac:chgData name="Md. Nahid Hasan" userId="S::nahid@vu.edu.bd::85ea5f9e-65d6-4031-b810-9415101f2e21" providerId="AD" clId="Web-{28E3F724-1D2C-4475-B933-E413A6E994B5}" dt="2020-12-06T06:21:12.277" v="311"/>
          <ac:inkMkLst>
            <pc:docMk/>
            <pc:sldMk cId="0" sldId="466"/>
            <ac:inkMk id="48195" creationId="{3F9468AA-240F-4404-A046-E6C62F5FA34F}"/>
          </ac:inkMkLst>
        </pc:inkChg>
        <pc:inkChg chg="add">
          <ac:chgData name="Md. Nahid Hasan" userId="S::nahid@vu.edu.bd::85ea5f9e-65d6-4031-b810-9415101f2e21" providerId="AD" clId="Web-{28E3F724-1D2C-4475-B933-E413A6E994B5}" dt="2020-12-06T06:21:13.433" v="312"/>
          <ac:inkMkLst>
            <pc:docMk/>
            <pc:sldMk cId="0" sldId="466"/>
            <ac:inkMk id="48196" creationId="{CBBE1594-8555-4A5E-814E-E99674D1DE39}"/>
          </ac:inkMkLst>
        </pc:inkChg>
        <pc:inkChg chg="add">
          <ac:chgData name="Md. Nahid Hasan" userId="S::nahid@vu.edu.bd::85ea5f9e-65d6-4031-b810-9415101f2e21" providerId="AD" clId="Web-{28E3F724-1D2C-4475-B933-E413A6E994B5}" dt="2020-12-06T06:21:14.715" v="313"/>
          <ac:inkMkLst>
            <pc:docMk/>
            <pc:sldMk cId="0" sldId="466"/>
            <ac:inkMk id="48197" creationId="{3B855613-2EDA-45D2-8FA0-3E953C0E873C}"/>
          </ac:inkMkLst>
        </pc:inkChg>
        <pc:inkChg chg="add">
          <ac:chgData name="Md. Nahid Hasan" userId="S::nahid@vu.edu.bd::85ea5f9e-65d6-4031-b810-9415101f2e21" providerId="AD" clId="Web-{28E3F724-1D2C-4475-B933-E413A6E994B5}" dt="2020-12-06T06:21:14.730" v="314"/>
          <ac:inkMkLst>
            <pc:docMk/>
            <pc:sldMk cId="0" sldId="466"/>
            <ac:inkMk id="48198" creationId="{47D47DBD-D7C3-4CC3-9103-C5986D03FBEF}"/>
          </ac:inkMkLst>
        </pc:inkChg>
        <pc:inkChg chg="add">
          <ac:chgData name="Md. Nahid Hasan" userId="S::nahid@vu.edu.bd::85ea5f9e-65d6-4031-b810-9415101f2e21" providerId="AD" clId="Web-{28E3F724-1D2C-4475-B933-E413A6E994B5}" dt="2020-12-06T06:21:17.715" v="315"/>
          <ac:inkMkLst>
            <pc:docMk/>
            <pc:sldMk cId="0" sldId="466"/>
            <ac:inkMk id="48199" creationId="{D67AD174-4353-41A7-AEAE-DA04BBBE8F57}"/>
          </ac:inkMkLst>
        </pc:inkChg>
        <pc:inkChg chg="add">
          <ac:chgData name="Md. Nahid Hasan" userId="S::nahid@vu.edu.bd::85ea5f9e-65d6-4031-b810-9415101f2e21" providerId="AD" clId="Web-{28E3F724-1D2C-4475-B933-E413A6E994B5}" dt="2020-12-06T06:21:18.996" v="316"/>
          <ac:inkMkLst>
            <pc:docMk/>
            <pc:sldMk cId="0" sldId="466"/>
            <ac:inkMk id="48200" creationId="{2696F0DC-6C13-4820-88A2-3F8C394FBEF4}"/>
          </ac:inkMkLst>
        </pc:inkChg>
        <pc:inkChg chg="add">
          <ac:chgData name="Md. Nahid Hasan" userId="S::nahid@vu.edu.bd::85ea5f9e-65d6-4031-b810-9415101f2e21" providerId="AD" clId="Web-{28E3F724-1D2C-4475-B933-E413A6E994B5}" dt="2020-12-06T06:21:20.043" v="317"/>
          <ac:inkMkLst>
            <pc:docMk/>
            <pc:sldMk cId="0" sldId="466"/>
            <ac:inkMk id="48201" creationId="{89CCF3DC-E78E-4D4F-BAFE-2104376D5EE0}"/>
          </ac:inkMkLst>
        </pc:inkChg>
        <pc:inkChg chg="add">
          <ac:chgData name="Md. Nahid Hasan" userId="S::nahid@vu.edu.bd::85ea5f9e-65d6-4031-b810-9415101f2e21" providerId="AD" clId="Web-{28E3F724-1D2C-4475-B933-E413A6E994B5}" dt="2020-12-06T06:21:22.027" v="318"/>
          <ac:inkMkLst>
            <pc:docMk/>
            <pc:sldMk cId="0" sldId="466"/>
            <ac:inkMk id="48202" creationId="{0E612570-0BE3-44A2-AB6B-2C7E60FF3D11}"/>
          </ac:inkMkLst>
        </pc:inkChg>
        <pc:inkChg chg="add">
          <ac:chgData name="Md. Nahid Hasan" userId="S::nahid@vu.edu.bd::85ea5f9e-65d6-4031-b810-9415101f2e21" providerId="AD" clId="Web-{28E3F724-1D2C-4475-B933-E413A6E994B5}" dt="2020-12-06T06:21:22.027" v="319"/>
          <ac:inkMkLst>
            <pc:docMk/>
            <pc:sldMk cId="0" sldId="466"/>
            <ac:inkMk id="48203" creationId="{725FD6AA-DB58-4939-8572-8978BED79BDE}"/>
          </ac:inkMkLst>
        </pc:inkChg>
        <pc:inkChg chg="add">
          <ac:chgData name="Md. Nahid Hasan" userId="S::nahid@vu.edu.bd::85ea5f9e-65d6-4031-b810-9415101f2e21" providerId="AD" clId="Web-{28E3F724-1D2C-4475-B933-E413A6E994B5}" dt="2020-12-06T06:21:22.043" v="320"/>
          <ac:inkMkLst>
            <pc:docMk/>
            <pc:sldMk cId="0" sldId="466"/>
            <ac:inkMk id="48204" creationId="{C612BCA8-97D8-463E-8D7C-1E84BE974E2F}"/>
          </ac:inkMkLst>
        </pc:inkChg>
        <pc:inkChg chg="add">
          <ac:chgData name="Md. Nahid Hasan" userId="S::nahid@vu.edu.bd::85ea5f9e-65d6-4031-b810-9415101f2e21" providerId="AD" clId="Web-{28E3F724-1D2C-4475-B933-E413A6E994B5}" dt="2020-12-06T06:21:22.058" v="321"/>
          <ac:inkMkLst>
            <pc:docMk/>
            <pc:sldMk cId="0" sldId="466"/>
            <ac:inkMk id="48205" creationId="{F5ECA9BA-5F88-4064-9185-862F79E15DC4}"/>
          </ac:inkMkLst>
        </pc:inkChg>
        <pc:inkChg chg="add">
          <ac:chgData name="Md. Nahid Hasan" userId="S::nahid@vu.edu.bd::85ea5f9e-65d6-4031-b810-9415101f2e21" providerId="AD" clId="Web-{28E3F724-1D2C-4475-B933-E413A6E994B5}" dt="2020-12-06T06:21:22.058" v="322"/>
          <ac:inkMkLst>
            <pc:docMk/>
            <pc:sldMk cId="0" sldId="466"/>
            <ac:inkMk id="48206" creationId="{C37ADEDD-E376-4307-BEA7-2FEC1360D141}"/>
          </ac:inkMkLst>
        </pc:inkChg>
        <pc:inkChg chg="add">
          <ac:chgData name="Md. Nahid Hasan" userId="S::nahid@vu.edu.bd::85ea5f9e-65d6-4031-b810-9415101f2e21" providerId="AD" clId="Web-{28E3F724-1D2C-4475-B933-E413A6E994B5}" dt="2020-12-06T06:21:23.199" v="323"/>
          <ac:inkMkLst>
            <pc:docMk/>
            <pc:sldMk cId="0" sldId="466"/>
            <ac:inkMk id="48207" creationId="{41B3D7A5-4EC6-4B59-BFF5-5BBAC22A0DE9}"/>
          </ac:inkMkLst>
        </pc:inkChg>
      </pc:sldChg>
      <pc:sldChg chg="addSp">
        <pc:chgData name="Md. Nahid Hasan" userId="S::nahid@vu.edu.bd::85ea5f9e-65d6-4031-b810-9415101f2e21" providerId="AD" clId="Web-{28E3F724-1D2C-4475-B933-E413A6E994B5}" dt="2020-12-06T06:21:31.980" v="324"/>
        <pc:sldMkLst>
          <pc:docMk/>
          <pc:sldMk cId="0" sldId="467"/>
        </pc:sldMkLst>
        <pc:inkChg chg="add">
          <ac:chgData name="Md. Nahid Hasan" userId="S::nahid@vu.edu.bd::85ea5f9e-65d6-4031-b810-9415101f2e21" providerId="AD" clId="Web-{28E3F724-1D2C-4475-B933-E413A6E994B5}" dt="2020-12-06T06:21:31.980" v="324"/>
          <ac:inkMkLst>
            <pc:docMk/>
            <pc:sldMk cId="0" sldId="467"/>
            <ac:inkMk id="2" creationId="{1AE80EBF-2063-45B4-8256-FE9A1FF5B003}"/>
          </ac:inkMkLst>
        </pc:inkChg>
      </pc:sldChg>
    </pc:docChg>
  </pc:docChgLst>
  <pc:docChgLst>
    <pc:chgData name="Md. Nahid Hasan" userId="S::nahid@vu.edu.bd::85ea5f9e-65d6-4031-b810-9415101f2e21" providerId="AD" clId="Web-{B4C2672B-3B0D-4136-B0A3-A01D0671BFC8}"/>
    <pc:docChg chg="modSld">
      <pc:chgData name="Md. Nahid Hasan" userId="S::nahid@vu.edu.bd::85ea5f9e-65d6-4031-b810-9415101f2e21" providerId="AD" clId="Web-{B4C2672B-3B0D-4136-B0A3-A01D0671BFC8}" dt="2020-12-21T14:39:23.732" v="1748"/>
      <pc:docMkLst>
        <pc:docMk/>
      </pc:docMkLst>
      <pc:sldChg chg="addSp delSp">
        <pc:chgData name="Md. Nahid Hasan" userId="S::nahid@vu.edu.bd::85ea5f9e-65d6-4031-b810-9415101f2e21" providerId="AD" clId="Web-{B4C2672B-3B0D-4136-B0A3-A01D0671BFC8}" dt="2020-12-21T13:52:01.867" v="165"/>
        <pc:sldMkLst>
          <pc:docMk/>
          <pc:sldMk cId="0" sldId="446"/>
        </pc:sldMkLst>
        <pc:inkChg chg="add del">
          <ac:chgData name="Md. Nahid Hasan" userId="S::nahid@vu.edu.bd::85ea5f9e-65d6-4031-b810-9415101f2e21" providerId="AD" clId="Web-{B4C2672B-3B0D-4136-B0A3-A01D0671BFC8}" dt="2020-12-21T13:45:27.743" v="23"/>
          <ac:inkMkLst>
            <pc:docMk/>
            <pc:sldMk cId="0" sldId="446"/>
            <ac:inkMk id="2" creationId="{0A12EECA-8763-481A-9920-494E1AAD5FB6}"/>
          </ac:inkMkLst>
        </pc:inkChg>
        <pc:inkChg chg="add del">
          <ac:chgData name="Md. Nahid Hasan" userId="S::nahid@vu.edu.bd::85ea5f9e-65d6-4031-b810-9415101f2e21" providerId="AD" clId="Web-{B4C2672B-3B0D-4136-B0A3-A01D0671BFC8}" dt="2020-12-21T13:45:27.743" v="22"/>
          <ac:inkMkLst>
            <pc:docMk/>
            <pc:sldMk cId="0" sldId="446"/>
            <ac:inkMk id="3" creationId="{8519DAB4-5758-4301-BF60-1F1A7B26E988}"/>
          </ac:inkMkLst>
        </pc:inkChg>
        <pc:inkChg chg="add del">
          <ac:chgData name="Md. Nahid Hasan" userId="S::nahid@vu.edu.bd::85ea5f9e-65d6-4031-b810-9415101f2e21" providerId="AD" clId="Web-{B4C2672B-3B0D-4136-B0A3-A01D0671BFC8}" dt="2020-12-21T13:45:27.743" v="21"/>
          <ac:inkMkLst>
            <pc:docMk/>
            <pc:sldMk cId="0" sldId="446"/>
            <ac:inkMk id="4" creationId="{F2691C41-777D-4017-BCAF-C28E3335B49A}"/>
          </ac:inkMkLst>
        </pc:inkChg>
        <pc:inkChg chg="add del">
          <ac:chgData name="Md. Nahid Hasan" userId="S::nahid@vu.edu.bd::85ea5f9e-65d6-4031-b810-9415101f2e21" providerId="AD" clId="Web-{B4C2672B-3B0D-4136-B0A3-A01D0671BFC8}" dt="2020-12-21T13:45:27.743" v="20"/>
          <ac:inkMkLst>
            <pc:docMk/>
            <pc:sldMk cId="0" sldId="446"/>
            <ac:inkMk id="5" creationId="{F918C48F-1E40-480E-9C7C-AB974A7F7A69}"/>
          </ac:inkMkLst>
        </pc:inkChg>
        <pc:inkChg chg="add del">
          <ac:chgData name="Md. Nahid Hasan" userId="S::nahid@vu.edu.bd::85ea5f9e-65d6-4031-b810-9415101f2e21" providerId="AD" clId="Web-{B4C2672B-3B0D-4136-B0A3-A01D0671BFC8}" dt="2020-12-21T13:45:27.743" v="19"/>
          <ac:inkMkLst>
            <pc:docMk/>
            <pc:sldMk cId="0" sldId="446"/>
            <ac:inkMk id="6" creationId="{8EFCA46E-6002-4B29-9897-98340A8664A0}"/>
          </ac:inkMkLst>
        </pc:inkChg>
        <pc:inkChg chg="add del">
          <ac:chgData name="Md. Nahid Hasan" userId="S::nahid@vu.edu.bd::85ea5f9e-65d6-4031-b810-9415101f2e21" providerId="AD" clId="Web-{B4C2672B-3B0D-4136-B0A3-A01D0671BFC8}" dt="2020-12-21T13:45:27.743" v="18"/>
          <ac:inkMkLst>
            <pc:docMk/>
            <pc:sldMk cId="0" sldId="446"/>
            <ac:inkMk id="7" creationId="{FA3C201D-C7E2-4241-A624-DBE1967350FB}"/>
          </ac:inkMkLst>
        </pc:inkChg>
        <pc:inkChg chg="add del">
          <ac:chgData name="Md. Nahid Hasan" userId="S::nahid@vu.edu.bd::85ea5f9e-65d6-4031-b810-9415101f2e21" providerId="AD" clId="Web-{B4C2672B-3B0D-4136-B0A3-A01D0671BFC8}" dt="2020-12-21T13:45:27.743" v="17"/>
          <ac:inkMkLst>
            <pc:docMk/>
            <pc:sldMk cId="0" sldId="446"/>
            <ac:inkMk id="8" creationId="{9818CACA-5317-4E3C-A0F3-27F4A8E2D759}"/>
          </ac:inkMkLst>
        </pc:inkChg>
        <pc:inkChg chg="add del">
          <ac:chgData name="Md. Nahid Hasan" userId="S::nahid@vu.edu.bd::85ea5f9e-65d6-4031-b810-9415101f2e21" providerId="AD" clId="Web-{B4C2672B-3B0D-4136-B0A3-A01D0671BFC8}" dt="2020-12-21T13:45:27.743" v="16"/>
          <ac:inkMkLst>
            <pc:docMk/>
            <pc:sldMk cId="0" sldId="446"/>
            <ac:inkMk id="9" creationId="{80A0ABDA-4150-4CEA-85DA-3B110D5DF2A0}"/>
          </ac:inkMkLst>
        </pc:inkChg>
        <pc:inkChg chg="add del">
          <ac:chgData name="Md. Nahid Hasan" userId="S::nahid@vu.edu.bd::85ea5f9e-65d6-4031-b810-9415101f2e21" providerId="AD" clId="Web-{B4C2672B-3B0D-4136-B0A3-A01D0671BFC8}" dt="2020-12-21T13:45:27.727" v="15"/>
          <ac:inkMkLst>
            <pc:docMk/>
            <pc:sldMk cId="0" sldId="446"/>
            <ac:inkMk id="10" creationId="{39D9EDE3-66EA-4BC6-AF88-602F54A3A4C1}"/>
          </ac:inkMkLst>
        </pc:inkChg>
        <pc:inkChg chg="add del">
          <ac:chgData name="Md. Nahid Hasan" userId="S::nahid@vu.edu.bd::85ea5f9e-65d6-4031-b810-9415101f2e21" providerId="AD" clId="Web-{B4C2672B-3B0D-4136-B0A3-A01D0671BFC8}" dt="2020-12-21T13:45:27.727" v="14"/>
          <ac:inkMkLst>
            <pc:docMk/>
            <pc:sldMk cId="0" sldId="446"/>
            <ac:inkMk id="11" creationId="{27E05EF2-FA7E-4510-B541-5CB16DA99394}"/>
          </ac:inkMkLst>
        </pc:inkChg>
        <pc:inkChg chg="add del">
          <ac:chgData name="Md. Nahid Hasan" userId="S::nahid@vu.edu.bd::85ea5f9e-65d6-4031-b810-9415101f2e21" providerId="AD" clId="Web-{B4C2672B-3B0D-4136-B0A3-A01D0671BFC8}" dt="2020-12-21T13:45:27.727" v="13"/>
          <ac:inkMkLst>
            <pc:docMk/>
            <pc:sldMk cId="0" sldId="446"/>
            <ac:inkMk id="12" creationId="{22ECFBC8-B963-48A0-BECD-BC1D3FBFC90F}"/>
          </ac:inkMkLst>
        </pc:inkChg>
        <pc:inkChg chg="add del">
          <ac:chgData name="Md. Nahid Hasan" userId="S::nahid@vu.edu.bd::85ea5f9e-65d6-4031-b810-9415101f2e21" providerId="AD" clId="Web-{B4C2672B-3B0D-4136-B0A3-A01D0671BFC8}" dt="2020-12-21T13:45:27.727" v="12"/>
          <ac:inkMkLst>
            <pc:docMk/>
            <pc:sldMk cId="0" sldId="446"/>
            <ac:inkMk id="13" creationId="{D35A8113-94C4-4376-9F2D-5FC12088E8D4}"/>
          </ac:inkMkLst>
        </pc:inkChg>
        <pc:inkChg chg="add">
          <ac:chgData name="Md. Nahid Hasan" userId="S::nahid@vu.edu.bd::85ea5f9e-65d6-4031-b810-9415101f2e21" providerId="AD" clId="Web-{B4C2672B-3B0D-4136-B0A3-A01D0671BFC8}" dt="2020-12-21T13:45:37.477" v="24"/>
          <ac:inkMkLst>
            <pc:docMk/>
            <pc:sldMk cId="0" sldId="446"/>
            <ac:inkMk id="14" creationId="{5241AFAC-1F50-4535-802F-685A9E4A5A55}"/>
          </ac:inkMkLst>
        </pc:inkChg>
        <pc:inkChg chg="add">
          <ac:chgData name="Md. Nahid Hasan" userId="S::nahid@vu.edu.bd::85ea5f9e-65d6-4031-b810-9415101f2e21" providerId="AD" clId="Web-{B4C2672B-3B0D-4136-B0A3-A01D0671BFC8}" dt="2020-12-21T13:45:37.477" v="25"/>
          <ac:inkMkLst>
            <pc:docMk/>
            <pc:sldMk cId="0" sldId="446"/>
            <ac:inkMk id="15" creationId="{AF0A4B35-9D8B-4315-965C-F3FCD6E20797}"/>
          </ac:inkMkLst>
        </pc:inkChg>
        <pc:inkChg chg="add">
          <ac:chgData name="Md. Nahid Hasan" userId="S::nahid@vu.edu.bd::85ea5f9e-65d6-4031-b810-9415101f2e21" providerId="AD" clId="Web-{B4C2672B-3B0D-4136-B0A3-A01D0671BFC8}" dt="2020-12-21T13:45:37.493" v="26"/>
          <ac:inkMkLst>
            <pc:docMk/>
            <pc:sldMk cId="0" sldId="446"/>
            <ac:inkMk id="16" creationId="{3AE5E3D1-84A8-4DB7-9C2C-CBEC3C04E439}"/>
          </ac:inkMkLst>
        </pc:inkChg>
        <pc:inkChg chg="add">
          <ac:chgData name="Md. Nahid Hasan" userId="S::nahid@vu.edu.bd::85ea5f9e-65d6-4031-b810-9415101f2e21" providerId="AD" clId="Web-{B4C2672B-3B0D-4136-B0A3-A01D0671BFC8}" dt="2020-12-21T13:45:37.508" v="27"/>
          <ac:inkMkLst>
            <pc:docMk/>
            <pc:sldMk cId="0" sldId="446"/>
            <ac:inkMk id="17" creationId="{788B9911-1206-41B3-B851-113213E0E335}"/>
          </ac:inkMkLst>
        </pc:inkChg>
        <pc:inkChg chg="add">
          <ac:chgData name="Md. Nahid Hasan" userId="S::nahid@vu.edu.bd::85ea5f9e-65d6-4031-b810-9415101f2e21" providerId="AD" clId="Web-{B4C2672B-3B0D-4136-B0A3-A01D0671BFC8}" dt="2020-12-21T13:45:37.524" v="28"/>
          <ac:inkMkLst>
            <pc:docMk/>
            <pc:sldMk cId="0" sldId="446"/>
            <ac:inkMk id="18" creationId="{9FFCE506-5A9A-4BAD-9320-90EB6F420D27}"/>
          </ac:inkMkLst>
        </pc:inkChg>
        <pc:inkChg chg="add">
          <ac:chgData name="Md. Nahid Hasan" userId="S::nahid@vu.edu.bd::85ea5f9e-65d6-4031-b810-9415101f2e21" providerId="AD" clId="Web-{B4C2672B-3B0D-4136-B0A3-A01D0671BFC8}" dt="2020-12-21T13:45:38.274" v="29"/>
          <ac:inkMkLst>
            <pc:docMk/>
            <pc:sldMk cId="0" sldId="446"/>
            <ac:inkMk id="19" creationId="{FE064419-FBBD-4158-991B-B515B5F533B2}"/>
          </ac:inkMkLst>
        </pc:inkChg>
        <pc:inkChg chg="add">
          <ac:chgData name="Md. Nahid Hasan" userId="S::nahid@vu.edu.bd::85ea5f9e-65d6-4031-b810-9415101f2e21" providerId="AD" clId="Web-{B4C2672B-3B0D-4136-B0A3-A01D0671BFC8}" dt="2020-12-21T13:45:39.024" v="30"/>
          <ac:inkMkLst>
            <pc:docMk/>
            <pc:sldMk cId="0" sldId="446"/>
            <ac:inkMk id="20" creationId="{5D8FDC86-6C7D-4743-AFFE-B1C0523DEB0C}"/>
          </ac:inkMkLst>
        </pc:inkChg>
        <pc:inkChg chg="add">
          <ac:chgData name="Md. Nahid Hasan" userId="S::nahid@vu.edu.bd::85ea5f9e-65d6-4031-b810-9415101f2e21" providerId="AD" clId="Web-{B4C2672B-3B0D-4136-B0A3-A01D0671BFC8}" dt="2020-12-21T13:45:47.555" v="31"/>
          <ac:inkMkLst>
            <pc:docMk/>
            <pc:sldMk cId="0" sldId="446"/>
            <ac:inkMk id="21" creationId="{DFD605A2-0EC5-4256-886A-CD6B48EC66C4}"/>
          </ac:inkMkLst>
        </pc:inkChg>
        <pc:inkChg chg="add">
          <ac:chgData name="Md. Nahid Hasan" userId="S::nahid@vu.edu.bd::85ea5f9e-65d6-4031-b810-9415101f2e21" providerId="AD" clId="Web-{B4C2672B-3B0D-4136-B0A3-A01D0671BFC8}" dt="2020-12-21T13:45:49.540" v="32"/>
          <ac:inkMkLst>
            <pc:docMk/>
            <pc:sldMk cId="0" sldId="446"/>
            <ac:inkMk id="22" creationId="{FBDDEE95-ADCA-48BE-B0DC-58B66F2F16E0}"/>
          </ac:inkMkLst>
        </pc:inkChg>
        <pc:inkChg chg="add">
          <ac:chgData name="Md. Nahid Hasan" userId="S::nahid@vu.edu.bd::85ea5f9e-65d6-4031-b810-9415101f2e21" providerId="AD" clId="Web-{B4C2672B-3B0D-4136-B0A3-A01D0671BFC8}" dt="2020-12-21T13:45:50.883" v="33"/>
          <ac:inkMkLst>
            <pc:docMk/>
            <pc:sldMk cId="0" sldId="446"/>
            <ac:inkMk id="23" creationId="{BF427F27-84AE-474B-AA43-227A36B798EE}"/>
          </ac:inkMkLst>
        </pc:inkChg>
        <pc:inkChg chg="add">
          <ac:chgData name="Md. Nahid Hasan" userId="S::nahid@vu.edu.bd::85ea5f9e-65d6-4031-b810-9415101f2e21" providerId="AD" clId="Web-{B4C2672B-3B0D-4136-B0A3-A01D0671BFC8}" dt="2020-12-21T13:45:50.899" v="34"/>
          <ac:inkMkLst>
            <pc:docMk/>
            <pc:sldMk cId="0" sldId="446"/>
            <ac:inkMk id="24" creationId="{CF20F2DB-0641-4695-BFAE-B9706BA3B636}"/>
          </ac:inkMkLst>
        </pc:inkChg>
        <pc:inkChg chg="add">
          <ac:chgData name="Md. Nahid Hasan" userId="S::nahid@vu.edu.bd::85ea5f9e-65d6-4031-b810-9415101f2e21" providerId="AD" clId="Web-{B4C2672B-3B0D-4136-B0A3-A01D0671BFC8}" dt="2020-12-21T13:45:55.946" v="35"/>
          <ac:inkMkLst>
            <pc:docMk/>
            <pc:sldMk cId="0" sldId="446"/>
            <ac:inkMk id="25" creationId="{03C62558-E2A7-47E4-A48F-815A742A7843}"/>
          </ac:inkMkLst>
        </pc:inkChg>
        <pc:inkChg chg="add">
          <ac:chgData name="Md. Nahid Hasan" userId="S::nahid@vu.edu.bd::85ea5f9e-65d6-4031-b810-9415101f2e21" providerId="AD" clId="Web-{B4C2672B-3B0D-4136-B0A3-A01D0671BFC8}" dt="2020-12-21T13:45:55.961" v="36"/>
          <ac:inkMkLst>
            <pc:docMk/>
            <pc:sldMk cId="0" sldId="446"/>
            <ac:inkMk id="26" creationId="{BAB34FD8-3DB1-4212-9C11-C516DB55980B}"/>
          </ac:inkMkLst>
        </pc:inkChg>
        <pc:inkChg chg="add">
          <ac:chgData name="Md. Nahid Hasan" userId="S::nahid@vu.edu.bd::85ea5f9e-65d6-4031-b810-9415101f2e21" providerId="AD" clId="Web-{B4C2672B-3B0D-4136-B0A3-A01D0671BFC8}" dt="2020-12-21T13:45:55.961" v="37"/>
          <ac:inkMkLst>
            <pc:docMk/>
            <pc:sldMk cId="0" sldId="446"/>
            <ac:inkMk id="27" creationId="{76C81CE4-FD5C-424D-971E-3570B6204C65}"/>
          </ac:inkMkLst>
        </pc:inkChg>
        <pc:inkChg chg="add">
          <ac:chgData name="Md. Nahid Hasan" userId="S::nahid@vu.edu.bd::85ea5f9e-65d6-4031-b810-9415101f2e21" providerId="AD" clId="Web-{B4C2672B-3B0D-4136-B0A3-A01D0671BFC8}" dt="2020-12-21T13:45:55.977" v="38"/>
          <ac:inkMkLst>
            <pc:docMk/>
            <pc:sldMk cId="0" sldId="446"/>
            <ac:inkMk id="28" creationId="{E78BDBD4-0B21-4C22-A41F-CFABC63F1F3C}"/>
          </ac:inkMkLst>
        </pc:inkChg>
        <pc:inkChg chg="add">
          <ac:chgData name="Md. Nahid Hasan" userId="S::nahid@vu.edu.bd::85ea5f9e-65d6-4031-b810-9415101f2e21" providerId="AD" clId="Web-{B4C2672B-3B0D-4136-B0A3-A01D0671BFC8}" dt="2020-12-21T13:45:55.993" v="39"/>
          <ac:inkMkLst>
            <pc:docMk/>
            <pc:sldMk cId="0" sldId="446"/>
            <ac:inkMk id="29" creationId="{C962AA88-ED9D-4FF1-B61C-6473FA2BAA6C}"/>
          </ac:inkMkLst>
        </pc:inkChg>
        <pc:inkChg chg="add">
          <ac:chgData name="Md. Nahid Hasan" userId="S::nahid@vu.edu.bd::85ea5f9e-65d6-4031-b810-9415101f2e21" providerId="AD" clId="Web-{B4C2672B-3B0D-4136-B0A3-A01D0671BFC8}" dt="2020-12-21T13:45:55.993" v="40"/>
          <ac:inkMkLst>
            <pc:docMk/>
            <pc:sldMk cId="0" sldId="446"/>
            <ac:inkMk id="30" creationId="{37CF0DA1-C723-46FF-A2F5-600A92671F4D}"/>
          </ac:inkMkLst>
        </pc:inkChg>
        <pc:inkChg chg="add">
          <ac:chgData name="Md. Nahid Hasan" userId="S::nahid@vu.edu.bd::85ea5f9e-65d6-4031-b810-9415101f2e21" providerId="AD" clId="Web-{B4C2672B-3B0D-4136-B0A3-A01D0671BFC8}" dt="2020-12-21T13:45:59.946" v="41"/>
          <ac:inkMkLst>
            <pc:docMk/>
            <pc:sldMk cId="0" sldId="446"/>
            <ac:inkMk id="31" creationId="{731B524D-B5D2-4919-BBCC-6617BB368253}"/>
          </ac:inkMkLst>
        </pc:inkChg>
        <pc:inkChg chg="add">
          <ac:chgData name="Md. Nahid Hasan" userId="S::nahid@vu.edu.bd::85ea5f9e-65d6-4031-b810-9415101f2e21" providerId="AD" clId="Web-{B4C2672B-3B0D-4136-B0A3-A01D0671BFC8}" dt="2020-12-21T13:45:59.946" v="42"/>
          <ac:inkMkLst>
            <pc:docMk/>
            <pc:sldMk cId="0" sldId="446"/>
            <ac:inkMk id="32" creationId="{B2542182-467F-47AA-B9CB-F16A27314589}"/>
          </ac:inkMkLst>
        </pc:inkChg>
        <pc:inkChg chg="add">
          <ac:chgData name="Md. Nahid Hasan" userId="S::nahid@vu.edu.bd::85ea5f9e-65d6-4031-b810-9415101f2e21" providerId="AD" clId="Web-{B4C2672B-3B0D-4136-B0A3-A01D0671BFC8}" dt="2020-12-21T13:45:59.961" v="43"/>
          <ac:inkMkLst>
            <pc:docMk/>
            <pc:sldMk cId="0" sldId="446"/>
            <ac:inkMk id="33" creationId="{F50D35E0-8953-4FDB-A6AE-1441C74BA3BB}"/>
          </ac:inkMkLst>
        </pc:inkChg>
        <pc:inkChg chg="add">
          <ac:chgData name="Md. Nahid Hasan" userId="S::nahid@vu.edu.bd::85ea5f9e-65d6-4031-b810-9415101f2e21" providerId="AD" clId="Web-{B4C2672B-3B0D-4136-B0A3-A01D0671BFC8}" dt="2020-12-21T13:46:01.290" v="44"/>
          <ac:inkMkLst>
            <pc:docMk/>
            <pc:sldMk cId="0" sldId="446"/>
            <ac:inkMk id="34" creationId="{C03E11D5-DEFC-4093-A020-E869037D84FA}"/>
          </ac:inkMkLst>
        </pc:inkChg>
        <pc:inkChg chg="add">
          <ac:chgData name="Md. Nahid Hasan" userId="S::nahid@vu.edu.bd::85ea5f9e-65d6-4031-b810-9415101f2e21" providerId="AD" clId="Web-{B4C2672B-3B0D-4136-B0A3-A01D0671BFC8}" dt="2020-12-21T13:46:01.305" v="45"/>
          <ac:inkMkLst>
            <pc:docMk/>
            <pc:sldMk cId="0" sldId="446"/>
            <ac:inkMk id="35" creationId="{9025AD86-3826-42EA-9984-4A576FB4E021}"/>
          </ac:inkMkLst>
        </pc:inkChg>
        <pc:inkChg chg="add">
          <ac:chgData name="Md. Nahid Hasan" userId="S::nahid@vu.edu.bd::85ea5f9e-65d6-4031-b810-9415101f2e21" providerId="AD" clId="Web-{B4C2672B-3B0D-4136-B0A3-A01D0671BFC8}" dt="2020-12-21T13:46:01.305" v="46"/>
          <ac:inkMkLst>
            <pc:docMk/>
            <pc:sldMk cId="0" sldId="446"/>
            <ac:inkMk id="36" creationId="{71C94E54-48DC-49DB-B5EB-5229DF4F1D49}"/>
          </ac:inkMkLst>
        </pc:inkChg>
        <pc:inkChg chg="add">
          <ac:chgData name="Md. Nahid Hasan" userId="S::nahid@vu.edu.bd::85ea5f9e-65d6-4031-b810-9415101f2e21" providerId="AD" clId="Web-{B4C2672B-3B0D-4136-B0A3-A01D0671BFC8}" dt="2020-12-21T13:46:02.118" v="47"/>
          <ac:inkMkLst>
            <pc:docMk/>
            <pc:sldMk cId="0" sldId="446"/>
            <ac:inkMk id="37" creationId="{FB345491-0EBB-4ECB-B5D3-13FDD38B93EA}"/>
          </ac:inkMkLst>
        </pc:inkChg>
        <pc:inkChg chg="add">
          <ac:chgData name="Md. Nahid Hasan" userId="S::nahid@vu.edu.bd::85ea5f9e-65d6-4031-b810-9415101f2e21" providerId="AD" clId="Web-{B4C2672B-3B0D-4136-B0A3-A01D0671BFC8}" dt="2020-12-21T13:46:27.461" v="48"/>
          <ac:inkMkLst>
            <pc:docMk/>
            <pc:sldMk cId="0" sldId="446"/>
            <ac:inkMk id="38" creationId="{68E981DF-CC3D-4066-A62F-DCBBFA738A76}"/>
          </ac:inkMkLst>
        </pc:inkChg>
        <pc:inkChg chg="add">
          <ac:chgData name="Md. Nahid Hasan" userId="S::nahid@vu.edu.bd::85ea5f9e-65d6-4031-b810-9415101f2e21" providerId="AD" clId="Web-{B4C2672B-3B0D-4136-B0A3-A01D0671BFC8}" dt="2020-12-21T13:46:28.524" v="49"/>
          <ac:inkMkLst>
            <pc:docMk/>
            <pc:sldMk cId="0" sldId="446"/>
            <ac:inkMk id="39" creationId="{4705C0E7-28EB-4B14-A5A5-67225043A38E}"/>
          </ac:inkMkLst>
        </pc:inkChg>
        <pc:inkChg chg="add">
          <ac:chgData name="Md. Nahid Hasan" userId="S::nahid@vu.edu.bd::85ea5f9e-65d6-4031-b810-9415101f2e21" providerId="AD" clId="Web-{B4C2672B-3B0D-4136-B0A3-A01D0671BFC8}" dt="2020-12-21T13:46:29.571" v="50"/>
          <ac:inkMkLst>
            <pc:docMk/>
            <pc:sldMk cId="0" sldId="446"/>
            <ac:inkMk id="40" creationId="{152A82F6-C7E4-490E-BCDB-1F3D02F4C3E7}"/>
          </ac:inkMkLst>
        </pc:inkChg>
        <pc:inkChg chg="add">
          <ac:chgData name="Md. Nahid Hasan" userId="S::nahid@vu.edu.bd::85ea5f9e-65d6-4031-b810-9415101f2e21" providerId="AD" clId="Web-{B4C2672B-3B0D-4136-B0A3-A01D0671BFC8}" dt="2020-12-21T13:46:30.227" v="51"/>
          <ac:inkMkLst>
            <pc:docMk/>
            <pc:sldMk cId="0" sldId="446"/>
            <ac:inkMk id="41" creationId="{1008FF42-0C9F-4356-8A02-31698B350605}"/>
          </ac:inkMkLst>
        </pc:inkChg>
        <pc:inkChg chg="add">
          <ac:chgData name="Md. Nahid Hasan" userId="S::nahid@vu.edu.bd::85ea5f9e-65d6-4031-b810-9415101f2e21" providerId="AD" clId="Web-{B4C2672B-3B0D-4136-B0A3-A01D0671BFC8}" dt="2020-12-21T13:46:31.383" v="52"/>
          <ac:inkMkLst>
            <pc:docMk/>
            <pc:sldMk cId="0" sldId="446"/>
            <ac:inkMk id="42" creationId="{B31AFCF3-718E-423E-B9D2-A971EEFC1E9B}"/>
          </ac:inkMkLst>
        </pc:inkChg>
        <pc:inkChg chg="add">
          <ac:chgData name="Md. Nahid Hasan" userId="S::nahid@vu.edu.bd::85ea5f9e-65d6-4031-b810-9415101f2e21" providerId="AD" clId="Web-{B4C2672B-3B0D-4136-B0A3-A01D0671BFC8}" dt="2020-12-21T13:46:32.149" v="53"/>
          <ac:inkMkLst>
            <pc:docMk/>
            <pc:sldMk cId="0" sldId="446"/>
            <ac:inkMk id="43" creationId="{C978561A-288B-4E2F-AB95-22C800F54D6A}"/>
          </ac:inkMkLst>
        </pc:inkChg>
        <pc:inkChg chg="add">
          <ac:chgData name="Md. Nahid Hasan" userId="S::nahid@vu.edu.bd::85ea5f9e-65d6-4031-b810-9415101f2e21" providerId="AD" clId="Web-{B4C2672B-3B0D-4136-B0A3-A01D0671BFC8}" dt="2020-12-21T13:46:33.180" v="54"/>
          <ac:inkMkLst>
            <pc:docMk/>
            <pc:sldMk cId="0" sldId="446"/>
            <ac:inkMk id="44" creationId="{B683A4B5-FEB7-4CE6-8F21-4131BC17FFB0}"/>
          </ac:inkMkLst>
        </pc:inkChg>
        <pc:inkChg chg="add">
          <ac:chgData name="Md. Nahid Hasan" userId="S::nahid@vu.edu.bd::85ea5f9e-65d6-4031-b810-9415101f2e21" providerId="AD" clId="Web-{B4C2672B-3B0D-4136-B0A3-A01D0671BFC8}" dt="2020-12-21T13:46:34.149" v="55"/>
          <ac:inkMkLst>
            <pc:docMk/>
            <pc:sldMk cId="0" sldId="446"/>
            <ac:inkMk id="45" creationId="{95CA0E18-4546-47D9-B8EB-970A45765CD4}"/>
          </ac:inkMkLst>
        </pc:inkChg>
        <pc:inkChg chg="add">
          <ac:chgData name="Md. Nahid Hasan" userId="S::nahid@vu.edu.bd::85ea5f9e-65d6-4031-b810-9415101f2e21" providerId="AD" clId="Web-{B4C2672B-3B0D-4136-B0A3-A01D0671BFC8}" dt="2020-12-21T13:46:36.493" v="56"/>
          <ac:inkMkLst>
            <pc:docMk/>
            <pc:sldMk cId="0" sldId="446"/>
            <ac:inkMk id="46" creationId="{8EAF6A8F-FF8C-406F-A4EE-085A91ACFFCD}"/>
          </ac:inkMkLst>
        </pc:inkChg>
        <pc:inkChg chg="add">
          <ac:chgData name="Md. Nahid Hasan" userId="S::nahid@vu.edu.bd::85ea5f9e-65d6-4031-b810-9415101f2e21" providerId="AD" clId="Web-{B4C2672B-3B0D-4136-B0A3-A01D0671BFC8}" dt="2020-12-21T13:46:39.758" v="57"/>
          <ac:inkMkLst>
            <pc:docMk/>
            <pc:sldMk cId="0" sldId="446"/>
            <ac:inkMk id="47" creationId="{166AF7FA-3C99-4D2D-9920-A620C0B098E2}"/>
          </ac:inkMkLst>
        </pc:inkChg>
        <pc:inkChg chg="add">
          <ac:chgData name="Md. Nahid Hasan" userId="S::nahid@vu.edu.bd::85ea5f9e-65d6-4031-b810-9415101f2e21" providerId="AD" clId="Web-{B4C2672B-3B0D-4136-B0A3-A01D0671BFC8}" dt="2020-12-21T13:46:47.243" v="58"/>
          <ac:inkMkLst>
            <pc:docMk/>
            <pc:sldMk cId="0" sldId="446"/>
            <ac:inkMk id="48" creationId="{BDAF9DA7-22FF-4157-AF1A-0F044BBD76AA}"/>
          </ac:inkMkLst>
        </pc:inkChg>
        <pc:inkChg chg="add">
          <ac:chgData name="Md. Nahid Hasan" userId="S::nahid@vu.edu.bd::85ea5f9e-65d6-4031-b810-9415101f2e21" providerId="AD" clId="Web-{B4C2672B-3B0D-4136-B0A3-A01D0671BFC8}" dt="2020-12-21T13:46:48.852" v="59"/>
          <ac:inkMkLst>
            <pc:docMk/>
            <pc:sldMk cId="0" sldId="446"/>
            <ac:inkMk id="49" creationId="{7A721260-131B-4130-BAB9-DC638FF529C9}"/>
          </ac:inkMkLst>
        </pc:inkChg>
        <pc:inkChg chg="add">
          <ac:chgData name="Md. Nahid Hasan" userId="S::nahid@vu.edu.bd::85ea5f9e-65d6-4031-b810-9415101f2e21" providerId="AD" clId="Web-{B4C2672B-3B0D-4136-B0A3-A01D0671BFC8}" dt="2020-12-21T13:46:54.571" v="60"/>
          <ac:inkMkLst>
            <pc:docMk/>
            <pc:sldMk cId="0" sldId="446"/>
            <ac:inkMk id="50" creationId="{81B88E99-3F21-4811-B147-B7D0E7DAFFE8}"/>
          </ac:inkMkLst>
        </pc:inkChg>
        <pc:inkChg chg="add">
          <ac:chgData name="Md. Nahid Hasan" userId="S::nahid@vu.edu.bd::85ea5f9e-65d6-4031-b810-9415101f2e21" providerId="AD" clId="Web-{B4C2672B-3B0D-4136-B0A3-A01D0671BFC8}" dt="2020-12-21T13:46:54.586" v="61"/>
          <ac:inkMkLst>
            <pc:docMk/>
            <pc:sldMk cId="0" sldId="446"/>
            <ac:inkMk id="51" creationId="{BBB3A8AF-890C-47B4-89B7-E68205DCC200}"/>
          </ac:inkMkLst>
        </pc:inkChg>
        <pc:inkChg chg="add">
          <ac:chgData name="Md. Nahid Hasan" userId="S::nahid@vu.edu.bd::85ea5f9e-65d6-4031-b810-9415101f2e21" providerId="AD" clId="Web-{B4C2672B-3B0D-4136-B0A3-A01D0671BFC8}" dt="2020-12-21T13:46:55.555" v="62"/>
          <ac:inkMkLst>
            <pc:docMk/>
            <pc:sldMk cId="0" sldId="446"/>
            <ac:inkMk id="52" creationId="{D3627B11-36F8-46C6-8358-9BE0B510274D}"/>
          </ac:inkMkLst>
        </pc:inkChg>
        <pc:inkChg chg="add">
          <ac:chgData name="Md. Nahid Hasan" userId="S::nahid@vu.edu.bd::85ea5f9e-65d6-4031-b810-9415101f2e21" providerId="AD" clId="Web-{B4C2672B-3B0D-4136-B0A3-A01D0671BFC8}" dt="2020-12-21T13:46:55.852" v="63"/>
          <ac:inkMkLst>
            <pc:docMk/>
            <pc:sldMk cId="0" sldId="446"/>
            <ac:inkMk id="53" creationId="{5B0A9EF9-FB7E-435F-92F4-FD246DB51BAE}"/>
          </ac:inkMkLst>
        </pc:inkChg>
        <pc:inkChg chg="add">
          <ac:chgData name="Md. Nahid Hasan" userId="S::nahid@vu.edu.bd::85ea5f9e-65d6-4031-b810-9415101f2e21" providerId="AD" clId="Web-{B4C2672B-3B0D-4136-B0A3-A01D0671BFC8}" dt="2020-12-21T13:46:56.852" v="64"/>
          <ac:inkMkLst>
            <pc:docMk/>
            <pc:sldMk cId="0" sldId="446"/>
            <ac:inkMk id="54" creationId="{A632C098-3783-4BA3-8662-EFD2D7713332}"/>
          </ac:inkMkLst>
        </pc:inkChg>
        <pc:inkChg chg="add">
          <ac:chgData name="Md. Nahid Hasan" userId="S::nahid@vu.edu.bd::85ea5f9e-65d6-4031-b810-9415101f2e21" providerId="AD" clId="Web-{B4C2672B-3B0D-4136-B0A3-A01D0671BFC8}" dt="2020-12-21T13:46:59.039" v="65"/>
          <ac:inkMkLst>
            <pc:docMk/>
            <pc:sldMk cId="0" sldId="446"/>
            <ac:inkMk id="55" creationId="{2CF26259-6890-414A-B308-A067D4AF2737}"/>
          </ac:inkMkLst>
        </pc:inkChg>
        <pc:inkChg chg="add">
          <ac:chgData name="Md. Nahid Hasan" userId="S::nahid@vu.edu.bd::85ea5f9e-65d6-4031-b810-9415101f2e21" providerId="AD" clId="Web-{B4C2672B-3B0D-4136-B0A3-A01D0671BFC8}" dt="2020-12-21T13:46:59.055" v="66"/>
          <ac:inkMkLst>
            <pc:docMk/>
            <pc:sldMk cId="0" sldId="446"/>
            <ac:inkMk id="56" creationId="{28D16B5B-56C9-49FE-80BA-D0C94FF0BD2C}"/>
          </ac:inkMkLst>
        </pc:inkChg>
        <pc:inkChg chg="add">
          <ac:chgData name="Md. Nahid Hasan" userId="S::nahid@vu.edu.bd::85ea5f9e-65d6-4031-b810-9415101f2e21" providerId="AD" clId="Web-{B4C2672B-3B0D-4136-B0A3-A01D0671BFC8}" dt="2020-12-21T13:46:59.055" v="67"/>
          <ac:inkMkLst>
            <pc:docMk/>
            <pc:sldMk cId="0" sldId="446"/>
            <ac:inkMk id="57" creationId="{F8B51CDD-4221-401C-8405-B6FE96C3BB51}"/>
          </ac:inkMkLst>
        </pc:inkChg>
        <pc:inkChg chg="add">
          <ac:chgData name="Md. Nahid Hasan" userId="S::nahid@vu.edu.bd::85ea5f9e-65d6-4031-b810-9415101f2e21" providerId="AD" clId="Web-{B4C2672B-3B0D-4136-B0A3-A01D0671BFC8}" dt="2020-12-21T13:46:59.852" v="68"/>
          <ac:inkMkLst>
            <pc:docMk/>
            <pc:sldMk cId="0" sldId="446"/>
            <ac:inkMk id="58" creationId="{852AF247-6754-4345-9125-D5806A6AEFF8}"/>
          </ac:inkMkLst>
        </pc:inkChg>
        <pc:inkChg chg="add">
          <ac:chgData name="Md. Nahid Hasan" userId="S::nahid@vu.edu.bd::85ea5f9e-65d6-4031-b810-9415101f2e21" providerId="AD" clId="Web-{B4C2672B-3B0D-4136-B0A3-A01D0671BFC8}" dt="2020-12-21T13:47:04.633" v="69"/>
          <ac:inkMkLst>
            <pc:docMk/>
            <pc:sldMk cId="0" sldId="446"/>
            <ac:inkMk id="59" creationId="{F5D54699-C8E4-4E00-8C6C-74CC4222500F}"/>
          </ac:inkMkLst>
        </pc:inkChg>
        <pc:inkChg chg="add">
          <ac:chgData name="Md. Nahid Hasan" userId="S::nahid@vu.edu.bd::85ea5f9e-65d6-4031-b810-9415101f2e21" providerId="AD" clId="Web-{B4C2672B-3B0D-4136-B0A3-A01D0671BFC8}" dt="2020-12-21T13:47:05.930" v="70"/>
          <ac:inkMkLst>
            <pc:docMk/>
            <pc:sldMk cId="0" sldId="446"/>
            <ac:inkMk id="60" creationId="{7F400FE4-1887-4CCE-B5E6-60E037E2F6EF}"/>
          </ac:inkMkLst>
        </pc:inkChg>
        <pc:inkChg chg="add">
          <ac:chgData name="Md. Nahid Hasan" userId="S::nahid@vu.edu.bd::85ea5f9e-65d6-4031-b810-9415101f2e21" providerId="AD" clId="Web-{B4C2672B-3B0D-4136-B0A3-A01D0671BFC8}" dt="2020-12-21T13:47:08.164" v="71"/>
          <ac:inkMkLst>
            <pc:docMk/>
            <pc:sldMk cId="0" sldId="446"/>
            <ac:inkMk id="61" creationId="{C7329C2F-6386-4082-8FAA-33B201783A1B}"/>
          </ac:inkMkLst>
        </pc:inkChg>
        <pc:inkChg chg="add">
          <ac:chgData name="Md. Nahid Hasan" userId="S::nahid@vu.edu.bd::85ea5f9e-65d6-4031-b810-9415101f2e21" providerId="AD" clId="Web-{B4C2672B-3B0D-4136-B0A3-A01D0671BFC8}" dt="2020-12-21T13:47:13.196" v="72"/>
          <ac:inkMkLst>
            <pc:docMk/>
            <pc:sldMk cId="0" sldId="446"/>
            <ac:inkMk id="62" creationId="{570707E5-21D1-4FA5-A4AD-4301FCBEC0CE}"/>
          </ac:inkMkLst>
        </pc:inkChg>
        <pc:inkChg chg="add">
          <ac:chgData name="Md. Nahid Hasan" userId="S::nahid@vu.edu.bd::85ea5f9e-65d6-4031-b810-9415101f2e21" providerId="AD" clId="Web-{B4C2672B-3B0D-4136-B0A3-A01D0671BFC8}" dt="2020-12-21T13:47:13.211" v="73"/>
          <ac:inkMkLst>
            <pc:docMk/>
            <pc:sldMk cId="0" sldId="446"/>
            <ac:inkMk id="63" creationId="{3E8FD6DA-62C6-4DDC-8089-F0E1B6F054EF}"/>
          </ac:inkMkLst>
        </pc:inkChg>
        <pc:inkChg chg="add">
          <ac:chgData name="Md. Nahid Hasan" userId="S::nahid@vu.edu.bd::85ea5f9e-65d6-4031-b810-9415101f2e21" providerId="AD" clId="Web-{B4C2672B-3B0D-4136-B0A3-A01D0671BFC8}" dt="2020-12-21T13:47:13.227" v="74"/>
          <ac:inkMkLst>
            <pc:docMk/>
            <pc:sldMk cId="0" sldId="446"/>
            <ac:inkMk id="39936" creationId="{E3607A0A-564A-48D9-88C9-68127E6F92C5}"/>
          </ac:inkMkLst>
        </pc:inkChg>
        <pc:inkChg chg="add">
          <ac:chgData name="Md. Nahid Hasan" userId="S::nahid@vu.edu.bd::85ea5f9e-65d6-4031-b810-9415101f2e21" providerId="AD" clId="Web-{B4C2672B-3B0D-4136-B0A3-A01D0671BFC8}" dt="2020-12-21T13:47:13.227" v="75"/>
          <ac:inkMkLst>
            <pc:docMk/>
            <pc:sldMk cId="0" sldId="446"/>
            <ac:inkMk id="39937" creationId="{E36DCAD9-FEB3-46C8-ABFA-9D20AC00C77D}"/>
          </ac:inkMkLst>
        </pc:inkChg>
        <pc:inkChg chg="add">
          <ac:chgData name="Md. Nahid Hasan" userId="S::nahid@vu.edu.bd::85ea5f9e-65d6-4031-b810-9415101f2e21" providerId="AD" clId="Web-{B4C2672B-3B0D-4136-B0A3-A01D0671BFC8}" dt="2020-12-21T13:47:13.242" v="76"/>
          <ac:inkMkLst>
            <pc:docMk/>
            <pc:sldMk cId="0" sldId="446"/>
            <ac:inkMk id="39938" creationId="{4A226CAF-7A00-4F97-B1A4-C28CE1098C83}"/>
          </ac:inkMkLst>
        </pc:inkChg>
        <pc:inkChg chg="add">
          <ac:chgData name="Md. Nahid Hasan" userId="S::nahid@vu.edu.bd::85ea5f9e-65d6-4031-b810-9415101f2e21" providerId="AD" clId="Web-{B4C2672B-3B0D-4136-B0A3-A01D0671BFC8}" dt="2020-12-21T13:47:14.508" v="77"/>
          <ac:inkMkLst>
            <pc:docMk/>
            <pc:sldMk cId="0" sldId="446"/>
            <ac:inkMk id="39940" creationId="{616BA778-DE81-4FF1-8E0E-887AE22ECDA7}"/>
          </ac:inkMkLst>
        </pc:inkChg>
        <pc:inkChg chg="add">
          <ac:chgData name="Md. Nahid Hasan" userId="S::nahid@vu.edu.bd::85ea5f9e-65d6-4031-b810-9415101f2e21" providerId="AD" clId="Web-{B4C2672B-3B0D-4136-B0A3-A01D0671BFC8}" dt="2020-12-21T13:47:14.524" v="78"/>
          <ac:inkMkLst>
            <pc:docMk/>
            <pc:sldMk cId="0" sldId="446"/>
            <ac:inkMk id="39942" creationId="{4378634E-35B8-4A5B-B4DE-64EB22ED0FDF}"/>
          </ac:inkMkLst>
        </pc:inkChg>
        <pc:inkChg chg="add">
          <ac:chgData name="Md. Nahid Hasan" userId="S::nahid@vu.edu.bd::85ea5f9e-65d6-4031-b810-9415101f2e21" providerId="AD" clId="Web-{B4C2672B-3B0D-4136-B0A3-A01D0671BFC8}" dt="2020-12-21T13:47:16.571" v="79"/>
          <ac:inkMkLst>
            <pc:docMk/>
            <pc:sldMk cId="0" sldId="446"/>
            <ac:inkMk id="39943" creationId="{68778CE6-FDB5-4AFE-9E6D-593F9F1CF8F3}"/>
          </ac:inkMkLst>
        </pc:inkChg>
        <pc:inkChg chg="add">
          <ac:chgData name="Md. Nahid Hasan" userId="S::nahid@vu.edu.bd::85ea5f9e-65d6-4031-b810-9415101f2e21" providerId="AD" clId="Web-{B4C2672B-3B0D-4136-B0A3-A01D0671BFC8}" dt="2020-12-21T13:47:18.258" v="80"/>
          <ac:inkMkLst>
            <pc:docMk/>
            <pc:sldMk cId="0" sldId="446"/>
            <ac:inkMk id="39944" creationId="{F2822DEF-0CA3-4206-A4D5-B8FFD3862EE1}"/>
          </ac:inkMkLst>
        </pc:inkChg>
        <pc:inkChg chg="add">
          <ac:chgData name="Md. Nahid Hasan" userId="S::nahid@vu.edu.bd::85ea5f9e-65d6-4031-b810-9415101f2e21" providerId="AD" clId="Web-{B4C2672B-3B0D-4136-B0A3-A01D0671BFC8}" dt="2020-12-21T13:47:20.571" v="81"/>
          <ac:inkMkLst>
            <pc:docMk/>
            <pc:sldMk cId="0" sldId="446"/>
            <ac:inkMk id="39945" creationId="{19396F3E-2BB3-4AD1-8619-65CA18677D1A}"/>
          </ac:inkMkLst>
        </pc:inkChg>
        <pc:inkChg chg="add">
          <ac:chgData name="Md. Nahid Hasan" userId="S::nahid@vu.edu.bd::85ea5f9e-65d6-4031-b810-9415101f2e21" providerId="AD" clId="Web-{B4C2672B-3B0D-4136-B0A3-A01D0671BFC8}" dt="2020-12-21T13:47:20.586" v="82"/>
          <ac:inkMkLst>
            <pc:docMk/>
            <pc:sldMk cId="0" sldId="446"/>
            <ac:inkMk id="39946" creationId="{0B8FD777-F806-4DAB-AF8A-D27596197CBC}"/>
          </ac:inkMkLst>
        </pc:inkChg>
        <pc:inkChg chg="add">
          <ac:chgData name="Md. Nahid Hasan" userId="S::nahid@vu.edu.bd::85ea5f9e-65d6-4031-b810-9415101f2e21" providerId="AD" clId="Web-{B4C2672B-3B0D-4136-B0A3-A01D0671BFC8}" dt="2020-12-21T13:47:23.867" v="83"/>
          <ac:inkMkLst>
            <pc:docMk/>
            <pc:sldMk cId="0" sldId="446"/>
            <ac:inkMk id="39947" creationId="{1C760DC6-5D87-4519-B16A-236B0DE6AE23}"/>
          </ac:inkMkLst>
        </pc:inkChg>
        <pc:inkChg chg="add">
          <ac:chgData name="Md. Nahid Hasan" userId="S::nahid@vu.edu.bd::85ea5f9e-65d6-4031-b810-9415101f2e21" providerId="AD" clId="Web-{B4C2672B-3B0D-4136-B0A3-A01D0671BFC8}" dt="2020-12-21T13:47:23.883" v="84"/>
          <ac:inkMkLst>
            <pc:docMk/>
            <pc:sldMk cId="0" sldId="446"/>
            <ac:inkMk id="39948" creationId="{79855D17-AA8C-429D-9B0A-F2B5A7DF924B}"/>
          </ac:inkMkLst>
        </pc:inkChg>
        <pc:inkChg chg="add">
          <ac:chgData name="Md. Nahid Hasan" userId="S::nahid@vu.edu.bd::85ea5f9e-65d6-4031-b810-9415101f2e21" providerId="AD" clId="Web-{B4C2672B-3B0D-4136-B0A3-A01D0671BFC8}" dt="2020-12-21T13:47:23.899" v="85"/>
          <ac:inkMkLst>
            <pc:docMk/>
            <pc:sldMk cId="0" sldId="446"/>
            <ac:inkMk id="39949" creationId="{042AE5BC-41CF-4DD2-AE55-1C43B72089ED}"/>
          </ac:inkMkLst>
        </pc:inkChg>
        <pc:inkChg chg="add">
          <ac:chgData name="Md. Nahid Hasan" userId="S::nahid@vu.edu.bd::85ea5f9e-65d6-4031-b810-9415101f2e21" providerId="AD" clId="Web-{B4C2672B-3B0D-4136-B0A3-A01D0671BFC8}" dt="2020-12-21T13:47:26.930" v="86"/>
          <ac:inkMkLst>
            <pc:docMk/>
            <pc:sldMk cId="0" sldId="446"/>
            <ac:inkMk id="39950" creationId="{0C6CCAFF-3163-4902-9823-79EEEBBC980F}"/>
          </ac:inkMkLst>
        </pc:inkChg>
        <pc:inkChg chg="add">
          <ac:chgData name="Md. Nahid Hasan" userId="S::nahid@vu.edu.bd::85ea5f9e-65d6-4031-b810-9415101f2e21" providerId="AD" clId="Web-{B4C2672B-3B0D-4136-B0A3-A01D0671BFC8}" dt="2020-12-21T13:47:26.946" v="87"/>
          <ac:inkMkLst>
            <pc:docMk/>
            <pc:sldMk cId="0" sldId="446"/>
            <ac:inkMk id="39951" creationId="{12D0912B-12B7-4024-8E3A-6D96985BEA8F}"/>
          </ac:inkMkLst>
        </pc:inkChg>
        <pc:inkChg chg="add">
          <ac:chgData name="Md. Nahid Hasan" userId="S::nahid@vu.edu.bd::85ea5f9e-65d6-4031-b810-9415101f2e21" providerId="AD" clId="Web-{B4C2672B-3B0D-4136-B0A3-A01D0671BFC8}" dt="2020-12-21T13:47:26.961" v="88"/>
          <ac:inkMkLst>
            <pc:docMk/>
            <pc:sldMk cId="0" sldId="446"/>
            <ac:inkMk id="39952" creationId="{BF99BD11-755B-456F-AD67-C86DFCED276A}"/>
          </ac:inkMkLst>
        </pc:inkChg>
        <pc:inkChg chg="add">
          <ac:chgData name="Md. Nahid Hasan" userId="S::nahid@vu.edu.bd::85ea5f9e-65d6-4031-b810-9415101f2e21" providerId="AD" clId="Web-{B4C2672B-3B0D-4136-B0A3-A01D0671BFC8}" dt="2020-12-21T13:47:29.633" v="89"/>
          <ac:inkMkLst>
            <pc:docMk/>
            <pc:sldMk cId="0" sldId="446"/>
            <ac:inkMk id="39953" creationId="{877AF972-632D-4B5C-B973-F921AAC6953F}"/>
          </ac:inkMkLst>
        </pc:inkChg>
        <pc:inkChg chg="add">
          <ac:chgData name="Md. Nahid Hasan" userId="S::nahid@vu.edu.bd::85ea5f9e-65d6-4031-b810-9415101f2e21" providerId="AD" clId="Web-{B4C2672B-3B0D-4136-B0A3-A01D0671BFC8}" dt="2020-12-21T13:47:42.836" v="90"/>
          <ac:inkMkLst>
            <pc:docMk/>
            <pc:sldMk cId="0" sldId="446"/>
            <ac:inkMk id="39954" creationId="{DDFDFAB4-3CEC-41AE-95E6-1C51DF8D4B90}"/>
          </ac:inkMkLst>
        </pc:inkChg>
        <pc:inkChg chg="add">
          <ac:chgData name="Md. Nahid Hasan" userId="S::nahid@vu.edu.bd::85ea5f9e-65d6-4031-b810-9415101f2e21" providerId="AD" clId="Web-{B4C2672B-3B0D-4136-B0A3-A01D0671BFC8}" dt="2020-12-21T13:47:44.149" v="91"/>
          <ac:inkMkLst>
            <pc:docMk/>
            <pc:sldMk cId="0" sldId="446"/>
            <ac:inkMk id="39955" creationId="{9D66AE5A-C704-4874-8D66-9A0185CBE747}"/>
          </ac:inkMkLst>
        </pc:inkChg>
        <pc:inkChg chg="add">
          <ac:chgData name="Md. Nahid Hasan" userId="S::nahid@vu.edu.bd::85ea5f9e-65d6-4031-b810-9415101f2e21" providerId="AD" clId="Web-{B4C2672B-3B0D-4136-B0A3-A01D0671BFC8}" dt="2020-12-21T13:47:45.430" v="92"/>
          <ac:inkMkLst>
            <pc:docMk/>
            <pc:sldMk cId="0" sldId="446"/>
            <ac:inkMk id="39956" creationId="{D4908DC6-891C-4C7F-8B9E-45FB41F116AC}"/>
          </ac:inkMkLst>
        </pc:inkChg>
        <pc:inkChg chg="add">
          <ac:chgData name="Md. Nahid Hasan" userId="S::nahid@vu.edu.bd::85ea5f9e-65d6-4031-b810-9415101f2e21" providerId="AD" clId="Web-{B4C2672B-3B0D-4136-B0A3-A01D0671BFC8}" dt="2020-12-21T13:47:48.883" v="93"/>
          <ac:inkMkLst>
            <pc:docMk/>
            <pc:sldMk cId="0" sldId="446"/>
            <ac:inkMk id="39957" creationId="{320A65C2-2276-4D35-9E73-930972917E53}"/>
          </ac:inkMkLst>
        </pc:inkChg>
        <pc:inkChg chg="add">
          <ac:chgData name="Md. Nahid Hasan" userId="S::nahid@vu.edu.bd::85ea5f9e-65d6-4031-b810-9415101f2e21" providerId="AD" clId="Web-{B4C2672B-3B0D-4136-B0A3-A01D0671BFC8}" dt="2020-12-21T13:47:52.149" v="94"/>
          <ac:inkMkLst>
            <pc:docMk/>
            <pc:sldMk cId="0" sldId="446"/>
            <ac:inkMk id="39958" creationId="{5D9D9EF7-33E2-498F-BA71-9DB656333524}"/>
          </ac:inkMkLst>
        </pc:inkChg>
        <pc:inkChg chg="add">
          <ac:chgData name="Md. Nahid Hasan" userId="S::nahid@vu.edu.bd::85ea5f9e-65d6-4031-b810-9415101f2e21" providerId="AD" clId="Web-{B4C2672B-3B0D-4136-B0A3-A01D0671BFC8}" dt="2020-12-21T13:47:53.930" v="95"/>
          <ac:inkMkLst>
            <pc:docMk/>
            <pc:sldMk cId="0" sldId="446"/>
            <ac:inkMk id="39959" creationId="{AE2BB786-E4DA-489E-97D0-0EBDA3EED41E}"/>
          </ac:inkMkLst>
        </pc:inkChg>
        <pc:inkChg chg="add">
          <ac:chgData name="Md. Nahid Hasan" userId="S::nahid@vu.edu.bd::85ea5f9e-65d6-4031-b810-9415101f2e21" providerId="AD" clId="Web-{B4C2672B-3B0D-4136-B0A3-A01D0671BFC8}" dt="2020-12-21T13:47:55.320" v="96"/>
          <ac:inkMkLst>
            <pc:docMk/>
            <pc:sldMk cId="0" sldId="446"/>
            <ac:inkMk id="39960" creationId="{F8BF2A65-E2F4-4D50-885A-661F20B8B659}"/>
          </ac:inkMkLst>
        </pc:inkChg>
        <pc:inkChg chg="add">
          <ac:chgData name="Md. Nahid Hasan" userId="S::nahid@vu.edu.bd::85ea5f9e-65d6-4031-b810-9415101f2e21" providerId="AD" clId="Web-{B4C2672B-3B0D-4136-B0A3-A01D0671BFC8}" dt="2020-12-21T13:47:55.336" v="97"/>
          <ac:inkMkLst>
            <pc:docMk/>
            <pc:sldMk cId="0" sldId="446"/>
            <ac:inkMk id="39961" creationId="{9FB49688-03BB-4097-A349-5D8915E81702}"/>
          </ac:inkMkLst>
        </pc:inkChg>
        <pc:inkChg chg="add">
          <ac:chgData name="Md. Nahid Hasan" userId="S::nahid@vu.edu.bd::85ea5f9e-65d6-4031-b810-9415101f2e21" providerId="AD" clId="Web-{B4C2672B-3B0D-4136-B0A3-A01D0671BFC8}" dt="2020-12-21T13:47:56.414" v="98"/>
          <ac:inkMkLst>
            <pc:docMk/>
            <pc:sldMk cId="0" sldId="446"/>
            <ac:inkMk id="39962" creationId="{45F29A56-31D7-4977-B760-0B6629E1B602}"/>
          </ac:inkMkLst>
        </pc:inkChg>
        <pc:inkChg chg="add">
          <ac:chgData name="Md. Nahid Hasan" userId="S::nahid@vu.edu.bd::85ea5f9e-65d6-4031-b810-9415101f2e21" providerId="AD" clId="Web-{B4C2672B-3B0D-4136-B0A3-A01D0671BFC8}" dt="2020-12-21T13:47:57.664" v="99"/>
          <ac:inkMkLst>
            <pc:docMk/>
            <pc:sldMk cId="0" sldId="446"/>
            <ac:inkMk id="39963" creationId="{CEE8534A-7526-459F-8F75-5FA84CB4C8F1}"/>
          </ac:inkMkLst>
        </pc:inkChg>
        <pc:inkChg chg="add">
          <ac:chgData name="Md. Nahid Hasan" userId="S::nahid@vu.edu.bd::85ea5f9e-65d6-4031-b810-9415101f2e21" providerId="AD" clId="Web-{B4C2672B-3B0D-4136-B0A3-A01D0671BFC8}" dt="2020-12-21T13:47:58.367" v="100"/>
          <ac:inkMkLst>
            <pc:docMk/>
            <pc:sldMk cId="0" sldId="446"/>
            <ac:inkMk id="39964" creationId="{E3D2F582-00E0-43A8-A435-1D392D582378}"/>
          </ac:inkMkLst>
        </pc:inkChg>
        <pc:inkChg chg="add">
          <ac:chgData name="Md. Nahid Hasan" userId="S::nahid@vu.edu.bd::85ea5f9e-65d6-4031-b810-9415101f2e21" providerId="AD" clId="Web-{B4C2672B-3B0D-4136-B0A3-A01D0671BFC8}" dt="2020-12-21T13:48:14.383" v="101"/>
          <ac:inkMkLst>
            <pc:docMk/>
            <pc:sldMk cId="0" sldId="446"/>
            <ac:inkMk id="39965" creationId="{C9887529-5F86-48A8-8301-034D120D1614}"/>
          </ac:inkMkLst>
        </pc:inkChg>
        <pc:inkChg chg="add">
          <ac:chgData name="Md. Nahid Hasan" userId="S::nahid@vu.edu.bd::85ea5f9e-65d6-4031-b810-9415101f2e21" providerId="AD" clId="Web-{B4C2672B-3B0D-4136-B0A3-A01D0671BFC8}" dt="2020-12-21T13:48:15.695" v="102"/>
          <ac:inkMkLst>
            <pc:docMk/>
            <pc:sldMk cId="0" sldId="446"/>
            <ac:inkMk id="39966" creationId="{8F6C0F0F-D391-497E-A2EB-B6EA68BE6A78}"/>
          </ac:inkMkLst>
        </pc:inkChg>
        <pc:inkChg chg="add">
          <ac:chgData name="Md. Nahid Hasan" userId="S::nahid@vu.edu.bd::85ea5f9e-65d6-4031-b810-9415101f2e21" providerId="AD" clId="Web-{B4C2672B-3B0D-4136-B0A3-A01D0671BFC8}" dt="2020-12-21T13:48:16.977" v="103"/>
          <ac:inkMkLst>
            <pc:docMk/>
            <pc:sldMk cId="0" sldId="446"/>
            <ac:inkMk id="39967" creationId="{E7677019-E73A-4849-B395-F8E09B97A22A}"/>
          </ac:inkMkLst>
        </pc:inkChg>
        <pc:inkChg chg="add">
          <ac:chgData name="Md. Nahid Hasan" userId="S::nahid@vu.edu.bd::85ea5f9e-65d6-4031-b810-9415101f2e21" providerId="AD" clId="Web-{B4C2672B-3B0D-4136-B0A3-A01D0671BFC8}" dt="2020-12-21T13:48:16.977" v="104"/>
          <ac:inkMkLst>
            <pc:docMk/>
            <pc:sldMk cId="0" sldId="446"/>
            <ac:inkMk id="39968" creationId="{38486FB7-C2A2-4795-8D36-1A46B8E1EF38}"/>
          </ac:inkMkLst>
        </pc:inkChg>
        <pc:inkChg chg="add">
          <ac:chgData name="Md. Nahid Hasan" userId="S::nahid@vu.edu.bd::85ea5f9e-65d6-4031-b810-9415101f2e21" providerId="AD" clId="Web-{B4C2672B-3B0D-4136-B0A3-A01D0671BFC8}" dt="2020-12-21T13:48:16.992" v="105"/>
          <ac:inkMkLst>
            <pc:docMk/>
            <pc:sldMk cId="0" sldId="446"/>
            <ac:inkMk id="39969" creationId="{395268E5-6DC9-4D5D-AB2C-D04D0181A8E9}"/>
          </ac:inkMkLst>
        </pc:inkChg>
        <pc:inkChg chg="add">
          <ac:chgData name="Md. Nahid Hasan" userId="S::nahid@vu.edu.bd::85ea5f9e-65d6-4031-b810-9415101f2e21" providerId="AD" clId="Web-{B4C2672B-3B0D-4136-B0A3-A01D0671BFC8}" dt="2020-12-21T13:48:19.945" v="106"/>
          <ac:inkMkLst>
            <pc:docMk/>
            <pc:sldMk cId="0" sldId="446"/>
            <ac:inkMk id="39970" creationId="{EAE82F81-12F6-49C6-8F17-7A3F64B97A7D}"/>
          </ac:inkMkLst>
        </pc:inkChg>
        <pc:inkChg chg="add">
          <ac:chgData name="Md. Nahid Hasan" userId="S::nahid@vu.edu.bd::85ea5f9e-65d6-4031-b810-9415101f2e21" providerId="AD" clId="Web-{B4C2672B-3B0D-4136-B0A3-A01D0671BFC8}" dt="2020-12-21T13:48:20.758" v="107"/>
          <ac:inkMkLst>
            <pc:docMk/>
            <pc:sldMk cId="0" sldId="446"/>
            <ac:inkMk id="39971" creationId="{A48EA641-7341-453C-ACA7-7D622EC90D29}"/>
          </ac:inkMkLst>
        </pc:inkChg>
        <pc:inkChg chg="add">
          <ac:chgData name="Md. Nahid Hasan" userId="S::nahid@vu.edu.bd::85ea5f9e-65d6-4031-b810-9415101f2e21" providerId="AD" clId="Web-{B4C2672B-3B0D-4136-B0A3-A01D0671BFC8}" dt="2020-12-21T13:48:34.117" v="108"/>
          <ac:inkMkLst>
            <pc:docMk/>
            <pc:sldMk cId="0" sldId="446"/>
            <ac:inkMk id="39972" creationId="{697585F1-4427-4B28-9189-873C2DBE2719}"/>
          </ac:inkMkLst>
        </pc:inkChg>
        <pc:inkChg chg="add">
          <ac:chgData name="Md. Nahid Hasan" userId="S::nahid@vu.edu.bd::85ea5f9e-65d6-4031-b810-9415101f2e21" providerId="AD" clId="Web-{B4C2672B-3B0D-4136-B0A3-A01D0671BFC8}" dt="2020-12-21T13:48:34.133" v="109"/>
          <ac:inkMkLst>
            <pc:docMk/>
            <pc:sldMk cId="0" sldId="446"/>
            <ac:inkMk id="39973" creationId="{A394DDFE-5D52-4E29-AA54-9966F5228393}"/>
          </ac:inkMkLst>
        </pc:inkChg>
        <pc:inkChg chg="add">
          <ac:chgData name="Md. Nahid Hasan" userId="S::nahid@vu.edu.bd::85ea5f9e-65d6-4031-b810-9415101f2e21" providerId="AD" clId="Web-{B4C2672B-3B0D-4136-B0A3-A01D0671BFC8}" dt="2020-12-21T13:48:35.789" v="110"/>
          <ac:inkMkLst>
            <pc:docMk/>
            <pc:sldMk cId="0" sldId="446"/>
            <ac:inkMk id="39974" creationId="{90DF2803-7F8C-48A3-91EC-1389861F9FCE}"/>
          </ac:inkMkLst>
        </pc:inkChg>
        <pc:inkChg chg="add">
          <ac:chgData name="Md. Nahid Hasan" userId="S::nahid@vu.edu.bd::85ea5f9e-65d6-4031-b810-9415101f2e21" providerId="AD" clId="Web-{B4C2672B-3B0D-4136-B0A3-A01D0671BFC8}" dt="2020-12-21T13:48:38.523" v="111"/>
          <ac:inkMkLst>
            <pc:docMk/>
            <pc:sldMk cId="0" sldId="446"/>
            <ac:inkMk id="39975" creationId="{83C2EAD7-8182-47D9-889E-A9BDEA914231}"/>
          </ac:inkMkLst>
        </pc:inkChg>
        <pc:inkChg chg="add">
          <ac:chgData name="Md. Nahid Hasan" userId="S::nahid@vu.edu.bd::85ea5f9e-65d6-4031-b810-9415101f2e21" providerId="AD" clId="Web-{B4C2672B-3B0D-4136-B0A3-A01D0671BFC8}" dt="2020-12-21T13:48:39.852" v="112"/>
          <ac:inkMkLst>
            <pc:docMk/>
            <pc:sldMk cId="0" sldId="446"/>
            <ac:inkMk id="39976" creationId="{17E80417-82E9-4B4E-81C8-D5CB87CD9855}"/>
          </ac:inkMkLst>
        </pc:inkChg>
        <pc:inkChg chg="add">
          <ac:chgData name="Md. Nahid Hasan" userId="S::nahid@vu.edu.bd::85ea5f9e-65d6-4031-b810-9415101f2e21" providerId="AD" clId="Web-{B4C2672B-3B0D-4136-B0A3-A01D0671BFC8}" dt="2020-12-21T13:48:41.555" v="113"/>
          <ac:inkMkLst>
            <pc:docMk/>
            <pc:sldMk cId="0" sldId="446"/>
            <ac:inkMk id="39977" creationId="{9DF5920E-AA1B-4CD9-B380-1DE1B5D69F0B}"/>
          </ac:inkMkLst>
        </pc:inkChg>
        <pc:inkChg chg="add">
          <ac:chgData name="Md. Nahid Hasan" userId="S::nahid@vu.edu.bd::85ea5f9e-65d6-4031-b810-9415101f2e21" providerId="AD" clId="Web-{B4C2672B-3B0D-4136-B0A3-A01D0671BFC8}" dt="2020-12-21T13:48:41.555" v="114"/>
          <ac:inkMkLst>
            <pc:docMk/>
            <pc:sldMk cId="0" sldId="446"/>
            <ac:inkMk id="39978" creationId="{95B82F16-9123-436B-BC5F-A504B727EADF}"/>
          </ac:inkMkLst>
        </pc:inkChg>
        <pc:inkChg chg="add">
          <ac:chgData name="Md. Nahid Hasan" userId="S::nahid@vu.edu.bd::85ea5f9e-65d6-4031-b810-9415101f2e21" providerId="AD" clId="Web-{B4C2672B-3B0D-4136-B0A3-A01D0671BFC8}" dt="2020-12-21T13:48:42.227" v="115"/>
          <ac:inkMkLst>
            <pc:docMk/>
            <pc:sldMk cId="0" sldId="446"/>
            <ac:inkMk id="39979" creationId="{237B550F-9DF9-4760-BC8E-5EDDD51028E1}"/>
          </ac:inkMkLst>
        </pc:inkChg>
        <pc:inkChg chg="add">
          <ac:chgData name="Md. Nahid Hasan" userId="S::nahid@vu.edu.bd::85ea5f9e-65d6-4031-b810-9415101f2e21" providerId="AD" clId="Web-{B4C2672B-3B0D-4136-B0A3-A01D0671BFC8}" dt="2020-12-21T13:48:42.555" v="116"/>
          <ac:inkMkLst>
            <pc:docMk/>
            <pc:sldMk cId="0" sldId="446"/>
            <ac:inkMk id="39980" creationId="{06ACFB7D-E4DB-428D-871B-B50BA215B3F1}"/>
          </ac:inkMkLst>
        </pc:inkChg>
        <pc:inkChg chg="add">
          <ac:chgData name="Md. Nahid Hasan" userId="S::nahid@vu.edu.bd::85ea5f9e-65d6-4031-b810-9415101f2e21" providerId="AD" clId="Web-{B4C2672B-3B0D-4136-B0A3-A01D0671BFC8}" dt="2020-12-21T13:48:43.945" v="117"/>
          <ac:inkMkLst>
            <pc:docMk/>
            <pc:sldMk cId="0" sldId="446"/>
            <ac:inkMk id="39981" creationId="{45FCA093-4073-4A38-8569-24E755B4BD1B}"/>
          </ac:inkMkLst>
        </pc:inkChg>
        <pc:inkChg chg="add">
          <ac:chgData name="Md. Nahid Hasan" userId="S::nahid@vu.edu.bd::85ea5f9e-65d6-4031-b810-9415101f2e21" providerId="AD" clId="Web-{B4C2672B-3B0D-4136-B0A3-A01D0671BFC8}" dt="2020-12-21T13:48:45.258" v="118"/>
          <ac:inkMkLst>
            <pc:docMk/>
            <pc:sldMk cId="0" sldId="446"/>
            <ac:inkMk id="39982" creationId="{13FD160B-0CC2-4105-A548-F68719CD5B88}"/>
          </ac:inkMkLst>
        </pc:inkChg>
        <pc:inkChg chg="add">
          <ac:chgData name="Md. Nahid Hasan" userId="S::nahid@vu.edu.bd::85ea5f9e-65d6-4031-b810-9415101f2e21" providerId="AD" clId="Web-{B4C2672B-3B0D-4136-B0A3-A01D0671BFC8}" dt="2020-12-21T13:49:02.211" v="119"/>
          <ac:inkMkLst>
            <pc:docMk/>
            <pc:sldMk cId="0" sldId="446"/>
            <ac:inkMk id="39983" creationId="{F40AFC5B-5D7A-445E-A5C4-478BD8500871}"/>
          </ac:inkMkLst>
        </pc:inkChg>
        <pc:inkChg chg="add">
          <ac:chgData name="Md. Nahid Hasan" userId="S::nahid@vu.edu.bd::85ea5f9e-65d6-4031-b810-9415101f2e21" providerId="AD" clId="Web-{B4C2672B-3B0D-4136-B0A3-A01D0671BFC8}" dt="2020-12-21T13:49:16.976" v="120"/>
          <ac:inkMkLst>
            <pc:docMk/>
            <pc:sldMk cId="0" sldId="446"/>
            <ac:inkMk id="39984" creationId="{D7784DC0-434E-47A6-A89D-D5D959643337}"/>
          </ac:inkMkLst>
        </pc:inkChg>
        <pc:inkChg chg="add">
          <ac:chgData name="Md. Nahid Hasan" userId="S::nahid@vu.edu.bd::85ea5f9e-65d6-4031-b810-9415101f2e21" providerId="AD" clId="Web-{B4C2672B-3B0D-4136-B0A3-A01D0671BFC8}" dt="2020-12-21T13:49:18.180" v="121"/>
          <ac:inkMkLst>
            <pc:docMk/>
            <pc:sldMk cId="0" sldId="446"/>
            <ac:inkMk id="39985" creationId="{325E3157-19E8-4B97-9351-355EAED92283}"/>
          </ac:inkMkLst>
        </pc:inkChg>
        <pc:inkChg chg="add">
          <ac:chgData name="Md. Nahid Hasan" userId="S::nahid@vu.edu.bd::85ea5f9e-65d6-4031-b810-9415101f2e21" providerId="AD" clId="Web-{B4C2672B-3B0D-4136-B0A3-A01D0671BFC8}" dt="2020-12-21T13:49:20.992" v="122"/>
          <ac:inkMkLst>
            <pc:docMk/>
            <pc:sldMk cId="0" sldId="446"/>
            <ac:inkMk id="39986" creationId="{1442BE12-FAC3-4C68-BC22-9D41188187C6}"/>
          </ac:inkMkLst>
        </pc:inkChg>
        <pc:inkChg chg="add">
          <ac:chgData name="Md. Nahid Hasan" userId="S::nahid@vu.edu.bd::85ea5f9e-65d6-4031-b810-9415101f2e21" providerId="AD" clId="Web-{B4C2672B-3B0D-4136-B0A3-A01D0671BFC8}" dt="2020-12-21T13:49:21.008" v="123"/>
          <ac:inkMkLst>
            <pc:docMk/>
            <pc:sldMk cId="0" sldId="446"/>
            <ac:inkMk id="39987" creationId="{BA8AC1D0-EF5C-44D4-BF1B-C2929D68FABC}"/>
          </ac:inkMkLst>
        </pc:inkChg>
        <pc:inkChg chg="add">
          <ac:chgData name="Md. Nahid Hasan" userId="S::nahid@vu.edu.bd::85ea5f9e-65d6-4031-b810-9415101f2e21" providerId="AD" clId="Web-{B4C2672B-3B0D-4136-B0A3-A01D0671BFC8}" dt="2020-12-21T13:49:21.023" v="124"/>
          <ac:inkMkLst>
            <pc:docMk/>
            <pc:sldMk cId="0" sldId="446"/>
            <ac:inkMk id="39988" creationId="{B8F3E062-CCA0-4A4D-9DE3-F55C97F7A7AD}"/>
          </ac:inkMkLst>
        </pc:inkChg>
        <pc:inkChg chg="add">
          <ac:chgData name="Md. Nahid Hasan" userId="S::nahid@vu.edu.bd::85ea5f9e-65d6-4031-b810-9415101f2e21" providerId="AD" clId="Web-{B4C2672B-3B0D-4136-B0A3-A01D0671BFC8}" dt="2020-12-21T13:49:21.039" v="125"/>
          <ac:inkMkLst>
            <pc:docMk/>
            <pc:sldMk cId="0" sldId="446"/>
            <ac:inkMk id="39989" creationId="{0211829B-5B1A-44D8-A7A3-E9809805639D}"/>
          </ac:inkMkLst>
        </pc:inkChg>
        <pc:inkChg chg="add">
          <ac:chgData name="Md. Nahid Hasan" userId="S::nahid@vu.edu.bd::85ea5f9e-65d6-4031-b810-9415101f2e21" providerId="AD" clId="Web-{B4C2672B-3B0D-4136-B0A3-A01D0671BFC8}" dt="2020-12-21T13:49:21.055" v="126"/>
          <ac:inkMkLst>
            <pc:docMk/>
            <pc:sldMk cId="0" sldId="446"/>
            <ac:inkMk id="39990" creationId="{7E9633F3-08D2-4A28-B40D-31D0FC542A16}"/>
          </ac:inkMkLst>
        </pc:inkChg>
        <pc:inkChg chg="add">
          <ac:chgData name="Md. Nahid Hasan" userId="S::nahid@vu.edu.bd::85ea5f9e-65d6-4031-b810-9415101f2e21" providerId="AD" clId="Web-{B4C2672B-3B0D-4136-B0A3-A01D0671BFC8}" dt="2020-12-21T13:49:24.820" v="127"/>
          <ac:inkMkLst>
            <pc:docMk/>
            <pc:sldMk cId="0" sldId="446"/>
            <ac:inkMk id="39991" creationId="{49B74948-5711-4F23-AB8B-6123DEA1150A}"/>
          </ac:inkMkLst>
        </pc:inkChg>
        <pc:inkChg chg="add">
          <ac:chgData name="Md. Nahid Hasan" userId="S::nahid@vu.edu.bd::85ea5f9e-65d6-4031-b810-9415101f2e21" providerId="AD" clId="Web-{B4C2672B-3B0D-4136-B0A3-A01D0671BFC8}" dt="2020-12-21T13:49:24.836" v="128"/>
          <ac:inkMkLst>
            <pc:docMk/>
            <pc:sldMk cId="0" sldId="446"/>
            <ac:inkMk id="39992" creationId="{6256EEF1-CC3E-411A-B6C9-B98B711E0C90}"/>
          </ac:inkMkLst>
        </pc:inkChg>
        <pc:inkChg chg="add">
          <ac:chgData name="Md. Nahid Hasan" userId="S::nahid@vu.edu.bd::85ea5f9e-65d6-4031-b810-9415101f2e21" providerId="AD" clId="Web-{B4C2672B-3B0D-4136-B0A3-A01D0671BFC8}" dt="2020-12-21T13:49:24.851" v="129"/>
          <ac:inkMkLst>
            <pc:docMk/>
            <pc:sldMk cId="0" sldId="446"/>
            <ac:inkMk id="39993" creationId="{6FC126A2-398F-4F8F-97BE-06F2BAC01742}"/>
          </ac:inkMkLst>
        </pc:inkChg>
        <pc:inkChg chg="add">
          <ac:chgData name="Md. Nahid Hasan" userId="S::nahid@vu.edu.bd::85ea5f9e-65d6-4031-b810-9415101f2e21" providerId="AD" clId="Web-{B4C2672B-3B0D-4136-B0A3-A01D0671BFC8}" dt="2020-12-21T13:49:25.555" v="130"/>
          <ac:inkMkLst>
            <pc:docMk/>
            <pc:sldMk cId="0" sldId="446"/>
            <ac:inkMk id="39994" creationId="{84C3DE96-B8C2-4BD4-932D-EDE0A3BA7119}"/>
          </ac:inkMkLst>
        </pc:inkChg>
        <pc:inkChg chg="add">
          <ac:chgData name="Md. Nahid Hasan" userId="S::nahid@vu.edu.bd::85ea5f9e-65d6-4031-b810-9415101f2e21" providerId="AD" clId="Web-{B4C2672B-3B0D-4136-B0A3-A01D0671BFC8}" dt="2020-12-21T13:49:29.414" v="131"/>
          <ac:inkMkLst>
            <pc:docMk/>
            <pc:sldMk cId="0" sldId="446"/>
            <ac:inkMk id="39995" creationId="{45BA5D78-CD50-4DD6-BD54-4EA8B08719E3}"/>
          </ac:inkMkLst>
        </pc:inkChg>
        <pc:inkChg chg="add">
          <ac:chgData name="Md. Nahid Hasan" userId="S::nahid@vu.edu.bd::85ea5f9e-65d6-4031-b810-9415101f2e21" providerId="AD" clId="Web-{B4C2672B-3B0D-4136-B0A3-A01D0671BFC8}" dt="2020-12-21T13:49:31.429" v="132"/>
          <ac:inkMkLst>
            <pc:docMk/>
            <pc:sldMk cId="0" sldId="446"/>
            <ac:inkMk id="39996" creationId="{FB2FB8E6-72B3-42B5-AFF3-81B05FB477FD}"/>
          </ac:inkMkLst>
        </pc:inkChg>
        <pc:inkChg chg="add">
          <ac:chgData name="Md. Nahid Hasan" userId="S::nahid@vu.edu.bd::85ea5f9e-65d6-4031-b810-9415101f2e21" providerId="AD" clId="Web-{B4C2672B-3B0D-4136-B0A3-A01D0671BFC8}" dt="2020-12-21T13:49:32.304" v="133"/>
          <ac:inkMkLst>
            <pc:docMk/>
            <pc:sldMk cId="0" sldId="446"/>
            <ac:inkMk id="39997" creationId="{280421A9-392A-4444-A2F9-15549A53FA61}"/>
          </ac:inkMkLst>
        </pc:inkChg>
        <pc:inkChg chg="add">
          <ac:chgData name="Md. Nahid Hasan" userId="S::nahid@vu.edu.bd::85ea5f9e-65d6-4031-b810-9415101f2e21" providerId="AD" clId="Web-{B4C2672B-3B0D-4136-B0A3-A01D0671BFC8}" dt="2020-12-21T13:49:43.039" v="134"/>
          <ac:inkMkLst>
            <pc:docMk/>
            <pc:sldMk cId="0" sldId="446"/>
            <ac:inkMk id="39998" creationId="{B150F4DA-91F1-4B11-9AF0-BB815AC5EE8B}"/>
          </ac:inkMkLst>
        </pc:inkChg>
        <pc:inkChg chg="add">
          <ac:chgData name="Md. Nahid Hasan" userId="S::nahid@vu.edu.bd::85ea5f9e-65d6-4031-b810-9415101f2e21" providerId="AD" clId="Web-{B4C2672B-3B0D-4136-B0A3-A01D0671BFC8}" dt="2020-12-21T13:49:45.554" v="135"/>
          <ac:inkMkLst>
            <pc:docMk/>
            <pc:sldMk cId="0" sldId="446"/>
            <ac:inkMk id="39999" creationId="{19C78661-7CC0-4825-9228-3844898246C2}"/>
          </ac:inkMkLst>
        </pc:inkChg>
        <pc:inkChg chg="add">
          <ac:chgData name="Md. Nahid Hasan" userId="S::nahid@vu.edu.bd::85ea5f9e-65d6-4031-b810-9415101f2e21" providerId="AD" clId="Web-{B4C2672B-3B0D-4136-B0A3-A01D0671BFC8}" dt="2020-12-21T13:49:45.570" v="136"/>
          <ac:inkMkLst>
            <pc:docMk/>
            <pc:sldMk cId="0" sldId="446"/>
            <ac:inkMk id="241664" creationId="{CD1B144A-2869-4D48-A21E-2DEC64A6F3DA}"/>
          </ac:inkMkLst>
        </pc:inkChg>
        <pc:inkChg chg="add">
          <ac:chgData name="Md. Nahid Hasan" userId="S::nahid@vu.edu.bd::85ea5f9e-65d6-4031-b810-9415101f2e21" providerId="AD" clId="Web-{B4C2672B-3B0D-4136-B0A3-A01D0671BFC8}" dt="2020-12-21T13:49:45.586" v="137"/>
          <ac:inkMkLst>
            <pc:docMk/>
            <pc:sldMk cId="0" sldId="446"/>
            <ac:inkMk id="241665" creationId="{BEB801DF-A6D5-4793-B430-AF87BB9A392C}"/>
          </ac:inkMkLst>
        </pc:inkChg>
        <pc:inkChg chg="add">
          <ac:chgData name="Md. Nahid Hasan" userId="S::nahid@vu.edu.bd::85ea5f9e-65d6-4031-b810-9415101f2e21" providerId="AD" clId="Web-{B4C2672B-3B0D-4136-B0A3-A01D0671BFC8}" dt="2020-12-21T13:49:57.195" v="138"/>
          <ac:inkMkLst>
            <pc:docMk/>
            <pc:sldMk cId="0" sldId="446"/>
            <ac:inkMk id="241667" creationId="{24BE3AD4-7E25-4B47-906F-2237C8FEA034}"/>
          </ac:inkMkLst>
        </pc:inkChg>
        <pc:inkChg chg="add">
          <ac:chgData name="Md. Nahid Hasan" userId="S::nahid@vu.edu.bd::85ea5f9e-65d6-4031-b810-9415101f2e21" providerId="AD" clId="Web-{B4C2672B-3B0D-4136-B0A3-A01D0671BFC8}" dt="2020-12-21T13:49:58.195" v="139"/>
          <ac:inkMkLst>
            <pc:docMk/>
            <pc:sldMk cId="0" sldId="446"/>
            <ac:inkMk id="241670" creationId="{C8BDBC0D-FBCA-4EC4-B399-5D47B855F71F}"/>
          </ac:inkMkLst>
        </pc:inkChg>
        <pc:inkChg chg="add">
          <ac:chgData name="Md. Nahid Hasan" userId="S::nahid@vu.edu.bd::85ea5f9e-65d6-4031-b810-9415101f2e21" providerId="AD" clId="Web-{B4C2672B-3B0D-4136-B0A3-A01D0671BFC8}" dt="2020-12-21T13:50:42.664" v="140"/>
          <ac:inkMkLst>
            <pc:docMk/>
            <pc:sldMk cId="0" sldId="446"/>
            <ac:inkMk id="241671" creationId="{5062E4C2-52A0-4EB9-8238-1A49A510F1C3}"/>
          </ac:inkMkLst>
        </pc:inkChg>
        <pc:inkChg chg="add">
          <ac:chgData name="Md. Nahid Hasan" userId="S::nahid@vu.edu.bd::85ea5f9e-65d6-4031-b810-9415101f2e21" providerId="AD" clId="Web-{B4C2672B-3B0D-4136-B0A3-A01D0671BFC8}" dt="2020-12-21T13:50:42.679" v="141"/>
          <ac:inkMkLst>
            <pc:docMk/>
            <pc:sldMk cId="0" sldId="446"/>
            <ac:inkMk id="241672" creationId="{5F54F44B-091A-4142-8924-6ED11D9B29A1}"/>
          </ac:inkMkLst>
        </pc:inkChg>
        <pc:inkChg chg="add">
          <ac:chgData name="Md. Nahid Hasan" userId="S::nahid@vu.edu.bd::85ea5f9e-65d6-4031-b810-9415101f2e21" providerId="AD" clId="Web-{B4C2672B-3B0D-4136-B0A3-A01D0671BFC8}" dt="2020-12-21T13:50:44.492" v="142"/>
          <ac:inkMkLst>
            <pc:docMk/>
            <pc:sldMk cId="0" sldId="446"/>
            <ac:inkMk id="241673" creationId="{F1A1D1EF-386E-4482-B3B5-6AB074C8E039}"/>
          </ac:inkMkLst>
        </pc:inkChg>
        <pc:inkChg chg="add">
          <ac:chgData name="Md. Nahid Hasan" userId="S::nahid@vu.edu.bd::85ea5f9e-65d6-4031-b810-9415101f2e21" providerId="AD" clId="Web-{B4C2672B-3B0D-4136-B0A3-A01D0671BFC8}" dt="2020-12-21T13:50:50.945" v="143"/>
          <ac:inkMkLst>
            <pc:docMk/>
            <pc:sldMk cId="0" sldId="446"/>
            <ac:inkMk id="241674" creationId="{4BC979D7-2207-4F4A-B7DE-3D5A0FA67577}"/>
          </ac:inkMkLst>
        </pc:inkChg>
        <pc:inkChg chg="add">
          <ac:chgData name="Md. Nahid Hasan" userId="S::nahid@vu.edu.bd::85ea5f9e-65d6-4031-b810-9415101f2e21" providerId="AD" clId="Web-{B4C2672B-3B0D-4136-B0A3-A01D0671BFC8}" dt="2020-12-21T13:50:50.961" v="144"/>
          <ac:inkMkLst>
            <pc:docMk/>
            <pc:sldMk cId="0" sldId="446"/>
            <ac:inkMk id="241675" creationId="{69150C2A-0C31-4B61-A89D-EFFAEC1312B8}"/>
          </ac:inkMkLst>
        </pc:inkChg>
        <pc:inkChg chg="add">
          <ac:chgData name="Md. Nahid Hasan" userId="S::nahid@vu.edu.bd::85ea5f9e-65d6-4031-b810-9415101f2e21" providerId="AD" clId="Web-{B4C2672B-3B0D-4136-B0A3-A01D0671BFC8}" dt="2020-12-21T13:50:50.976" v="145"/>
          <ac:inkMkLst>
            <pc:docMk/>
            <pc:sldMk cId="0" sldId="446"/>
            <ac:inkMk id="241676" creationId="{DFE88F0B-78F5-4E5C-9A7B-76381444A1D6}"/>
          </ac:inkMkLst>
        </pc:inkChg>
        <pc:inkChg chg="add">
          <ac:chgData name="Md. Nahid Hasan" userId="S::nahid@vu.edu.bd::85ea5f9e-65d6-4031-b810-9415101f2e21" providerId="AD" clId="Web-{B4C2672B-3B0D-4136-B0A3-A01D0671BFC8}" dt="2020-12-21T13:51:08.304" v="146"/>
          <ac:inkMkLst>
            <pc:docMk/>
            <pc:sldMk cId="0" sldId="446"/>
            <ac:inkMk id="241677" creationId="{9D26DE48-BC56-4061-BE67-E94DF5126347}"/>
          </ac:inkMkLst>
        </pc:inkChg>
        <pc:inkChg chg="add">
          <ac:chgData name="Md. Nahid Hasan" userId="S::nahid@vu.edu.bd::85ea5f9e-65d6-4031-b810-9415101f2e21" providerId="AD" clId="Web-{B4C2672B-3B0D-4136-B0A3-A01D0671BFC8}" dt="2020-12-21T13:51:08.320" v="147"/>
          <ac:inkMkLst>
            <pc:docMk/>
            <pc:sldMk cId="0" sldId="446"/>
            <ac:inkMk id="241678" creationId="{9B8FD9D7-1392-4E9A-9AF9-D9FBCB69EED8}"/>
          </ac:inkMkLst>
        </pc:inkChg>
        <pc:inkChg chg="add">
          <ac:chgData name="Md. Nahid Hasan" userId="S::nahid@vu.edu.bd::85ea5f9e-65d6-4031-b810-9415101f2e21" providerId="AD" clId="Web-{B4C2672B-3B0D-4136-B0A3-A01D0671BFC8}" dt="2020-12-21T13:51:08.335" v="148"/>
          <ac:inkMkLst>
            <pc:docMk/>
            <pc:sldMk cId="0" sldId="446"/>
            <ac:inkMk id="241679" creationId="{85365DF0-C646-4999-AEC5-F1D3BF40A9C3}"/>
          </ac:inkMkLst>
        </pc:inkChg>
        <pc:inkChg chg="add">
          <ac:chgData name="Md. Nahid Hasan" userId="S::nahid@vu.edu.bd::85ea5f9e-65d6-4031-b810-9415101f2e21" providerId="AD" clId="Web-{B4C2672B-3B0D-4136-B0A3-A01D0671BFC8}" dt="2020-12-21T13:51:08.367" v="149"/>
          <ac:inkMkLst>
            <pc:docMk/>
            <pc:sldMk cId="0" sldId="446"/>
            <ac:inkMk id="241680" creationId="{440DF960-CEA9-4846-B56C-7850CDCCB447}"/>
          </ac:inkMkLst>
        </pc:inkChg>
        <pc:inkChg chg="add">
          <ac:chgData name="Md. Nahid Hasan" userId="S::nahid@vu.edu.bd::85ea5f9e-65d6-4031-b810-9415101f2e21" providerId="AD" clId="Web-{B4C2672B-3B0D-4136-B0A3-A01D0671BFC8}" dt="2020-12-21T13:51:08.382" v="150"/>
          <ac:inkMkLst>
            <pc:docMk/>
            <pc:sldMk cId="0" sldId="446"/>
            <ac:inkMk id="241681" creationId="{9466AD91-382D-4075-B041-213B008B8B12}"/>
          </ac:inkMkLst>
        </pc:inkChg>
        <pc:inkChg chg="add">
          <ac:chgData name="Md. Nahid Hasan" userId="S::nahid@vu.edu.bd::85ea5f9e-65d6-4031-b810-9415101f2e21" providerId="AD" clId="Web-{B4C2672B-3B0D-4136-B0A3-A01D0671BFC8}" dt="2020-12-21T13:51:08.398" v="151"/>
          <ac:inkMkLst>
            <pc:docMk/>
            <pc:sldMk cId="0" sldId="446"/>
            <ac:inkMk id="241682" creationId="{234F8AF1-C51D-4FE7-8D18-19D573361C98}"/>
          </ac:inkMkLst>
        </pc:inkChg>
        <pc:inkChg chg="add">
          <ac:chgData name="Md. Nahid Hasan" userId="S::nahid@vu.edu.bd::85ea5f9e-65d6-4031-b810-9415101f2e21" providerId="AD" clId="Web-{B4C2672B-3B0D-4136-B0A3-A01D0671BFC8}" dt="2020-12-21T13:51:08.414" v="152"/>
          <ac:inkMkLst>
            <pc:docMk/>
            <pc:sldMk cId="0" sldId="446"/>
            <ac:inkMk id="241683" creationId="{4D341DF7-6ADD-4B10-9293-15DE38E82231}"/>
          </ac:inkMkLst>
        </pc:inkChg>
        <pc:inkChg chg="add">
          <ac:chgData name="Md. Nahid Hasan" userId="S::nahid@vu.edu.bd::85ea5f9e-65d6-4031-b810-9415101f2e21" providerId="AD" clId="Web-{B4C2672B-3B0D-4136-B0A3-A01D0671BFC8}" dt="2020-12-21T13:51:08.429" v="153"/>
          <ac:inkMkLst>
            <pc:docMk/>
            <pc:sldMk cId="0" sldId="446"/>
            <ac:inkMk id="241684" creationId="{45A222EB-DBC7-431A-AA5A-869EC37E4F1F}"/>
          </ac:inkMkLst>
        </pc:inkChg>
        <pc:inkChg chg="add">
          <ac:chgData name="Md. Nahid Hasan" userId="S::nahid@vu.edu.bd::85ea5f9e-65d6-4031-b810-9415101f2e21" providerId="AD" clId="Web-{B4C2672B-3B0D-4136-B0A3-A01D0671BFC8}" dt="2020-12-21T13:51:08.445" v="154"/>
          <ac:inkMkLst>
            <pc:docMk/>
            <pc:sldMk cId="0" sldId="446"/>
            <ac:inkMk id="241685" creationId="{A7A73FED-8E98-49DB-922A-00DF8FCC9EB0}"/>
          </ac:inkMkLst>
        </pc:inkChg>
        <pc:inkChg chg="add">
          <ac:chgData name="Md. Nahid Hasan" userId="S::nahid@vu.edu.bd::85ea5f9e-65d6-4031-b810-9415101f2e21" providerId="AD" clId="Web-{B4C2672B-3B0D-4136-B0A3-A01D0671BFC8}" dt="2020-12-21T13:51:08.460" v="155"/>
          <ac:inkMkLst>
            <pc:docMk/>
            <pc:sldMk cId="0" sldId="446"/>
            <ac:inkMk id="241686" creationId="{CF3A7803-AF22-4A51-B076-338DDB96D168}"/>
          </ac:inkMkLst>
        </pc:inkChg>
        <pc:inkChg chg="add">
          <ac:chgData name="Md. Nahid Hasan" userId="S::nahid@vu.edu.bd::85ea5f9e-65d6-4031-b810-9415101f2e21" providerId="AD" clId="Web-{B4C2672B-3B0D-4136-B0A3-A01D0671BFC8}" dt="2020-12-21T13:51:08.476" v="156"/>
          <ac:inkMkLst>
            <pc:docMk/>
            <pc:sldMk cId="0" sldId="446"/>
            <ac:inkMk id="241687" creationId="{9EB3C3E6-A74B-4AA2-B4F0-BFBD7D910937}"/>
          </ac:inkMkLst>
        </pc:inkChg>
        <pc:inkChg chg="add">
          <ac:chgData name="Md. Nahid Hasan" userId="S::nahid@vu.edu.bd::85ea5f9e-65d6-4031-b810-9415101f2e21" providerId="AD" clId="Web-{B4C2672B-3B0D-4136-B0A3-A01D0671BFC8}" dt="2020-12-21T13:51:10.585" v="157"/>
          <ac:inkMkLst>
            <pc:docMk/>
            <pc:sldMk cId="0" sldId="446"/>
            <ac:inkMk id="241688" creationId="{A405E5A7-9D3D-465D-8747-5C20E018CE7C}"/>
          </ac:inkMkLst>
        </pc:inkChg>
        <pc:inkChg chg="add">
          <ac:chgData name="Md. Nahid Hasan" userId="S::nahid@vu.edu.bd::85ea5f9e-65d6-4031-b810-9415101f2e21" providerId="AD" clId="Web-{B4C2672B-3B0D-4136-B0A3-A01D0671BFC8}" dt="2020-12-21T13:51:11.257" v="158"/>
          <ac:inkMkLst>
            <pc:docMk/>
            <pc:sldMk cId="0" sldId="446"/>
            <ac:inkMk id="241689" creationId="{E8A06A0F-3647-4201-933E-E7D02CB75880}"/>
          </ac:inkMkLst>
        </pc:inkChg>
        <pc:inkChg chg="add">
          <ac:chgData name="Md. Nahid Hasan" userId="S::nahid@vu.edu.bd::85ea5f9e-65d6-4031-b810-9415101f2e21" providerId="AD" clId="Web-{B4C2672B-3B0D-4136-B0A3-A01D0671BFC8}" dt="2020-12-21T13:51:12.320" v="159"/>
          <ac:inkMkLst>
            <pc:docMk/>
            <pc:sldMk cId="0" sldId="446"/>
            <ac:inkMk id="241690" creationId="{7D7CAD6B-1389-4286-B3BC-404EBFA0F2E7}"/>
          </ac:inkMkLst>
        </pc:inkChg>
        <pc:inkChg chg="add">
          <ac:chgData name="Md. Nahid Hasan" userId="S::nahid@vu.edu.bd::85ea5f9e-65d6-4031-b810-9415101f2e21" providerId="AD" clId="Web-{B4C2672B-3B0D-4136-B0A3-A01D0671BFC8}" dt="2020-12-21T13:51:34.960" v="160"/>
          <ac:inkMkLst>
            <pc:docMk/>
            <pc:sldMk cId="0" sldId="446"/>
            <ac:inkMk id="241691" creationId="{EE74447D-F7E3-43CB-AC5B-448C6E2CBF12}"/>
          </ac:inkMkLst>
        </pc:inkChg>
        <pc:inkChg chg="add">
          <ac:chgData name="Md. Nahid Hasan" userId="S::nahid@vu.edu.bd::85ea5f9e-65d6-4031-b810-9415101f2e21" providerId="AD" clId="Web-{B4C2672B-3B0D-4136-B0A3-A01D0671BFC8}" dt="2020-12-21T13:51:51.960" v="161"/>
          <ac:inkMkLst>
            <pc:docMk/>
            <pc:sldMk cId="0" sldId="446"/>
            <ac:inkMk id="241692" creationId="{6C0CA298-6457-435F-9D89-039455209C4E}"/>
          </ac:inkMkLst>
        </pc:inkChg>
        <pc:inkChg chg="add">
          <ac:chgData name="Md. Nahid Hasan" userId="S::nahid@vu.edu.bd::85ea5f9e-65d6-4031-b810-9415101f2e21" providerId="AD" clId="Web-{B4C2672B-3B0D-4136-B0A3-A01D0671BFC8}" dt="2020-12-21T13:51:51.976" v="162"/>
          <ac:inkMkLst>
            <pc:docMk/>
            <pc:sldMk cId="0" sldId="446"/>
            <ac:inkMk id="241693" creationId="{CEBC03D6-21E9-4748-A88B-FCDDD75C4D1C}"/>
          </ac:inkMkLst>
        </pc:inkChg>
        <pc:inkChg chg="add">
          <ac:chgData name="Md. Nahid Hasan" userId="S::nahid@vu.edu.bd::85ea5f9e-65d6-4031-b810-9415101f2e21" providerId="AD" clId="Web-{B4C2672B-3B0D-4136-B0A3-A01D0671BFC8}" dt="2020-12-21T13:51:51.992" v="163"/>
          <ac:inkMkLst>
            <pc:docMk/>
            <pc:sldMk cId="0" sldId="446"/>
            <ac:inkMk id="241694" creationId="{BF4110A9-44DB-45FE-A8D6-AD6F79FA97B8}"/>
          </ac:inkMkLst>
        </pc:inkChg>
        <pc:inkChg chg="add">
          <ac:chgData name="Md. Nahid Hasan" userId="S::nahid@vu.edu.bd::85ea5f9e-65d6-4031-b810-9415101f2e21" providerId="AD" clId="Web-{B4C2672B-3B0D-4136-B0A3-A01D0671BFC8}" dt="2020-12-21T13:51:57.867" v="164"/>
          <ac:inkMkLst>
            <pc:docMk/>
            <pc:sldMk cId="0" sldId="446"/>
            <ac:inkMk id="241695" creationId="{ED8CAEDD-A269-4F15-9022-3707F5ADCB6B}"/>
          </ac:inkMkLst>
        </pc:inkChg>
        <pc:inkChg chg="add">
          <ac:chgData name="Md. Nahid Hasan" userId="S::nahid@vu.edu.bd::85ea5f9e-65d6-4031-b810-9415101f2e21" providerId="AD" clId="Web-{B4C2672B-3B0D-4136-B0A3-A01D0671BFC8}" dt="2020-12-21T13:52:01.867" v="165"/>
          <ac:inkMkLst>
            <pc:docMk/>
            <pc:sldMk cId="0" sldId="446"/>
            <ac:inkMk id="241696" creationId="{2A99F0D9-E4BB-4744-81E1-CB8826B7B5E4}"/>
          </ac:inkMkLst>
        </pc:inkChg>
      </pc:sldChg>
      <pc:sldChg chg="addSp">
        <pc:chgData name="Md. Nahid Hasan" userId="S::nahid@vu.edu.bd::85ea5f9e-65d6-4031-b810-9415101f2e21" providerId="AD" clId="Web-{B4C2672B-3B0D-4136-B0A3-A01D0671BFC8}" dt="2020-12-21T14:09:06.004" v="862"/>
        <pc:sldMkLst>
          <pc:docMk/>
          <pc:sldMk cId="0" sldId="448"/>
        </pc:sldMkLst>
        <pc:inkChg chg="add">
          <ac:chgData name="Md. Nahid Hasan" userId="S::nahid@vu.edu.bd::85ea5f9e-65d6-4031-b810-9415101f2e21" providerId="AD" clId="Web-{B4C2672B-3B0D-4136-B0A3-A01D0671BFC8}" dt="2020-12-21T14:09:06.004" v="862"/>
          <ac:inkMkLst>
            <pc:docMk/>
            <pc:sldMk cId="0" sldId="448"/>
            <ac:inkMk id="2" creationId="{0B6B5C61-AFC6-4718-BF12-FE48C2F7CDCE}"/>
          </ac:inkMkLst>
        </pc:inkChg>
      </pc:sldChg>
      <pc:sldChg chg="addSp delSp">
        <pc:chgData name="Md. Nahid Hasan" userId="S::nahid@vu.edu.bd::85ea5f9e-65d6-4031-b810-9415101f2e21" providerId="AD" clId="Web-{B4C2672B-3B0D-4136-B0A3-A01D0671BFC8}" dt="2020-12-21T14:24:40.470" v="1278"/>
        <pc:sldMkLst>
          <pc:docMk/>
          <pc:sldMk cId="0" sldId="449"/>
        </pc:sldMkLst>
        <pc:inkChg chg="del">
          <ac:chgData name="Md. Nahid Hasan" userId="S::nahid@vu.edu.bd::85ea5f9e-65d6-4031-b810-9415101f2e21" providerId="AD" clId="Web-{B4C2672B-3B0D-4136-B0A3-A01D0671BFC8}" dt="2020-12-21T14:17:37.893" v="1078"/>
          <ac:inkMkLst>
            <pc:docMk/>
            <pc:sldMk cId="0" sldId="449"/>
            <ac:inkMk id="2" creationId="{815F2D2F-5DB8-46BC-A303-4AF21281CBAE}"/>
          </ac:inkMkLst>
        </pc:inkChg>
        <pc:inkChg chg="del">
          <ac:chgData name="Md. Nahid Hasan" userId="S::nahid@vu.edu.bd::85ea5f9e-65d6-4031-b810-9415101f2e21" providerId="AD" clId="Web-{B4C2672B-3B0D-4136-B0A3-A01D0671BFC8}" dt="2020-12-21T14:17:37.893" v="1077"/>
          <ac:inkMkLst>
            <pc:docMk/>
            <pc:sldMk cId="0" sldId="449"/>
            <ac:inkMk id="3" creationId="{6F12B2CA-C6B3-4B12-BA35-7D87F028B0A4}"/>
          </ac:inkMkLst>
        </pc:inkChg>
        <pc:inkChg chg="del">
          <ac:chgData name="Md. Nahid Hasan" userId="S::nahid@vu.edu.bd::85ea5f9e-65d6-4031-b810-9415101f2e21" providerId="AD" clId="Web-{B4C2672B-3B0D-4136-B0A3-A01D0671BFC8}" dt="2020-12-21T14:17:37.893" v="1076"/>
          <ac:inkMkLst>
            <pc:docMk/>
            <pc:sldMk cId="0" sldId="449"/>
            <ac:inkMk id="4" creationId="{83DB1C53-39D1-48A3-884C-8D6272137CED}"/>
          </ac:inkMkLst>
        </pc:inkChg>
        <pc:inkChg chg="del">
          <ac:chgData name="Md. Nahid Hasan" userId="S::nahid@vu.edu.bd::85ea5f9e-65d6-4031-b810-9415101f2e21" providerId="AD" clId="Web-{B4C2672B-3B0D-4136-B0A3-A01D0671BFC8}" dt="2020-12-21T14:17:37.893" v="1075"/>
          <ac:inkMkLst>
            <pc:docMk/>
            <pc:sldMk cId="0" sldId="449"/>
            <ac:inkMk id="5" creationId="{E6314DD7-C841-429D-81ED-78FF9777632F}"/>
          </ac:inkMkLst>
        </pc:inkChg>
        <pc:inkChg chg="del">
          <ac:chgData name="Md. Nahid Hasan" userId="S::nahid@vu.edu.bd::85ea5f9e-65d6-4031-b810-9415101f2e21" providerId="AD" clId="Web-{B4C2672B-3B0D-4136-B0A3-A01D0671BFC8}" dt="2020-12-21T14:17:37.893" v="1074"/>
          <ac:inkMkLst>
            <pc:docMk/>
            <pc:sldMk cId="0" sldId="449"/>
            <ac:inkMk id="6" creationId="{ED0BCA8E-41ED-4D26-B17C-25EE6BE6687E}"/>
          </ac:inkMkLst>
        </pc:inkChg>
        <pc:inkChg chg="add">
          <ac:chgData name="Md. Nahid Hasan" userId="S::nahid@vu.edu.bd::85ea5f9e-65d6-4031-b810-9415101f2e21" providerId="AD" clId="Web-{B4C2672B-3B0D-4136-B0A3-A01D0671BFC8}" dt="2020-12-21T14:18:14.674" v="1092"/>
          <ac:inkMkLst>
            <pc:docMk/>
            <pc:sldMk cId="0" sldId="449"/>
            <ac:inkMk id="7" creationId="{36944E9B-E9C0-4F1F-8713-62FED3149DEB}"/>
          </ac:inkMkLst>
        </pc:inkChg>
        <pc:inkChg chg="add">
          <ac:chgData name="Md. Nahid Hasan" userId="S::nahid@vu.edu.bd::85ea5f9e-65d6-4031-b810-9415101f2e21" providerId="AD" clId="Web-{B4C2672B-3B0D-4136-B0A3-A01D0671BFC8}" dt="2020-12-21T14:18:18.268" v="1093"/>
          <ac:inkMkLst>
            <pc:docMk/>
            <pc:sldMk cId="0" sldId="449"/>
            <ac:inkMk id="8" creationId="{A3C94AE7-9A61-42DA-8AE5-CA15EED1277C}"/>
          </ac:inkMkLst>
        </pc:inkChg>
        <pc:inkChg chg="del">
          <ac:chgData name="Md. Nahid Hasan" userId="S::nahid@vu.edu.bd::85ea5f9e-65d6-4031-b810-9415101f2e21" providerId="AD" clId="Web-{B4C2672B-3B0D-4136-B0A3-A01D0671BFC8}" dt="2020-12-21T14:17:37.877" v="1073"/>
          <ac:inkMkLst>
            <pc:docMk/>
            <pc:sldMk cId="0" sldId="449"/>
            <ac:inkMk id="9" creationId="{DDBEB787-4E35-4FA3-BFC0-E3396D498A58}"/>
          </ac:inkMkLst>
        </pc:inkChg>
        <pc:inkChg chg="del">
          <ac:chgData name="Md. Nahid Hasan" userId="S::nahid@vu.edu.bd::85ea5f9e-65d6-4031-b810-9415101f2e21" providerId="AD" clId="Web-{B4C2672B-3B0D-4136-B0A3-A01D0671BFC8}" dt="2020-12-21T14:17:37.877" v="1072"/>
          <ac:inkMkLst>
            <pc:docMk/>
            <pc:sldMk cId="0" sldId="449"/>
            <ac:inkMk id="34" creationId="{04E0FA26-2890-4185-8DFC-7BACCA9F1D9A}"/>
          </ac:inkMkLst>
        </pc:inkChg>
        <pc:inkChg chg="del">
          <ac:chgData name="Md. Nahid Hasan" userId="S::nahid@vu.edu.bd::85ea5f9e-65d6-4031-b810-9415101f2e21" providerId="AD" clId="Web-{B4C2672B-3B0D-4136-B0A3-A01D0671BFC8}" dt="2020-12-21T14:17:37.877" v="1071"/>
          <ac:inkMkLst>
            <pc:docMk/>
            <pc:sldMk cId="0" sldId="449"/>
            <ac:inkMk id="35" creationId="{13D0618D-1BFF-48FE-8843-716B50FF58BE}"/>
          </ac:inkMkLst>
        </pc:inkChg>
        <pc:inkChg chg="del">
          <ac:chgData name="Md. Nahid Hasan" userId="S::nahid@vu.edu.bd::85ea5f9e-65d6-4031-b810-9415101f2e21" providerId="AD" clId="Web-{B4C2672B-3B0D-4136-B0A3-A01D0671BFC8}" dt="2020-12-21T14:20:56.486" v="1157"/>
          <ac:inkMkLst>
            <pc:docMk/>
            <pc:sldMk cId="0" sldId="449"/>
            <ac:inkMk id="38" creationId="{4396DBDA-B5E1-4D82-9090-3102AD2E01B1}"/>
          </ac:inkMkLst>
        </pc:inkChg>
        <pc:inkChg chg="del">
          <ac:chgData name="Md. Nahid Hasan" userId="S::nahid@vu.edu.bd::85ea5f9e-65d6-4031-b810-9415101f2e21" providerId="AD" clId="Web-{B4C2672B-3B0D-4136-B0A3-A01D0671BFC8}" dt="2020-12-21T14:20:56.470" v="1156"/>
          <ac:inkMkLst>
            <pc:docMk/>
            <pc:sldMk cId="0" sldId="449"/>
            <ac:inkMk id="39" creationId="{1DC9B695-6357-46D8-9483-79CFF20FB31C}"/>
          </ac:inkMkLst>
        </pc:inkChg>
        <pc:inkChg chg="del">
          <ac:chgData name="Md. Nahid Hasan" userId="S::nahid@vu.edu.bd::85ea5f9e-65d6-4031-b810-9415101f2e21" providerId="AD" clId="Web-{B4C2672B-3B0D-4136-B0A3-A01D0671BFC8}" dt="2020-12-21T14:20:56.470" v="1155"/>
          <ac:inkMkLst>
            <pc:docMk/>
            <pc:sldMk cId="0" sldId="449"/>
            <ac:inkMk id="40" creationId="{37DB4C3D-F8E9-4530-A8E8-BFBE31783DB1}"/>
          </ac:inkMkLst>
        </pc:inkChg>
        <pc:inkChg chg="del">
          <ac:chgData name="Md. Nahid Hasan" userId="S::nahid@vu.edu.bd::85ea5f9e-65d6-4031-b810-9415101f2e21" providerId="AD" clId="Web-{B4C2672B-3B0D-4136-B0A3-A01D0671BFC8}" dt="2020-12-21T14:20:56.470" v="1154"/>
          <ac:inkMkLst>
            <pc:docMk/>
            <pc:sldMk cId="0" sldId="449"/>
            <ac:inkMk id="41" creationId="{68CAE1BE-6DB1-43DD-AB7C-70B10CE91560}"/>
          </ac:inkMkLst>
        </pc:inkChg>
        <pc:inkChg chg="del">
          <ac:chgData name="Md. Nahid Hasan" userId="S::nahid@vu.edu.bd::85ea5f9e-65d6-4031-b810-9415101f2e21" providerId="AD" clId="Web-{B4C2672B-3B0D-4136-B0A3-A01D0671BFC8}" dt="2020-12-21T14:20:56.470" v="1153"/>
          <ac:inkMkLst>
            <pc:docMk/>
            <pc:sldMk cId="0" sldId="449"/>
            <ac:inkMk id="42" creationId="{F24ED84B-7029-4B50-B995-83621BB349A0}"/>
          </ac:inkMkLst>
        </pc:inkChg>
        <pc:inkChg chg="del">
          <ac:chgData name="Md. Nahid Hasan" userId="S::nahid@vu.edu.bd::85ea5f9e-65d6-4031-b810-9415101f2e21" providerId="AD" clId="Web-{B4C2672B-3B0D-4136-B0A3-A01D0671BFC8}" dt="2020-12-21T14:20:56.470" v="1152"/>
          <ac:inkMkLst>
            <pc:docMk/>
            <pc:sldMk cId="0" sldId="449"/>
            <ac:inkMk id="43" creationId="{AB264992-495F-49D4-A729-AFF63EE5E0D0}"/>
          </ac:inkMkLst>
        </pc:inkChg>
        <pc:inkChg chg="del">
          <ac:chgData name="Md. Nahid Hasan" userId="S::nahid@vu.edu.bd::85ea5f9e-65d6-4031-b810-9415101f2e21" providerId="AD" clId="Web-{B4C2672B-3B0D-4136-B0A3-A01D0671BFC8}" dt="2020-12-21T14:20:56.455" v="1151"/>
          <ac:inkMkLst>
            <pc:docMk/>
            <pc:sldMk cId="0" sldId="449"/>
            <ac:inkMk id="44" creationId="{6DDBEA19-06CB-4663-88E9-3BCA78C96F42}"/>
          </ac:inkMkLst>
        </pc:inkChg>
        <pc:inkChg chg="del">
          <ac:chgData name="Md. Nahid Hasan" userId="S::nahid@vu.edu.bd::85ea5f9e-65d6-4031-b810-9415101f2e21" providerId="AD" clId="Web-{B4C2672B-3B0D-4136-B0A3-A01D0671BFC8}" dt="2020-12-21T14:20:56.455" v="1150"/>
          <ac:inkMkLst>
            <pc:docMk/>
            <pc:sldMk cId="0" sldId="449"/>
            <ac:inkMk id="45" creationId="{2B12C994-8A4A-4B68-B59F-69DE758F3058}"/>
          </ac:inkMkLst>
        </pc:inkChg>
        <pc:inkChg chg="del">
          <ac:chgData name="Md. Nahid Hasan" userId="S::nahid@vu.edu.bd::85ea5f9e-65d6-4031-b810-9415101f2e21" providerId="AD" clId="Web-{B4C2672B-3B0D-4136-B0A3-A01D0671BFC8}" dt="2020-12-21T14:20:56.455" v="1149"/>
          <ac:inkMkLst>
            <pc:docMk/>
            <pc:sldMk cId="0" sldId="449"/>
            <ac:inkMk id="46" creationId="{50B587FB-DBA9-4319-9FF2-52F843CED46E}"/>
          </ac:inkMkLst>
        </pc:inkChg>
        <pc:inkChg chg="del">
          <ac:chgData name="Md. Nahid Hasan" userId="S::nahid@vu.edu.bd::85ea5f9e-65d6-4031-b810-9415101f2e21" providerId="AD" clId="Web-{B4C2672B-3B0D-4136-B0A3-A01D0671BFC8}" dt="2020-12-21T14:20:56.455" v="1148"/>
          <ac:inkMkLst>
            <pc:docMk/>
            <pc:sldMk cId="0" sldId="449"/>
            <ac:inkMk id="47" creationId="{363177E1-A8E3-4CC0-9038-64A1EAB65518}"/>
          </ac:inkMkLst>
        </pc:inkChg>
        <pc:inkChg chg="del">
          <ac:chgData name="Md. Nahid Hasan" userId="S::nahid@vu.edu.bd::85ea5f9e-65d6-4031-b810-9415101f2e21" providerId="AD" clId="Web-{B4C2672B-3B0D-4136-B0A3-A01D0671BFC8}" dt="2020-12-21T14:20:56.455" v="1147"/>
          <ac:inkMkLst>
            <pc:docMk/>
            <pc:sldMk cId="0" sldId="449"/>
            <ac:inkMk id="48" creationId="{40D7B663-A776-4D6B-B5C7-94B205E1708C}"/>
          </ac:inkMkLst>
        </pc:inkChg>
        <pc:inkChg chg="del">
          <ac:chgData name="Md. Nahid Hasan" userId="S::nahid@vu.edu.bd::85ea5f9e-65d6-4031-b810-9415101f2e21" providerId="AD" clId="Web-{B4C2672B-3B0D-4136-B0A3-A01D0671BFC8}" dt="2020-12-21T14:20:56.455" v="1146"/>
          <ac:inkMkLst>
            <pc:docMk/>
            <pc:sldMk cId="0" sldId="449"/>
            <ac:inkMk id="49" creationId="{738B0F4C-4775-496C-81C8-3864D9BEE5F5}"/>
          </ac:inkMkLst>
        </pc:inkChg>
        <pc:inkChg chg="del">
          <ac:chgData name="Md. Nahid Hasan" userId="S::nahid@vu.edu.bd::85ea5f9e-65d6-4031-b810-9415101f2e21" providerId="AD" clId="Web-{B4C2672B-3B0D-4136-B0A3-A01D0671BFC8}" dt="2020-12-21T14:20:56.439" v="1145"/>
          <ac:inkMkLst>
            <pc:docMk/>
            <pc:sldMk cId="0" sldId="449"/>
            <ac:inkMk id="52" creationId="{9A5B64B5-8C94-4A78-B707-3F75FF60F30B}"/>
          </ac:inkMkLst>
        </pc:inkChg>
        <pc:inkChg chg="del">
          <ac:chgData name="Md. Nahid Hasan" userId="S::nahid@vu.edu.bd::85ea5f9e-65d6-4031-b810-9415101f2e21" providerId="AD" clId="Web-{B4C2672B-3B0D-4136-B0A3-A01D0671BFC8}" dt="2020-12-21T14:20:56.439" v="1144"/>
          <ac:inkMkLst>
            <pc:docMk/>
            <pc:sldMk cId="0" sldId="449"/>
            <ac:inkMk id="53" creationId="{64145CB5-1226-4EE6-BD31-B7422E69B6BA}"/>
          </ac:inkMkLst>
        </pc:inkChg>
        <pc:inkChg chg="del">
          <ac:chgData name="Md. Nahid Hasan" userId="S::nahid@vu.edu.bd::85ea5f9e-65d6-4031-b810-9415101f2e21" providerId="AD" clId="Web-{B4C2672B-3B0D-4136-B0A3-A01D0671BFC8}" dt="2020-12-21T14:20:56.439" v="1143"/>
          <ac:inkMkLst>
            <pc:docMk/>
            <pc:sldMk cId="0" sldId="449"/>
            <ac:inkMk id="54" creationId="{F0A22DBB-8520-4AE8-BEE9-27A5F4A6C7E0}"/>
          </ac:inkMkLst>
        </pc:inkChg>
        <pc:inkChg chg="del">
          <ac:chgData name="Md. Nahid Hasan" userId="S::nahid@vu.edu.bd::85ea5f9e-65d6-4031-b810-9415101f2e21" providerId="AD" clId="Web-{B4C2672B-3B0D-4136-B0A3-A01D0671BFC8}" dt="2020-12-21T14:20:56.439" v="1142"/>
          <ac:inkMkLst>
            <pc:docMk/>
            <pc:sldMk cId="0" sldId="449"/>
            <ac:inkMk id="55" creationId="{783D6932-C5B9-4FAB-A93D-282CECA002A7}"/>
          </ac:inkMkLst>
        </pc:inkChg>
        <pc:inkChg chg="del">
          <ac:chgData name="Md. Nahid Hasan" userId="S::nahid@vu.edu.bd::85ea5f9e-65d6-4031-b810-9415101f2e21" providerId="AD" clId="Web-{B4C2672B-3B0D-4136-B0A3-A01D0671BFC8}" dt="2020-12-21T14:20:56.423" v="1141"/>
          <ac:inkMkLst>
            <pc:docMk/>
            <pc:sldMk cId="0" sldId="449"/>
            <ac:inkMk id="56" creationId="{7FDCFE67-C338-49B2-A8F8-2049391D55F2}"/>
          </ac:inkMkLst>
        </pc:inkChg>
        <pc:inkChg chg="del">
          <ac:chgData name="Md. Nahid Hasan" userId="S::nahid@vu.edu.bd::85ea5f9e-65d6-4031-b810-9415101f2e21" providerId="AD" clId="Web-{B4C2672B-3B0D-4136-B0A3-A01D0671BFC8}" dt="2020-12-21T14:20:56.423" v="1140"/>
          <ac:inkMkLst>
            <pc:docMk/>
            <pc:sldMk cId="0" sldId="449"/>
            <ac:inkMk id="57" creationId="{B200F343-D0BF-4F27-AF4C-4111B48FB1B0}"/>
          </ac:inkMkLst>
        </pc:inkChg>
        <pc:inkChg chg="del">
          <ac:chgData name="Md. Nahid Hasan" userId="S::nahid@vu.edu.bd::85ea5f9e-65d6-4031-b810-9415101f2e21" providerId="AD" clId="Web-{B4C2672B-3B0D-4136-B0A3-A01D0671BFC8}" dt="2020-12-21T14:20:56.423" v="1139"/>
          <ac:inkMkLst>
            <pc:docMk/>
            <pc:sldMk cId="0" sldId="449"/>
            <ac:inkMk id="58" creationId="{FB407B26-BAE8-417E-88CC-05AB036F9584}"/>
          </ac:inkMkLst>
        </pc:inkChg>
        <pc:inkChg chg="del">
          <ac:chgData name="Md. Nahid Hasan" userId="S::nahid@vu.edu.bd::85ea5f9e-65d6-4031-b810-9415101f2e21" providerId="AD" clId="Web-{B4C2672B-3B0D-4136-B0A3-A01D0671BFC8}" dt="2020-12-21T14:20:56.423" v="1138"/>
          <ac:inkMkLst>
            <pc:docMk/>
            <pc:sldMk cId="0" sldId="449"/>
            <ac:inkMk id="59" creationId="{D697AFE4-3F65-4BAE-A175-F4B13E92B070}"/>
          </ac:inkMkLst>
        </pc:inkChg>
        <pc:inkChg chg="del">
          <ac:chgData name="Md. Nahid Hasan" userId="S::nahid@vu.edu.bd::85ea5f9e-65d6-4031-b810-9415101f2e21" providerId="AD" clId="Web-{B4C2672B-3B0D-4136-B0A3-A01D0671BFC8}" dt="2020-12-21T14:20:56.423" v="1137"/>
          <ac:inkMkLst>
            <pc:docMk/>
            <pc:sldMk cId="0" sldId="449"/>
            <ac:inkMk id="60" creationId="{C1495312-6D02-468E-B179-E37C32562E69}"/>
          </ac:inkMkLst>
        </pc:inkChg>
        <pc:inkChg chg="del">
          <ac:chgData name="Md. Nahid Hasan" userId="S::nahid@vu.edu.bd::85ea5f9e-65d6-4031-b810-9415101f2e21" providerId="AD" clId="Web-{B4C2672B-3B0D-4136-B0A3-A01D0671BFC8}" dt="2020-12-21T14:20:56.408" v="1136"/>
          <ac:inkMkLst>
            <pc:docMk/>
            <pc:sldMk cId="0" sldId="449"/>
            <ac:inkMk id="61" creationId="{8EE75254-AA94-4D23-9101-F576DA535F5C}"/>
          </ac:inkMkLst>
        </pc:inkChg>
        <pc:inkChg chg="del">
          <ac:chgData name="Md. Nahid Hasan" userId="S::nahid@vu.edu.bd::85ea5f9e-65d6-4031-b810-9415101f2e21" providerId="AD" clId="Web-{B4C2672B-3B0D-4136-B0A3-A01D0671BFC8}" dt="2020-12-21T14:20:56.408" v="1135"/>
          <ac:inkMkLst>
            <pc:docMk/>
            <pc:sldMk cId="0" sldId="449"/>
            <ac:inkMk id="62" creationId="{9C74BD16-C522-4223-B10E-4C8C70B19F45}"/>
          </ac:inkMkLst>
        </pc:inkChg>
        <pc:inkChg chg="del">
          <ac:chgData name="Md. Nahid Hasan" userId="S::nahid@vu.edu.bd::85ea5f9e-65d6-4031-b810-9415101f2e21" providerId="AD" clId="Web-{B4C2672B-3B0D-4136-B0A3-A01D0671BFC8}" dt="2020-12-21T14:20:56.408" v="1134"/>
          <ac:inkMkLst>
            <pc:docMk/>
            <pc:sldMk cId="0" sldId="449"/>
            <ac:inkMk id="63" creationId="{285B143B-4258-429D-B4C5-7089E6B9D362}"/>
          </ac:inkMkLst>
        </pc:inkChg>
        <pc:inkChg chg="del">
          <ac:chgData name="Md. Nahid Hasan" userId="S::nahid@vu.edu.bd::85ea5f9e-65d6-4031-b810-9415101f2e21" providerId="AD" clId="Web-{B4C2672B-3B0D-4136-B0A3-A01D0671BFC8}" dt="2020-12-21T14:20:56.408" v="1133"/>
          <ac:inkMkLst>
            <pc:docMk/>
            <pc:sldMk cId="0" sldId="449"/>
            <ac:inkMk id="69632" creationId="{95DA01F1-0C4A-4C0F-A862-0065D91EA5EA}"/>
          </ac:inkMkLst>
        </pc:inkChg>
        <pc:inkChg chg="del">
          <ac:chgData name="Md. Nahid Hasan" userId="S::nahid@vu.edu.bd::85ea5f9e-65d6-4031-b810-9415101f2e21" providerId="AD" clId="Web-{B4C2672B-3B0D-4136-B0A3-A01D0671BFC8}" dt="2020-12-21T14:20:56.408" v="1132"/>
          <ac:inkMkLst>
            <pc:docMk/>
            <pc:sldMk cId="0" sldId="449"/>
            <ac:inkMk id="69633" creationId="{0EF396D4-67EE-4495-953C-BD6A53FDCE7F}"/>
          </ac:inkMkLst>
        </pc:inkChg>
        <pc:inkChg chg="del">
          <ac:chgData name="Md. Nahid Hasan" userId="S::nahid@vu.edu.bd::85ea5f9e-65d6-4031-b810-9415101f2e21" providerId="AD" clId="Web-{B4C2672B-3B0D-4136-B0A3-A01D0671BFC8}" dt="2020-12-21T14:20:56.392" v="1131"/>
          <ac:inkMkLst>
            <pc:docMk/>
            <pc:sldMk cId="0" sldId="449"/>
            <ac:inkMk id="69636" creationId="{2EA18B5D-BA15-4786-833D-4166EE124E0A}"/>
          </ac:inkMkLst>
        </pc:inkChg>
        <pc:inkChg chg="add">
          <ac:chgData name="Md. Nahid Hasan" userId="S::nahid@vu.edu.bd::85ea5f9e-65d6-4031-b810-9415101f2e21" providerId="AD" clId="Web-{B4C2672B-3B0D-4136-B0A3-A01D0671BFC8}" dt="2020-12-21T14:18:21.268" v="1094"/>
          <ac:inkMkLst>
            <pc:docMk/>
            <pc:sldMk cId="0" sldId="449"/>
            <ac:inkMk id="69655" creationId="{96E5196D-1839-47F5-AF6E-097353926AC6}"/>
          </ac:inkMkLst>
        </pc:inkChg>
        <pc:inkChg chg="add">
          <ac:chgData name="Md. Nahid Hasan" userId="S::nahid@vu.edu.bd::85ea5f9e-65d6-4031-b810-9415101f2e21" providerId="AD" clId="Web-{B4C2672B-3B0D-4136-B0A3-A01D0671BFC8}" dt="2020-12-21T14:18:31.299" v="1095"/>
          <ac:inkMkLst>
            <pc:docMk/>
            <pc:sldMk cId="0" sldId="449"/>
            <ac:inkMk id="69663" creationId="{0961202D-66F1-4BD9-8CA1-42F6CBA49484}"/>
          </ac:inkMkLst>
        </pc:inkChg>
        <pc:inkChg chg="add">
          <ac:chgData name="Md. Nahid Hasan" userId="S::nahid@vu.edu.bd::85ea5f9e-65d6-4031-b810-9415101f2e21" providerId="AD" clId="Web-{B4C2672B-3B0D-4136-B0A3-A01D0671BFC8}" dt="2020-12-21T14:18:33.143" v="1096"/>
          <ac:inkMkLst>
            <pc:docMk/>
            <pc:sldMk cId="0" sldId="449"/>
            <ac:inkMk id="69664" creationId="{37376342-4F21-4623-8355-166162F9EFAF}"/>
          </ac:inkMkLst>
        </pc:inkChg>
        <pc:inkChg chg="add">
          <ac:chgData name="Md. Nahid Hasan" userId="S::nahid@vu.edu.bd::85ea5f9e-65d6-4031-b810-9415101f2e21" providerId="AD" clId="Web-{B4C2672B-3B0D-4136-B0A3-A01D0671BFC8}" dt="2020-12-21T14:18:33.158" v="1097"/>
          <ac:inkMkLst>
            <pc:docMk/>
            <pc:sldMk cId="0" sldId="449"/>
            <ac:inkMk id="69665" creationId="{8012A5E2-4030-466C-B85A-74DFE234C45F}"/>
          </ac:inkMkLst>
        </pc:inkChg>
        <pc:inkChg chg="add">
          <ac:chgData name="Md. Nahid Hasan" userId="S::nahid@vu.edu.bd::85ea5f9e-65d6-4031-b810-9415101f2e21" providerId="AD" clId="Web-{B4C2672B-3B0D-4136-B0A3-A01D0671BFC8}" dt="2020-12-21T14:18:35.049" v="1098"/>
          <ac:inkMkLst>
            <pc:docMk/>
            <pc:sldMk cId="0" sldId="449"/>
            <ac:inkMk id="69666" creationId="{96C31DA9-C20A-4A48-85E0-2A6D0E0D0D25}"/>
          </ac:inkMkLst>
        </pc:inkChg>
        <pc:inkChg chg="add">
          <ac:chgData name="Md. Nahid Hasan" userId="S::nahid@vu.edu.bd::85ea5f9e-65d6-4031-b810-9415101f2e21" providerId="AD" clId="Web-{B4C2672B-3B0D-4136-B0A3-A01D0671BFC8}" dt="2020-12-21T14:18:35.064" v="1099"/>
          <ac:inkMkLst>
            <pc:docMk/>
            <pc:sldMk cId="0" sldId="449"/>
            <ac:inkMk id="69667" creationId="{D68F5B08-FAFF-40DC-A8BD-B3B4BC14D6A9}"/>
          </ac:inkMkLst>
        </pc:inkChg>
        <pc:inkChg chg="add">
          <ac:chgData name="Md. Nahid Hasan" userId="S::nahid@vu.edu.bd::85ea5f9e-65d6-4031-b810-9415101f2e21" providerId="AD" clId="Web-{B4C2672B-3B0D-4136-B0A3-A01D0671BFC8}" dt="2020-12-21T14:18:35.096" v="1100"/>
          <ac:inkMkLst>
            <pc:docMk/>
            <pc:sldMk cId="0" sldId="449"/>
            <ac:inkMk id="69668" creationId="{55BFB340-4A51-461D-8349-153FBAF1EDC9}"/>
          </ac:inkMkLst>
        </pc:inkChg>
        <pc:inkChg chg="add">
          <ac:chgData name="Md. Nahid Hasan" userId="S::nahid@vu.edu.bd::85ea5f9e-65d6-4031-b810-9415101f2e21" providerId="AD" clId="Web-{B4C2672B-3B0D-4136-B0A3-A01D0671BFC8}" dt="2020-12-21T14:18:45.549" v="1101"/>
          <ac:inkMkLst>
            <pc:docMk/>
            <pc:sldMk cId="0" sldId="449"/>
            <ac:inkMk id="69669" creationId="{1819834A-DFB1-43D2-AAA1-71888DE82D02}"/>
          </ac:inkMkLst>
        </pc:inkChg>
        <pc:inkChg chg="add">
          <ac:chgData name="Md. Nahid Hasan" userId="S::nahid@vu.edu.bd::85ea5f9e-65d6-4031-b810-9415101f2e21" providerId="AD" clId="Web-{B4C2672B-3B0D-4136-B0A3-A01D0671BFC8}" dt="2020-12-21T14:18:47.924" v="1102"/>
          <ac:inkMkLst>
            <pc:docMk/>
            <pc:sldMk cId="0" sldId="449"/>
            <ac:inkMk id="69670" creationId="{81D33B58-4D69-4B33-A1F3-FF954430BA35}"/>
          </ac:inkMkLst>
        </pc:inkChg>
        <pc:inkChg chg="add">
          <ac:chgData name="Md. Nahid Hasan" userId="S::nahid@vu.edu.bd::85ea5f9e-65d6-4031-b810-9415101f2e21" providerId="AD" clId="Web-{B4C2672B-3B0D-4136-B0A3-A01D0671BFC8}" dt="2020-12-21T14:18:47.955" v="1103"/>
          <ac:inkMkLst>
            <pc:docMk/>
            <pc:sldMk cId="0" sldId="449"/>
            <ac:inkMk id="69671" creationId="{43A92B4D-3D8F-4207-BDDD-F6243DBE951D}"/>
          </ac:inkMkLst>
        </pc:inkChg>
        <pc:inkChg chg="add">
          <ac:chgData name="Md. Nahid Hasan" userId="S::nahid@vu.edu.bd::85ea5f9e-65d6-4031-b810-9415101f2e21" providerId="AD" clId="Web-{B4C2672B-3B0D-4136-B0A3-A01D0671BFC8}" dt="2020-12-21T14:18:53.689" v="1104"/>
          <ac:inkMkLst>
            <pc:docMk/>
            <pc:sldMk cId="0" sldId="449"/>
            <ac:inkMk id="69672" creationId="{820ADA1C-F886-4BDF-AC6D-93CA1AE54449}"/>
          </ac:inkMkLst>
        </pc:inkChg>
        <pc:inkChg chg="add">
          <ac:chgData name="Md. Nahid Hasan" userId="S::nahid@vu.edu.bd::85ea5f9e-65d6-4031-b810-9415101f2e21" providerId="AD" clId="Web-{B4C2672B-3B0D-4136-B0A3-A01D0671BFC8}" dt="2020-12-21T14:18:57.986" v="1105"/>
          <ac:inkMkLst>
            <pc:docMk/>
            <pc:sldMk cId="0" sldId="449"/>
            <ac:inkMk id="69673" creationId="{62586FB8-9E0D-48E8-A68D-34AC54B0856B}"/>
          </ac:inkMkLst>
        </pc:inkChg>
        <pc:inkChg chg="add">
          <ac:chgData name="Md. Nahid Hasan" userId="S::nahid@vu.edu.bd::85ea5f9e-65d6-4031-b810-9415101f2e21" providerId="AD" clId="Web-{B4C2672B-3B0D-4136-B0A3-A01D0671BFC8}" dt="2020-12-21T14:18:59.736" v="1106"/>
          <ac:inkMkLst>
            <pc:docMk/>
            <pc:sldMk cId="0" sldId="449"/>
            <ac:inkMk id="69674" creationId="{9BB077E9-C130-4AA3-A477-3F8681AB896C}"/>
          </ac:inkMkLst>
        </pc:inkChg>
        <pc:inkChg chg="add">
          <ac:chgData name="Md. Nahid Hasan" userId="S::nahid@vu.edu.bd::85ea5f9e-65d6-4031-b810-9415101f2e21" providerId="AD" clId="Web-{B4C2672B-3B0D-4136-B0A3-A01D0671BFC8}" dt="2020-12-21T14:18:59.768" v="1107"/>
          <ac:inkMkLst>
            <pc:docMk/>
            <pc:sldMk cId="0" sldId="449"/>
            <ac:inkMk id="69675" creationId="{0B2CDFD2-4445-406C-AD8F-0BA038265A42}"/>
          </ac:inkMkLst>
        </pc:inkChg>
        <pc:inkChg chg="add">
          <ac:chgData name="Md. Nahid Hasan" userId="S::nahid@vu.edu.bd::85ea5f9e-65d6-4031-b810-9415101f2e21" providerId="AD" clId="Web-{B4C2672B-3B0D-4136-B0A3-A01D0671BFC8}" dt="2020-12-21T14:18:59.783" v="1108"/>
          <ac:inkMkLst>
            <pc:docMk/>
            <pc:sldMk cId="0" sldId="449"/>
            <ac:inkMk id="69676" creationId="{690AFC95-6ECF-4D97-992A-FBBB46C74D33}"/>
          </ac:inkMkLst>
        </pc:inkChg>
        <pc:inkChg chg="add">
          <ac:chgData name="Md. Nahid Hasan" userId="S::nahid@vu.edu.bd::85ea5f9e-65d6-4031-b810-9415101f2e21" providerId="AD" clId="Web-{B4C2672B-3B0D-4136-B0A3-A01D0671BFC8}" dt="2020-12-21T14:18:59.799" v="1109"/>
          <ac:inkMkLst>
            <pc:docMk/>
            <pc:sldMk cId="0" sldId="449"/>
            <ac:inkMk id="69677" creationId="{1A952B92-EF56-4B6F-9659-FBE3B54EDA4B}"/>
          </ac:inkMkLst>
        </pc:inkChg>
        <pc:inkChg chg="add">
          <ac:chgData name="Md. Nahid Hasan" userId="S::nahid@vu.edu.bd::85ea5f9e-65d6-4031-b810-9415101f2e21" providerId="AD" clId="Web-{B4C2672B-3B0D-4136-B0A3-A01D0671BFC8}" dt="2020-12-21T14:18:59.955" v="1110"/>
          <ac:inkMkLst>
            <pc:docMk/>
            <pc:sldMk cId="0" sldId="449"/>
            <ac:inkMk id="69691" creationId="{39D163BB-9387-41C1-B5DF-F7A51A6F5EC1}"/>
          </ac:inkMkLst>
        </pc:inkChg>
        <pc:inkChg chg="add">
          <ac:chgData name="Md. Nahid Hasan" userId="S::nahid@vu.edu.bd::85ea5f9e-65d6-4031-b810-9415101f2e21" providerId="AD" clId="Web-{B4C2672B-3B0D-4136-B0A3-A01D0671BFC8}" dt="2020-12-21T14:19:00.252" v="1111"/>
          <ac:inkMkLst>
            <pc:docMk/>
            <pc:sldMk cId="0" sldId="449"/>
            <ac:inkMk id="69692" creationId="{E26E2CCF-DD42-4D7E-81AB-65F8882685E0}"/>
          </ac:inkMkLst>
        </pc:inkChg>
        <pc:inkChg chg="add">
          <ac:chgData name="Md. Nahid Hasan" userId="S::nahid@vu.edu.bd::85ea5f9e-65d6-4031-b810-9415101f2e21" providerId="AD" clId="Web-{B4C2672B-3B0D-4136-B0A3-A01D0671BFC8}" dt="2020-12-21T14:19:00.267" v="1112"/>
          <ac:inkMkLst>
            <pc:docMk/>
            <pc:sldMk cId="0" sldId="449"/>
            <ac:inkMk id="69694" creationId="{2BF1A422-F734-4DF5-AC85-7ADFDD699492}"/>
          </ac:inkMkLst>
        </pc:inkChg>
        <pc:inkChg chg="del">
          <ac:chgData name="Md. Nahid Hasan" userId="S::nahid@vu.edu.bd::85ea5f9e-65d6-4031-b810-9415101f2e21" providerId="AD" clId="Web-{B4C2672B-3B0D-4136-B0A3-A01D0671BFC8}" dt="2020-12-21T14:17:37.877" v="1070"/>
          <ac:inkMkLst>
            <pc:docMk/>
            <pc:sldMk cId="0" sldId="449"/>
            <ac:inkMk id="69696" creationId="{A85C74F7-D3BE-4F14-BEFE-3B13D71D9C52}"/>
          </ac:inkMkLst>
        </pc:inkChg>
        <pc:inkChg chg="del">
          <ac:chgData name="Md. Nahid Hasan" userId="S::nahid@vu.edu.bd::85ea5f9e-65d6-4031-b810-9415101f2e21" providerId="AD" clId="Web-{B4C2672B-3B0D-4136-B0A3-A01D0671BFC8}" dt="2020-12-21T14:17:37.877" v="1069"/>
          <ac:inkMkLst>
            <pc:docMk/>
            <pc:sldMk cId="0" sldId="449"/>
            <ac:inkMk id="69697" creationId="{3FCE524F-B961-4865-9F4E-F59C2B254268}"/>
          </ac:inkMkLst>
        </pc:inkChg>
        <pc:inkChg chg="add">
          <ac:chgData name="Md. Nahid Hasan" userId="S::nahid@vu.edu.bd::85ea5f9e-65d6-4031-b810-9415101f2e21" providerId="AD" clId="Web-{B4C2672B-3B0D-4136-B0A3-A01D0671BFC8}" dt="2020-12-21T14:19:03.768" v="1113"/>
          <ac:inkMkLst>
            <pc:docMk/>
            <pc:sldMk cId="0" sldId="449"/>
            <ac:inkMk id="69698" creationId="{5C1D7900-E6A0-47E5-9BE5-482240747F69}"/>
          </ac:inkMkLst>
        </pc:inkChg>
        <pc:inkChg chg="add">
          <ac:chgData name="Md. Nahid Hasan" userId="S::nahid@vu.edu.bd::85ea5f9e-65d6-4031-b810-9415101f2e21" providerId="AD" clId="Web-{B4C2672B-3B0D-4136-B0A3-A01D0671BFC8}" dt="2020-12-21T14:19:08.392" v="1114"/>
          <ac:inkMkLst>
            <pc:docMk/>
            <pc:sldMk cId="0" sldId="449"/>
            <ac:inkMk id="69699" creationId="{678A507F-95F5-4250-B4D6-6AC19CD44F57}"/>
          </ac:inkMkLst>
        </pc:inkChg>
        <pc:inkChg chg="del">
          <ac:chgData name="Md. Nahid Hasan" userId="S::nahid@vu.edu.bd::85ea5f9e-65d6-4031-b810-9415101f2e21" providerId="AD" clId="Web-{B4C2672B-3B0D-4136-B0A3-A01D0671BFC8}" dt="2020-12-21T14:17:37.862" v="1068"/>
          <ac:inkMkLst>
            <pc:docMk/>
            <pc:sldMk cId="0" sldId="449"/>
            <ac:inkMk id="69700" creationId="{0A525475-D998-4BA0-906F-48339DFA770A}"/>
          </ac:inkMkLst>
        </pc:inkChg>
        <pc:inkChg chg="del">
          <ac:chgData name="Md. Nahid Hasan" userId="S::nahid@vu.edu.bd::85ea5f9e-65d6-4031-b810-9415101f2e21" providerId="AD" clId="Web-{B4C2672B-3B0D-4136-B0A3-A01D0671BFC8}" dt="2020-12-21T14:17:37.862" v="1067"/>
          <ac:inkMkLst>
            <pc:docMk/>
            <pc:sldMk cId="0" sldId="449"/>
            <ac:inkMk id="69701" creationId="{F5E4F63F-011A-4E3C-96F2-FE2625F82E17}"/>
          </ac:inkMkLst>
        </pc:inkChg>
        <pc:inkChg chg="del">
          <ac:chgData name="Md. Nahid Hasan" userId="S::nahid@vu.edu.bd::85ea5f9e-65d6-4031-b810-9415101f2e21" providerId="AD" clId="Web-{B4C2672B-3B0D-4136-B0A3-A01D0671BFC8}" dt="2020-12-21T14:17:37.862" v="1066"/>
          <ac:inkMkLst>
            <pc:docMk/>
            <pc:sldMk cId="0" sldId="449"/>
            <ac:inkMk id="69702" creationId="{43E9B31C-9031-47C9-9B2C-0B8A068ECA89}"/>
          </ac:inkMkLst>
        </pc:inkChg>
        <pc:inkChg chg="del">
          <ac:chgData name="Md. Nahid Hasan" userId="S::nahid@vu.edu.bd::85ea5f9e-65d6-4031-b810-9415101f2e21" providerId="AD" clId="Web-{B4C2672B-3B0D-4136-B0A3-A01D0671BFC8}" dt="2020-12-21T14:17:37.862" v="1065"/>
          <ac:inkMkLst>
            <pc:docMk/>
            <pc:sldMk cId="0" sldId="449"/>
            <ac:inkMk id="69703" creationId="{B918AF15-52BD-45A4-88C5-E96A86E5CA7A}"/>
          </ac:inkMkLst>
        </pc:inkChg>
        <pc:inkChg chg="del">
          <ac:chgData name="Md. Nahid Hasan" userId="S::nahid@vu.edu.bd::85ea5f9e-65d6-4031-b810-9415101f2e21" providerId="AD" clId="Web-{B4C2672B-3B0D-4136-B0A3-A01D0671BFC8}" dt="2020-12-21T14:17:37.846" v="1064"/>
          <ac:inkMkLst>
            <pc:docMk/>
            <pc:sldMk cId="0" sldId="449"/>
            <ac:inkMk id="69704" creationId="{39B1CAFC-7A2D-48BB-A87F-E0992BCD0206}"/>
          </ac:inkMkLst>
        </pc:inkChg>
        <pc:inkChg chg="del">
          <ac:chgData name="Md. Nahid Hasan" userId="S::nahid@vu.edu.bd::85ea5f9e-65d6-4031-b810-9415101f2e21" providerId="AD" clId="Web-{B4C2672B-3B0D-4136-B0A3-A01D0671BFC8}" dt="2020-12-21T14:17:37.846" v="1063"/>
          <ac:inkMkLst>
            <pc:docMk/>
            <pc:sldMk cId="0" sldId="449"/>
            <ac:inkMk id="69705" creationId="{F3CA7245-4229-4B91-A2BA-F2641556FE9D}"/>
          </ac:inkMkLst>
        </pc:inkChg>
        <pc:inkChg chg="del">
          <ac:chgData name="Md. Nahid Hasan" userId="S::nahid@vu.edu.bd::85ea5f9e-65d6-4031-b810-9415101f2e21" providerId="AD" clId="Web-{B4C2672B-3B0D-4136-B0A3-A01D0671BFC8}" dt="2020-12-21T14:17:37.846" v="1062"/>
          <ac:inkMkLst>
            <pc:docMk/>
            <pc:sldMk cId="0" sldId="449"/>
            <ac:inkMk id="69706" creationId="{AC63421E-714B-4C4F-96EC-FADF54EF134A}"/>
          </ac:inkMkLst>
        </pc:inkChg>
        <pc:inkChg chg="del">
          <ac:chgData name="Md. Nahid Hasan" userId="S::nahid@vu.edu.bd::85ea5f9e-65d6-4031-b810-9415101f2e21" providerId="AD" clId="Web-{B4C2672B-3B0D-4136-B0A3-A01D0671BFC8}" dt="2020-12-21T14:17:37.846" v="1061"/>
          <ac:inkMkLst>
            <pc:docMk/>
            <pc:sldMk cId="0" sldId="449"/>
            <ac:inkMk id="69707" creationId="{B2160B35-B9B6-42CE-897F-C4CB94B49E56}"/>
          </ac:inkMkLst>
        </pc:inkChg>
        <pc:inkChg chg="add">
          <ac:chgData name="Md. Nahid Hasan" userId="S::nahid@vu.edu.bd::85ea5f9e-65d6-4031-b810-9415101f2e21" providerId="AD" clId="Web-{B4C2672B-3B0D-4136-B0A3-A01D0671BFC8}" dt="2020-12-21T14:19:08.846" v="1115"/>
          <ac:inkMkLst>
            <pc:docMk/>
            <pc:sldMk cId="0" sldId="449"/>
            <ac:inkMk id="69711" creationId="{AAE1DA26-27D6-45DA-BCF8-DDC6C10B949B}"/>
          </ac:inkMkLst>
        </pc:inkChg>
        <pc:inkChg chg="add">
          <ac:chgData name="Md. Nahid Hasan" userId="S::nahid@vu.edu.bd::85ea5f9e-65d6-4031-b810-9415101f2e21" providerId="AD" clId="Web-{B4C2672B-3B0D-4136-B0A3-A01D0671BFC8}" dt="2020-12-21T14:19:14.205" v="1116"/>
          <ac:inkMkLst>
            <pc:docMk/>
            <pc:sldMk cId="0" sldId="449"/>
            <ac:inkMk id="69712" creationId="{1752A602-F83E-4843-873F-5879E044F6B5}"/>
          </ac:inkMkLst>
        </pc:inkChg>
        <pc:inkChg chg="add">
          <ac:chgData name="Md. Nahid Hasan" userId="S::nahid@vu.edu.bd::85ea5f9e-65d6-4031-b810-9415101f2e21" providerId="AD" clId="Web-{B4C2672B-3B0D-4136-B0A3-A01D0671BFC8}" dt="2020-12-21T14:19:16.189" v="1117"/>
          <ac:inkMkLst>
            <pc:docMk/>
            <pc:sldMk cId="0" sldId="449"/>
            <ac:inkMk id="69713" creationId="{1982EA21-B1A0-4FF6-8E7F-E56DB0853998}"/>
          </ac:inkMkLst>
        </pc:inkChg>
        <pc:inkChg chg="add">
          <ac:chgData name="Md. Nahid Hasan" userId="S::nahid@vu.edu.bd::85ea5f9e-65d6-4031-b810-9415101f2e21" providerId="AD" clId="Web-{B4C2672B-3B0D-4136-B0A3-A01D0671BFC8}" dt="2020-12-21T14:19:29.267" v="1118"/>
          <ac:inkMkLst>
            <pc:docMk/>
            <pc:sldMk cId="0" sldId="449"/>
            <ac:inkMk id="69714" creationId="{E5B42618-83C1-4742-AC1E-980ADE63370E}"/>
          </ac:inkMkLst>
        </pc:inkChg>
        <pc:inkChg chg="add del">
          <ac:chgData name="Md. Nahid Hasan" userId="S::nahid@vu.edu.bd::85ea5f9e-65d6-4031-b810-9415101f2e21" providerId="AD" clId="Web-{B4C2672B-3B0D-4136-B0A3-A01D0671BFC8}" dt="2020-12-21T14:20:56.392" v="1130"/>
          <ac:inkMkLst>
            <pc:docMk/>
            <pc:sldMk cId="0" sldId="449"/>
            <ac:inkMk id="69715" creationId="{23F17AE4-293E-49F7-8817-A07B19B248B4}"/>
          </ac:inkMkLst>
        </pc:inkChg>
        <pc:inkChg chg="add">
          <ac:chgData name="Md. Nahid Hasan" userId="S::nahid@vu.edu.bd::85ea5f9e-65d6-4031-b810-9415101f2e21" providerId="AD" clId="Web-{B4C2672B-3B0D-4136-B0A3-A01D0671BFC8}" dt="2020-12-21T14:19:37.814" v="1120"/>
          <ac:inkMkLst>
            <pc:docMk/>
            <pc:sldMk cId="0" sldId="449"/>
            <ac:inkMk id="69716" creationId="{E4A1AD9C-7105-48D6-84DB-987FF594F7A2}"/>
          </ac:inkMkLst>
        </pc:inkChg>
        <pc:inkChg chg="del">
          <ac:chgData name="Md. Nahid Hasan" userId="S::nahid@vu.edu.bd::85ea5f9e-65d6-4031-b810-9415101f2e21" providerId="AD" clId="Web-{B4C2672B-3B0D-4136-B0A3-A01D0671BFC8}" dt="2020-12-21T14:17:37.846" v="1060"/>
          <ac:inkMkLst>
            <pc:docMk/>
            <pc:sldMk cId="0" sldId="449"/>
            <ac:inkMk id="69719" creationId="{69BB4128-B72E-4A40-AE0A-A8B2217FFB04}"/>
          </ac:inkMkLst>
        </pc:inkChg>
        <pc:inkChg chg="del">
          <ac:chgData name="Md. Nahid Hasan" userId="S::nahid@vu.edu.bd::85ea5f9e-65d6-4031-b810-9415101f2e21" providerId="AD" clId="Web-{B4C2672B-3B0D-4136-B0A3-A01D0671BFC8}" dt="2020-12-21T14:17:37.830" v="1059"/>
          <ac:inkMkLst>
            <pc:docMk/>
            <pc:sldMk cId="0" sldId="449"/>
            <ac:inkMk id="69720" creationId="{98C1D530-BD11-407C-B6F9-3835B700FAF0}"/>
          </ac:inkMkLst>
        </pc:inkChg>
        <pc:inkChg chg="del">
          <ac:chgData name="Md. Nahid Hasan" userId="S::nahid@vu.edu.bd::85ea5f9e-65d6-4031-b810-9415101f2e21" providerId="AD" clId="Web-{B4C2672B-3B0D-4136-B0A3-A01D0671BFC8}" dt="2020-12-21T14:17:37.830" v="1058"/>
          <ac:inkMkLst>
            <pc:docMk/>
            <pc:sldMk cId="0" sldId="449"/>
            <ac:inkMk id="69721" creationId="{785093F2-5F19-4F15-AC43-5C50FAB05051}"/>
          </ac:inkMkLst>
        </pc:inkChg>
        <pc:inkChg chg="del">
          <ac:chgData name="Md. Nahid Hasan" userId="S::nahid@vu.edu.bd::85ea5f9e-65d6-4031-b810-9415101f2e21" providerId="AD" clId="Web-{B4C2672B-3B0D-4136-B0A3-A01D0671BFC8}" dt="2020-12-21T14:17:37.830" v="1057"/>
          <ac:inkMkLst>
            <pc:docMk/>
            <pc:sldMk cId="0" sldId="449"/>
            <ac:inkMk id="69722" creationId="{77EF49B8-11BC-49E7-9F7B-3A7819CA1565}"/>
          </ac:inkMkLst>
        </pc:inkChg>
        <pc:inkChg chg="add del">
          <ac:chgData name="Md. Nahid Hasan" userId="S::nahid@vu.edu.bd::85ea5f9e-65d6-4031-b810-9415101f2e21" providerId="AD" clId="Web-{B4C2672B-3B0D-4136-B0A3-A01D0671BFC8}" dt="2020-12-21T14:20:56.392" v="1129"/>
          <ac:inkMkLst>
            <pc:docMk/>
            <pc:sldMk cId="0" sldId="449"/>
            <ac:inkMk id="69723" creationId="{3B4208EE-3A82-4B85-8DED-6771750F9155}"/>
          </ac:inkMkLst>
        </pc:inkChg>
        <pc:inkChg chg="add">
          <ac:chgData name="Md. Nahid Hasan" userId="S::nahid@vu.edu.bd::85ea5f9e-65d6-4031-b810-9415101f2e21" providerId="AD" clId="Web-{B4C2672B-3B0D-4136-B0A3-A01D0671BFC8}" dt="2020-12-21T14:19:45.595" v="1122"/>
          <ac:inkMkLst>
            <pc:docMk/>
            <pc:sldMk cId="0" sldId="449"/>
            <ac:inkMk id="69724" creationId="{B29788EB-6821-4570-A49F-AC1BB1AB1DF2}"/>
          </ac:inkMkLst>
        </pc:inkChg>
        <pc:inkChg chg="add">
          <ac:chgData name="Md. Nahid Hasan" userId="S::nahid@vu.edu.bd::85ea5f9e-65d6-4031-b810-9415101f2e21" providerId="AD" clId="Web-{B4C2672B-3B0D-4136-B0A3-A01D0671BFC8}" dt="2020-12-21T14:20:05.549" v="1123"/>
          <ac:inkMkLst>
            <pc:docMk/>
            <pc:sldMk cId="0" sldId="449"/>
            <ac:inkMk id="69725" creationId="{ADBE543B-824A-4FAB-85DA-563F544406D7}"/>
          </ac:inkMkLst>
        </pc:inkChg>
        <pc:inkChg chg="add del">
          <ac:chgData name="Md. Nahid Hasan" userId="S::nahid@vu.edu.bd::85ea5f9e-65d6-4031-b810-9415101f2e21" providerId="AD" clId="Web-{B4C2672B-3B0D-4136-B0A3-A01D0671BFC8}" dt="2020-12-21T14:20:56.392" v="1128"/>
          <ac:inkMkLst>
            <pc:docMk/>
            <pc:sldMk cId="0" sldId="449"/>
            <ac:inkMk id="69726" creationId="{5A5328FF-F6E1-4F59-9B17-7D50C1DB2AAB}"/>
          </ac:inkMkLst>
        </pc:inkChg>
        <pc:inkChg chg="add">
          <ac:chgData name="Md. Nahid Hasan" userId="S::nahid@vu.edu.bd::85ea5f9e-65d6-4031-b810-9415101f2e21" providerId="AD" clId="Web-{B4C2672B-3B0D-4136-B0A3-A01D0671BFC8}" dt="2020-12-21T14:20:31.955" v="1125"/>
          <ac:inkMkLst>
            <pc:docMk/>
            <pc:sldMk cId="0" sldId="449"/>
            <ac:inkMk id="69727" creationId="{8EF88E75-1836-4A09-9AE1-3314DD7607B3}"/>
          </ac:inkMkLst>
        </pc:inkChg>
        <pc:inkChg chg="add del">
          <ac:chgData name="Md. Nahid Hasan" userId="S::nahid@vu.edu.bd::85ea5f9e-65d6-4031-b810-9415101f2e21" providerId="AD" clId="Web-{B4C2672B-3B0D-4136-B0A3-A01D0671BFC8}" dt="2020-12-21T14:20:56.392" v="1127"/>
          <ac:inkMkLst>
            <pc:docMk/>
            <pc:sldMk cId="0" sldId="449"/>
            <ac:inkMk id="69728" creationId="{BA05D13E-C1E2-4F89-9E29-02DF82429722}"/>
          </ac:inkMkLst>
        </pc:inkChg>
        <pc:inkChg chg="add">
          <ac:chgData name="Md. Nahid Hasan" userId="S::nahid@vu.edu.bd::85ea5f9e-65d6-4031-b810-9415101f2e21" providerId="AD" clId="Web-{B4C2672B-3B0D-4136-B0A3-A01D0671BFC8}" dt="2020-12-21T14:21:15.705" v="1158"/>
          <ac:inkMkLst>
            <pc:docMk/>
            <pc:sldMk cId="0" sldId="449"/>
            <ac:inkMk id="69729" creationId="{BBBC9D41-4328-4409-8A73-C1C525AD87F8}"/>
          </ac:inkMkLst>
        </pc:inkChg>
        <pc:inkChg chg="add">
          <ac:chgData name="Md. Nahid Hasan" userId="S::nahid@vu.edu.bd::85ea5f9e-65d6-4031-b810-9415101f2e21" providerId="AD" clId="Web-{B4C2672B-3B0D-4136-B0A3-A01D0671BFC8}" dt="2020-12-21T14:21:28.423" v="1159"/>
          <ac:inkMkLst>
            <pc:docMk/>
            <pc:sldMk cId="0" sldId="449"/>
            <ac:inkMk id="69730" creationId="{06F575F6-118A-4978-B017-2CC31866DBC3}"/>
          </ac:inkMkLst>
        </pc:inkChg>
        <pc:inkChg chg="add">
          <ac:chgData name="Md. Nahid Hasan" userId="S::nahid@vu.edu.bd::85ea5f9e-65d6-4031-b810-9415101f2e21" providerId="AD" clId="Web-{B4C2672B-3B0D-4136-B0A3-A01D0671BFC8}" dt="2020-12-21T14:21:29.095" v="1160"/>
          <ac:inkMkLst>
            <pc:docMk/>
            <pc:sldMk cId="0" sldId="449"/>
            <ac:inkMk id="69731" creationId="{6DE4D3ED-7E74-4A6B-B864-70E65F6DF97B}"/>
          </ac:inkMkLst>
        </pc:inkChg>
        <pc:inkChg chg="add">
          <ac:chgData name="Md. Nahid Hasan" userId="S::nahid@vu.edu.bd::85ea5f9e-65d6-4031-b810-9415101f2e21" providerId="AD" clId="Web-{B4C2672B-3B0D-4136-B0A3-A01D0671BFC8}" dt="2020-12-21T14:21:30.626" v="1161"/>
          <ac:inkMkLst>
            <pc:docMk/>
            <pc:sldMk cId="0" sldId="449"/>
            <ac:inkMk id="69732" creationId="{98FAA084-44A7-4237-AF16-2A2BCA216F71}"/>
          </ac:inkMkLst>
        </pc:inkChg>
        <pc:inkChg chg="add">
          <ac:chgData name="Md. Nahid Hasan" userId="S::nahid@vu.edu.bd::85ea5f9e-65d6-4031-b810-9415101f2e21" providerId="AD" clId="Web-{B4C2672B-3B0D-4136-B0A3-A01D0671BFC8}" dt="2020-12-21T14:21:30.642" v="1162"/>
          <ac:inkMkLst>
            <pc:docMk/>
            <pc:sldMk cId="0" sldId="449"/>
            <ac:inkMk id="69733" creationId="{3D62589D-A701-4778-9BC9-8B626791DFB5}"/>
          </ac:inkMkLst>
        </pc:inkChg>
        <pc:inkChg chg="add">
          <ac:chgData name="Md. Nahid Hasan" userId="S::nahid@vu.edu.bd::85ea5f9e-65d6-4031-b810-9415101f2e21" providerId="AD" clId="Web-{B4C2672B-3B0D-4136-B0A3-A01D0671BFC8}" dt="2020-12-21T14:21:30.673" v="1163"/>
          <ac:inkMkLst>
            <pc:docMk/>
            <pc:sldMk cId="0" sldId="449"/>
            <ac:inkMk id="69734" creationId="{B7CD5D0A-EF44-47D3-8BD4-2A3875DD9C2B}"/>
          </ac:inkMkLst>
        </pc:inkChg>
        <pc:inkChg chg="add">
          <ac:chgData name="Md. Nahid Hasan" userId="S::nahid@vu.edu.bd::85ea5f9e-65d6-4031-b810-9415101f2e21" providerId="AD" clId="Web-{B4C2672B-3B0D-4136-B0A3-A01D0671BFC8}" dt="2020-12-21T14:21:33.080" v="1164"/>
          <ac:inkMkLst>
            <pc:docMk/>
            <pc:sldMk cId="0" sldId="449"/>
            <ac:inkMk id="69735" creationId="{10573F3C-659E-4CE5-B9CC-662B0DA7ADCF}"/>
          </ac:inkMkLst>
        </pc:inkChg>
        <pc:inkChg chg="add">
          <ac:chgData name="Md. Nahid Hasan" userId="S::nahid@vu.edu.bd::85ea5f9e-65d6-4031-b810-9415101f2e21" providerId="AD" clId="Web-{B4C2672B-3B0D-4136-B0A3-A01D0671BFC8}" dt="2020-12-21T14:21:33.111" v="1165"/>
          <ac:inkMkLst>
            <pc:docMk/>
            <pc:sldMk cId="0" sldId="449"/>
            <ac:inkMk id="69736" creationId="{E42F44DF-2DBF-4D85-98F0-EA832518D6ED}"/>
          </ac:inkMkLst>
        </pc:inkChg>
        <pc:inkChg chg="add">
          <ac:chgData name="Md. Nahid Hasan" userId="S::nahid@vu.edu.bd::85ea5f9e-65d6-4031-b810-9415101f2e21" providerId="AD" clId="Web-{B4C2672B-3B0D-4136-B0A3-A01D0671BFC8}" dt="2020-12-21T14:21:33.126" v="1166"/>
          <ac:inkMkLst>
            <pc:docMk/>
            <pc:sldMk cId="0" sldId="449"/>
            <ac:inkMk id="69737" creationId="{39EFC4FA-74FC-4496-985D-333F15B7A61F}"/>
          </ac:inkMkLst>
        </pc:inkChg>
        <pc:inkChg chg="add">
          <ac:chgData name="Md. Nahid Hasan" userId="S::nahid@vu.edu.bd::85ea5f9e-65d6-4031-b810-9415101f2e21" providerId="AD" clId="Web-{B4C2672B-3B0D-4136-B0A3-A01D0671BFC8}" dt="2020-12-21T14:21:34.345" v="1167"/>
          <ac:inkMkLst>
            <pc:docMk/>
            <pc:sldMk cId="0" sldId="449"/>
            <ac:inkMk id="69738" creationId="{8F9082A8-6425-46D9-BB6E-2BDE851AEFC3}"/>
          </ac:inkMkLst>
        </pc:inkChg>
        <pc:inkChg chg="add">
          <ac:chgData name="Md. Nahid Hasan" userId="S::nahid@vu.edu.bd::85ea5f9e-65d6-4031-b810-9415101f2e21" providerId="AD" clId="Web-{B4C2672B-3B0D-4136-B0A3-A01D0671BFC8}" dt="2020-12-21T14:21:35.314" v="1168"/>
          <ac:inkMkLst>
            <pc:docMk/>
            <pc:sldMk cId="0" sldId="449"/>
            <ac:inkMk id="69739" creationId="{587356CF-9B1A-4026-BC36-A2BA1C043AA8}"/>
          </ac:inkMkLst>
        </pc:inkChg>
        <pc:inkChg chg="add">
          <ac:chgData name="Md. Nahid Hasan" userId="S::nahid@vu.edu.bd::85ea5f9e-65d6-4031-b810-9415101f2e21" providerId="AD" clId="Web-{B4C2672B-3B0D-4136-B0A3-A01D0671BFC8}" dt="2020-12-21T14:21:35.330" v="1169"/>
          <ac:inkMkLst>
            <pc:docMk/>
            <pc:sldMk cId="0" sldId="449"/>
            <ac:inkMk id="69740" creationId="{540AC803-BF61-48E0-9CC6-BB53010F4E5C}"/>
          </ac:inkMkLst>
        </pc:inkChg>
        <pc:inkChg chg="add">
          <ac:chgData name="Md. Nahid Hasan" userId="S::nahid@vu.edu.bd::85ea5f9e-65d6-4031-b810-9415101f2e21" providerId="AD" clId="Web-{B4C2672B-3B0D-4136-B0A3-A01D0671BFC8}" dt="2020-12-21T14:21:39.376" v="1170"/>
          <ac:inkMkLst>
            <pc:docMk/>
            <pc:sldMk cId="0" sldId="449"/>
            <ac:inkMk id="69741" creationId="{834AE1CA-81EC-4D1F-93A9-B11CD0CEEF9C}"/>
          </ac:inkMkLst>
        </pc:inkChg>
        <pc:inkChg chg="add">
          <ac:chgData name="Md. Nahid Hasan" userId="S::nahid@vu.edu.bd::85ea5f9e-65d6-4031-b810-9415101f2e21" providerId="AD" clId="Web-{B4C2672B-3B0D-4136-B0A3-A01D0671BFC8}" dt="2020-12-21T14:21:39.392" v="1171"/>
          <ac:inkMkLst>
            <pc:docMk/>
            <pc:sldMk cId="0" sldId="449"/>
            <ac:inkMk id="69742" creationId="{8D61ECAE-4A90-4DDC-841A-AC8175D95274}"/>
          </ac:inkMkLst>
        </pc:inkChg>
        <pc:inkChg chg="add">
          <ac:chgData name="Md. Nahid Hasan" userId="S::nahid@vu.edu.bd::85ea5f9e-65d6-4031-b810-9415101f2e21" providerId="AD" clId="Web-{B4C2672B-3B0D-4136-B0A3-A01D0671BFC8}" dt="2020-12-21T14:21:39.408" v="1172"/>
          <ac:inkMkLst>
            <pc:docMk/>
            <pc:sldMk cId="0" sldId="449"/>
            <ac:inkMk id="69743" creationId="{7BCADD3A-E274-4E8D-A7F8-D41828477211}"/>
          </ac:inkMkLst>
        </pc:inkChg>
        <pc:inkChg chg="add">
          <ac:chgData name="Md. Nahid Hasan" userId="S::nahid@vu.edu.bd::85ea5f9e-65d6-4031-b810-9415101f2e21" providerId="AD" clId="Web-{B4C2672B-3B0D-4136-B0A3-A01D0671BFC8}" dt="2020-12-21T14:21:39.439" v="1173"/>
          <ac:inkMkLst>
            <pc:docMk/>
            <pc:sldMk cId="0" sldId="449"/>
            <ac:inkMk id="69744" creationId="{7B93D078-FFCF-48BB-9365-6E061E850BCE}"/>
          </ac:inkMkLst>
        </pc:inkChg>
        <pc:inkChg chg="add">
          <ac:chgData name="Md. Nahid Hasan" userId="S::nahid@vu.edu.bd::85ea5f9e-65d6-4031-b810-9415101f2e21" providerId="AD" clId="Web-{B4C2672B-3B0D-4136-B0A3-A01D0671BFC8}" dt="2020-12-21T14:21:39.455" v="1174"/>
          <ac:inkMkLst>
            <pc:docMk/>
            <pc:sldMk cId="0" sldId="449"/>
            <ac:inkMk id="69745" creationId="{6C305FD2-219C-409B-856F-266D8686B365}"/>
          </ac:inkMkLst>
        </pc:inkChg>
        <pc:inkChg chg="add">
          <ac:chgData name="Md. Nahid Hasan" userId="S::nahid@vu.edu.bd::85ea5f9e-65d6-4031-b810-9415101f2e21" providerId="AD" clId="Web-{B4C2672B-3B0D-4136-B0A3-A01D0671BFC8}" dt="2020-12-21T14:21:39.486" v="1175"/>
          <ac:inkMkLst>
            <pc:docMk/>
            <pc:sldMk cId="0" sldId="449"/>
            <ac:inkMk id="69746" creationId="{65171EE9-393B-4CD8-B5D6-E8BA1B125017}"/>
          </ac:inkMkLst>
        </pc:inkChg>
        <pc:inkChg chg="add">
          <ac:chgData name="Md. Nahid Hasan" userId="S::nahid@vu.edu.bd::85ea5f9e-65d6-4031-b810-9415101f2e21" providerId="AD" clId="Web-{B4C2672B-3B0D-4136-B0A3-A01D0671BFC8}" dt="2020-12-21T14:21:46.064" v="1176"/>
          <ac:inkMkLst>
            <pc:docMk/>
            <pc:sldMk cId="0" sldId="449"/>
            <ac:inkMk id="69747" creationId="{575DDD7E-182F-4722-B163-4B50DA4BC217}"/>
          </ac:inkMkLst>
        </pc:inkChg>
        <pc:inkChg chg="add">
          <ac:chgData name="Md. Nahid Hasan" userId="S::nahid@vu.edu.bd::85ea5f9e-65d6-4031-b810-9415101f2e21" providerId="AD" clId="Web-{B4C2672B-3B0D-4136-B0A3-A01D0671BFC8}" dt="2020-12-21T14:21:49.892" v="1177"/>
          <ac:inkMkLst>
            <pc:docMk/>
            <pc:sldMk cId="0" sldId="449"/>
            <ac:inkMk id="69748" creationId="{E7464159-1316-4C11-880F-51A4099C8280}"/>
          </ac:inkMkLst>
        </pc:inkChg>
        <pc:inkChg chg="add">
          <ac:chgData name="Md. Nahid Hasan" userId="S::nahid@vu.edu.bd::85ea5f9e-65d6-4031-b810-9415101f2e21" providerId="AD" clId="Web-{B4C2672B-3B0D-4136-B0A3-A01D0671BFC8}" dt="2020-12-21T14:21:57.517" v="1178"/>
          <ac:inkMkLst>
            <pc:docMk/>
            <pc:sldMk cId="0" sldId="449"/>
            <ac:inkMk id="69749" creationId="{CB23CF3B-2D89-4BAC-A278-470E9932550F}"/>
          </ac:inkMkLst>
        </pc:inkChg>
        <pc:inkChg chg="add">
          <ac:chgData name="Md. Nahid Hasan" userId="S::nahid@vu.edu.bd::85ea5f9e-65d6-4031-b810-9415101f2e21" providerId="AD" clId="Web-{B4C2672B-3B0D-4136-B0A3-A01D0671BFC8}" dt="2020-12-21T14:22:05.673" v="1179"/>
          <ac:inkMkLst>
            <pc:docMk/>
            <pc:sldMk cId="0" sldId="449"/>
            <ac:inkMk id="69750" creationId="{7B9CE976-DB73-4439-91DF-4AC5FB57A304}"/>
          </ac:inkMkLst>
        </pc:inkChg>
        <pc:inkChg chg="add">
          <ac:chgData name="Md. Nahid Hasan" userId="S::nahid@vu.edu.bd::85ea5f9e-65d6-4031-b810-9415101f2e21" providerId="AD" clId="Web-{B4C2672B-3B0D-4136-B0A3-A01D0671BFC8}" dt="2020-12-21T14:22:10.314" v="1180"/>
          <ac:inkMkLst>
            <pc:docMk/>
            <pc:sldMk cId="0" sldId="449"/>
            <ac:inkMk id="69751" creationId="{4C7C6CBA-4159-4379-96D6-D2DE04642495}"/>
          </ac:inkMkLst>
        </pc:inkChg>
        <pc:inkChg chg="add">
          <ac:chgData name="Md. Nahid Hasan" userId="S::nahid@vu.edu.bd::85ea5f9e-65d6-4031-b810-9415101f2e21" providerId="AD" clId="Web-{B4C2672B-3B0D-4136-B0A3-A01D0671BFC8}" dt="2020-12-21T14:22:11.642" v="1181"/>
          <ac:inkMkLst>
            <pc:docMk/>
            <pc:sldMk cId="0" sldId="449"/>
            <ac:inkMk id="69752" creationId="{066AABBE-BBD0-40F2-AA1D-00599D28F49B}"/>
          </ac:inkMkLst>
        </pc:inkChg>
        <pc:inkChg chg="add">
          <ac:chgData name="Md. Nahid Hasan" userId="S::nahid@vu.edu.bd::85ea5f9e-65d6-4031-b810-9415101f2e21" providerId="AD" clId="Web-{B4C2672B-3B0D-4136-B0A3-A01D0671BFC8}" dt="2020-12-21T14:22:13.892" v="1182"/>
          <ac:inkMkLst>
            <pc:docMk/>
            <pc:sldMk cId="0" sldId="449"/>
            <ac:inkMk id="69753" creationId="{F6D3AD65-C05F-4879-A888-BFD6ADBF4A82}"/>
          </ac:inkMkLst>
        </pc:inkChg>
        <pc:inkChg chg="add">
          <ac:chgData name="Md. Nahid Hasan" userId="S::nahid@vu.edu.bd::85ea5f9e-65d6-4031-b810-9415101f2e21" providerId="AD" clId="Web-{B4C2672B-3B0D-4136-B0A3-A01D0671BFC8}" dt="2020-12-21T14:22:14.033" v="1183"/>
          <ac:inkMkLst>
            <pc:docMk/>
            <pc:sldMk cId="0" sldId="449"/>
            <ac:inkMk id="69754" creationId="{0312CBB0-E4E9-4D2C-B942-8F981C1792AB}"/>
          </ac:inkMkLst>
        </pc:inkChg>
        <pc:inkChg chg="add">
          <ac:chgData name="Md. Nahid Hasan" userId="S::nahid@vu.edu.bd::85ea5f9e-65d6-4031-b810-9415101f2e21" providerId="AD" clId="Web-{B4C2672B-3B0D-4136-B0A3-A01D0671BFC8}" dt="2020-12-21T14:22:14.111" v="1184"/>
          <ac:inkMkLst>
            <pc:docMk/>
            <pc:sldMk cId="0" sldId="449"/>
            <ac:inkMk id="69755" creationId="{3D2A1A9A-7470-4D9A-A681-537F07A3527D}"/>
          </ac:inkMkLst>
        </pc:inkChg>
        <pc:inkChg chg="add">
          <ac:chgData name="Md. Nahid Hasan" userId="S::nahid@vu.edu.bd::85ea5f9e-65d6-4031-b810-9415101f2e21" providerId="AD" clId="Web-{B4C2672B-3B0D-4136-B0A3-A01D0671BFC8}" dt="2020-12-21T14:22:15.751" v="1185"/>
          <ac:inkMkLst>
            <pc:docMk/>
            <pc:sldMk cId="0" sldId="449"/>
            <ac:inkMk id="69756" creationId="{37C95B35-BD25-42BF-9524-29422D8703AA}"/>
          </ac:inkMkLst>
        </pc:inkChg>
        <pc:inkChg chg="add">
          <ac:chgData name="Md. Nahid Hasan" userId="S::nahid@vu.edu.bd::85ea5f9e-65d6-4031-b810-9415101f2e21" providerId="AD" clId="Web-{B4C2672B-3B0D-4136-B0A3-A01D0671BFC8}" dt="2020-12-21T14:22:16.845" v="1186"/>
          <ac:inkMkLst>
            <pc:docMk/>
            <pc:sldMk cId="0" sldId="449"/>
            <ac:inkMk id="69757" creationId="{72FF104A-FC03-4DB5-922F-09B16EAD5307}"/>
          </ac:inkMkLst>
        </pc:inkChg>
        <pc:inkChg chg="add">
          <ac:chgData name="Md. Nahid Hasan" userId="S::nahid@vu.edu.bd::85ea5f9e-65d6-4031-b810-9415101f2e21" providerId="AD" clId="Web-{B4C2672B-3B0D-4136-B0A3-A01D0671BFC8}" dt="2020-12-21T14:22:20.454" v="1187"/>
          <ac:inkMkLst>
            <pc:docMk/>
            <pc:sldMk cId="0" sldId="449"/>
            <ac:inkMk id="69758" creationId="{2B09E266-C502-4DD4-828F-0D8ACC954050}"/>
          </ac:inkMkLst>
        </pc:inkChg>
        <pc:inkChg chg="add">
          <ac:chgData name="Md. Nahid Hasan" userId="S::nahid@vu.edu.bd::85ea5f9e-65d6-4031-b810-9415101f2e21" providerId="AD" clId="Web-{B4C2672B-3B0D-4136-B0A3-A01D0671BFC8}" dt="2020-12-21T14:22:25.001" v="1188"/>
          <ac:inkMkLst>
            <pc:docMk/>
            <pc:sldMk cId="0" sldId="449"/>
            <ac:inkMk id="69759" creationId="{B0936DF1-7190-4FD2-8DD7-0771DADD6CC2}"/>
          </ac:inkMkLst>
        </pc:inkChg>
        <pc:inkChg chg="add">
          <ac:chgData name="Md. Nahid Hasan" userId="S::nahid@vu.edu.bd::85ea5f9e-65d6-4031-b810-9415101f2e21" providerId="AD" clId="Web-{B4C2672B-3B0D-4136-B0A3-A01D0671BFC8}" dt="2020-12-21T14:22:27.704" v="1189"/>
          <ac:inkMkLst>
            <pc:docMk/>
            <pc:sldMk cId="0" sldId="449"/>
            <ac:inkMk id="69760" creationId="{98168B83-11BF-495A-94D1-2E268334D9F0}"/>
          </ac:inkMkLst>
        </pc:inkChg>
        <pc:inkChg chg="add del">
          <ac:chgData name="Md. Nahid Hasan" userId="S::nahid@vu.edu.bd::85ea5f9e-65d6-4031-b810-9415101f2e21" providerId="AD" clId="Web-{B4C2672B-3B0D-4136-B0A3-A01D0671BFC8}" dt="2020-12-21T14:24:40.470" v="1278"/>
          <ac:inkMkLst>
            <pc:docMk/>
            <pc:sldMk cId="0" sldId="449"/>
            <ac:inkMk id="69761" creationId="{AAB3B7DA-7C1B-4528-B875-CE1B52EFEA73}"/>
          </ac:inkMkLst>
        </pc:inkChg>
        <pc:inkChg chg="add del">
          <ac:chgData name="Md. Nahid Hasan" userId="S::nahid@vu.edu.bd::85ea5f9e-65d6-4031-b810-9415101f2e21" providerId="AD" clId="Web-{B4C2672B-3B0D-4136-B0A3-A01D0671BFC8}" dt="2020-12-21T14:24:40.454" v="1277"/>
          <ac:inkMkLst>
            <pc:docMk/>
            <pc:sldMk cId="0" sldId="449"/>
            <ac:inkMk id="69762" creationId="{619F6B39-3963-4AA6-B38A-114EA58B1CAE}"/>
          </ac:inkMkLst>
        </pc:inkChg>
        <pc:inkChg chg="add del">
          <ac:chgData name="Md. Nahid Hasan" userId="S::nahid@vu.edu.bd::85ea5f9e-65d6-4031-b810-9415101f2e21" providerId="AD" clId="Web-{B4C2672B-3B0D-4136-B0A3-A01D0671BFC8}" dt="2020-12-21T14:24:40.454" v="1276"/>
          <ac:inkMkLst>
            <pc:docMk/>
            <pc:sldMk cId="0" sldId="449"/>
            <ac:inkMk id="69763" creationId="{67462C31-BF41-4B9B-9990-DBAF4FF4D4BB}"/>
          </ac:inkMkLst>
        </pc:inkChg>
        <pc:inkChg chg="add del">
          <ac:chgData name="Md. Nahid Hasan" userId="S::nahid@vu.edu.bd::85ea5f9e-65d6-4031-b810-9415101f2e21" providerId="AD" clId="Web-{B4C2672B-3B0D-4136-B0A3-A01D0671BFC8}" dt="2020-12-21T14:24:40.454" v="1275"/>
          <ac:inkMkLst>
            <pc:docMk/>
            <pc:sldMk cId="0" sldId="449"/>
            <ac:inkMk id="69764" creationId="{CEF4F1FF-413D-450B-AFEC-5E86E081BD72}"/>
          </ac:inkMkLst>
        </pc:inkChg>
        <pc:inkChg chg="add del">
          <ac:chgData name="Md. Nahid Hasan" userId="S::nahid@vu.edu.bd::85ea5f9e-65d6-4031-b810-9415101f2e21" providerId="AD" clId="Web-{B4C2672B-3B0D-4136-B0A3-A01D0671BFC8}" dt="2020-12-21T14:24:40.454" v="1274"/>
          <ac:inkMkLst>
            <pc:docMk/>
            <pc:sldMk cId="0" sldId="449"/>
            <ac:inkMk id="69765" creationId="{E5FD8C2D-15CB-4E0E-9856-44471200109E}"/>
          </ac:inkMkLst>
        </pc:inkChg>
        <pc:inkChg chg="add del">
          <ac:chgData name="Md. Nahid Hasan" userId="S::nahid@vu.edu.bd::85ea5f9e-65d6-4031-b810-9415101f2e21" providerId="AD" clId="Web-{B4C2672B-3B0D-4136-B0A3-A01D0671BFC8}" dt="2020-12-21T14:24:40.454" v="1273"/>
          <ac:inkMkLst>
            <pc:docMk/>
            <pc:sldMk cId="0" sldId="449"/>
            <ac:inkMk id="69766" creationId="{A4D07328-AA4C-4B38-AEA7-393E01644E9A}"/>
          </ac:inkMkLst>
        </pc:inkChg>
        <pc:inkChg chg="add del">
          <ac:chgData name="Md. Nahid Hasan" userId="S::nahid@vu.edu.bd::85ea5f9e-65d6-4031-b810-9415101f2e21" providerId="AD" clId="Web-{B4C2672B-3B0D-4136-B0A3-A01D0671BFC8}" dt="2020-12-21T14:24:40.438" v="1272"/>
          <ac:inkMkLst>
            <pc:docMk/>
            <pc:sldMk cId="0" sldId="449"/>
            <ac:inkMk id="69767" creationId="{9B5DDDBC-A258-459D-8879-4EAF3C4C99DB}"/>
          </ac:inkMkLst>
        </pc:inkChg>
        <pc:inkChg chg="add del">
          <ac:chgData name="Md. Nahid Hasan" userId="S::nahid@vu.edu.bd::85ea5f9e-65d6-4031-b810-9415101f2e21" providerId="AD" clId="Web-{B4C2672B-3B0D-4136-B0A3-A01D0671BFC8}" dt="2020-12-21T14:24:40.438" v="1271"/>
          <ac:inkMkLst>
            <pc:docMk/>
            <pc:sldMk cId="0" sldId="449"/>
            <ac:inkMk id="69768" creationId="{87A79D8E-2FED-4027-A130-A19410B1C3D7}"/>
          </ac:inkMkLst>
        </pc:inkChg>
        <pc:inkChg chg="add del">
          <ac:chgData name="Md. Nahid Hasan" userId="S::nahid@vu.edu.bd::85ea5f9e-65d6-4031-b810-9415101f2e21" providerId="AD" clId="Web-{B4C2672B-3B0D-4136-B0A3-A01D0671BFC8}" dt="2020-12-21T14:23:28.392" v="1206"/>
          <ac:inkMkLst>
            <pc:docMk/>
            <pc:sldMk cId="0" sldId="449"/>
            <ac:inkMk id="69769" creationId="{917C6C24-27B8-4C7D-8563-49258E4BEA66}"/>
          </ac:inkMkLst>
        </pc:inkChg>
        <pc:inkChg chg="add del">
          <ac:chgData name="Md. Nahid Hasan" userId="S::nahid@vu.edu.bd::85ea5f9e-65d6-4031-b810-9415101f2e21" providerId="AD" clId="Web-{B4C2672B-3B0D-4136-B0A3-A01D0671BFC8}" dt="2020-12-21T14:23:28.392" v="1205"/>
          <ac:inkMkLst>
            <pc:docMk/>
            <pc:sldMk cId="0" sldId="449"/>
            <ac:inkMk id="69770" creationId="{8B8BE436-02E2-472A-AF5C-F6CF1BE7F303}"/>
          </ac:inkMkLst>
        </pc:inkChg>
        <pc:inkChg chg="add del">
          <ac:chgData name="Md. Nahid Hasan" userId="S::nahid@vu.edu.bd::85ea5f9e-65d6-4031-b810-9415101f2e21" providerId="AD" clId="Web-{B4C2672B-3B0D-4136-B0A3-A01D0671BFC8}" dt="2020-12-21T14:23:28.392" v="1204"/>
          <ac:inkMkLst>
            <pc:docMk/>
            <pc:sldMk cId="0" sldId="449"/>
            <ac:inkMk id="69771" creationId="{0F99D4F5-E2E3-4BDE-A97E-452D1AFB7376}"/>
          </ac:inkMkLst>
        </pc:inkChg>
        <pc:inkChg chg="add del">
          <ac:chgData name="Md. Nahid Hasan" userId="S::nahid@vu.edu.bd::85ea5f9e-65d6-4031-b810-9415101f2e21" providerId="AD" clId="Web-{B4C2672B-3B0D-4136-B0A3-A01D0671BFC8}" dt="2020-12-21T14:23:28.392" v="1203"/>
          <ac:inkMkLst>
            <pc:docMk/>
            <pc:sldMk cId="0" sldId="449"/>
            <ac:inkMk id="69772" creationId="{69EB8F40-67DA-4466-A0A9-53C9D7602A27}"/>
          </ac:inkMkLst>
        </pc:inkChg>
        <pc:inkChg chg="add del">
          <ac:chgData name="Md. Nahid Hasan" userId="S::nahid@vu.edu.bd::85ea5f9e-65d6-4031-b810-9415101f2e21" providerId="AD" clId="Web-{B4C2672B-3B0D-4136-B0A3-A01D0671BFC8}" dt="2020-12-21T14:23:42.064" v="1222"/>
          <ac:inkMkLst>
            <pc:docMk/>
            <pc:sldMk cId="0" sldId="449"/>
            <ac:inkMk id="69773" creationId="{FD83D4C4-E25D-4081-826D-AA510659A759}"/>
          </ac:inkMkLst>
        </pc:inkChg>
        <pc:inkChg chg="add del">
          <ac:chgData name="Md. Nahid Hasan" userId="S::nahid@vu.edu.bd::85ea5f9e-65d6-4031-b810-9415101f2e21" providerId="AD" clId="Web-{B4C2672B-3B0D-4136-B0A3-A01D0671BFC8}" dt="2020-12-21T14:24:40.438" v="1270"/>
          <ac:inkMkLst>
            <pc:docMk/>
            <pc:sldMk cId="0" sldId="449"/>
            <ac:inkMk id="69774" creationId="{01D97122-4BE2-4798-81C4-59D5FFFA3F59}"/>
          </ac:inkMkLst>
        </pc:inkChg>
        <pc:inkChg chg="add del">
          <ac:chgData name="Md. Nahid Hasan" userId="S::nahid@vu.edu.bd::85ea5f9e-65d6-4031-b810-9415101f2e21" providerId="AD" clId="Web-{B4C2672B-3B0D-4136-B0A3-A01D0671BFC8}" dt="2020-12-21T14:24:40.438" v="1269"/>
          <ac:inkMkLst>
            <pc:docMk/>
            <pc:sldMk cId="0" sldId="449"/>
            <ac:inkMk id="69775" creationId="{F45E4055-4D3E-4E2D-BD0E-0ED18A819964}"/>
          </ac:inkMkLst>
        </pc:inkChg>
        <pc:inkChg chg="add del">
          <ac:chgData name="Md. Nahid Hasan" userId="S::nahid@vu.edu.bd::85ea5f9e-65d6-4031-b810-9415101f2e21" providerId="AD" clId="Web-{B4C2672B-3B0D-4136-B0A3-A01D0671BFC8}" dt="2020-12-21T14:24:40.438" v="1268"/>
          <ac:inkMkLst>
            <pc:docMk/>
            <pc:sldMk cId="0" sldId="449"/>
            <ac:inkMk id="69776" creationId="{0064DDB5-C6D3-43AB-BB0E-7CE4CDE7F33D}"/>
          </ac:inkMkLst>
        </pc:inkChg>
        <pc:inkChg chg="add del">
          <ac:chgData name="Md. Nahid Hasan" userId="S::nahid@vu.edu.bd::85ea5f9e-65d6-4031-b810-9415101f2e21" providerId="AD" clId="Web-{B4C2672B-3B0D-4136-B0A3-A01D0671BFC8}" dt="2020-12-21T14:23:42.064" v="1221"/>
          <ac:inkMkLst>
            <pc:docMk/>
            <pc:sldMk cId="0" sldId="449"/>
            <ac:inkMk id="69777" creationId="{235C2D32-228B-423A-962C-F8E7554D6948}"/>
          </ac:inkMkLst>
        </pc:inkChg>
        <pc:inkChg chg="add del">
          <ac:chgData name="Md. Nahid Hasan" userId="S::nahid@vu.edu.bd::85ea5f9e-65d6-4031-b810-9415101f2e21" providerId="AD" clId="Web-{B4C2672B-3B0D-4136-B0A3-A01D0671BFC8}" dt="2020-12-21T14:23:42.064" v="1220"/>
          <ac:inkMkLst>
            <pc:docMk/>
            <pc:sldMk cId="0" sldId="449"/>
            <ac:inkMk id="69778" creationId="{2B474C71-5652-40DE-94C9-8AE5DF68AD74}"/>
          </ac:inkMkLst>
        </pc:inkChg>
        <pc:inkChg chg="add del">
          <ac:chgData name="Md. Nahid Hasan" userId="S::nahid@vu.edu.bd::85ea5f9e-65d6-4031-b810-9415101f2e21" providerId="AD" clId="Web-{B4C2672B-3B0D-4136-B0A3-A01D0671BFC8}" dt="2020-12-21T14:23:42.048" v="1219"/>
          <ac:inkMkLst>
            <pc:docMk/>
            <pc:sldMk cId="0" sldId="449"/>
            <ac:inkMk id="69779" creationId="{0F454395-D947-4332-A318-1E83B9287F20}"/>
          </ac:inkMkLst>
        </pc:inkChg>
        <pc:inkChg chg="add del">
          <ac:chgData name="Md. Nahid Hasan" userId="S::nahid@vu.edu.bd::85ea5f9e-65d6-4031-b810-9415101f2e21" providerId="AD" clId="Web-{B4C2672B-3B0D-4136-B0A3-A01D0671BFC8}" dt="2020-12-21T14:23:42.048" v="1218"/>
          <ac:inkMkLst>
            <pc:docMk/>
            <pc:sldMk cId="0" sldId="449"/>
            <ac:inkMk id="69780" creationId="{223C1A6A-785F-4FB1-A414-CC43ABBFD025}"/>
          </ac:inkMkLst>
        </pc:inkChg>
        <pc:inkChg chg="add del">
          <ac:chgData name="Md. Nahid Hasan" userId="S::nahid@vu.edu.bd::85ea5f9e-65d6-4031-b810-9415101f2e21" providerId="AD" clId="Web-{B4C2672B-3B0D-4136-B0A3-A01D0671BFC8}" dt="2020-12-21T14:23:42.048" v="1217"/>
          <ac:inkMkLst>
            <pc:docMk/>
            <pc:sldMk cId="0" sldId="449"/>
            <ac:inkMk id="69781" creationId="{6122E90F-1CE2-44E7-84F2-6B9D32100495}"/>
          </ac:inkMkLst>
        </pc:inkChg>
        <pc:inkChg chg="add del">
          <ac:chgData name="Md. Nahid Hasan" userId="S::nahid@vu.edu.bd::85ea5f9e-65d6-4031-b810-9415101f2e21" providerId="AD" clId="Web-{B4C2672B-3B0D-4136-B0A3-A01D0671BFC8}" dt="2020-12-21T14:23:42.048" v="1216"/>
          <ac:inkMkLst>
            <pc:docMk/>
            <pc:sldMk cId="0" sldId="449"/>
            <ac:inkMk id="69782" creationId="{7837B590-56F3-4899-912E-740135C3235C}"/>
          </ac:inkMkLst>
        </pc:inkChg>
        <pc:inkChg chg="add">
          <ac:chgData name="Md. Nahid Hasan" userId="S::nahid@vu.edu.bd::85ea5f9e-65d6-4031-b810-9415101f2e21" providerId="AD" clId="Web-{B4C2672B-3B0D-4136-B0A3-A01D0671BFC8}" dt="2020-12-21T14:23:48.751" v="1223"/>
          <ac:inkMkLst>
            <pc:docMk/>
            <pc:sldMk cId="0" sldId="449"/>
            <ac:inkMk id="69783" creationId="{80507169-5830-4896-A07E-E99167EA846A}"/>
          </ac:inkMkLst>
        </pc:inkChg>
        <pc:inkChg chg="add del">
          <ac:chgData name="Md. Nahid Hasan" userId="S::nahid@vu.edu.bd::85ea5f9e-65d6-4031-b810-9415101f2e21" providerId="AD" clId="Web-{B4C2672B-3B0D-4136-B0A3-A01D0671BFC8}" dt="2020-12-21T14:24:40.423" v="1267"/>
          <ac:inkMkLst>
            <pc:docMk/>
            <pc:sldMk cId="0" sldId="449"/>
            <ac:inkMk id="69784" creationId="{F9219307-3E59-4AED-B5E4-0564BD32F888}"/>
          </ac:inkMkLst>
        </pc:inkChg>
        <pc:inkChg chg="add del">
          <ac:chgData name="Md. Nahid Hasan" userId="S::nahid@vu.edu.bd::85ea5f9e-65d6-4031-b810-9415101f2e21" providerId="AD" clId="Web-{B4C2672B-3B0D-4136-B0A3-A01D0671BFC8}" dt="2020-12-21T14:24:40.423" v="1266"/>
          <ac:inkMkLst>
            <pc:docMk/>
            <pc:sldMk cId="0" sldId="449"/>
            <ac:inkMk id="69785" creationId="{44C9C51B-941A-46F0-A887-B0D218B85B62}"/>
          </ac:inkMkLst>
        </pc:inkChg>
        <pc:inkChg chg="add">
          <ac:chgData name="Md. Nahid Hasan" userId="S::nahid@vu.edu.bd::85ea5f9e-65d6-4031-b810-9415101f2e21" providerId="AD" clId="Web-{B4C2672B-3B0D-4136-B0A3-A01D0671BFC8}" dt="2020-12-21T14:23:50.126" v="1226"/>
          <ac:inkMkLst>
            <pc:docMk/>
            <pc:sldMk cId="0" sldId="449"/>
            <ac:inkMk id="69786" creationId="{4E4561A1-837F-44E7-A600-24F68DFCAB08}"/>
          </ac:inkMkLst>
        </pc:inkChg>
        <pc:inkChg chg="add del">
          <ac:chgData name="Md. Nahid Hasan" userId="S::nahid@vu.edu.bd::85ea5f9e-65d6-4031-b810-9415101f2e21" providerId="AD" clId="Web-{B4C2672B-3B0D-4136-B0A3-A01D0671BFC8}" dt="2020-12-21T14:24:40.423" v="1265"/>
          <ac:inkMkLst>
            <pc:docMk/>
            <pc:sldMk cId="0" sldId="449"/>
            <ac:inkMk id="69787" creationId="{C559C52B-9A5E-45DA-B593-2766F3040145}"/>
          </ac:inkMkLst>
        </pc:inkChg>
        <pc:inkChg chg="add">
          <ac:chgData name="Md. Nahid Hasan" userId="S::nahid@vu.edu.bd::85ea5f9e-65d6-4031-b810-9415101f2e21" providerId="AD" clId="Web-{B4C2672B-3B0D-4136-B0A3-A01D0671BFC8}" dt="2020-12-21T14:23:52.360" v="1228"/>
          <ac:inkMkLst>
            <pc:docMk/>
            <pc:sldMk cId="0" sldId="449"/>
            <ac:inkMk id="69788" creationId="{32236B1B-4487-4C38-AB75-0C74FA385852}"/>
          </ac:inkMkLst>
        </pc:inkChg>
        <pc:inkChg chg="add del">
          <ac:chgData name="Md. Nahid Hasan" userId="S::nahid@vu.edu.bd::85ea5f9e-65d6-4031-b810-9415101f2e21" providerId="AD" clId="Web-{B4C2672B-3B0D-4136-B0A3-A01D0671BFC8}" dt="2020-12-21T14:24:40.423" v="1264"/>
          <ac:inkMkLst>
            <pc:docMk/>
            <pc:sldMk cId="0" sldId="449"/>
            <ac:inkMk id="69789" creationId="{98D7455B-FCA3-4387-BB4E-3325A2E88262}"/>
          </ac:inkMkLst>
        </pc:inkChg>
        <pc:inkChg chg="add del">
          <ac:chgData name="Md. Nahid Hasan" userId="S::nahid@vu.edu.bd::85ea5f9e-65d6-4031-b810-9415101f2e21" providerId="AD" clId="Web-{B4C2672B-3B0D-4136-B0A3-A01D0671BFC8}" dt="2020-12-21T14:24:40.407" v="1263"/>
          <ac:inkMkLst>
            <pc:docMk/>
            <pc:sldMk cId="0" sldId="449"/>
            <ac:inkMk id="69790" creationId="{3EBF2543-D00F-4135-A9F2-935C112051E8}"/>
          </ac:inkMkLst>
        </pc:inkChg>
        <pc:inkChg chg="add del">
          <ac:chgData name="Md. Nahid Hasan" userId="S::nahid@vu.edu.bd::85ea5f9e-65d6-4031-b810-9415101f2e21" providerId="AD" clId="Web-{B4C2672B-3B0D-4136-B0A3-A01D0671BFC8}" dt="2020-12-21T14:24:40.407" v="1262"/>
          <ac:inkMkLst>
            <pc:docMk/>
            <pc:sldMk cId="0" sldId="449"/>
            <ac:inkMk id="69791" creationId="{AE90BD01-297B-4A7A-97B2-7F6D5B77EADC}"/>
          </ac:inkMkLst>
        </pc:inkChg>
        <pc:inkChg chg="add del">
          <ac:chgData name="Md. Nahid Hasan" userId="S::nahid@vu.edu.bd::85ea5f9e-65d6-4031-b810-9415101f2e21" providerId="AD" clId="Web-{B4C2672B-3B0D-4136-B0A3-A01D0671BFC8}" dt="2020-12-21T14:24:40.407" v="1261"/>
          <ac:inkMkLst>
            <pc:docMk/>
            <pc:sldMk cId="0" sldId="449"/>
            <ac:inkMk id="69792" creationId="{FDC3C160-EA19-4D2E-BE92-46F738CB1C0C}"/>
          </ac:inkMkLst>
        </pc:inkChg>
        <pc:inkChg chg="add del">
          <ac:chgData name="Md. Nahid Hasan" userId="S::nahid@vu.edu.bd::85ea5f9e-65d6-4031-b810-9415101f2e21" providerId="AD" clId="Web-{B4C2672B-3B0D-4136-B0A3-A01D0671BFC8}" dt="2020-12-21T14:24:40.407" v="1260"/>
          <ac:inkMkLst>
            <pc:docMk/>
            <pc:sldMk cId="0" sldId="449"/>
            <ac:inkMk id="69793" creationId="{593B6620-D6C8-4C95-8B3D-6A422F4BF86A}"/>
          </ac:inkMkLst>
        </pc:inkChg>
        <pc:inkChg chg="add del">
          <ac:chgData name="Md. Nahid Hasan" userId="S::nahid@vu.edu.bd::85ea5f9e-65d6-4031-b810-9415101f2e21" providerId="AD" clId="Web-{B4C2672B-3B0D-4136-B0A3-A01D0671BFC8}" dt="2020-12-21T14:24:40.407" v="1259"/>
          <ac:inkMkLst>
            <pc:docMk/>
            <pc:sldMk cId="0" sldId="449"/>
            <ac:inkMk id="69794" creationId="{2AAB4EDC-FCAD-49BF-AA4C-36326890BFAC}"/>
          </ac:inkMkLst>
        </pc:inkChg>
        <pc:inkChg chg="add del">
          <ac:chgData name="Md. Nahid Hasan" userId="S::nahid@vu.edu.bd::85ea5f9e-65d6-4031-b810-9415101f2e21" providerId="AD" clId="Web-{B4C2672B-3B0D-4136-B0A3-A01D0671BFC8}" dt="2020-12-21T14:24:40.391" v="1258"/>
          <ac:inkMkLst>
            <pc:docMk/>
            <pc:sldMk cId="0" sldId="449"/>
            <ac:inkMk id="69795" creationId="{B2A8F54B-C18E-4153-A65E-E4E824DA0AE9}"/>
          </ac:inkMkLst>
        </pc:inkChg>
        <pc:inkChg chg="add del">
          <ac:chgData name="Md. Nahid Hasan" userId="S::nahid@vu.edu.bd::85ea5f9e-65d6-4031-b810-9415101f2e21" providerId="AD" clId="Web-{B4C2672B-3B0D-4136-B0A3-A01D0671BFC8}" dt="2020-12-21T14:24:40.391" v="1257"/>
          <ac:inkMkLst>
            <pc:docMk/>
            <pc:sldMk cId="0" sldId="449"/>
            <ac:inkMk id="69796" creationId="{583F83FE-C1E8-4FD9-BB7B-B3594D54C970}"/>
          </ac:inkMkLst>
        </pc:inkChg>
        <pc:inkChg chg="add del">
          <ac:chgData name="Md. Nahid Hasan" userId="S::nahid@vu.edu.bd::85ea5f9e-65d6-4031-b810-9415101f2e21" providerId="AD" clId="Web-{B4C2672B-3B0D-4136-B0A3-A01D0671BFC8}" dt="2020-12-21T14:24:40.391" v="1256"/>
          <ac:inkMkLst>
            <pc:docMk/>
            <pc:sldMk cId="0" sldId="449"/>
            <ac:inkMk id="69797" creationId="{FD632BB8-D332-47B0-9EB1-86B7AFB911C5}"/>
          </ac:inkMkLst>
        </pc:inkChg>
        <pc:inkChg chg="add del">
          <ac:chgData name="Md. Nahid Hasan" userId="S::nahid@vu.edu.bd::85ea5f9e-65d6-4031-b810-9415101f2e21" providerId="AD" clId="Web-{B4C2672B-3B0D-4136-B0A3-A01D0671BFC8}" dt="2020-12-21T14:24:40.391" v="1255"/>
          <ac:inkMkLst>
            <pc:docMk/>
            <pc:sldMk cId="0" sldId="449"/>
            <ac:inkMk id="69798" creationId="{CF0F9F11-7CF1-4131-A6E1-27A5FC31AF99}"/>
          </ac:inkMkLst>
        </pc:inkChg>
        <pc:inkChg chg="add del">
          <ac:chgData name="Md. Nahid Hasan" userId="S::nahid@vu.edu.bd::85ea5f9e-65d6-4031-b810-9415101f2e21" providerId="AD" clId="Web-{B4C2672B-3B0D-4136-B0A3-A01D0671BFC8}" dt="2020-12-21T14:24:40.376" v="1254"/>
          <ac:inkMkLst>
            <pc:docMk/>
            <pc:sldMk cId="0" sldId="449"/>
            <ac:inkMk id="69799" creationId="{45CC591A-FB31-47CB-9066-D15B467366E2}"/>
          </ac:inkMkLst>
        </pc:inkChg>
        <pc:inkChg chg="add del">
          <ac:chgData name="Md. Nahid Hasan" userId="S::nahid@vu.edu.bd::85ea5f9e-65d6-4031-b810-9415101f2e21" providerId="AD" clId="Web-{B4C2672B-3B0D-4136-B0A3-A01D0671BFC8}" dt="2020-12-21T14:24:40.376" v="1253"/>
          <ac:inkMkLst>
            <pc:docMk/>
            <pc:sldMk cId="0" sldId="449"/>
            <ac:inkMk id="69800" creationId="{21170227-2064-4423-86EE-E0FF10A89FB5}"/>
          </ac:inkMkLst>
        </pc:inkChg>
        <pc:inkChg chg="add del">
          <ac:chgData name="Md. Nahid Hasan" userId="S::nahid@vu.edu.bd::85ea5f9e-65d6-4031-b810-9415101f2e21" providerId="AD" clId="Web-{B4C2672B-3B0D-4136-B0A3-A01D0671BFC8}" dt="2020-12-21T14:24:40.376" v="1252"/>
          <ac:inkMkLst>
            <pc:docMk/>
            <pc:sldMk cId="0" sldId="449"/>
            <ac:inkMk id="69801" creationId="{87971DD1-2042-4A1D-828D-203D222918EA}"/>
          </ac:inkMkLst>
        </pc:inkChg>
        <pc:inkChg chg="add del">
          <ac:chgData name="Md. Nahid Hasan" userId="S::nahid@vu.edu.bd::85ea5f9e-65d6-4031-b810-9415101f2e21" providerId="AD" clId="Web-{B4C2672B-3B0D-4136-B0A3-A01D0671BFC8}" dt="2020-12-21T14:24:40.376" v="1251"/>
          <ac:inkMkLst>
            <pc:docMk/>
            <pc:sldMk cId="0" sldId="449"/>
            <ac:inkMk id="69802" creationId="{A23EEAE8-3E91-47BB-B5B3-222B230201A9}"/>
          </ac:inkMkLst>
        </pc:inkChg>
        <pc:inkChg chg="add del">
          <ac:chgData name="Md. Nahid Hasan" userId="S::nahid@vu.edu.bd::85ea5f9e-65d6-4031-b810-9415101f2e21" providerId="AD" clId="Web-{B4C2672B-3B0D-4136-B0A3-A01D0671BFC8}" dt="2020-12-21T14:24:40.376" v="1250"/>
          <ac:inkMkLst>
            <pc:docMk/>
            <pc:sldMk cId="0" sldId="449"/>
            <ac:inkMk id="69803" creationId="{96BA17F0-301F-4500-A48F-48441ED5A409}"/>
          </ac:inkMkLst>
        </pc:inkChg>
        <pc:inkChg chg="add del">
          <ac:chgData name="Md. Nahid Hasan" userId="S::nahid@vu.edu.bd::85ea5f9e-65d6-4031-b810-9415101f2e21" providerId="AD" clId="Web-{B4C2672B-3B0D-4136-B0A3-A01D0671BFC8}" dt="2020-12-21T14:24:40.360" v="1249"/>
          <ac:inkMkLst>
            <pc:docMk/>
            <pc:sldMk cId="0" sldId="449"/>
            <ac:inkMk id="69804" creationId="{CAC51BC3-C7B7-4748-AF8C-8096C7A989E2}"/>
          </ac:inkMkLst>
        </pc:inkChg>
        <pc:inkChg chg="add del">
          <ac:chgData name="Md. Nahid Hasan" userId="S::nahid@vu.edu.bd::85ea5f9e-65d6-4031-b810-9415101f2e21" providerId="AD" clId="Web-{B4C2672B-3B0D-4136-B0A3-A01D0671BFC8}" dt="2020-12-21T14:24:40.360" v="1248"/>
          <ac:inkMkLst>
            <pc:docMk/>
            <pc:sldMk cId="0" sldId="449"/>
            <ac:inkMk id="69805" creationId="{6E29955E-DFE4-4678-B4C0-7FD0D77A9A82}"/>
          </ac:inkMkLst>
        </pc:inkChg>
        <pc:inkChg chg="add del">
          <ac:chgData name="Md. Nahid Hasan" userId="S::nahid@vu.edu.bd::85ea5f9e-65d6-4031-b810-9415101f2e21" providerId="AD" clId="Web-{B4C2672B-3B0D-4136-B0A3-A01D0671BFC8}" dt="2020-12-21T14:24:40.360" v="1247"/>
          <ac:inkMkLst>
            <pc:docMk/>
            <pc:sldMk cId="0" sldId="449"/>
            <ac:inkMk id="69806" creationId="{D6E979DA-B74A-4C21-B275-6B12F24F1E2F}"/>
          </ac:inkMkLst>
        </pc:inkChg>
      </pc:sldChg>
      <pc:sldChg chg="addSp delSp">
        <pc:chgData name="Md. Nahid Hasan" userId="S::nahid@vu.edu.bd::85ea5f9e-65d6-4031-b810-9415101f2e21" providerId="AD" clId="Web-{B4C2672B-3B0D-4136-B0A3-A01D0671BFC8}" dt="2020-12-21T14:39:23.732" v="1748"/>
        <pc:sldMkLst>
          <pc:docMk/>
          <pc:sldMk cId="0" sldId="450"/>
        </pc:sldMkLst>
        <pc:inkChg chg="del">
          <ac:chgData name="Md. Nahid Hasan" userId="S::nahid@vu.edu.bd::85ea5f9e-65d6-4031-b810-9415101f2e21" providerId="AD" clId="Web-{B4C2672B-3B0D-4136-B0A3-A01D0671BFC8}" dt="2020-12-21T14:17:45.940" v="1090"/>
          <ac:inkMkLst>
            <pc:docMk/>
            <pc:sldMk cId="0" sldId="450"/>
            <ac:inkMk id="2" creationId="{9E2A8FEA-F149-4613-8ECB-41F87359C5FF}"/>
          </ac:inkMkLst>
        </pc:inkChg>
        <pc:inkChg chg="del">
          <ac:chgData name="Md. Nahid Hasan" userId="S::nahid@vu.edu.bd::85ea5f9e-65d6-4031-b810-9415101f2e21" providerId="AD" clId="Web-{B4C2672B-3B0D-4136-B0A3-A01D0671BFC8}" dt="2020-12-21T14:17:45.940" v="1089"/>
          <ac:inkMkLst>
            <pc:docMk/>
            <pc:sldMk cId="0" sldId="450"/>
            <ac:inkMk id="3" creationId="{57A832D6-F37D-4A0B-807A-582FAE6382A1}"/>
          </ac:inkMkLst>
        </pc:inkChg>
        <pc:inkChg chg="add">
          <ac:chgData name="Md. Nahid Hasan" userId="S::nahid@vu.edu.bd::85ea5f9e-65d6-4031-b810-9415101f2e21" providerId="AD" clId="Web-{B4C2672B-3B0D-4136-B0A3-A01D0671BFC8}" dt="2020-12-21T14:14:25.987" v="989"/>
          <ac:inkMkLst>
            <pc:docMk/>
            <pc:sldMk cId="0" sldId="450"/>
            <ac:inkMk id="4" creationId="{26F30EDB-215A-48C5-BD24-6E8CFF16B2BA}"/>
          </ac:inkMkLst>
        </pc:inkChg>
        <pc:inkChg chg="add">
          <ac:chgData name="Md. Nahid Hasan" userId="S::nahid@vu.edu.bd::85ea5f9e-65d6-4031-b810-9415101f2e21" providerId="AD" clId="Web-{B4C2672B-3B0D-4136-B0A3-A01D0671BFC8}" dt="2020-12-21T14:14:30.768" v="990"/>
          <ac:inkMkLst>
            <pc:docMk/>
            <pc:sldMk cId="0" sldId="450"/>
            <ac:inkMk id="5" creationId="{8DE8C1F6-371C-4309-8597-F4525C4FD730}"/>
          </ac:inkMkLst>
        </pc:inkChg>
        <pc:inkChg chg="add del">
          <ac:chgData name="Md. Nahid Hasan" userId="S::nahid@vu.edu.bd::85ea5f9e-65d6-4031-b810-9415101f2e21" providerId="AD" clId="Web-{B4C2672B-3B0D-4136-B0A3-A01D0671BFC8}" dt="2020-12-21T14:17:45.940" v="1088"/>
          <ac:inkMkLst>
            <pc:docMk/>
            <pc:sldMk cId="0" sldId="450"/>
            <ac:inkMk id="6" creationId="{32E998CF-A322-4967-8487-5A3291F685C2}"/>
          </ac:inkMkLst>
        </pc:inkChg>
        <pc:inkChg chg="add del">
          <ac:chgData name="Md. Nahid Hasan" userId="S::nahid@vu.edu.bd::85ea5f9e-65d6-4031-b810-9415101f2e21" providerId="AD" clId="Web-{B4C2672B-3B0D-4136-B0A3-A01D0671BFC8}" dt="2020-12-21T14:17:45.924" v="1087"/>
          <ac:inkMkLst>
            <pc:docMk/>
            <pc:sldMk cId="0" sldId="450"/>
            <ac:inkMk id="7" creationId="{D340536A-3ABE-4AE9-8ECD-4E6B713C5ABB}"/>
          </ac:inkMkLst>
        </pc:inkChg>
        <pc:inkChg chg="add del">
          <ac:chgData name="Md. Nahid Hasan" userId="S::nahid@vu.edu.bd::85ea5f9e-65d6-4031-b810-9415101f2e21" providerId="AD" clId="Web-{B4C2672B-3B0D-4136-B0A3-A01D0671BFC8}" dt="2020-12-21T14:17:45.924" v="1086"/>
          <ac:inkMkLst>
            <pc:docMk/>
            <pc:sldMk cId="0" sldId="450"/>
            <ac:inkMk id="8" creationId="{47C425BD-9CF3-46E8-8AEC-494157684B77}"/>
          </ac:inkMkLst>
        </pc:inkChg>
        <pc:inkChg chg="add">
          <ac:chgData name="Md. Nahid Hasan" userId="S::nahid@vu.edu.bd::85ea5f9e-65d6-4031-b810-9415101f2e21" providerId="AD" clId="Web-{B4C2672B-3B0D-4136-B0A3-A01D0671BFC8}" dt="2020-12-21T14:14:44.706" v="994"/>
          <ac:inkMkLst>
            <pc:docMk/>
            <pc:sldMk cId="0" sldId="450"/>
            <ac:inkMk id="9" creationId="{387C5523-B673-428D-9A99-27B03A2F17CD}"/>
          </ac:inkMkLst>
        </pc:inkChg>
        <pc:inkChg chg="add">
          <ac:chgData name="Md. Nahid Hasan" userId="S::nahid@vu.edu.bd::85ea5f9e-65d6-4031-b810-9415101f2e21" providerId="AD" clId="Web-{B4C2672B-3B0D-4136-B0A3-A01D0671BFC8}" dt="2020-12-21T14:14:47.831" v="995"/>
          <ac:inkMkLst>
            <pc:docMk/>
            <pc:sldMk cId="0" sldId="450"/>
            <ac:inkMk id="10" creationId="{85C082E2-FF18-49FD-AD8A-0FF442FB7BF9}"/>
          </ac:inkMkLst>
        </pc:inkChg>
        <pc:inkChg chg="add">
          <ac:chgData name="Md. Nahid Hasan" userId="S::nahid@vu.edu.bd::85ea5f9e-65d6-4031-b810-9415101f2e21" providerId="AD" clId="Web-{B4C2672B-3B0D-4136-B0A3-A01D0671BFC8}" dt="2020-12-21T14:15:02.628" v="996"/>
          <ac:inkMkLst>
            <pc:docMk/>
            <pc:sldMk cId="0" sldId="450"/>
            <ac:inkMk id="11" creationId="{9C4CD25E-98E2-4C18-8CEA-30DE9D7F41EC}"/>
          </ac:inkMkLst>
        </pc:inkChg>
        <pc:inkChg chg="add">
          <ac:chgData name="Md. Nahid Hasan" userId="S::nahid@vu.edu.bd::85ea5f9e-65d6-4031-b810-9415101f2e21" providerId="AD" clId="Web-{B4C2672B-3B0D-4136-B0A3-A01D0671BFC8}" dt="2020-12-21T14:15:26.237" v="997"/>
          <ac:inkMkLst>
            <pc:docMk/>
            <pc:sldMk cId="0" sldId="450"/>
            <ac:inkMk id="12" creationId="{8BECE5A6-FFB9-4C52-9770-643E7C479ABA}"/>
          </ac:inkMkLst>
        </pc:inkChg>
        <pc:inkChg chg="add">
          <ac:chgData name="Md. Nahid Hasan" userId="S::nahid@vu.edu.bd::85ea5f9e-65d6-4031-b810-9415101f2e21" providerId="AD" clId="Web-{B4C2672B-3B0D-4136-B0A3-A01D0671BFC8}" dt="2020-12-21T14:15:26.253" v="998"/>
          <ac:inkMkLst>
            <pc:docMk/>
            <pc:sldMk cId="0" sldId="450"/>
            <ac:inkMk id="13" creationId="{09758CE2-82A0-4412-93EE-AB5824C20CF2}"/>
          </ac:inkMkLst>
        </pc:inkChg>
        <pc:inkChg chg="add">
          <ac:chgData name="Md. Nahid Hasan" userId="S::nahid@vu.edu.bd::85ea5f9e-65d6-4031-b810-9415101f2e21" providerId="AD" clId="Web-{B4C2672B-3B0D-4136-B0A3-A01D0671BFC8}" dt="2020-12-21T14:15:31.190" v="999"/>
          <ac:inkMkLst>
            <pc:docMk/>
            <pc:sldMk cId="0" sldId="450"/>
            <ac:inkMk id="14" creationId="{4252D985-F621-412D-A975-7783917D2FAF}"/>
          </ac:inkMkLst>
        </pc:inkChg>
        <pc:inkChg chg="add">
          <ac:chgData name="Md. Nahid Hasan" userId="S::nahid@vu.edu.bd::85ea5f9e-65d6-4031-b810-9415101f2e21" providerId="AD" clId="Web-{B4C2672B-3B0D-4136-B0A3-A01D0671BFC8}" dt="2020-12-21T14:15:31.206" v="1000"/>
          <ac:inkMkLst>
            <pc:docMk/>
            <pc:sldMk cId="0" sldId="450"/>
            <ac:inkMk id="15" creationId="{E4C10AE9-B231-4D08-9866-C035E1DC1705}"/>
          </ac:inkMkLst>
        </pc:inkChg>
        <pc:inkChg chg="add">
          <ac:chgData name="Md. Nahid Hasan" userId="S::nahid@vu.edu.bd::85ea5f9e-65d6-4031-b810-9415101f2e21" providerId="AD" clId="Web-{B4C2672B-3B0D-4136-B0A3-A01D0671BFC8}" dt="2020-12-21T14:15:31.206" v="1001"/>
          <ac:inkMkLst>
            <pc:docMk/>
            <pc:sldMk cId="0" sldId="450"/>
            <ac:inkMk id="16" creationId="{80E3F1CE-EF71-4392-8A88-2CECE776BBE3}"/>
          </ac:inkMkLst>
        </pc:inkChg>
        <pc:inkChg chg="add">
          <ac:chgData name="Md. Nahid Hasan" userId="S::nahid@vu.edu.bd::85ea5f9e-65d6-4031-b810-9415101f2e21" providerId="AD" clId="Web-{B4C2672B-3B0D-4136-B0A3-A01D0671BFC8}" dt="2020-12-21T14:15:31.221" v="1002"/>
          <ac:inkMkLst>
            <pc:docMk/>
            <pc:sldMk cId="0" sldId="450"/>
            <ac:inkMk id="17" creationId="{954A29E5-9589-422F-99F2-57757DCA45F0}"/>
          </ac:inkMkLst>
        </pc:inkChg>
        <pc:inkChg chg="add">
          <ac:chgData name="Md. Nahid Hasan" userId="S::nahid@vu.edu.bd::85ea5f9e-65d6-4031-b810-9415101f2e21" providerId="AD" clId="Web-{B4C2672B-3B0D-4136-B0A3-A01D0671BFC8}" dt="2020-12-21T14:15:31.221" v="1003"/>
          <ac:inkMkLst>
            <pc:docMk/>
            <pc:sldMk cId="0" sldId="450"/>
            <ac:inkMk id="18" creationId="{478F2A1D-1F51-4E05-A1CF-D5C439DBB599}"/>
          </ac:inkMkLst>
        </pc:inkChg>
        <pc:inkChg chg="add">
          <ac:chgData name="Md. Nahid Hasan" userId="S::nahid@vu.edu.bd::85ea5f9e-65d6-4031-b810-9415101f2e21" providerId="AD" clId="Web-{B4C2672B-3B0D-4136-B0A3-A01D0671BFC8}" dt="2020-12-21T14:15:31.221" v="1004"/>
          <ac:inkMkLst>
            <pc:docMk/>
            <pc:sldMk cId="0" sldId="450"/>
            <ac:inkMk id="19" creationId="{676FCB37-785F-4C6C-8B7A-0ABDD3AF0FD3}"/>
          </ac:inkMkLst>
        </pc:inkChg>
        <pc:inkChg chg="add">
          <ac:chgData name="Md. Nahid Hasan" userId="S::nahid@vu.edu.bd::85ea5f9e-65d6-4031-b810-9415101f2e21" providerId="AD" clId="Web-{B4C2672B-3B0D-4136-B0A3-A01D0671BFC8}" dt="2020-12-21T14:15:31.237" v="1005"/>
          <ac:inkMkLst>
            <pc:docMk/>
            <pc:sldMk cId="0" sldId="450"/>
            <ac:inkMk id="20" creationId="{DD52A204-566D-47AE-A6B5-BA0D3B379293}"/>
          </ac:inkMkLst>
        </pc:inkChg>
        <pc:inkChg chg="add">
          <ac:chgData name="Md. Nahid Hasan" userId="S::nahid@vu.edu.bd::85ea5f9e-65d6-4031-b810-9415101f2e21" providerId="AD" clId="Web-{B4C2672B-3B0D-4136-B0A3-A01D0671BFC8}" dt="2020-12-21T14:15:31.237" v="1006"/>
          <ac:inkMkLst>
            <pc:docMk/>
            <pc:sldMk cId="0" sldId="450"/>
            <ac:inkMk id="21" creationId="{346B5FA7-A21F-4A33-9CEC-91D9F377118B}"/>
          </ac:inkMkLst>
        </pc:inkChg>
        <pc:inkChg chg="add">
          <ac:chgData name="Md. Nahid Hasan" userId="S::nahid@vu.edu.bd::85ea5f9e-65d6-4031-b810-9415101f2e21" providerId="AD" clId="Web-{B4C2672B-3B0D-4136-B0A3-A01D0671BFC8}" dt="2020-12-21T14:15:31.253" v="1007"/>
          <ac:inkMkLst>
            <pc:docMk/>
            <pc:sldMk cId="0" sldId="450"/>
            <ac:inkMk id="22" creationId="{9D178307-1009-45C2-930E-001F0A53D33F}"/>
          </ac:inkMkLst>
        </pc:inkChg>
        <pc:inkChg chg="add">
          <ac:chgData name="Md. Nahid Hasan" userId="S::nahid@vu.edu.bd::85ea5f9e-65d6-4031-b810-9415101f2e21" providerId="AD" clId="Web-{B4C2672B-3B0D-4136-B0A3-A01D0671BFC8}" dt="2020-12-21T14:15:33.518" v="1008"/>
          <ac:inkMkLst>
            <pc:docMk/>
            <pc:sldMk cId="0" sldId="450"/>
            <ac:inkMk id="23" creationId="{03F5E694-A55E-4DAD-B9AD-9476FC311CCA}"/>
          </ac:inkMkLst>
        </pc:inkChg>
        <pc:inkChg chg="add">
          <ac:chgData name="Md. Nahid Hasan" userId="S::nahid@vu.edu.bd::85ea5f9e-65d6-4031-b810-9415101f2e21" providerId="AD" clId="Web-{B4C2672B-3B0D-4136-B0A3-A01D0671BFC8}" dt="2020-12-21T14:15:33.534" v="1009"/>
          <ac:inkMkLst>
            <pc:docMk/>
            <pc:sldMk cId="0" sldId="450"/>
            <ac:inkMk id="24" creationId="{361EB996-691B-4B8A-93E9-B7A953027A77}"/>
          </ac:inkMkLst>
        </pc:inkChg>
        <pc:inkChg chg="add">
          <ac:chgData name="Md. Nahid Hasan" userId="S::nahid@vu.edu.bd::85ea5f9e-65d6-4031-b810-9415101f2e21" providerId="AD" clId="Web-{B4C2672B-3B0D-4136-B0A3-A01D0671BFC8}" dt="2020-12-21T14:15:33.534" v="1010"/>
          <ac:inkMkLst>
            <pc:docMk/>
            <pc:sldMk cId="0" sldId="450"/>
            <ac:inkMk id="25" creationId="{3084E0B3-5EDF-4239-819B-4A68C9BBCB91}"/>
          </ac:inkMkLst>
        </pc:inkChg>
        <pc:inkChg chg="add">
          <ac:chgData name="Md. Nahid Hasan" userId="S::nahid@vu.edu.bd::85ea5f9e-65d6-4031-b810-9415101f2e21" providerId="AD" clId="Web-{B4C2672B-3B0D-4136-B0A3-A01D0671BFC8}" dt="2020-12-21T14:15:34.878" v="1011"/>
          <ac:inkMkLst>
            <pc:docMk/>
            <pc:sldMk cId="0" sldId="450"/>
            <ac:inkMk id="26" creationId="{59B35477-F5A3-4F24-9713-B30DEBE8F2DB}"/>
          </ac:inkMkLst>
        </pc:inkChg>
        <pc:inkChg chg="add">
          <ac:chgData name="Md. Nahid Hasan" userId="S::nahid@vu.edu.bd::85ea5f9e-65d6-4031-b810-9415101f2e21" providerId="AD" clId="Web-{B4C2672B-3B0D-4136-B0A3-A01D0671BFC8}" dt="2020-12-21T14:15:34.893" v="1012"/>
          <ac:inkMkLst>
            <pc:docMk/>
            <pc:sldMk cId="0" sldId="450"/>
            <ac:inkMk id="27" creationId="{BA9CBEFB-A743-4DB6-AA94-8FAF2495A701}"/>
          </ac:inkMkLst>
        </pc:inkChg>
        <pc:inkChg chg="add del">
          <ac:chgData name="Md. Nahid Hasan" userId="S::nahid@vu.edu.bd::85ea5f9e-65d6-4031-b810-9415101f2e21" providerId="AD" clId="Web-{B4C2672B-3B0D-4136-B0A3-A01D0671BFC8}" dt="2020-12-21T14:17:45.924" v="1085"/>
          <ac:inkMkLst>
            <pc:docMk/>
            <pc:sldMk cId="0" sldId="450"/>
            <ac:inkMk id="28" creationId="{7FCF5AA7-4EBC-4BE6-8F2A-6E15885E8E85}"/>
          </ac:inkMkLst>
        </pc:inkChg>
        <pc:inkChg chg="add del">
          <ac:chgData name="Md. Nahid Hasan" userId="S::nahid@vu.edu.bd::85ea5f9e-65d6-4031-b810-9415101f2e21" providerId="AD" clId="Web-{B4C2672B-3B0D-4136-B0A3-A01D0671BFC8}" dt="2020-12-21T14:17:45.924" v="1084"/>
          <ac:inkMkLst>
            <pc:docMk/>
            <pc:sldMk cId="0" sldId="450"/>
            <ac:inkMk id="29" creationId="{1F9D27A9-F3E8-4C8C-88EE-D5D6CF75B3E0}"/>
          </ac:inkMkLst>
        </pc:inkChg>
        <pc:inkChg chg="add">
          <ac:chgData name="Md. Nahid Hasan" userId="S::nahid@vu.edu.bd::85ea5f9e-65d6-4031-b810-9415101f2e21" providerId="AD" clId="Web-{B4C2672B-3B0D-4136-B0A3-A01D0671BFC8}" dt="2020-12-21T14:15:47.315" v="1015"/>
          <ac:inkMkLst>
            <pc:docMk/>
            <pc:sldMk cId="0" sldId="450"/>
            <ac:inkMk id="30" creationId="{175B33BE-1815-451D-8129-4A509C2C0498}"/>
          </ac:inkMkLst>
        </pc:inkChg>
        <pc:inkChg chg="add">
          <ac:chgData name="Md. Nahid Hasan" userId="S::nahid@vu.edu.bd::85ea5f9e-65d6-4031-b810-9415101f2e21" providerId="AD" clId="Web-{B4C2672B-3B0D-4136-B0A3-A01D0671BFC8}" dt="2020-12-21T14:15:47.315" v="1016"/>
          <ac:inkMkLst>
            <pc:docMk/>
            <pc:sldMk cId="0" sldId="450"/>
            <ac:inkMk id="31" creationId="{B089222A-5F97-40F6-82C6-40786740ED8A}"/>
          </ac:inkMkLst>
        </pc:inkChg>
        <pc:inkChg chg="add">
          <ac:chgData name="Md. Nahid Hasan" userId="S::nahid@vu.edu.bd::85ea5f9e-65d6-4031-b810-9415101f2e21" providerId="AD" clId="Web-{B4C2672B-3B0D-4136-B0A3-A01D0671BFC8}" dt="2020-12-21T14:15:47.315" v="1017"/>
          <ac:inkMkLst>
            <pc:docMk/>
            <pc:sldMk cId="0" sldId="450"/>
            <ac:inkMk id="32" creationId="{F8B2A75B-011E-4136-BFF2-E7813838B0A5}"/>
          </ac:inkMkLst>
        </pc:inkChg>
        <pc:inkChg chg="add">
          <ac:chgData name="Md. Nahid Hasan" userId="S::nahid@vu.edu.bd::85ea5f9e-65d6-4031-b810-9415101f2e21" providerId="AD" clId="Web-{B4C2672B-3B0D-4136-B0A3-A01D0671BFC8}" dt="2020-12-21T14:15:47.331" v="1018"/>
          <ac:inkMkLst>
            <pc:docMk/>
            <pc:sldMk cId="0" sldId="450"/>
            <ac:inkMk id="33" creationId="{BA53D544-8CFD-40A2-8F68-021F6A8ED41E}"/>
          </ac:inkMkLst>
        </pc:inkChg>
        <pc:inkChg chg="add">
          <ac:chgData name="Md. Nahid Hasan" userId="S::nahid@vu.edu.bd::85ea5f9e-65d6-4031-b810-9415101f2e21" providerId="AD" clId="Web-{B4C2672B-3B0D-4136-B0A3-A01D0671BFC8}" dt="2020-12-21T14:15:47.331" v="1019"/>
          <ac:inkMkLst>
            <pc:docMk/>
            <pc:sldMk cId="0" sldId="450"/>
            <ac:inkMk id="34" creationId="{32D64BE0-44E8-4DDC-B6FC-DC91C35A185F}"/>
          </ac:inkMkLst>
        </pc:inkChg>
        <pc:inkChg chg="add">
          <ac:chgData name="Md. Nahid Hasan" userId="S::nahid@vu.edu.bd::85ea5f9e-65d6-4031-b810-9415101f2e21" providerId="AD" clId="Web-{B4C2672B-3B0D-4136-B0A3-A01D0671BFC8}" dt="2020-12-21T14:15:47.346" v="1020"/>
          <ac:inkMkLst>
            <pc:docMk/>
            <pc:sldMk cId="0" sldId="450"/>
            <ac:inkMk id="35" creationId="{7B19E366-EC61-4E8D-B76C-B60AA2F98D87}"/>
          </ac:inkMkLst>
        </pc:inkChg>
        <pc:inkChg chg="add">
          <ac:chgData name="Md. Nahid Hasan" userId="S::nahid@vu.edu.bd::85ea5f9e-65d6-4031-b810-9415101f2e21" providerId="AD" clId="Web-{B4C2672B-3B0D-4136-B0A3-A01D0671BFC8}" dt="2020-12-21T14:15:47.346" v="1021"/>
          <ac:inkMkLst>
            <pc:docMk/>
            <pc:sldMk cId="0" sldId="450"/>
            <ac:inkMk id="36" creationId="{7DD1C634-AD5B-4C3E-8349-0BA83948E9DB}"/>
          </ac:inkMkLst>
        </pc:inkChg>
        <pc:inkChg chg="add">
          <ac:chgData name="Md. Nahid Hasan" userId="S::nahid@vu.edu.bd::85ea5f9e-65d6-4031-b810-9415101f2e21" providerId="AD" clId="Web-{B4C2672B-3B0D-4136-B0A3-A01D0671BFC8}" dt="2020-12-21T14:15:47.362" v="1022"/>
          <ac:inkMkLst>
            <pc:docMk/>
            <pc:sldMk cId="0" sldId="450"/>
            <ac:inkMk id="37" creationId="{C24E363A-C3BA-420B-8D71-7F737FBA7932}"/>
          </ac:inkMkLst>
        </pc:inkChg>
        <pc:inkChg chg="add">
          <ac:chgData name="Md. Nahid Hasan" userId="S::nahid@vu.edu.bd::85ea5f9e-65d6-4031-b810-9415101f2e21" providerId="AD" clId="Web-{B4C2672B-3B0D-4136-B0A3-A01D0671BFC8}" dt="2020-12-21T14:15:47.362" v="1023"/>
          <ac:inkMkLst>
            <pc:docMk/>
            <pc:sldMk cId="0" sldId="450"/>
            <ac:inkMk id="38" creationId="{65F3F9B7-955A-4B04-A110-F684B0F25869}"/>
          </ac:inkMkLst>
        </pc:inkChg>
        <pc:inkChg chg="add">
          <ac:chgData name="Md. Nahid Hasan" userId="S::nahid@vu.edu.bd::85ea5f9e-65d6-4031-b810-9415101f2e21" providerId="AD" clId="Web-{B4C2672B-3B0D-4136-B0A3-A01D0671BFC8}" dt="2020-12-21T14:15:47.377" v="1024"/>
          <ac:inkMkLst>
            <pc:docMk/>
            <pc:sldMk cId="0" sldId="450"/>
            <ac:inkMk id="39" creationId="{4C383AFF-C901-4FA3-A033-0FBB84ACFB1D}"/>
          </ac:inkMkLst>
        </pc:inkChg>
        <pc:inkChg chg="add">
          <ac:chgData name="Md. Nahid Hasan" userId="S::nahid@vu.edu.bd::85ea5f9e-65d6-4031-b810-9415101f2e21" providerId="AD" clId="Web-{B4C2672B-3B0D-4136-B0A3-A01D0671BFC8}" dt="2020-12-21T14:15:47.377" v="1025"/>
          <ac:inkMkLst>
            <pc:docMk/>
            <pc:sldMk cId="0" sldId="450"/>
            <ac:inkMk id="40" creationId="{47EC026D-8650-4CA5-8B49-4662FE477A08}"/>
          </ac:inkMkLst>
        </pc:inkChg>
        <pc:inkChg chg="add">
          <ac:chgData name="Md. Nahid Hasan" userId="S::nahid@vu.edu.bd::85ea5f9e-65d6-4031-b810-9415101f2e21" providerId="AD" clId="Web-{B4C2672B-3B0D-4136-B0A3-A01D0671BFC8}" dt="2020-12-21T14:15:47.393" v="1026"/>
          <ac:inkMkLst>
            <pc:docMk/>
            <pc:sldMk cId="0" sldId="450"/>
            <ac:inkMk id="41" creationId="{AD346287-9691-4B04-8351-3F55CA29342A}"/>
          </ac:inkMkLst>
        </pc:inkChg>
        <pc:inkChg chg="add">
          <ac:chgData name="Md. Nahid Hasan" userId="S::nahid@vu.edu.bd::85ea5f9e-65d6-4031-b810-9415101f2e21" providerId="AD" clId="Web-{B4C2672B-3B0D-4136-B0A3-A01D0671BFC8}" dt="2020-12-21T14:15:49.956" v="1027"/>
          <ac:inkMkLst>
            <pc:docMk/>
            <pc:sldMk cId="0" sldId="450"/>
            <ac:inkMk id="42" creationId="{C879438D-31A7-4DCB-B593-BE5C9624644F}"/>
          </ac:inkMkLst>
        </pc:inkChg>
        <pc:inkChg chg="add">
          <ac:chgData name="Md. Nahid Hasan" userId="S::nahid@vu.edu.bd::85ea5f9e-65d6-4031-b810-9415101f2e21" providerId="AD" clId="Web-{B4C2672B-3B0D-4136-B0A3-A01D0671BFC8}" dt="2020-12-21T14:15:49.956" v="1028"/>
          <ac:inkMkLst>
            <pc:docMk/>
            <pc:sldMk cId="0" sldId="450"/>
            <ac:inkMk id="43" creationId="{A9E221FB-2114-428B-9C42-7DD8514185B5}"/>
          </ac:inkMkLst>
        </pc:inkChg>
        <pc:inkChg chg="add">
          <ac:chgData name="Md. Nahid Hasan" userId="S::nahid@vu.edu.bd::85ea5f9e-65d6-4031-b810-9415101f2e21" providerId="AD" clId="Web-{B4C2672B-3B0D-4136-B0A3-A01D0671BFC8}" dt="2020-12-21T14:15:49.971" v="1029"/>
          <ac:inkMkLst>
            <pc:docMk/>
            <pc:sldMk cId="0" sldId="450"/>
            <ac:inkMk id="44" creationId="{9AE0E18E-CAB9-47EB-97A1-8DF1DAED80C6}"/>
          </ac:inkMkLst>
        </pc:inkChg>
        <pc:inkChg chg="add del">
          <ac:chgData name="Md. Nahid Hasan" userId="S::nahid@vu.edu.bd::85ea5f9e-65d6-4031-b810-9415101f2e21" providerId="AD" clId="Web-{B4C2672B-3B0D-4136-B0A3-A01D0671BFC8}" dt="2020-12-21T14:17:45.924" v="1083"/>
          <ac:inkMkLst>
            <pc:docMk/>
            <pc:sldMk cId="0" sldId="450"/>
            <ac:inkMk id="45" creationId="{1E2928C0-7894-4426-ADE8-2AAAAEF7C7AA}"/>
          </ac:inkMkLst>
        </pc:inkChg>
        <pc:inkChg chg="add del">
          <ac:chgData name="Md. Nahid Hasan" userId="S::nahid@vu.edu.bd::85ea5f9e-65d6-4031-b810-9415101f2e21" providerId="AD" clId="Web-{B4C2672B-3B0D-4136-B0A3-A01D0671BFC8}" dt="2020-12-21T14:17:45.908" v="1082"/>
          <ac:inkMkLst>
            <pc:docMk/>
            <pc:sldMk cId="0" sldId="450"/>
            <ac:inkMk id="46" creationId="{E476657D-A9A3-4DC3-81EC-AB1659285FA2}"/>
          </ac:inkMkLst>
        </pc:inkChg>
        <pc:inkChg chg="add del">
          <ac:chgData name="Md. Nahid Hasan" userId="S::nahid@vu.edu.bd::85ea5f9e-65d6-4031-b810-9415101f2e21" providerId="AD" clId="Web-{B4C2672B-3B0D-4136-B0A3-A01D0671BFC8}" dt="2020-12-21T14:17:46.893" v="1091"/>
          <ac:inkMkLst>
            <pc:docMk/>
            <pc:sldMk cId="0" sldId="450"/>
            <ac:inkMk id="47" creationId="{7B331325-A02C-4305-B24A-532BD9A52E12}"/>
          </ac:inkMkLst>
        </pc:inkChg>
        <pc:inkChg chg="add del">
          <ac:chgData name="Md. Nahid Hasan" userId="S::nahid@vu.edu.bd::85ea5f9e-65d6-4031-b810-9415101f2e21" providerId="AD" clId="Web-{B4C2672B-3B0D-4136-B0A3-A01D0671BFC8}" dt="2020-12-21T14:17:45.908" v="1081"/>
          <ac:inkMkLst>
            <pc:docMk/>
            <pc:sldMk cId="0" sldId="450"/>
            <ac:inkMk id="48" creationId="{4A00F56E-2A33-444C-81D5-AD6515393EE6}"/>
          </ac:inkMkLst>
        </pc:inkChg>
        <pc:inkChg chg="add">
          <ac:chgData name="Md. Nahid Hasan" userId="S::nahid@vu.edu.bd::85ea5f9e-65d6-4031-b810-9415101f2e21" providerId="AD" clId="Web-{B4C2672B-3B0D-4136-B0A3-A01D0671BFC8}" dt="2020-12-21T14:16:25.706" v="1034"/>
          <ac:inkMkLst>
            <pc:docMk/>
            <pc:sldMk cId="0" sldId="450"/>
            <ac:inkMk id="49" creationId="{2061B6F7-96E4-496B-BA03-744A777FC8CD}"/>
          </ac:inkMkLst>
        </pc:inkChg>
        <pc:inkChg chg="add">
          <ac:chgData name="Md. Nahid Hasan" userId="S::nahid@vu.edu.bd::85ea5f9e-65d6-4031-b810-9415101f2e21" providerId="AD" clId="Web-{B4C2672B-3B0D-4136-B0A3-A01D0671BFC8}" dt="2020-12-21T14:16:25.706" v="1035"/>
          <ac:inkMkLst>
            <pc:docMk/>
            <pc:sldMk cId="0" sldId="450"/>
            <ac:inkMk id="50" creationId="{4AB4997A-D2E9-47B6-B0A8-FD21124E84C5}"/>
          </ac:inkMkLst>
        </pc:inkChg>
        <pc:inkChg chg="add">
          <ac:chgData name="Md. Nahid Hasan" userId="S::nahid@vu.edu.bd::85ea5f9e-65d6-4031-b810-9415101f2e21" providerId="AD" clId="Web-{B4C2672B-3B0D-4136-B0A3-A01D0671BFC8}" dt="2020-12-21T14:16:25.721" v="1036"/>
          <ac:inkMkLst>
            <pc:docMk/>
            <pc:sldMk cId="0" sldId="450"/>
            <ac:inkMk id="51" creationId="{E67799C7-7BF3-4DDA-BC4F-F824ECD407FD}"/>
          </ac:inkMkLst>
        </pc:inkChg>
        <pc:inkChg chg="add">
          <ac:chgData name="Md. Nahid Hasan" userId="S::nahid@vu.edu.bd::85ea5f9e-65d6-4031-b810-9415101f2e21" providerId="AD" clId="Web-{B4C2672B-3B0D-4136-B0A3-A01D0671BFC8}" dt="2020-12-21T14:16:25.721" v="1037"/>
          <ac:inkMkLst>
            <pc:docMk/>
            <pc:sldMk cId="0" sldId="450"/>
            <ac:inkMk id="52" creationId="{29780BB0-36A8-4AF5-98C9-C3AFBFEC6BD1}"/>
          </ac:inkMkLst>
        </pc:inkChg>
        <pc:inkChg chg="add">
          <ac:chgData name="Md. Nahid Hasan" userId="S::nahid@vu.edu.bd::85ea5f9e-65d6-4031-b810-9415101f2e21" providerId="AD" clId="Web-{B4C2672B-3B0D-4136-B0A3-A01D0671BFC8}" dt="2020-12-21T14:16:25.737" v="1038"/>
          <ac:inkMkLst>
            <pc:docMk/>
            <pc:sldMk cId="0" sldId="450"/>
            <ac:inkMk id="53" creationId="{8AFDD07A-41BE-4DB6-B08A-1F505BC5A8B4}"/>
          </ac:inkMkLst>
        </pc:inkChg>
        <pc:inkChg chg="add">
          <ac:chgData name="Md. Nahid Hasan" userId="S::nahid@vu.edu.bd::85ea5f9e-65d6-4031-b810-9415101f2e21" providerId="AD" clId="Web-{B4C2672B-3B0D-4136-B0A3-A01D0671BFC8}" dt="2020-12-21T14:16:25.737" v="1039"/>
          <ac:inkMkLst>
            <pc:docMk/>
            <pc:sldMk cId="0" sldId="450"/>
            <ac:inkMk id="54" creationId="{3E5166BD-5E0A-459A-9ECF-AF6534EB6CB6}"/>
          </ac:inkMkLst>
        </pc:inkChg>
        <pc:inkChg chg="add del">
          <ac:chgData name="Md. Nahid Hasan" userId="S::nahid@vu.edu.bd::85ea5f9e-65d6-4031-b810-9415101f2e21" providerId="AD" clId="Web-{B4C2672B-3B0D-4136-B0A3-A01D0671BFC8}" dt="2020-12-21T14:17:45.908" v="1080"/>
          <ac:inkMkLst>
            <pc:docMk/>
            <pc:sldMk cId="0" sldId="450"/>
            <ac:inkMk id="55" creationId="{A533E13D-2544-4DD6-A7F4-6766E3BE426E}"/>
          </ac:inkMkLst>
        </pc:inkChg>
        <pc:inkChg chg="add">
          <ac:chgData name="Md. Nahid Hasan" userId="S::nahid@vu.edu.bd::85ea5f9e-65d6-4031-b810-9415101f2e21" providerId="AD" clId="Web-{B4C2672B-3B0D-4136-B0A3-A01D0671BFC8}" dt="2020-12-21T14:16:56.393" v="1041"/>
          <ac:inkMkLst>
            <pc:docMk/>
            <pc:sldMk cId="0" sldId="450"/>
            <ac:inkMk id="56" creationId="{6CE25600-FD0A-492B-A72F-235F7F5FFA7F}"/>
          </ac:inkMkLst>
        </pc:inkChg>
        <pc:inkChg chg="add">
          <ac:chgData name="Md. Nahid Hasan" userId="S::nahid@vu.edu.bd::85ea5f9e-65d6-4031-b810-9415101f2e21" providerId="AD" clId="Web-{B4C2672B-3B0D-4136-B0A3-A01D0671BFC8}" dt="2020-12-21T14:16:58.752" v="1042"/>
          <ac:inkMkLst>
            <pc:docMk/>
            <pc:sldMk cId="0" sldId="450"/>
            <ac:inkMk id="57" creationId="{8CD64477-9D68-43F1-B6BC-49869C9D2673}"/>
          </ac:inkMkLst>
        </pc:inkChg>
        <pc:inkChg chg="add">
          <ac:chgData name="Md. Nahid Hasan" userId="S::nahid@vu.edu.bd::85ea5f9e-65d6-4031-b810-9415101f2e21" providerId="AD" clId="Web-{B4C2672B-3B0D-4136-B0A3-A01D0671BFC8}" dt="2020-12-21T14:16:58.768" v="1043"/>
          <ac:inkMkLst>
            <pc:docMk/>
            <pc:sldMk cId="0" sldId="450"/>
            <ac:inkMk id="58" creationId="{AA904567-BA38-40DA-B05F-1ED220B8DE3C}"/>
          </ac:inkMkLst>
        </pc:inkChg>
        <pc:inkChg chg="add">
          <ac:chgData name="Md. Nahid Hasan" userId="S::nahid@vu.edu.bd::85ea5f9e-65d6-4031-b810-9415101f2e21" providerId="AD" clId="Web-{B4C2672B-3B0D-4136-B0A3-A01D0671BFC8}" dt="2020-12-21T14:17:02.909" v="1044"/>
          <ac:inkMkLst>
            <pc:docMk/>
            <pc:sldMk cId="0" sldId="450"/>
            <ac:inkMk id="59" creationId="{D261C5D0-F99F-4577-83F9-74170F5DF62D}"/>
          </ac:inkMkLst>
        </pc:inkChg>
        <pc:inkChg chg="add">
          <ac:chgData name="Md. Nahid Hasan" userId="S::nahid@vu.edu.bd::85ea5f9e-65d6-4031-b810-9415101f2e21" providerId="AD" clId="Web-{B4C2672B-3B0D-4136-B0A3-A01D0671BFC8}" dt="2020-12-21T14:17:02.924" v="1045"/>
          <ac:inkMkLst>
            <pc:docMk/>
            <pc:sldMk cId="0" sldId="450"/>
            <ac:inkMk id="60" creationId="{FCDA3AC9-BD9E-4318-8F8F-93B9EE976977}"/>
          </ac:inkMkLst>
        </pc:inkChg>
        <pc:inkChg chg="add">
          <ac:chgData name="Md. Nahid Hasan" userId="S::nahid@vu.edu.bd::85ea5f9e-65d6-4031-b810-9415101f2e21" providerId="AD" clId="Web-{B4C2672B-3B0D-4136-B0A3-A01D0671BFC8}" dt="2020-12-21T14:17:02.924" v="1046"/>
          <ac:inkMkLst>
            <pc:docMk/>
            <pc:sldMk cId="0" sldId="450"/>
            <ac:inkMk id="61" creationId="{9274273D-7640-4B8A-98FF-0CFAEDCCB50E}"/>
          </ac:inkMkLst>
        </pc:inkChg>
        <pc:inkChg chg="add">
          <ac:chgData name="Md. Nahid Hasan" userId="S::nahid@vu.edu.bd::85ea5f9e-65d6-4031-b810-9415101f2e21" providerId="AD" clId="Web-{B4C2672B-3B0D-4136-B0A3-A01D0671BFC8}" dt="2020-12-21T14:17:02.940" v="1047"/>
          <ac:inkMkLst>
            <pc:docMk/>
            <pc:sldMk cId="0" sldId="450"/>
            <ac:inkMk id="62" creationId="{BF9B5056-1A3A-4BFF-B434-F471C5A12834}"/>
          </ac:inkMkLst>
        </pc:inkChg>
        <pc:inkChg chg="add">
          <ac:chgData name="Md. Nahid Hasan" userId="S::nahid@vu.edu.bd::85ea5f9e-65d6-4031-b810-9415101f2e21" providerId="AD" clId="Web-{B4C2672B-3B0D-4136-B0A3-A01D0671BFC8}" dt="2020-12-21T14:17:02.940" v="1048"/>
          <ac:inkMkLst>
            <pc:docMk/>
            <pc:sldMk cId="0" sldId="450"/>
            <ac:inkMk id="63" creationId="{419E4989-E76F-4898-BE75-0C0FAA27CFBA}"/>
          </ac:inkMkLst>
        </pc:inkChg>
        <pc:inkChg chg="add">
          <ac:chgData name="Md. Nahid Hasan" userId="S::nahid@vu.edu.bd::85ea5f9e-65d6-4031-b810-9415101f2e21" providerId="AD" clId="Web-{B4C2672B-3B0D-4136-B0A3-A01D0671BFC8}" dt="2020-12-21T14:17:02.955" v="1049"/>
          <ac:inkMkLst>
            <pc:docMk/>
            <pc:sldMk cId="0" sldId="450"/>
            <ac:inkMk id="68608" creationId="{37C596A0-40C4-472C-9055-1BDA17CD47E9}"/>
          </ac:inkMkLst>
        </pc:inkChg>
        <pc:inkChg chg="add">
          <ac:chgData name="Md. Nahid Hasan" userId="S::nahid@vu.edu.bd::85ea5f9e-65d6-4031-b810-9415101f2e21" providerId="AD" clId="Web-{B4C2672B-3B0D-4136-B0A3-A01D0671BFC8}" dt="2020-12-21T14:17:02.955" v="1050"/>
          <ac:inkMkLst>
            <pc:docMk/>
            <pc:sldMk cId="0" sldId="450"/>
            <ac:inkMk id="68609" creationId="{8B35BE89-0005-4072-8159-4C7A9DE47A2B}"/>
          </ac:inkMkLst>
        </pc:inkChg>
        <pc:inkChg chg="add">
          <ac:chgData name="Md. Nahid Hasan" userId="S::nahid@vu.edu.bd::85ea5f9e-65d6-4031-b810-9415101f2e21" providerId="AD" clId="Web-{B4C2672B-3B0D-4136-B0A3-A01D0671BFC8}" dt="2020-12-21T14:17:02.971" v="1051"/>
          <ac:inkMkLst>
            <pc:docMk/>
            <pc:sldMk cId="0" sldId="450"/>
            <ac:inkMk id="68612" creationId="{B2EA8FDE-0879-4243-A819-C70DF9EC0C92}"/>
          </ac:inkMkLst>
        </pc:inkChg>
        <pc:inkChg chg="add">
          <ac:chgData name="Md. Nahid Hasan" userId="S::nahid@vu.edu.bd::85ea5f9e-65d6-4031-b810-9415101f2e21" providerId="AD" clId="Web-{B4C2672B-3B0D-4136-B0A3-A01D0671BFC8}" dt="2020-12-21T14:17:04.815" v="1052"/>
          <ac:inkMkLst>
            <pc:docMk/>
            <pc:sldMk cId="0" sldId="450"/>
            <ac:inkMk id="68613" creationId="{4A285399-DBD9-4D23-AE9B-C82711598436}"/>
          </ac:inkMkLst>
        </pc:inkChg>
        <pc:inkChg chg="add">
          <ac:chgData name="Md. Nahid Hasan" userId="S::nahid@vu.edu.bd::85ea5f9e-65d6-4031-b810-9415101f2e21" providerId="AD" clId="Web-{B4C2672B-3B0D-4136-B0A3-A01D0671BFC8}" dt="2020-12-21T14:17:04.815" v="1053"/>
          <ac:inkMkLst>
            <pc:docMk/>
            <pc:sldMk cId="0" sldId="450"/>
            <ac:inkMk id="68614" creationId="{F9CB4ADE-BD2D-43D8-83F3-7A28EF02189B}"/>
          </ac:inkMkLst>
        </pc:inkChg>
        <pc:inkChg chg="add">
          <ac:chgData name="Md. Nahid Hasan" userId="S::nahid@vu.edu.bd::85ea5f9e-65d6-4031-b810-9415101f2e21" providerId="AD" clId="Web-{B4C2672B-3B0D-4136-B0A3-A01D0671BFC8}" dt="2020-12-21T14:17:04.830" v="1054"/>
          <ac:inkMkLst>
            <pc:docMk/>
            <pc:sldMk cId="0" sldId="450"/>
            <ac:inkMk id="68616" creationId="{9789EDDC-A7B7-420C-9F86-2AA76B845C2D}"/>
          </ac:inkMkLst>
        </pc:inkChg>
        <pc:inkChg chg="add">
          <ac:chgData name="Md. Nahid Hasan" userId="S::nahid@vu.edu.bd::85ea5f9e-65d6-4031-b810-9415101f2e21" providerId="AD" clId="Web-{B4C2672B-3B0D-4136-B0A3-A01D0671BFC8}" dt="2020-12-21T14:17:04.846" v="1055"/>
          <ac:inkMkLst>
            <pc:docMk/>
            <pc:sldMk cId="0" sldId="450"/>
            <ac:inkMk id="68617" creationId="{028615C1-00A4-489A-A70F-5FC29EDC4D50}"/>
          </ac:inkMkLst>
        </pc:inkChg>
        <pc:inkChg chg="add del">
          <ac:chgData name="Md. Nahid Hasan" userId="S::nahid@vu.edu.bd::85ea5f9e-65d6-4031-b810-9415101f2e21" providerId="AD" clId="Web-{B4C2672B-3B0D-4136-B0A3-A01D0671BFC8}" dt="2020-12-21T14:17:45.908" v="1079"/>
          <ac:inkMkLst>
            <pc:docMk/>
            <pc:sldMk cId="0" sldId="450"/>
            <ac:inkMk id="68618" creationId="{EF4522B2-3112-4A2C-BF2C-E469FE55EC12}"/>
          </ac:inkMkLst>
        </pc:inkChg>
        <pc:inkChg chg="add">
          <ac:chgData name="Md. Nahid Hasan" userId="S::nahid@vu.edu.bd::85ea5f9e-65d6-4031-b810-9415101f2e21" providerId="AD" clId="Web-{B4C2672B-3B0D-4136-B0A3-A01D0671BFC8}" dt="2020-12-21T14:37:52.451" v="1738"/>
          <ac:inkMkLst>
            <pc:docMk/>
            <pc:sldMk cId="0" sldId="450"/>
            <ac:inkMk id="68619" creationId="{67955618-B93B-4928-B9AB-32B79A0D3829}"/>
          </ac:inkMkLst>
        </pc:inkChg>
        <pc:inkChg chg="add">
          <ac:chgData name="Md. Nahid Hasan" userId="S::nahid@vu.edu.bd::85ea5f9e-65d6-4031-b810-9415101f2e21" providerId="AD" clId="Web-{B4C2672B-3B0D-4136-B0A3-A01D0671BFC8}" dt="2020-12-21T14:38:00.842" v="1739"/>
          <ac:inkMkLst>
            <pc:docMk/>
            <pc:sldMk cId="0" sldId="450"/>
            <ac:inkMk id="68620" creationId="{B020A7C4-A7FD-4F4A-8D53-0A07BF45BEB3}"/>
          </ac:inkMkLst>
        </pc:inkChg>
        <pc:inkChg chg="add">
          <ac:chgData name="Md. Nahid Hasan" userId="S::nahid@vu.edu.bd::85ea5f9e-65d6-4031-b810-9415101f2e21" providerId="AD" clId="Web-{B4C2672B-3B0D-4136-B0A3-A01D0671BFC8}" dt="2020-12-21T14:38:02.608" v="1740"/>
          <ac:inkMkLst>
            <pc:docMk/>
            <pc:sldMk cId="0" sldId="450"/>
            <ac:inkMk id="68621" creationId="{8B927D96-C0E0-4D43-91A9-0A0B827DF165}"/>
          </ac:inkMkLst>
        </pc:inkChg>
        <pc:inkChg chg="add">
          <ac:chgData name="Md. Nahid Hasan" userId="S::nahid@vu.edu.bd::85ea5f9e-65d6-4031-b810-9415101f2e21" providerId="AD" clId="Web-{B4C2672B-3B0D-4136-B0A3-A01D0671BFC8}" dt="2020-12-21T14:38:05.514" v="1741"/>
          <ac:inkMkLst>
            <pc:docMk/>
            <pc:sldMk cId="0" sldId="450"/>
            <ac:inkMk id="68622" creationId="{7AA25E91-6593-4EC6-827D-6465A27F29D1}"/>
          </ac:inkMkLst>
        </pc:inkChg>
        <pc:inkChg chg="add">
          <ac:chgData name="Md. Nahid Hasan" userId="S::nahid@vu.edu.bd::85ea5f9e-65d6-4031-b810-9415101f2e21" providerId="AD" clId="Web-{B4C2672B-3B0D-4136-B0A3-A01D0671BFC8}" dt="2020-12-21T14:38:10.420" v="1742"/>
          <ac:inkMkLst>
            <pc:docMk/>
            <pc:sldMk cId="0" sldId="450"/>
            <ac:inkMk id="68623" creationId="{E74A7F03-D2B4-4704-A218-433AD035FC41}"/>
          </ac:inkMkLst>
        </pc:inkChg>
        <pc:inkChg chg="add">
          <ac:chgData name="Md. Nahid Hasan" userId="S::nahid@vu.edu.bd::85ea5f9e-65d6-4031-b810-9415101f2e21" providerId="AD" clId="Web-{B4C2672B-3B0D-4136-B0A3-A01D0671BFC8}" dt="2020-12-21T14:38:11.217" v="1743"/>
          <ac:inkMkLst>
            <pc:docMk/>
            <pc:sldMk cId="0" sldId="450"/>
            <ac:inkMk id="68624" creationId="{08CE8EFC-BB7B-4D67-B62E-3395AEAAE677}"/>
          </ac:inkMkLst>
        </pc:inkChg>
        <pc:inkChg chg="add">
          <ac:chgData name="Md. Nahid Hasan" userId="S::nahid@vu.edu.bd::85ea5f9e-65d6-4031-b810-9415101f2e21" providerId="AD" clId="Web-{B4C2672B-3B0D-4136-B0A3-A01D0671BFC8}" dt="2020-12-21T14:38:12.279" v="1744"/>
          <ac:inkMkLst>
            <pc:docMk/>
            <pc:sldMk cId="0" sldId="450"/>
            <ac:inkMk id="68625" creationId="{BEE7E6EC-631D-4BF4-91E8-369DCF93317E}"/>
          </ac:inkMkLst>
        </pc:inkChg>
        <pc:inkChg chg="add">
          <ac:chgData name="Md. Nahid Hasan" userId="S::nahid@vu.edu.bd::85ea5f9e-65d6-4031-b810-9415101f2e21" providerId="AD" clId="Web-{B4C2672B-3B0D-4136-B0A3-A01D0671BFC8}" dt="2020-12-21T14:38:16.998" v="1745"/>
          <ac:inkMkLst>
            <pc:docMk/>
            <pc:sldMk cId="0" sldId="450"/>
            <ac:inkMk id="68626" creationId="{264F4583-0495-4FF8-8493-D43265BFCF77}"/>
          </ac:inkMkLst>
        </pc:inkChg>
        <pc:inkChg chg="add">
          <ac:chgData name="Md. Nahid Hasan" userId="S::nahid@vu.edu.bd::85ea5f9e-65d6-4031-b810-9415101f2e21" providerId="AD" clId="Web-{B4C2672B-3B0D-4136-B0A3-A01D0671BFC8}" dt="2020-12-21T14:39:00.764" v="1746"/>
          <ac:inkMkLst>
            <pc:docMk/>
            <pc:sldMk cId="0" sldId="450"/>
            <ac:inkMk id="68627" creationId="{B0C2D95A-5481-493F-A7D8-3F03AE2C984C}"/>
          </ac:inkMkLst>
        </pc:inkChg>
        <pc:inkChg chg="add">
          <ac:chgData name="Md. Nahid Hasan" userId="S::nahid@vu.edu.bd::85ea5f9e-65d6-4031-b810-9415101f2e21" providerId="AD" clId="Web-{B4C2672B-3B0D-4136-B0A3-A01D0671BFC8}" dt="2020-12-21T14:39:03.029" v="1747"/>
          <ac:inkMkLst>
            <pc:docMk/>
            <pc:sldMk cId="0" sldId="450"/>
            <ac:inkMk id="68628" creationId="{FA0E2F23-E91A-4DD4-A8A5-B7D0F5BF7C30}"/>
          </ac:inkMkLst>
        </pc:inkChg>
        <pc:inkChg chg="add">
          <ac:chgData name="Md. Nahid Hasan" userId="S::nahid@vu.edu.bd::85ea5f9e-65d6-4031-b810-9415101f2e21" providerId="AD" clId="Web-{B4C2672B-3B0D-4136-B0A3-A01D0671BFC8}" dt="2020-12-21T14:39:23.732" v="1748"/>
          <ac:inkMkLst>
            <pc:docMk/>
            <pc:sldMk cId="0" sldId="450"/>
            <ac:inkMk id="68629" creationId="{B2309D64-2BA6-41E7-9A38-03A52525879F}"/>
          </ac:inkMkLst>
        </pc:inkChg>
      </pc:sldChg>
      <pc:sldChg chg="addSp">
        <pc:chgData name="Md. Nahid Hasan" userId="S::nahid@vu.edu.bd::85ea5f9e-65d6-4031-b810-9415101f2e21" providerId="AD" clId="Web-{B4C2672B-3B0D-4136-B0A3-A01D0671BFC8}" dt="2020-12-21T13:53:24.398" v="196"/>
        <pc:sldMkLst>
          <pc:docMk/>
          <pc:sldMk cId="0" sldId="452"/>
        </pc:sldMkLst>
        <pc:inkChg chg="add">
          <ac:chgData name="Md. Nahid Hasan" userId="S::nahid@vu.edu.bd::85ea5f9e-65d6-4031-b810-9415101f2e21" providerId="AD" clId="Web-{B4C2672B-3B0D-4136-B0A3-A01D0671BFC8}" dt="2020-12-21T13:52:22.913" v="166"/>
          <ac:inkMkLst>
            <pc:docMk/>
            <pc:sldMk cId="0" sldId="452"/>
            <ac:inkMk id="2" creationId="{9C1EACD1-8E88-403A-BF5C-CD150BAD661B}"/>
          </ac:inkMkLst>
        </pc:inkChg>
        <pc:inkChg chg="add">
          <ac:chgData name="Md. Nahid Hasan" userId="S::nahid@vu.edu.bd::85ea5f9e-65d6-4031-b810-9415101f2e21" providerId="AD" clId="Web-{B4C2672B-3B0D-4136-B0A3-A01D0671BFC8}" dt="2020-12-21T13:52:23.866" v="167"/>
          <ac:inkMkLst>
            <pc:docMk/>
            <pc:sldMk cId="0" sldId="452"/>
            <ac:inkMk id="3" creationId="{94CD43D1-84CE-4257-A244-E84EA49EA535}"/>
          </ac:inkMkLst>
        </pc:inkChg>
        <pc:inkChg chg="add">
          <ac:chgData name="Md. Nahid Hasan" userId="S::nahid@vu.edu.bd::85ea5f9e-65d6-4031-b810-9415101f2e21" providerId="AD" clId="Web-{B4C2672B-3B0D-4136-B0A3-A01D0671BFC8}" dt="2020-12-21T13:52:25.351" v="168"/>
          <ac:inkMkLst>
            <pc:docMk/>
            <pc:sldMk cId="0" sldId="452"/>
            <ac:inkMk id="4" creationId="{726FE042-4CC1-408E-9FC1-A55859192252}"/>
          </ac:inkMkLst>
        </pc:inkChg>
        <pc:inkChg chg="add">
          <ac:chgData name="Md. Nahid Hasan" userId="S::nahid@vu.edu.bd::85ea5f9e-65d6-4031-b810-9415101f2e21" providerId="AD" clId="Web-{B4C2672B-3B0D-4136-B0A3-A01D0671BFC8}" dt="2020-12-21T13:52:26.257" v="169"/>
          <ac:inkMkLst>
            <pc:docMk/>
            <pc:sldMk cId="0" sldId="452"/>
            <ac:inkMk id="5" creationId="{13AA7A0A-8CE7-4E4F-81C1-F9E3BFA9D40E}"/>
          </ac:inkMkLst>
        </pc:inkChg>
        <pc:inkChg chg="add">
          <ac:chgData name="Md. Nahid Hasan" userId="S::nahid@vu.edu.bd::85ea5f9e-65d6-4031-b810-9415101f2e21" providerId="AD" clId="Web-{B4C2672B-3B0D-4136-B0A3-A01D0671BFC8}" dt="2020-12-21T13:52:29.351" v="170"/>
          <ac:inkMkLst>
            <pc:docMk/>
            <pc:sldMk cId="0" sldId="452"/>
            <ac:inkMk id="6" creationId="{8976F593-2E01-4FCF-ADDD-F5E018DDA10E}"/>
          </ac:inkMkLst>
        </pc:inkChg>
        <pc:inkChg chg="add">
          <ac:chgData name="Md. Nahid Hasan" userId="S::nahid@vu.edu.bd::85ea5f9e-65d6-4031-b810-9415101f2e21" providerId="AD" clId="Web-{B4C2672B-3B0D-4136-B0A3-A01D0671BFC8}" dt="2020-12-21T13:52:35.257" v="171"/>
          <ac:inkMkLst>
            <pc:docMk/>
            <pc:sldMk cId="0" sldId="452"/>
            <ac:inkMk id="7" creationId="{92561578-E7D5-42F6-A4E8-E6D17C429280}"/>
          </ac:inkMkLst>
        </pc:inkChg>
        <pc:inkChg chg="add">
          <ac:chgData name="Md. Nahid Hasan" userId="S::nahid@vu.edu.bd::85ea5f9e-65d6-4031-b810-9415101f2e21" providerId="AD" clId="Web-{B4C2672B-3B0D-4136-B0A3-A01D0671BFC8}" dt="2020-12-21T13:52:43.194" v="172"/>
          <ac:inkMkLst>
            <pc:docMk/>
            <pc:sldMk cId="0" sldId="452"/>
            <ac:inkMk id="8" creationId="{DFAB0205-FA56-4B81-BC79-8A12C8FB7B8D}"/>
          </ac:inkMkLst>
        </pc:inkChg>
        <pc:inkChg chg="add">
          <ac:chgData name="Md. Nahid Hasan" userId="S::nahid@vu.edu.bd::85ea5f9e-65d6-4031-b810-9415101f2e21" providerId="AD" clId="Web-{B4C2672B-3B0D-4136-B0A3-A01D0671BFC8}" dt="2020-12-21T13:52:43.741" v="173"/>
          <ac:inkMkLst>
            <pc:docMk/>
            <pc:sldMk cId="0" sldId="452"/>
            <ac:inkMk id="9" creationId="{0CD0E2FB-284A-4F8D-80B1-26B6E18EB58D}"/>
          </ac:inkMkLst>
        </pc:inkChg>
        <pc:inkChg chg="add">
          <ac:chgData name="Md. Nahid Hasan" userId="S::nahid@vu.edu.bd::85ea5f9e-65d6-4031-b810-9415101f2e21" providerId="AD" clId="Web-{B4C2672B-3B0D-4136-B0A3-A01D0671BFC8}" dt="2020-12-21T13:52:47.741" v="174"/>
          <ac:inkMkLst>
            <pc:docMk/>
            <pc:sldMk cId="0" sldId="452"/>
            <ac:inkMk id="10" creationId="{209959B4-3B8C-440B-A1CA-7B695A283BD3}"/>
          </ac:inkMkLst>
        </pc:inkChg>
        <pc:inkChg chg="add">
          <ac:chgData name="Md. Nahid Hasan" userId="S::nahid@vu.edu.bd::85ea5f9e-65d6-4031-b810-9415101f2e21" providerId="AD" clId="Web-{B4C2672B-3B0D-4136-B0A3-A01D0671BFC8}" dt="2020-12-21T13:52:56.351" v="175"/>
          <ac:inkMkLst>
            <pc:docMk/>
            <pc:sldMk cId="0" sldId="452"/>
            <ac:inkMk id="11" creationId="{47CF5910-FEE4-4727-A520-DD16721B0807}"/>
          </ac:inkMkLst>
        </pc:inkChg>
        <pc:inkChg chg="add">
          <ac:chgData name="Md. Nahid Hasan" userId="S::nahid@vu.edu.bd::85ea5f9e-65d6-4031-b810-9415101f2e21" providerId="AD" clId="Web-{B4C2672B-3B0D-4136-B0A3-A01D0671BFC8}" dt="2020-12-21T13:53:00.132" v="176"/>
          <ac:inkMkLst>
            <pc:docMk/>
            <pc:sldMk cId="0" sldId="452"/>
            <ac:inkMk id="12" creationId="{12A0E266-559D-40AC-BE9A-C992534E1D80}"/>
          </ac:inkMkLst>
        </pc:inkChg>
        <pc:inkChg chg="add">
          <ac:chgData name="Md. Nahid Hasan" userId="S::nahid@vu.edu.bd::85ea5f9e-65d6-4031-b810-9415101f2e21" providerId="AD" clId="Web-{B4C2672B-3B0D-4136-B0A3-A01D0671BFC8}" dt="2020-12-21T13:53:02.866" v="177"/>
          <ac:inkMkLst>
            <pc:docMk/>
            <pc:sldMk cId="0" sldId="452"/>
            <ac:inkMk id="13" creationId="{E6721FAA-382E-4E26-98A2-B84B6EC568F7}"/>
          </ac:inkMkLst>
        </pc:inkChg>
        <pc:inkChg chg="add">
          <ac:chgData name="Md. Nahid Hasan" userId="S::nahid@vu.edu.bd::85ea5f9e-65d6-4031-b810-9415101f2e21" providerId="AD" clId="Web-{B4C2672B-3B0D-4136-B0A3-A01D0671BFC8}" dt="2020-12-21T13:53:02.866" v="178"/>
          <ac:inkMkLst>
            <pc:docMk/>
            <pc:sldMk cId="0" sldId="452"/>
            <ac:inkMk id="14" creationId="{972FDAA0-000B-4303-BC72-5706490502F2}"/>
          </ac:inkMkLst>
        </pc:inkChg>
        <pc:inkChg chg="add">
          <ac:chgData name="Md. Nahid Hasan" userId="S::nahid@vu.edu.bd::85ea5f9e-65d6-4031-b810-9415101f2e21" providerId="AD" clId="Web-{B4C2672B-3B0D-4136-B0A3-A01D0671BFC8}" dt="2020-12-21T13:53:02.882" v="179"/>
          <ac:inkMkLst>
            <pc:docMk/>
            <pc:sldMk cId="0" sldId="452"/>
            <ac:inkMk id="15" creationId="{FBC74559-90E0-4BB0-AE13-E63F3C2CA8A1}"/>
          </ac:inkMkLst>
        </pc:inkChg>
        <pc:inkChg chg="add">
          <ac:chgData name="Md. Nahid Hasan" userId="S::nahid@vu.edu.bd::85ea5f9e-65d6-4031-b810-9415101f2e21" providerId="AD" clId="Web-{B4C2672B-3B0D-4136-B0A3-A01D0671BFC8}" dt="2020-12-21T13:53:02.882" v="180"/>
          <ac:inkMkLst>
            <pc:docMk/>
            <pc:sldMk cId="0" sldId="452"/>
            <ac:inkMk id="16" creationId="{79C31DF4-9C09-4C07-9F2B-6651864BB9D6}"/>
          </ac:inkMkLst>
        </pc:inkChg>
        <pc:inkChg chg="add">
          <ac:chgData name="Md. Nahid Hasan" userId="S::nahid@vu.edu.bd::85ea5f9e-65d6-4031-b810-9415101f2e21" providerId="AD" clId="Web-{B4C2672B-3B0D-4136-B0A3-A01D0671BFC8}" dt="2020-12-21T13:53:02.898" v="181"/>
          <ac:inkMkLst>
            <pc:docMk/>
            <pc:sldMk cId="0" sldId="452"/>
            <ac:inkMk id="17" creationId="{5BED9572-279A-4E1E-8614-EA333C6789F3}"/>
          </ac:inkMkLst>
        </pc:inkChg>
        <pc:inkChg chg="add">
          <ac:chgData name="Md. Nahid Hasan" userId="S::nahid@vu.edu.bd::85ea5f9e-65d6-4031-b810-9415101f2e21" providerId="AD" clId="Web-{B4C2672B-3B0D-4136-B0A3-A01D0671BFC8}" dt="2020-12-21T13:53:05.257" v="182"/>
          <ac:inkMkLst>
            <pc:docMk/>
            <pc:sldMk cId="0" sldId="452"/>
            <ac:inkMk id="18" creationId="{DB1228A9-26C9-481D-BDC4-E7A056016826}"/>
          </ac:inkMkLst>
        </pc:inkChg>
        <pc:inkChg chg="add">
          <ac:chgData name="Md. Nahid Hasan" userId="S::nahid@vu.edu.bd::85ea5f9e-65d6-4031-b810-9415101f2e21" providerId="AD" clId="Web-{B4C2672B-3B0D-4136-B0A3-A01D0671BFC8}" dt="2020-12-21T13:53:05.273" v="183"/>
          <ac:inkMkLst>
            <pc:docMk/>
            <pc:sldMk cId="0" sldId="452"/>
            <ac:inkMk id="19" creationId="{AEF7F062-6DF6-43EC-AB93-94F1081B327C}"/>
          </ac:inkMkLst>
        </pc:inkChg>
        <pc:inkChg chg="add">
          <ac:chgData name="Md. Nahid Hasan" userId="S::nahid@vu.edu.bd::85ea5f9e-65d6-4031-b810-9415101f2e21" providerId="AD" clId="Web-{B4C2672B-3B0D-4136-B0A3-A01D0671BFC8}" dt="2020-12-21T13:53:05.273" v="184"/>
          <ac:inkMkLst>
            <pc:docMk/>
            <pc:sldMk cId="0" sldId="452"/>
            <ac:inkMk id="20" creationId="{62FAD1B7-C158-42F4-85F1-0FAD00F7B360}"/>
          </ac:inkMkLst>
        </pc:inkChg>
        <pc:inkChg chg="add">
          <ac:chgData name="Md. Nahid Hasan" userId="S::nahid@vu.edu.bd::85ea5f9e-65d6-4031-b810-9415101f2e21" providerId="AD" clId="Web-{B4C2672B-3B0D-4136-B0A3-A01D0671BFC8}" dt="2020-12-21T13:53:05.273" v="185"/>
          <ac:inkMkLst>
            <pc:docMk/>
            <pc:sldMk cId="0" sldId="452"/>
            <ac:inkMk id="21" creationId="{30477AE1-D7B5-403A-B785-31373F700E61}"/>
          </ac:inkMkLst>
        </pc:inkChg>
        <pc:inkChg chg="add">
          <ac:chgData name="Md. Nahid Hasan" userId="S::nahid@vu.edu.bd::85ea5f9e-65d6-4031-b810-9415101f2e21" providerId="AD" clId="Web-{B4C2672B-3B0D-4136-B0A3-A01D0671BFC8}" dt="2020-12-21T13:53:05.288" v="186"/>
          <ac:inkMkLst>
            <pc:docMk/>
            <pc:sldMk cId="0" sldId="452"/>
            <ac:inkMk id="22" creationId="{738C6140-9095-4A18-A87F-3372CD9741D2}"/>
          </ac:inkMkLst>
        </pc:inkChg>
        <pc:inkChg chg="add">
          <ac:chgData name="Md. Nahid Hasan" userId="S::nahid@vu.edu.bd::85ea5f9e-65d6-4031-b810-9415101f2e21" providerId="AD" clId="Web-{B4C2672B-3B0D-4136-B0A3-A01D0671BFC8}" dt="2020-12-21T13:53:05.288" v="187"/>
          <ac:inkMkLst>
            <pc:docMk/>
            <pc:sldMk cId="0" sldId="452"/>
            <ac:inkMk id="23" creationId="{CF62E3DA-E86C-464A-B57C-114CC62A9B42}"/>
          </ac:inkMkLst>
        </pc:inkChg>
        <pc:inkChg chg="add">
          <ac:chgData name="Md. Nahid Hasan" userId="S::nahid@vu.edu.bd::85ea5f9e-65d6-4031-b810-9415101f2e21" providerId="AD" clId="Web-{B4C2672B-3B0D-4136-B0A3-A01D0671BFC8}" dt="2020-12-21T13:53:08.194" v="188"/>
          <ac:inkMkLst>
            <pc:docMk/>
            <pc:sldMk cId="0" sldId="452"/>
            <ac:inkMk id="24" creationId="{32D4DB62-11F1-41E4-B6C7-ECB79C2069B1}"/>
          </ac:inkMkLst>
        </pc:inkChg>
        <pc:inkChg chg="add">
          <ac:chgData name="Md. Nahid Hasan" userId="S::nahid@vu.edu.bd::85ea5f9e-65d6-4031-b810-9415101f2e21" providerId="AD" clId="Web-{B4C2672B-3B0D-4136-B0A3-A01D0671BFC8}" dt="2020-12-21T13:53:09.898" v="189"/>
          <ac:inkMkLst>
            <pc:docMk/>
            <pc:sldMk cId="0" sldId="452"/>
            <ac:inkMk id="25" creationId="{CB3E6BE7-E73F-4A61-9AA5-51C6FFA8BC15}"/>
          </ac:inkMkLst>
        </pc:inkChg>
        <pc:inkChg chg="add">
          <ac:chgData name="Md. Nahid Hasan" userId="S::nahid@vu.edu.bd::85ea5f9e-65d6-4031-b810-9415101f2e21" providerId="AD" clId="Web-{B4C2672B-3B0D-4136-B0A3-A01D0671BFC8}" dt="2020-12-21T13:53:14.929" v="190"/>
          <ac:inkMkLst>
            <pc:docMk/>
            <pc:sldMk cId="0" sldId="452"/>
            <ac:inkMk id="26" creationId="{6443EC36-9901-4BE0-A907-0ED9271392DF}"/>
          </ac:inkMkLst>
        </pc:inkChg>
        <pc:inkChg chg="add">
          <ac:chgData name="Md. Nahid Hasan" userId="S::nahid@vu.edu.bd::85ea5f9e-65d6-4031-b810-9415101f2e21" providerId="AD" clId="Web-{B4C2672B-3B0D-4136-B0A3-A01D0671BFC8}" dt="2020-12-21T13:53:14.929" v="191"/>
          <ac:inkMkLst>
            <pc:docMk/>
            <pc:sldMk cId="0" sldId="452"/>
            <ac:inkMk id="27" creationId="{50DF6A6C-4856-4BF5-BDF2-3AE02CDFA1F7}"/>
          </ac:inkMkLst>
        </pc:inkChg>
        <pc:inkChg chg="add">
          <ac:chgData name="Md. Nahid Hasan" userId="S::nahid@vu.edu.bd::85ea5f9e-65d6-4031-b810-9415101f2e21" providerId="AD" clId="Web-{B4C2672B-3B0D-4136-B0A3-A01D0671BFC8}" dt="2020-12-21T13:53:14.944" v="192"/>
          <ac:inkMkLst>
            <pc:docMk/>
            <pc:sldMk cId="0" sldId="452"/>
            <ac:inkMk id="28" creationId="{B4231F52-B5BA-476E-91CC-CEB0745817E7}"/>
          </ac:inkMkLst>
        </pc:inkChg>
        <pc:inkChg chg="add">
          <ac:chgData name="Md. Nahid Hasan" userId="S::nahid@vu.edu.bd::85ea5f9e-65d6-4031-b810-9415101f2e21" providerId="AD" clId="Web-{B4C2672B-3B0D-4136-B0A3-A01D0671BFC8}" dt="2020-12-21T13:53:21.194" v="193"/>
          <ac:inkMkLst>
            <pc:docMk/>
            <pc:sldMk cId="0" sldId="452"/>
            <ac:inkMk id="29" creationId="{008B9C89-8472-4B65-8684-17CCA364B786}"/>
          </ac:inkMkLst>
        </pc:inkChg>
        <pc:inkChg chg="add">
          <ac:chgData name="Md. Nahid Hasan" userId="S::nahid@vu.edu.bd::85ea5f9e-65d6-4031-b810-9415101f2e21" providerId="AD" clId="Web-{B4C2672B-3B0D-4136-B0A3-A01D0671BFC8}" dt="2020-12-21T13:53:22.194" v="194"/>
          <ac:inkMkLst>
            <pc:docMk/>
            <pc:sldMk cId="0" sldId="452"/>
            <ac:inkMk id="30" creationId="{DA9BA81E-41BC-4571-9BD9-B32131BBEEF6}"/>
          </ac:inkMkLst>
        </pc:inkChg>
        <pc:inkChg chg="add">
          <ac:chgData name="Md. Nahid Hasan" userId="S::nahid@vu.edu.bd::85ea5f9e-65d6-4031-b810-9415101f2e21" providerId="AD" clId="Web-{B4C2672B-3B0D-4136-B0A3-A01D0671BFC8}" dt="2020-12-21T13:53:24.194" v="195"/>
          <ac:inkMkLst>
            <pc:docMk/>
            <pc:sldMk cId="0" sldId="452"/>
            <ac:inkMk id="31" creationId="{7D00D38C-3846-4F1F-9B1D-BA4B3B6E05E7}"/>
          </ac:inkMkLst>
        </pc:inkChg>
        <pc:inkChg chg="add">
          <ac:chgData name="Md. Nahid Hasan" userId="S::nahid@vu.edu.bd::85ea5f9e-65d6-4031-b810-9415101f2e21" providerId="AD" clId="Web-{B4C2672B-3B0D-4136-B0A3-A01D0671BFC8}" dt="2020-12-21T13:53:24.398" v="196"/>
          <ac:inkMkLst>
            <pc:docMk/>
            <pc:sldMk cId="0" sldId="452"/>
            <ac:inkMk id="32" creationId="{B057C6EC-5AD8-435A-BB25-7360B683E52D}"/>
          </ac:inkMkLst>
        </pc:inkChg>
      </pc:sldChg>
      <pc:sldChg chg="addSp">
        <pc:chgData name="Md. Nahid Hasan" userId="S::nahid@vu.edu.bd::85ea5f9e-65d6-4031-b810-9415101f2e21" providerId="AD" clId="Web-{B4C2672B-3B0D-4136-B0A3-A01D0671BFC8}" dt="2020-12-21T14:10:27.847" v="893"/>
        <pc:sldMkLst>
          <pc:docMk/>
          <pc:sldMk cId="0" sldId="453"/>
        </pc:sldMkLst>
        <pc:inkChg chg="add">
          <ac:chgData name="Md. Nahid Hasan" userId="S::nahid@vu.edu.bd::85ea5f9e-65d6-4031-b810-9415101f2e21" providerId="AD" clId="Web-{B4C2672B-3B0D-4136-B0A3-A01D0671BFC8}" dt="2020-12-21T14:09:47.504" v="866"/>
          <ac:inkMkLst>
            <pc:docMk/>
            <pc:sldMk cId="0" sldId="453"/>
            <ac:inkMk id="4" creationId="{68667454-EFA5-4F33-A2E0-2CC8FCB27E4C}"/>
          </ac:inkMkLst>
        </pc:inkChg>
        <pc:inkChg chg="add">
          <ac:chgData name="Md. Nahid Hasan" userId="S::nahid@vu.edu.bd::85ea5f9e-65d6-4031-b810-9415101f2e21" providerId="AD" clId="Web-{B4C2672B-3B0D-4136-B0A3-A01D0671BFC8}" dt="2020-12-21T14:09:50.426" v="867"/>
          <ac:inkMkLst>
            <pc:docMk/>
            <pc:sldMk cId="0" sldId="453"/>
            <ac:inkMk id="5" creationId="{A106E459-100B-4B03-93D4-8E60271DBAA1}"/>
          </ac:inkMkLst>
        </pc:inkChg>
        <pc:inkChg chg="add">
          <ac:chgData name="Md. Nahid Hasan" userId="S::nahid@vu.edu.bd::85ea5f9e-65d6-4031-b810-9415101f2e21" providerId="AD" clId="Web-{B4C2672B-3B0D-4136-B0A3-A01D0671BFC8}" dt="2020-12-21T14:09:55.410" v="868"/>
          <ac:inkMkLst>
            <pc:docMk/>
            <pc:sldMk cId="0" sldId="453"/>
            <ac:inkMk id="6" creationId="{2632F4A5-2DB6-4424-91C1-A94694A50D3A}"/>
          </ac:inkMkLst>
        </pc:inkChg>
        <pc:inkChg chg="add">
          <ac:chgData name="Md. Nahid Hasan" userId="S::nahid@vu.edu.bd::85ea5f9e-65d6-4031-b810-9415101f2e21" providerId="AD" clId="Web-{B4C2672B-3B0D-4136-B0A3-A01D0671BFC8}" dt="2020-12-21T14:09:55.410" v="869"/>
          <ac:inkMkLst>
            <pc:docMk/>
            <pc:sldMk cId="0" sldId="453"/>
            <ac:inkMk id="7" creationId="{C95D6C10-DD44-4545-A2FF-F5B2105DEC8E}"/>
          </ac:inkMkLst>
        </pc:inkChg>
        <pc:inkChg chg="add">
          <ac:chgData name="Md. Nahid Hasan" userId="S::nahid@vu.edu.bd::85ea5f9e-65d6-4031-b810-9415101f2e21" providerId="AD" clId="Web-{B4C2672B-3B0D-4136-B0A3-A01D0671BFC8}" dt="2020-12-21T14:09:55.426" v="870"/>
          <ac:inkMkLst>
            <pc:docMk/>
            <pc:sldMk cId="0" sldId="453"/>
            <ac:inkMk id="8" creationId="{15747B6A-9474-4D58-8399-989856320097}"/>
          </ac:inkMkLst>
        </pc:inkChg>
        <pc:inkChg chg="add">
          <ac:chgData name="Md. Nahid Hasan" userId="S::nahid@vu.edu.bd::85ea5f9e-65d6-4031-b810-9415101f2e21" providerId="AD" clId="Web-{B4C2672B-3B0D-4136-B0A3-A01D0671BFC8}" dt="2020-12-21T14:09:59.441" v="871"/>
          <ac:inkMkLst>
            <pc:docMk/>
            <pc:sldMk cId="0" sldId="453"/>
            <ac:inkMk id="9" creationId="{DD95E019-F4E1-4265-AF48-8885539DC440}"/>
          </ac:inkMkLst>
        </pc:inkChg>
        <pc:inkChg chg="add">
          <ac:chgData name="Md. Nahid Hasan" userId="S::nahid@vu.edu.bd::85ea5f9e-65d6-4031-b810-9415101f2e21" providerId="AD" clId="Web-{B4C2672B-3B0D-4136-B0A3-A01D0671BFC8}" dt="2020-12-21T14:09:59.457" v="872"/>
          <ac:inkMkLst>
            <pc:docMk/>
            <pc:sldMk cId="0" sldId="453"/>
            <ac:inkMk id="10" creationId="{66E9B8B6-33CE-4496-994E-B692AEE8B79C}"/>
          </ac:inkMkLst>
        </pc:inkChg>
        <pc:inkChg chg="add">
          <ac:chgData name="Md. Nahid Hasan" userId="S::nahid@vu.edu.bd::85ea5f9e-65d6-4031-b810-9415101f2e21" providerId="AD" clId="Web-{B4C2672B-3B0D-4136-B0A3-A01D0671BFC8}" dt="2020-12-21T14:09:59.457" v="873"/>
          <ac:inkMkLst>
            <pc:docMk/>
            <pc:sldMk cId="0" sldId="453"/>
            <ac:inkMk id="11" creationId="{9DF4C0D2-090C-439C-A944-6896076FD5AA}"/>
          </ac:inkMkLst>
        </pc:inkChg>
        <pc:inkChg chg="add">
          <ac:chgData name="Md. Nahid Hasan" userId="S::nahid@vu.edu.bd::85ea5f9e-65d6-4031-b810-9415101f2e21" providerId="AD" clId="Web-{B4C2672B-3B0D-4136-B0A3-A01D0671BFC8}" dt="2020-12-21T14:09:59.457" v="874"/>
          <ac:inkMkLst>
            <pc:docMk/>
            <pc:sldMk cId="0" sldId="453"/>
            <ac:inkMk id="12" creationId="{4B8D3150-E8AD-48D4-865B-1C81B622003E}"/>
          </ac:inkMkLst>
        </pc:inkChg>
        <pc:inkChg chg="add">
          <ac:chgData name="Md. Nahid Hasan" userId="S::nahid@vu.edu.bd::85ea5f9e-65d6-4031-b810-9415101f2e21" providerId="AD" clId="Web-{B4C2672B-3B0D-4136-B0A3-A01D0671BFC8}" dt="2020-12-21T14:09:59.472" v="875"/>
          <ac:inkMkLst>
            <pc:docMk/>
            <pc:sldMk cId="0" sldId="453"/>
            <ac:inkMk id="13" creationId="{0F2315FD-6E10-45B0-9B69-BA6075E1176A}"/>
          </ac:inkMkLst>
        </pc:inkChg>
        <pc:inkChg chg="add">
          <ac:chgData name="Md. Nahid Hasan" userId="S::nahid@vu.edu.bd::85ea5f9e-65d6-4031-b810-9415101f2e21" providerId="AD" clId="Web-{B4C2672B-3B0D-4136-B0A3-A01D0671BFC8}" dt="2020-12-21T14:10:00.207" v="876"/>
          <ac:inkMkLst>
            <pc:docMk/>
            <pc:sldMk cId="0" sldId="453"/>
            <ac:inkMk id="14" creationId="{F4EAA3E9-4EDC-4348-A599-3E57C9434F3A}"/>
          </ac:inkMkLst>
        </pc:inkChg>
        <pc:inkChg chg="add">
          <ac:chgData name="Md. Nahid Hasan" userId="S::nahid@vu.edu.bd::85ea5f9e-65d6-4031-b810-9415101f2e21" providerId="AD" clId="Web-{B4C2672B-3B0D-4136-B0A3-A01D0671BFC8}" dt="2020-12-21T14:10:01.879" v="877"/>
          <ac:inkMkLst>
            <pc:docMk/>
            <pc:sldMk cId="0" sldId="453"/>
            <ac:inkMk id="15" creationId="{7FAA5E4B-69E0-49C9-8195-01FEDEB55960}"/>
          </ac:inkMkLst>
        </pc:inkChg>
        <pc:inkChg chg="add">
          <ac:chgData name="Md. Nahid Hasan" userId="S::nahid@vu.edu.bd::85ea5f9e-65d6-4031-b810-9415101f2e21" providerId="AD" clId="Web-{B4C2672B-3B0D-4136-B0A3-A01D0671BFC8}" dt="2020-12-21T14:10:08.754" v="878"/>
          <ac:inkMkLst>
            <pc:docMk/>
            <pc:sldMk cId="0" sldId="453"/>
            <ac:inkMk id="16" creationId="{3BC3383C-346A-4221-BDCA-7FFF360BDC59}"/>
          </ac:inkMkLst>
        </pc:inkChg>
        <pc:inkChg chg="add">
          <ac:chgData name="Md. Nahid Hasan" userId="S::nahid@vu.edu.bd::85ea5f9e-65d6-4031-b810-9415101f2e21" providerId="AD" clId="Web-{B4C2672B-3B0D-4136-B0A3-A01D0671BFC8}" dt="2020-12-21T14:10:11.347" v="879"/>
          <ac:inkMkLst>
            <pc:docMk/>
            <pc:sldMk cId="0" sldId="453"/>
            <ac:inkMk id="17" creationId="{43201DDB-A4CF-4AEC-BC3A-A991079DD0C0}"/>
          </ac:inkMkLst>
        </pc:inkChg>
        <pc:inkChg chg="add">
          <ac:chgData name="Md. Nahid Hasan" userId="S::nahid@vu.edu.bd::85ea5f9e-65d6-4031-b810-9415101f2e21" providerId="AD" clId="Web-{B4C2672B-3B0D-4136-B0A3-A01D0671BFC8}" dt="2020-12-21T14:10:12.550" v="880"/>
          <ac:inkMkLst>
            <pc:docMk/>
            <pc:sldMk cId="0" sldId="453"/>
            <ac:inkMk id="18" creationId="{55284532-15E8-4E92-AFBD-BC03420064BB}"/>
          </ac:inkMkLst>
        </pc:inkChg>
        <pc:inkChg chg="add">
          <ac:chgData name="Md. Nahid Hasan" userId="S::nahid@vu.edu.bd::85ea5f9e-65d6-4031-b810-9415101f2e21" providerId="AD" clId="Web-{B4C2672B-3B0D-4136-B0A3-A01D0671BFC8}" dt="2020-12-21T14:10:21.285" v="881"/>
          <ac:inkMkLst>
            <pc:docMk/>
            <pc:sldMk cId="0" sldId="453"/>
            <ac:inkMk id="19" creationId="{021BA01A-FB20-4516-8E5C-413BA6FBA381}"/>
          </ac:inkMkLst>
        </pc:inkChg>
        <pc:inkChg chg="add">
          <ac:chgData name="Md. Nahid Hasan" userId="S::nahid@vu.edu.bd::85ea5f9e-65d6-4031-b810-9415101f2e21" providerId="AD" clId="Web-{B4C2672B-3B0D-4136-B0A3-A01D0671BFC8}" dt="2020-12-21T14:10:23.535" v="882"/>
          <ac:inkMkLst>
            <pc:docMk/>
            <pc:sldMk cId="0" sldId="453"/>
            <ac:inkMk id="20" creationId="{3AF92163-4671-46D7-A4FF-AF175AC2A1EE}"/>
          </ac:inkMkLst>
        </pc:inkChg>
        <pc:inkChg chg="add">
          <ac:chgData name="Md. Nahid Hasan" userId="S::nahid@vu.edu.bd::85ea5f9e-65d6-4031-b810-9415101f2e21" providerId="AD" clId="Web-{B4C2672B-3B0D-4136-B0A3-A01D0671BFC8}" dt="2020-12-21T14:10:23.535" v="883"/>
          <ac:inkMkLst>
            <pc:docMk/>
            <pc:sldMk cId="0" sldId="453"/>
            <ac:inkMk id="21" creationId="{49F672B9-756D-4A7F-808D-76562D7DC647}"/>
          </ac:inkMkLst>
        </pc:inkChg>
        <pc:inkChg chg="add">
          <ac:chgData name="Md. Nahid Hasan" userId="S::nahid@vu.edu.bd::85ea5f9e-65d6-4031-b810-9415101f2e21" providerId="AD" clId="Web-{B4C2672B-3B0D-4136-B0A3-A01D0671BFC8}" dt="2020-12-21T14:10:23.550" v="884"/>
          <ac:inkMkLst>
            <pc:docMk/>
            <pc:sldMk cId="0" sldId="453"/>
            <ac:inkMk id="22" creationId="{2C784B74-6740-47B2-AB42-19A23E308078}"/>
          </ac:inkMkLst>
        </pc:inkChg>
        <pc:inkChg chg="add">
          <ac:chgData name="Md. Nahid Hasan" userId="S::nahid@vu.edu.bd::85ea5f9e-65d6-4031-b810-9415101f2e21" providerId="AD" clId="Web-{B4C2672B-3B0D-4136-B0A3-A01D0671BFC8}" dt="2020-12-21T14:10:23.550" v="885"/>
          <ac:inkMkLst>
            <pc:docMk/>
            <pc:sldMk cId="0" sldId="453"/>
            <ac:inkMk id="23" creationId="{5B5977B7-38FA-4166-896F-74CC650EA545}"/>
          </ac:inkMkLst>
        </pc:inkChg>
        <pc:inkChg chg="add">
          <ac:chgData name="Md. Nahid Hasan" userId="S::nahid@vu.edu.bd::85ea5f9e-65d6-4031-b810-9415101f2e21" providerId="AD" clId="Web-{B4C2672B-3B0D-4136-B0A3-A01D0671BFC8}" dt="2020-12-21T14:10:25.425" v="886"/>
          <ac:inkMkLst>
            <pc:docMk/>
            <pc:sldMk cId="0" sldId="453"/>
            <ac:inkMk id="24" creationId="{B01C9725-F664-4913-BB7D-B56763C8695E}"/>
          </ac:inkMkLst>
        </pc:inkChg>
        <pc:inkChg chg="add">
          <ac:chgData name="Md. Nahid Hasan" userId="S::nahid@vu.edu.bd::85ea5f9e-65d6-4031-b810-9415101f2e21" providerId="AD" clId="Web-{B4C2672B-3B0D-4136-B0A3-A01D0671BFC8}" dt="2020-12-21T14:10:25.441" v="887"/>
          <ac:inkMkLst>
            <pc:docMk/>
            <pc:sldMk cId="0" sldId="453"/>
            <ac:inkMk id="25" creationId="{2555877E-F5DD-4F2A-AB49-B7BD5549DFF5}"/>
          </ac:inkMkLst>
        </pc:inkChg>
        <pc:inkChg chg="add">
          <ac:chgData name="Md. Nahid Hasan" userId="S::nahid@vu.edu.bd::85ea5f9e-65d6-4031-b810-9415101f2e21" providerId="AD" clId="Web-{B4C2672B-3B0D-4136-B0A3-A01D0671BFC8}" dt="2020-12-21T14:10:25.441" v="888"/>
          <ac:inkMkLst>
            <pc:docMk/>
            <pc:sldMk cId="0" sldId="453"/>
            <ac:inkMk id="26" creationId="{AF02E9CF-1AFF-42E8-8DD6-133676F735D6}"/>
          </ac:inkMkLst>
        </pc:inkChg>
        <pc:inkChg chg="add">
          <ac:chgData name="Md. Nahid Hasan" userId="S::nahid@vu.edu.bd::85ea5f9e-65d6-4031-b810-9415101f2e21" providerId="AD" clId="Web-{B4C2672B-3B0D-4136-B0A3-A01D0671BFC8}" dt="2020-12-21T14:10:27.816" v="889"/>
          <ac:inkMkLst>
            <pc:docMk/>
            <pc:sldMk cId="0" sldId="453"/>
            <ac:inkMk id="27" creationId="{2A5310C2-3017-49FC-A8A0-9E33E5272ED8}"/>
          </ac:inkMkLst>
        </pc:inkChg>
        <pc:inkChg chg="add">
          <ac:chgData name="Md. Nahid Hasan" userId="S::nahid@vu.edu.bd::85ea5f9e-65d6-4031-b810-9415101f2e21" providerId="AD" clId="Web-{B4C2672B-3B0D-4136-B0A3-A01D0671BFC8}" dt="2020-12-21T14:10:27.832" v="890"/>
          <ac:inkMkLst>
            <pc:docMk/>
            <pc:sldMk cId="0" sldId="453"/>
            <ac:inkMk id="28" creationId="{1A6D44E5-9D1A-4BD3-AC22-9EC93841FEF7}"/>
          </ac:inkMkLst>
        </pc:inkChg>
        <pc:inkChg chg="add">
          <ac:chgData name="Md. Nahid Hasan" userId="S::nahid@vu.edu.bd::85ea5f9e-65d6-4031-b810-9415101f2e21" providerId="AD" clId="Web-{B4C2672B-3B0D-4136-B0A3-A01D0671BFC8}" dt="2020-12-21T14:10:27.832" v="891"/>
          <ac:inkMkLst>
            <pc:docMk/>
            <pc:sldMk cId="0" sldId="453"/>
            <ac:inkMk id="29" creationId="{7FDCB576-5017-40AA-A998-0AE92BD31139}"/>
          </ac:inkMkLst>
        </pc:inkChg>
        <pc:inkChg chg="add">
          <ac:chgData name="Md. Nahid Hasan" userId="S::nahid@vu.edu.bd::85ea5f9e-65d6-4031-b810-9415101f2e21" providerId="AD" clId="Web-{B4C2672B-3B0D-4136-B0A3-A01D0671BFC8}" dt="2020-12-21T14:10:27.832" v="892"/>
          <ac:inkMkLst>
            <pc:docMk/>
            <pc:sldMk cId="0" sldId="453"/>
            <ac:inkMk id="30" creationId="{549831FC-6A90-4371-B4D4-CF9843D1DCA4}"/>
          </ac:inkMkLst>
        </pc:inkChg>
        <pc:inkChg chg="add">
          <ac:chgData name="Md. Nahid Hasan" userId="S::nahid@vu.edu.bd::85ea5f9e-65d6-4031-b810-9415101f2e21" providerId="AD" clId="Web-{B4C2672B-3B0D-4136-B0A3-A01D0671BFC8}" dt="2020-12-21T14:10:27.847" v="893"/>
          <ac:inkMkLst>
            <pc:docMk/>
            <pc:sldMk cId="0" sldId="453"/>
            <ac:inkMk id="31" creationId="{CC38D18B-1CB2-4A59-B577-9F8C472B755B}"/>
          </ac:inkMkLst>
        </pc:inkChg>
      </pc:sldChg>
      <pc:sldChg chg="addSp delSp">
        <pc:chgData name="Md. Nahid Hasan" userId="S::nahid@vu.edu.bd::85ea5f9e-65d6-4031-b810-9415101f2e21" providerId="AD" clId="Web-{B4C2672B-3B0D-4136-B0A3-A01D0671BFC8}" dt="2020-12-21T14:26:41.079" v="1454"/>
        <pc:sldMkLst>
          <pc:docMk/>
          <pc:sldMk cId="0" sldId="455"/>
        </pc:sldMkLst>
        <pc:inkChg chg="del">
          <ac:chgData name="Md. Nahid Hasan" userId="S::nahid@vu.edu.bd::85ea5f9e-65d6-4031-b810-9415101f2e21" providerId="AD" clId="Web-{B4C2672B-3B0D-4136-B0A3-A01D0671BFC8}" dt="2020-12-21T14:25:07.532" v="1421"/>
          <ac:inkMkLst>
            <pc:docMk/>
            <pc:sldMk cId="0" sldId="455"/>
            <ac:inkMk id="2" creationId="{B4ACCC9F-8DBA-4776-979A-DCCF4FE2E0FB}"/>
          </ac:inkMkLst>
        </pc:inkChg>
        <pc:inkChg chg="del">
          <ac:chgData name="Md. Nahid Hasan" userId="S::nahid@vu.edu.bd::85ea5f9e-65d6-4031-b810-9415101f2e21" providerId="AD" clId="Web-{B4C2672B-3B0D-4136-B0A3-A01D0671BFC8}" dt="2020-12-21T14:25:07.532" v="1420"/>
          <ac:inkMkLst>
            <pc:docMk/>
            <pc:sldMk cId="0" sldId="455"/>
            <ac:inkMk id="3" creationId="{AC9B784E-CC7C-4389-8A4A-70F71625D8BE}"/>
          </ac:inkMkLst>
        </pc:inkChg>
        <pc:inkChg chg="del">
          <ac:chgData name="Md. Nahid Hasan" userId="S::nahid@vu.edu.bd::85ea5f9e-65d6-4031-b810-9415101f2e21" providerId="AD" clId="Web-{B4C2672B-3B0D-4136-B0A3-A01D0671BFC8}" dt="2020-12-21T14:25:07.532" v="1419"/>
          <ac:inkMkLst>
            <pc:docMk/>
            <pc:sldMk cId="0" sldId="455"/>
            <ac:inkMk id="4" creationId="{4276281A-A11D-43B2-9814-57742ACF8EB3}"/>
          </ac:inkMkLst>
        </pc:inkChg>
        <pc:inkChg chg="del">
          <ac:chgData name="Md. Nahid Hasan" userId="S::nahid@vu.edu.bd::85ea5f9e-65d6-4031-b810-9415101f2e21" providerId="AD" clId="Web-{B4C2672B-3B0D-4136-B0A3-A01D0671BFC8}" dt="2020-12-21T14:25:07.516" v="1418"/>
          <ac:inkMkLst>
            <pc:docMk/>
            <pc:sldMk cId="0" sldId="455"/>
            <ac:inkMk id="5" creationId="{5A4D0F1F-E4E7-4299-8779-843ACE4E6C6A}"/>
          </ac:inkMkLst>
        </pc:inkChg>
        <pc:inkChg chg="del">
          <ac:chgData name="Md. Nahid Hasan" userId="S::nahid@vu.edu.bd::85ea5f9e-65d6-4031-b810-9415101f2e21" providerId="AD" clId="Web-{B4C2672B-3B0D-4136-B0A3-A01D0671BFC8}" dt="2020-12-21T14:25:07.516" v="1417"/>
          <ac:inkMkLst>
            <pc:docMk/>
            <pc:sldMk cId="0" sldId="455"/>
            <ac:inkMk id="6" creationId="{85AF1B3A-1CDF-4AB4-AB9D-6A72AF093D0F}"/>
          </ac:inkMkLst>
        </pc:inkChg>
        <pc:inkChg chg="del">
          <ac:chgData name="Md. Nahid Hasan" userId="S::nahid@vu.edu.bd::85ea5f9e-65d6-4031-b810-9415101f2e21" providerId="AD" clId="Web-{B4C2672B-3B0D-4136-B0A3-A01D0671BFC8}" dt="2020-12-21T14:25:07.516" v="1416"/>
          <ac:inkMkLst>
            <pc:docMk/>
            <pc:sldMk cId="0" sldId="455"/>
            <ac:inkMk id="7" creationId="{21E643DA-A099-45F0-8344-1D2BB3F695CF}"/>
          </ac:inkMkLst>
        </pc:inkChg>
        <pc:inkChg chg="del">
          <ac:chgData name="Md. Nahid Hasan" userId="S::nahid@vu.edu.bd::85ea5f9e-65d6-4031-b810-9415101f2e21" providerId="AD" clId="Web-{B4C2672B-3B0D-4136-B0A3-A01D0671BFC8}" dt="2020-12-21T14:25:07.516" v="1415"/>
          <ac:inkMkLst>
            <pc:docMk/>
            <pc:sldMk cId="0" sldId="455"/>
            <ac:inkMk id="8" creationId="{2470B828-C8FB-4AEE-AB68-380926EA8C8C}"/>
          </ac:inkMkLst>
        </pc:inkChg>
        <pc:inkChg chg="del">
          <ac:chgData name="Md. Nahid Hasan" userId="S::nahid@vu.edu.bd::85ea5f9e-65d6-4031-b810-9415101f2e21" providerId="AD" clId="Web-{B4C2672B-3B0D-4136-B0A3-A01D0671BFC8}" dt="2020-12-21T14:25:07.516" v="1414"/>
          <ac:inkMkLst>
            <pc:docMk/>
            <pc:sldMk cId="0" sldId="455"/>
            <ac:inkMk id="9" creationId="{36415810-9FCC-4CF7-900C-3B9218B5AA53}"/>
          </ac:inkMkLst>
        </pc:inkChg>
        <pc:inkChg chg="del">
          <ac:chgData name="Md. Nahid Hasan" userId="S::nahid@vu.edu.bd::85ea5f9e-65d6-4031-b810-9415101f2e21" providerId="AD" clId="Web-{B4C2672B-3B0D-4136-B0A3-A01D0671BFC8}" dt="2020-12-21T14:25:07.501" v="1413"/>
          <ac:inkMkLst>
            <pc:docMk/>
            <pc:sldMk cId="0" sldId="455"/>
            <ac:inkMk id="10" creationId="{62EA0F6B-F63B-4EB8-878A-BE5B54AD41F3}"/>
          </ac:inkMkLst>
        </pc:inkChg>
        <pc:inkChg chg="del">
          <ac:chgData name="Md. Nahid Hasan" userId="S::nahid@vu.edu.bd::85ea5f9e-65d6-4031-b810-9415101f2e21" providerId="AD" clId="Web-{B4C2672B-3B0D-4136-B0A3-A01D0671BFC8}" dt="2020-12-21T14:25:07.501" v="1412"/>
          <ac:inkMkLst>
            <pc:docMk/>
            <pc:sldMk cId="0" sldId="455"/>
            <ac:inkMk id="11" creationId="{73220DEC-2A29-461E-973B-4CC445B47D4F}"/>
          </ac:inkMkLst>
        </pc:inkChg>
        <pc:inkChg chg="del">
          <ac:chgData name="Md. Nahid Hasan" userId="S::nahid@vu.edu.bd::85ea5f9e-65d6-4031-b810-9415101f2e21" providerId="AD" clId="Web-{B4C2672B-3B0D-4136-B0A3-A01D0671BFC8}" dt="2020-12-21T14:25:07.501" v="1411"/>
          <ac:inkMkLst>
            <pc:docMk/>
            <pc:sldMk cId="0" sldId="455"/>
            <ac:inkMk id="12" creationId="{A06646EC-4396-4F68-9051-34A5CD1F45E3}"/>
          </ac:inkMkLst>
        </pc:inkChg>
        <pc:inkChg chg="del">
          <ac:chgData name="Md. Nahid Hasan" userId="S::nahid@vu.edu.bd::85ea5f9e-65d6-4031-b810-9415101f2e21" providerId="AD" clId="Web-{B4C2672B-3B0D-4136-B0A3-A01D0671BFC8}" dt="2020-12-21T14:25:07.501" v="1410"/>
          <ac:inkMkLst>
            <pc:docMk/>
            <pc:sldMk cId="0" sldId="455"/>
            <ac:inkMk id="13" creationId="{F382767C-13C8-44A5-ACE4-58306945E6D4}"/>
          </ac:inkMkLst>
        </pc:inkChg>
        <pc:inkChg chg="del">
          <ac:chgData name="Md. Nahid Hasan" userId="S::nahid@vu.edu.bd::85ea5f9e-65d6-4031-b810-9415101f2e21" providerId="AD" clId="Web-{B4C2672B-3B0D-4136-B0A3-A01D0671BFC8}" dt="2020-12-21T14:25:07.501" v="1409"/>
          <ac:inkMkLst>
            <pc:docMk/>
            <pc:sldMk cId="0" sldId="455"/>
            <ac:inkMk id="14" creationId="{4708F15E-8197-4219-BBB0-52731A2CA17E}"/>
          </ac:inkMkLst>
        </pc:inkChg>
        <pc:inkChg chg="del">
          <ac:chgData name="Md. Nahid Hasan" userId="S::nahid@vu.edu.bd::85ea5f9e-65d6-4031-b810-9415101f2e21" providerId="AD" clId="Web-{B4C2672B-3B0D-4136-B0A3-A01D0671BFC8}" dt="2020-12-21T14:25:07.485" v="1408"/>
          <ac:inkMkLst>
            <pc:docMk/>
            <pc:sldMk cId="0" sldId="455"/>
            <ac:inkMk id="15" creationId="{15B86DF0-41F5-4F7B-8022-CE806B1A7617}"/>
          </ac:inkMkLst>
        </pc:inkChg>
        <pc:inkChg chg="del">
          <ac:chgData name="Md. Nahid Hasan" userId="S::nahid@vu.edu.bd::85ea5f9e-65d6-4031-b810-9415101f2e21" providerId="AD" clId="Web-{B4C2672B-3B0D-4136-B0A3-A01D0671BFC8}" dt="2020-12-21T14:25:07.485" v="1407"/>
          <ac:inkMkLst>
            <pc:docMk/>
            <pc:sldMk cId="0" sldId="455"/>
            <ac:inkMk id="16" creationId="{3B511B8F-DA2C-4C29-936A-98AF046EBF27}"/>
          </ac:inkMkLst>
        </pc:inkChg>
        <pc:inkChg chg="del">
          <ac:chgData name="Md. Nahid Hasan" userId="S::nahid@vu.edu.bd::85ea5f9e-65d6-4031-b810-9415101f2e21" providerId="AD" clId="Web-{B4C2672B-3B0D-4136-B0A3-A01D0671BFC8}" dt="2020-12-21T14:25:07.485" v="1406"/>
          <ac:inkMkLst>
            <pc:docMk/>
            <pc:sldMk cId="0" sldId="455"/>
            <ac:inkMk id="17" creationId="{2233E2C9-D24D-4D33-9F5C-A942C9C318A7}"/>
          </ac:inkMkLst>
        </pc:inkChg>
        <pc:inkChg chg="del">
          <ac:chgData name="Md. Nahid Hasan" userId="S::nahid@vu.edu.bd::85ea5f9e-65d6-4031-b810-9415101f2e21" providerId="AD" clId="Web-{B4C2672B-3B0D-4136-B0A3-A01D0671BFC8}" dt="2020-12-21T14:26:22.844" v="1448"/>
          <ac:inkMkLst>
            <pc:docMk/>
            <pc:sldMk cId="0" sldId="455"/>
            <ac:inkMk id="18" creationId="{061C2F0A-9B93-4353-9BE5-ACEC7DE80220}"/>
          </ac:inkMkLst>
        </pc:inkChg>
        <pc:inkChg chg="del">
          <ac:chgData name="Md. Nahid Hasan" userId="S::nahid@vu.edu.bd::85ea5f9e-65d6-4031-b810-9415101f2e21" providerId="AD" clId="Web-{B4C2672B-3B0D-4136-B0A3-A01D0671BFC8}" dt="2020-12-21T14:25:07.485" v="1405"/>
          <ac:inkMkLst>
            <pc:docMk/>
            <pc:sldMk cId="0" sldId="455"/>
            <ac:inkMk id="19" creationId="{F32FB226-FD3B-48E1-835E-F6BE6AF07F38}"/>
          </ac:inkMkLst>
        </pc:inkChg>
        <pc:inkChg chg="del">
          <ac:chgData name="Md. Nahid Hasan" userId="S::nahid@vu.edu.bd::85ea5f9e-65d6-4031-b810-9415101f2e21" providerId="AD" clId="Web-{B4C2672B-3B0D-4136-B0A3-A01D0671BFC8}" dt="2020-12-21T14:25:07.485" v="1404"/>
          <ac:inkMkLst>
            <pc:docMk/>
            <pc:sldMk cId="0" sldId="455"/>
            <ac:inkMk id="20" creationId="{EDF6793F-B07B-44E1-B4EF-1E3F05BB899F}"/>
          </ac:inkMkLst>
        </pc:inkChg>
        <pc:inkChg chg="del">
          <ac:chgData name="Md. Nahid Hasan" userId="S::nahid@vu.edu.bd::85ea5f9e-65d6-4031-b810-9415101f2e21" providerId="AD" clId="Web-{B4C2672B-3B0D-4136-B0A3-A01D0671BFC8}" dt="2020-12-21T14:25:07.469" v="1403"/>
          <ac:inkMkLst>
            <pc:docMk/>
            <pc:sldMk cId="0" sldId="455"/>
            <ac:inkMk id="21" creationId="{5D7C67E2-C1DA-4A76-A8B2-54C9F8550669}"/>
          </ac:inkMkLst>
        </pc:inkChg>
        <pc:inkChg chg="del">
          <ac:chgData name="Md. Nahid Hasan" userId="S::nahid@vu.edu.bd::85ea5f9e-65d6-4031-b810-9415101f2e21" providerId="AD" clId="Web-{B4C2672B-3B0D-4136-B0A3-A01D0671BFC8}" dt="2020-12-21T14:25:07.469" v="1402"/>
          <ac:inkMkLst>
            <pc:docMk/>
            <pc:sldMk cId="0" sldId="455"/>
            <ac:inkMk id="22" creationId="{BF3EE5A5-800D-49FF-BD09-AF1434F871C2}"/>
          </ac:inkMkLst>
        </pc:inkChg>
        <pc:inkChg chg="del">
          <ac:chgData name="Md. Nahid Hasan" userId="S::nahid@vu.edu.bd::85ea5f9e-65d6-4031-b810-9415101f2e21" providerId="AD" clId="Web-{B4C2672B-3B0D-4136-B0A3-A01D0671BFC8}" dt="2020-12-21T14:26:22.844" v="1447"/>
          <ac:inkMkLst>
            <pc:docMk/>
            <pc:sldMk cId="0" sldId="455"/>
            <ac:inkMk id="23" creationId="{F6EACF0E-3D1B-4803-8F58-3526DE1FA5A1}"/>
          </ac:inkMkLst>
        </pc:inkChg>
        <pc:inkChg chg="del">
          <ac:chgData name="Md. Nahid Hasan" userId="S::nahid@vu.edu.bd::85ea5f9e-65d6-4031-b810-9415101f2e21" providerId="AD" clId="Web-{B4C2672B-3B0D-4136-B0A3-A01D0671BFC8}" dt="2020-12-21T14:25:07.469" v="1401"/>
          <ac:inkMkLst>
            <pc:docMk/>
            <pc:sldMk cId="0" sldId="455"/>
            <ac:inkMk id="24" creationId="{4446133C-8EFB-4BF9-944E-DA347E6FA038}"/>
          </ac:inkMkLst>
        </pc:inkChg>
        <pc:inkChg chg="del">
          <ac:chgData name="Md. Nahid Hasan" userId="S::nahid@vu.edu.bd::85ea5f9e-65d6-4031-b810-9415101f2e21" providerId="AD" clId="Web-{B4C2672B-3B0D-4136-B0A3-A01D0671BFC8}" dt="2020-12-21T14:25:07.469" v="1400"/>
          <ac:inkMkLst>
            <pc:docMk/>
            <pc:sldMk cId="0" sldId="455"/>
            <ac:inkMk id="25" creationId="{7FA9100E-208F-45F5-9B17-CF9EB2711D1F}"/>
          </ac:inkMkLst>
        </pc:inkChg>
        <pc:inkChg chg="del">
          <ac:chgData name="Md. Nahid Hasan" userId="S::nahid@vu.edu.bd::85ea5f9e-65d6-4031-b810-9415101f2e21" providerId="AD" clId="Web-{B4C2672B-3B0D-4136-B0A3-A01D0671BFC8}" dt="2020-12-21T14:25:07.454" v="1399"/>
          <ac:inkMkLst>
            <pc:docMk/>
            <pc:sldMk cId="0" sldId="455"/>
            <ac:inkMk id="26" creationId="{DC39FCFE-F811-499A-B52F-D1748B2C2766}"/>
          </ac:inkMkLst>
        </pc:inkChg>
        <pc:inkChg chg="del">
          <ac:chgData name="Md. Nahid Hasan" userId="S::nahid@vu.edu.bd::85ea5f9e-65d6-4031-b810-9415101f2e21" providerId="AD" clId="Web-{B4C2672B-3B0D-4136-B0A3-A01D0671BFC8}" dt="2020-12-21T14:25:07.454" v="1398"/>
          <ac:inkMkLst>
            <pc:docMk/>
            <pc:sldMk cId="0" sldId="455"/>
            <ac:inkMk id="27" creationId="{6FD7E69F-4DF5-4B54-86C6-63AB94F11BB2}"/>
          </ac:inkMkLst>
        </pc:inkChg>
        <pc:inkChg chg="del">
          <ac:chgData name="Md. Nahid Hasan" userId="S::nahid@vu.edu.bd::85ea5f9e-65d6-4031-b810-9415101f2e21" providerId="AD" clId="Web-{B4C2672B-3B0D-4136-B0A3-A01D0671BFC8}" dt="2020-12-21T14:25:07.454" v="1397"/>
          <ac:inkMkLst>
            <pc:docMk/>
            <pc:sldMk cId="0" sldId="455"/>
            <ac:inkMk id="28" creationId="{327D4EB2-7B12-4299-93BB-247F84FEEB70}"/>
          </ac:inkMkLst>
        </pc:inkChg>
        <pc:inkChg chg="del">
          <ac:chgData name="Md. Nahid Hasan" userId="S::nahid@vu.edu.bd::85ea5f9e-65d6-4031-b810-9415101f2e21" providerId="AD" clId="Web-{B4C2672B-3B0D-4136-B0A3-A01D0671BFC8}" dt="2020-12-21T14:25:07.454" v="1396"/>
          <ac:inkMkLst>
            <pc:docMk/>
            <pc:sldMk cId="0" sldId="455"/>
            <ac:inkMk id="29" creationId="{9B51B1F0-5D65-4CD6-901F-64AA80229929}"/>
          </ac:inkMkLst>
        </pc:inkChg>
        <pc:inkChg chg="del">
          <ac:chgData name="Md. Nahid Hasan" userId="S::nahid@vu.edu.bd::85ea5f9e-65d6-4031-b810-9415101f2e21" providerId="AD" clId="Web-{B4C2672B-3B0D-4136-B0A3-A01D0671BFC8}" dt="2020-12-21T14:25:07.438" v="1395"/>
          <ac:inkMkLst>
            <pc:docMk/>
            <pc:sldMk cId="0" sldId="455"/>
            <ac:inkMk id="30" creationId="{9AA68627-46DE-4B96-B1EC-EE5F46F89515}"/>
          </ac:inkMkLst>
        </pc:inkChg>
        <pc:inkChg chg="del">
          <ac:chgData name="Md. Nahid Hasan" userId="S::nahid@vu.edu.bd::85ea5f9e-65d6-4031-b810-9415101f2e21" providerId="AD" clId="Web-{B4C2672B-3B0D-4136-B0A3-A01D0671BFC8}" dt="2020-12-21T14:25:07.438" v="1394"/>
          <ac:inkMkLst>
            <pc:docMk/>
            <pc:sldMk cId="0" sldId="455"/>
            <ac:inkMk id="31" creationId="{3E3DED7E-0EB7-4974-8DC8-280E92C2B345}"/>
          </ac:inkMkLst>
        </pc:inkChg>
        <pc:inkChg chg="del">
          <ac:chgData name="Md. Nahid Hasan" userId="S::nahid@vu.edu.bd::85ea5f9e-65d6-4031-b810-9415101f2e21" providerId="AD" clId="Web-{B4C2672B-3B0D-4136-B0A3-A01D0671BFC8}" dt="2020-12-21T14:25:07.438" v="1393"/>
          <ac:inkMkLst>
            <pc:docMk/>
            <pc:sldMk cId="0" sldId="455"/>
            <ac:inkMk id="32" creationId="{9D910566-7433-449E-A937-3BE7B4F08EAB}"/>
          </ac:inkMkLst>
        </pc:inkChg>
        <pc:inkChg chg="del">
          <ac:chgData name="Md. Nahid Hasan" userId="S::nahid@vu.edu.bd::85ea5f9e-65d6-4031-b810-9415101f2e21" providerId="AD" clId="Web-{B4C2672B-3B0D-4136-B0A3-A01D0671BFC8}" dt="2020-12-21T14:25:07.438" v="1392"/>
          <ac:inkMkLst>
            <pc:docMk/>
            <pc:sldMk cId="0" sldId="455"/>
            <ac:inkMk id="33" creationId="{3B941B4A-CE4D-476D-9529-B09EB1BDEBCF}"/>
          </ac:inkMkLst>
        </pc:inkChg>
        <pc:inkChg chg="del">
          <ac:chgData name="Md. Nahid Hasan" userId="S::nahid@vu.edu.bd::85ea5f9e-65d6-4031-b810-9415101f2e21" providerId="AD" clId="Web-{B4C2672B-3B0D-4136-B0A3-A01D0671BFC8}" dt="2020-12-21T14:25:07.438" v="1391"/>
          <ac:inkMkLst>
            <pc:docMk/>
            <pc:sldMk cId="0" sldId="455"/>
            <ac:inkMk id="34" creationId="{F3DBF7E8-6DDF-4A42-8549-F7696F9D05CD}"/>
          </ac:inkMkLst>
        </pc:inkChg>
        <pc:inkChg chg="del">
          <ac:chgData name="Md. Nahid Hasan" userId="S::nahid@vu.edu.bd::85ea5f9e-65d6-4031-b810-9415101f2e21" providerId="AD" clId="Web-{B4C2672B-3B0D-4136-B0A3-A01D0671BFC8}" dt="2020-12-21T14:25:07.423" v="1390"/>
          <ac:inkMkLst>
            <pc:docMk/>
            <pc:sldMk cId="0" sldId="455"/>
            <ac:inkMk id="35" creationId="{7D226D43-B188-441F-A91E-159EC11A272C}"/>
          </ac:inkMkLst>
        </pc:inkChg>
        <pc:inkChg chg="del">
          <ac:chgData name="Md. Nahid Hasan" userId="S::nahid@vu.edu.bd::85ea5f9e-65d6-4031-b810-9415101f2e21" providerId="AD" clId="Web-{B4C2672B-3B0D-4136-B0A3-A01D0671BFC8}" dt="2020-12-21T14:25:07.423" v="1389"/>
          <ac:inkMkLst>
            <pc:docMk/>
            <pc:sldMk cId="0" sldId="455"/>
            <ac:inkMk id="36" creationId="{5DF6C094-9959-4885-AA5D-7AD16A970276}"/>
          </ac:inkMkLst>
        </pc:inkChg>
        <pc:inkChg chg="del">
          <ac:chgData name="Md. Nahid Hasan" userId="S::nahid@vu.edu.bd::85ea5f9e-65d6-4031-b810-9415101f2e21" providerId="AD" clId="Web-{B4C2672B-3B0D-4136-B0A3-A01D0671BFC8}" dt="2020-12-21T14:25:07.423" v="1388"/>
          <ac:inkMkLst>
            <pc:docMk/>
            <pc:sldMk cId="0" sldId="455"/>
            <ac:inkMk id="37" creationId="{BE1D86DF-41C7-4EC7-9EA3-D030B0CB1940}"/>
          </ac:inkMkLst>
        </pc:inkChg>
        <pc:inkChg chg="del">
          <ac:chgData name="Md. Nahid Hasan" userId="S::nahid@vu.edu.bd::85ea5f9e-65d6-4031-b810-9415101f2e21" providerId="AD" clId="Web-{B4C2672B-3B0D-4136-B0A3-A01D0671BFC8}" dt="2020-12-21T14:25:07.423" v="1387"/>
          <ac:inkMkLst>
            <pc:docMk/>
            <pc:sldMk cId="0" sldId="455"/>
            <ac:inkMk id="38" creationId="{7485DE1F-BC81-488E-A982-4F55C208581E}"/>
          </ac:inkMkLst>
        </pc:inkChg>
        <pc:inkChg chg="del">
          <ac:chgData name="Md. Nahid Hasan" userId="S::nahid@vu.edu.bd::85ea5f9e-65d6-4031-b810-9415101f2e21" providerId="AD" clId="Web-{B4C2672B-3B0D-4136-B0A3-A01D0671BFC8}" dt="2020-12-21T14:25:07.423" v="1386"/>
          <ac:inkMkLst>
            <pc:docMk/>
            <pc:sldMk cId="0" sldId="455"/>
            <ac:inkMk id="39" creationId="{5229D861-6F4C-4BED-933B-00ED49752655}"/>
          </ac:inkMkLst>
        </pc:inkChg>
        <pc:inkChg chg="del">
          <ac:chgData name="Md. Nahid Hasan" userId="S::nahid@vu.edu.bd::85ea5f9e-65d6-4031-b810-9415101f2e21" providerId="AD" clId="Web-{B4C2672B-3B0D-4136-B0A3-A01D0671BFC8}" dt="2020-12-21T14:25:07.407" v="1385"/>
          <ac:inkMkLst>
            <pc:docMk/>
            <pc:sldMk cId="0" sldId="455"/>
            <ac:inkMk id="40" creationId="{D988D654-F37A-44DA-A78E-5ABBBAC22881}"/>
          </ac:inkMkLst>
        </pc:inkChg>
        <pc:inkChg chg="del">
          <ac:chgData name="Md. Nahid Hasan" userId="S::nahid@vu.edu.bd::85ea5f9e-65d6-4031-b810-9415101f2e21" providerId="AD" clId="Web-{B4C2672B-3B0D-4136-B0A3-A01D0671BFC8}" dt="2020-12-21T14:25:07.407" v="1384"/>
          <ac:inkMkLst>
            <pc:docMk/>
            <pc:sldMk cId="0" sldId="455"/>
            <ac:inkMk id="41" creationId="{681A7B25-F7EB-47D8-AC5A-CF2DB57CCC51}"/>
          </ac:inkMkLst>
        </pc:inkChg>
        <pc:inkChg chg="del">
          <ac:chgData name="Md. Nahid Hasan" userId="S::nahid@vu.edu.bd::85ea5f9e-65d6-4031-b810-9415101f2e21" providerId="AD" clId="Web-{B4C2672B-3B0D-4136-B0A3-A01D0671BFC8}" dt="2020-12-21T14:25:07.407" v="1383"/>
          <ac:inkMkLst>
            <pc:docMk/>
            <pc:sldMk cId="0" sldId="455"/>
            <ac:inkMk id="42" creationId="{C62BC9B2-EC9D-421E-B0E4-7E26E112905A}"/>
          </ac:inkMkLst>
        </pc:inkChg>
        <pc:inkChg chg="del">
          <ac:chgData name="Md. Nahid Hasan" userId="S::nahid@vu.edu.bd::85ea5f9e-65d6-4031-b810-9415101f2e21" providerId="AD" clId="Web-{B4C2672B-3B0D-4136-B0A3-A01D0671BFC8}" dt="2020-12-21T14:25:07.407" v="1382"/>
          <ac:inkMkLst>
            <pc:docMk/>
            <pc:sldMk cId="0" sldId="455"/>
            <ac:inkMk id="43" creationId="{4A846F7A-0477-48E9-9ECE-0E5B8C642984}"/>
          </ac:inkMkLst>
        </pc:inkChg>
        <pc:inkChg chg="del">
          <ac:chgData name="Md. Nahid Hasan" userId="S::nahid@vu.edu.bd::85ea5f9e-65d6-4031-b810-9415101f2e21" providerId="AD" clId="Web-{B4C2672B-3B0D-4136-B0A3-A01D0671BFC8}" dt="2020-12-21T14:25:07.391" v="1381"/>
          <ac:inkMkLst>
            <pc:docMk/>
            <pc:sldMk cId="0" sldId="455"/>
            <ac:inkMk id="44" creationId="{D90F9899-08C0-4652-97F6-6FB27798504B}"/>
          </ac:inkMkLst>
        </pc:inkChg>
        <pc:inkChg chg="del">
          <ac:chgData name="Md. Nahid Hasan" userId="S::nahid@vu.edu.bd::85ea5f9e-65d6-4031-b810-9415101f2e21" providerId="AD" clId="Web-{B4C2672B-3B0D-4136-B0A3-A01D0671BFC8}" dt="2020-12-21T14:25:07.391" v="1380"/>
          <ac:inkMkLst>
            <pc:docMk/>
            <pc:sldMk cId="0" sldId="455"/>
            <ac:inkMk id="45" creationId="{515A5729-75A7-48BC-BB96-55E7BDEF0FC0}"/>
          </ac:inkMkLst>
        </pc:inkChg>
        <pc:inkChg chg="del">
          <ac:chgData name="Md. Nahid Hasan" userId="S::nahid@vu.edu.bd::85ea5f9e-65d6-4031-b810-9415101f2e21" providerId="AD" clId="Web-{B4C2672B-3B0D-4136-B0A3-A01D0671BFC8}" dt="2020-12-21T14:25:07.391" v="1379"/>
          <ac:inkMkLst>
            <pc:docMk/>
            <pc:sldMk cId="0" sldId="455"/>
            <ac:inkMk id="46" creationId="{4992DA3B-F4E3-4FD0-87B8-EF0A89B19906}"/>
          </ac:inkMkLst>
        </pc:inkChg>
        <pc:inkChg chg="del">
          <ac:chgData name="Md. Nahid Hasan" userId="S::nahid@vu.edu.bd::85ea5f9e-65d6-4031-b810-9415101f2e21" providerId="AD" clId="Web-{B4C2672B-3B0D-4136-B0A3-A01D0671BFC8}" dt="2020-12-21T14:25:07.391" v="1378"/>
          <ac:inkMkLst>
            <pc:docMk/>
            <pc:sldMk cId="0" sldId="455"/>
            <ac:inkMk id="47" creationId="{371379B4-7C8A-4C7C-8955-99A282DD82BD}"/>
          </ac:inkMkLst>
        </pc:inkChg>
        <pc:inkChg chg="del">
          <ac:chgData name="Md. Nahid Hasan" userId="S::nahid@vu.edu.bd::85ea5f9e-65d6-4031-b810-9415101f2e21" providerId="AD" clId="Web-{B4C2672B-3B0D-4136-B0A3-A01D0671BFC8}" dt="2020-12-21T14:25:07.391" v="1377"/>
          <ac:inkMkLst>
            <pc:docMk/>
            <pc:sldMk cId="0" sldId="455"/>
            <ac:inkMk id="48" creationId="{454125A0-F570-4B37-9404-0221E346F766}"/>
          </ac:inkMkLst>
        </pc:inkChg>
        <pc:inkChg chg="del">
          <ac:chgData name="Md. Nahid Hasan" userId="S::nahid@vu.edu.bd::85ea5f9e-65d6-4031-b810-9415101f2e21" providerId="AD" clId="Web-{B4C2672B-3B0D-4136-B0A3-A01D0671BFC8}" dt="2020-12-21T14:25:07.391" v="1376"/>
          <ac:inkMkLst>
            <pc:docMk/>
            <pc:sldMk cId="0" sldId="455"/>
            <ac:inkMk id="49" creationId="{195B6FBD-0C4E-4DE8-BB42-5BDC41199DA4}"/>
          </ac:inkMkLst>
        </pc:inkChg>
        <pc:inkChg chg="del">
          <ac:chgData name="Md. Nahid Hasan" userId="S::nahid@vu.edu.bd::85ea5f9e-65d6-4031-b810-9415101f2e21" providerId="AD" clId="Web-{B4C2672B-3B0D-4136-B0A3-A01D0671BFC8}" dt="2020-12-21T14:25:07.376" v="1375"/>
          <ac:inkMkLst>
            <pc:docMk/>
            <pc:sldMk cId="0" sldId="455"/>
            <ac:inkMk id="50" creationId="{0F8200D1-D626-4E12-A7A2-6566E59D28CD}"/>
          </ac:inkMkLst>
        </pc:inkChg>
        <pc:inkChg chg="del">
          <ac:chgData name="Md. Nahid Hasan" userId="S::nahid@vu.edu.bd::85ea5f9e-65d6-4031-b810-9415101f2e21" providerId="AD" clId="Web-{B4C2672B-3B0D-4136-B0A3-A01D0671BFC8}" dt="2020-12-21T14:25:07.376" v="1374"/>
          <ac:inkMkLst>
            <pc:docMk/>
            <pc:sldMk cId="0" sldId="455"/>
            <ac:inkMk id="51" creationId="{62B78A49-636E-4C88-AFD9-90E414065A8A}"/>
          </ac:inkMkLst>
        </pc:inkChg>
        <pc:inkChg chg="del">
          <ac:chgData name="Md. Nahid Hasan" userId="S::nahid@vu.edu.bd::85ea5f9e-65d6-4031-b810-9415101f2e21" providerId="AD" clId="Web-{B4C2672B-3B0D-4136-B0A3-A01D0671BFC8}" dt="2020-12-21T14:25:07.376" v="1373"/>
          <ac:inkMkLst>
            <pc:docMk/>
            <pc:sldMk cId="0" sldId="455"/>
            <ac:inkMk id="52" creationId="{1C5F1A1E-4CDA-4A3C-AD1C-4504CF58C835}"/>
          </ac:inkMkLst>
        </pc:inkChg>
        <pc:inkChg chg="del">
          <ac:chgData name="Md. Nahid Hasan" userId="S::nahid@vu.edu.bd::85ea5f9e-65d6-4031-b810-9415101f2e21" providerId="AD" clId="Web-{B4C2672B-3B0D-4136-B0A3-A01D0671BFC8}" dt="2020-12-21T14:25:07.376" v="1372"/>
          <ac:inkMkLst>
            <pc:docMk/>
            <pc:sldMk cId="0" sldId="455"/>
            <ac:inkMk id="53" creationId="{1BBDA1CC-0B94-40D9-BD2D-E2D3C7826EFB}"/>
          </ac:inkMkLst>
        </pc:inkChg>
        <pc:inkChg chg="del">
          <ac:chgData name="Md. Nahid Hasan" userId="S::nahid@vu.edu.bd::85ea5f9e-65d6-4031-b810-9415101f2e21" providerId="AD" clId="Web-{B4C2672B-3B0D-4136-B0A3-A01D0671BFC8}" dt="2020-12-21T14:26:22.829" v="1446"/>
          <ac:inkMkLst>
            <pc:docMk/>
            <pc:sldMk cId="0" sldId="455"/>
            <ac:inkMk id="54" creationId="{94B79EF5-4918-46EA-81CF-37049E036AA2}"/>
          </ac:inkMkLst>
        </pc:inkChg>
        <pc:inkChg chg="del">
          <ac:chgData name="Md. Nahid Hasan" userId="S::nahid@vu.edu.bd::85ea5f9e-65d6-4031-b810-9415101f2e21" providerId="AD" clId="Web-{B4C2672B-3B0D-4136-B0A3-A01D0671BFC8}" dt="2020-12-21T14:26:22.829" v="1445"/>
          <ac:inkMkLst>
            <pc:docMk/>
            <pc:sldMk cId="0" sldId="455"/>
            <ac:inkMk id="55" creationId="{F9C337EE-8D0E-4016-A465-583CC05EE9C5}"/>
          </ac:inkMkLst>
        </pc:inkChg>
        <pc:inkChg chg="del">
          <ac:chgData name="Md. Nahid Hasan" userId="S::nahid@vu.edu.bd::85ea5f9e-65d6-4031-b810-9415101f2e21" providerId="AD" clId="Web-{B4C2672B-3B0D-4136-B0A3-A01D0671BFC8}" dt="2020-12-21T14:26:22.829" v="1444"/>
          <ac:inkMkLst>
            <pc:docMk/>
            <pc:sldMk cId="0" sldId="455"/>
            <ac:inkMk id="56" creationId="{F9A73E45-23A3-4613-BD76-33ECC68DA751}"/>
          </ac:inkMkLst>
        </pc:inkChg>
        <pc:inkChg chg="del">
          <ac:chgData name="Md. Nahid Hasan" userId="S::nahid@vu.edu.bd::85ea5f9e-65d6-4031-b810-9415101f2e21" providerId="AD" clId="Web-{B4C2672B-3B0D-4136-B0A3-A01D0671BFC8}" dt="2020-12-21T14:25:07.360" v="1371"/>
          <ac:inkMkLst>
            <pc:docMk/>
            <pc:sldMk cId="0" sldId="455"/>
            <ac:inkMk id="57" creationId="{55E8EB60-401E-4893-9464-26310F5D4608}"/>
          </ac:inkMkLst>
        </pc:inkChg>
        <pc:inkChg chg="del">
          <ac:chgData name="Md. Nahid Hasan" userId="S::nahid@vu.edu.bd::85ea5f9e-65d6-4031-b810-9415101f2e21" providerId="AD" clId="Web-{B4C2672B-3B0D-4136-B0A3-A01D0671BFC8}" dt="2020-12-21T14:25:07.360" v="1370"/>
          <ac:inkMkLst>
            <pc:docMk/>
            <pc:sldMk cId="0" sldId="455"/>
            <ac:inkMk id="58" creationId="{0030B36B-9FBC-4C05-95AF-05CF2B09EDC6}"/>
          </ac:inkMkLst>
        </pc:inkChg>
        <pc:inkChg chg="del">
          <ac:chgData name="Md. Nahid Hasan" userId="S::nahid@vu.edu.bd::85ea5f9e-65d6-4031-b810-9415101f2e21" providerId="AD" clId="Web-{B4C2672B-3B0D-4136-B0A3-A01D0671BFC8}" dt="2020-12-21T14:25:07.360" v="1369"/>
          <ac:inkMkLst>
            <pc:docMk/>
            <pc:sldMk cId="0" sldId="455"/>
            <ac:inkMk id="59" creationId="{1DDD06E3-FDE5-45B1-A749-E664DAE954EE}"/>
          </ac:inkMkLst>
        </pc:inkChg>
        <pc:inkChg chg="del">
          <ac:chgData name="Md. Nahid Hasan" userId="S::nahid@vu.edu.bd::85ea5f9e-65d6-4031-b810-9415101f2e21" providerId="AD" clId="Web-{B4C2672B-3B0D-4136-B0A3-A01D0671BFC8}" dt="2020-12-21T14:25:07.360" v="1368"/>
          <ac:inkMkLst>
            <pc:docMk/>
            <pc:sldMk cId="0" sldId="455"/>
            <ac:inkMk id="60" creationId="{501AAC4A-4A94-4F50-99B2-FDA8CC0BE998}"/>
          </ac:inkMkLst>
        </pc:inkChg>
        <pc:inkChg chg="del">
          <ac:chgData name="Md. Nahid Hasan" userId="S::nahid@vu.edu.bd::85ea5f9e-65d6-4031-b810-9415101f2e21" providerId="AD" clId="Web-{B4C2672B-3B0D-4136-B0A3-A01D0671BFC8}" dt="2020-12-21T14:25:07.360" v="1367"/>
          <ac:inkMkLst>
            <pc:docMk/>
            <pc:sldMk cId="0" sldId="455"/>
            <ac:inkMk id="61" creationId="{C338EA3A-7C68-47FB-B44F-D69BE0B9388C}"/>
          </ac:inkMkLst>
        </pc:inkChg>
        <pc:inkChg chg="del">
          <ac:chgData name="Md. Nahid Hasan" userId="S::nahid@vu.edu.bd::85ea5f9e-65d6-4031-b810-9415101f2e21" providerId="AD" clId="Web-{B4C2672B-3B0D-4136-B0A3-A01D0671BFC8}" dt="2020-12-21T14:25:07.345" v="1366"/>
          <ac:inkMkLst>
            <pc:docMk/>
            <pc:sldMk cId="0" sldId="455"/>
            <ac:inkMk id="62" creationId="{5905F054-800D-43FC-9D6D-39E2902369F7}"/>
          </ac:inkMkLst>
        </pc:inkChg>
        <pc:inkChg chg="del">
          <ac:chgData name="Md. Nahid Hasan" userId="S::nahid@vu.edu.bd::85ea5f9e-65d6-4031-b810-9415101f2e21" providerId="AD" clId="Web-{B4C2672B-3B0D-4136-B0A3-A01D0671BFC8}" dt="2020-12-21T14:25:07.345" v="1365"/>
          <ac:inkMkLst>
            <pc:docMk/>
            <pc:sldMk cId="0" sldId="455"/>
            <ac:inkMk id="63" creationId="{3125C369-B7F2-4B80-A435-1F0F832E4987}"/>
          </ac:inkMkLst>
        </pc:inkChg>
        <pc:inkChg chg="del">
          <ac:chgData name="Md. Nahid Hasan" userId="S::nahid@vu.edu.bd::85ea5f9e-65d6-4031-b810-9415101f2e21" providerId="AD" clId="Web-{B4C2672B-3B0D-4136-B0A3-A01D0671BFC8}" dt="2020-12-21T14:26:22.829" v="1443"/>
          <ac:inkMkLst>
            <pc:docMk/>
            <pc:sldMk cId="0" sldId="455"/>
            <ac:inkMk id="70656" creationId="{72687839-552C-4315-80B7-48E560A5B4A5}"/>
          </ac:inkMkLst>
        </pc:inkChg>
        <pc:inkChg chg="del">
          <ac:chgData name="Md. Nahid Hasan" userId="S::nahid@vu.edu.bd::85ea5f9e-65d6-4031-b810-9415101f2e21" providerId="AD" clId="Web-{B4C2672B-3B0D-4136-B0A3-A01D0671BFC8}" dt="2020-12-21T14:25:07.345" v="1364"/>
          <ac:inkMkLst>
            <pc:docMk/>
            <pc:sldMk cId="0" sldId="455"/>
            <ac:inkMk id="70657" creationId="{E04EA2FC-BF5E-47D5-9AA9-526072A5A4C3}"/>
          </ac:inkMkLst>
        </pc:inkChg>
        <pc:inkChg chg="del">
          <ac:chgData name="Md. Nahid Hasan" userId="S::nahid@vu.edu.bd::85ea5f9e-65d6-4031-b810-9415101f2e21" providerId="AD" clId="Web-{B4C2672B-3B0D-4136-B0A3-A01D0671BFC8}" dt="2020-12-21T14:25:07.345" v="1363"/>
          <ac:inkMkLst>
            <pc:docMk/>
            <pc:sldMk cId="0" sldId="455"/>
            <ac:inkMk id="70660" creationId="{FBDCBFF4-46FC-48C5-8421-239440922357}"/>
          </ac:inkMkLst>
        </pc:inkChg>
        <pc:inkChg chg="del">
          <ac:chgData name="Md. Nahid Hasan" userId="S::nahid@vu.edu.bd::85ea5f9e-65d6-4031-b810-9415101f2e21" providerId="AD" clId="Web-{B4C2672B-3B0D-4136-B0A3-A01D0671BFC8}" dt="2020-12-21T14:25:07.345" v="1362"/>
          <ac:inkMkLst>
            <pc:docMk/>
            <pc:sldMk cId="0" sldId="455"/>
            <ac:inkMk id="70661" creationId="{52FD893C-C8E3-4E58-8BE0-C61906A148D5}"/>
          </ac:inkMkLst>
        </pc:inkChg>
        <pc:inkChg chg="del">
          <ac:chgData name="Md. Nahid Hasan" userId="S::nahid@vu.edu.bd::85ea5f9e-65d6-4031-b810-9415101f2e21" providerId="AD" clId="Web-{B4C2672B-3B0D-4136-B0A3-A01D0671BFC8}" dt="2020-12-21T14:25:07.329" v="1361"/>
          <ac:inkMkLst>
            <pc:docMk/>
            <pc:sldMk cId="0" sldId="455"/>
            <ac:inkMk id="70662" creationId="{22D96993-AD24-448C-984E-8F4F7D42E282}"/>
          </ac:inkMkLst>
        </pc:inkChg>
        <pc:inkChg chg="del">
          <ac:chgData name="Md. Nahid Hasan" userId="S::nahid@vu.edu.bd::85ea5f9e-65d6-4031-b810-9415101f2e21" providerId="AD" clId="Web-{B4C2672B-3B0D-4136-B0A3-A01D0671BFC8}" dt="2020-12-21T14:26:22.829" v="1442"/>
          <ac:inkMkLst>
            <pc:docMk/>
            <pc:sldMk cId="0" sldId="455"/>
            <ac:inkMk id="70663" creationId="{F8C7D7D9-F36B-479E-998C-5B94AEB7D564}"/>
          </ac:inkMkLst>
        </pc:inkChg>
        <pc:inkChg chg="del">
          <ac:chgData name="Md. Nahid Hasan" userId="S::nahid@vu.edu.bd::85ea5f9e-65d6-4031-b810-9415101f2e21" providerId="AD" clId="Web-{B4C2672B-3B0D-4136-B0A3-A01D0671BFC8}" dt="2020-12-21T14:25:07.329" v="1360"/>
          <ac:inkMkLst>
            <pc:docMk/>
            <pc:sldMk cId="0" sldId="455"/>
            <ac:inkMk id="70664" creationId="{9C804158-326F-48E6-B3B5-2B24175B659D}"/>
          </ac:inkMkLst>
        </pc:inkChg>
        <pc:inkChg chg="del">
          <ac:chgData name="Md. Nahid Hasan" userId="S::nahid@vu.edu.bd::85ea5f9e-65d6-4031-b810-9415101f2e21" providerId="AD" clId="Web-{B4C2672B-3B0D-4136-B0A3-A01D0671BFC8}" dt="2020-12-21T14:25:07.329" v="1359"/>
          <ac:inkMkLst>
            <pc:docMk/>
            <pc:sldMk cId="0" sldId="455"/>
            <ac:inkMk id="70665" creationId="{13980112-ED62-42A8-97B7-A0371850C27D}"/>
          </ac:inkMkLst>
        </pc:inkChg>
        <pc:inkChg chg="del">
          <ac:chgData name="Md. Nahid Hasan" userId="S::nahid@vu.edu.bd::85ea5f9e-65d6-4031-b810-9415101f2e21" providerId="AD" clId="Web-{B4C2672B-3B0D-4136-B0A3-A01D0671BFC8}" dt="2020-12-21T14:25:07.329" v="1358"/>
          <ac:inkMkLst>
            <pc:docMk/>
            <pc:sldMk cId="0" sldId="455"/>
            <ac:inkMk id="70666" creationId="{C9BF92B0-EB94-420A-AFD8-1A953DC14BC3}"/>
          </ac:inkMkLst>
        </pc:inkChg>
        <pc:inkChg chg="del">
          <ac:chgData name="Md. Nahid Hasan" userId="S::nahid@vu.edu.bd::85ea5f9e-65d6-4031-b810-9415101f2e21" providerId="AD" clId="Web-{B4C2672B-3B0D-4136-B0A3-A01D0671BFC8}" dt="2020-12-21T14:25:07.313" v="1357"/>
          <ac:inkMkLst>
            <pc:docMk/>
            <pc:sldMk cId="0" sldId="455"/>
            <ac:inkMk id="70667" creationId="{0A08268D-6B5F-4DB5-9B4B-A90CAAE1F888}"/>
          </ac:inkMkLst>
        </pc:inkChg>
        <pc:inkChg chg="del">
          <ac:chgData name="Md. Nahid Hasan" userId="S::nahid@vu.edu.bd::85ea5f9e-65d6-4031-b810-9415101f2e21" providerId="AD" clId="Web-{B4C2672B-3B0D-4136-B0A3-A01D0671BFC8}" dt="2020-12-21T14:25:07.313" v="1356"/>
          <ac:inkMkLst>
            <pc:docMk/>
            <pc:sldMk cId="0" sldId="455"/>
            <ac:inkMk id="70668" creationId="{08F3DD7B-3B18-4313-B525-0FBF5A590325}"/>
          </ac:inkMkLst>
        </pc:inkChg>
        <pc:inkChg chg="del">
          <ac:chgData name="Md. Nahid Hasan" userId="S::nahid@vu.edu.bd::85ea5f9e-65d6-4031-b810-9415101f2e21" providerId="AD" clId="Web-{B4C2672B-3B0D-4136-B0A3-A01D0671BFC8}" dt="2020-12-21T14:25:07.313" v="1355"/>
          <ac:inkMkLst>
            <pc:docMk/>
            <pc:sldMk cId="0" sldId="455"/>
            <ac:inkMk id="70669" creationId="{CC0D64B8-4C23-4AD0-9008-AB7642E87D15}"/>
          </ac:inkMkLst>
        </pc:inkChg>
        <pc:inkChg chg="del">
          <ac:chgData name="Md. Nahid Hasan" userId="S::nahid@vu.edu.bd::85ea5f9e-65d6-4031-b810-9415101f2e21" providerId="AD" clId="Web-{B4C2672B-3B0D-4136-B0A3-A01D0671BFC8}" dt="2020-12-21T14:25:07.313" v="1354"/>
          <ac:inkMkLst>
            <pc:docMk/>
            <pc:sldMk cId="0" sldId="455"/>
            <ac:inkMk id="70670" creationId="{FEB765D5-D76B-4DD1-BAE3-601161C49430}"/>
          </ac:inkMkLst>
        </pc:inkChg>
        <pc:inkChg chg="del">
          <ac:chgData name="Md. Nahid Hasan" userId="S::nahid@vu.edu.bd::85ea5f9e-65d6-4031-b810-9415101f2e21" providerId="AD" clId="Web-{B4C2672B-3B0D-4136-B0A3-A01D0671BFC8}" dt="2020-12-21T14:25:07.313" v="1353"/>
          <ac:inkMkLst>
            <pc:docMk/>
            <pc:sldMk cId="0" sldId="455"/>
            <ac:inkMk id="70671" creationId="{FC0C76DE-ED52-440E-8733-FDF04BDCF11A}"/>
          </ac:inkMkLst>
        </pc:inkChg>
        <pc:inkChg chg="del">
          <ac:chgData name="Md. Nahid Hasan" userId="S::nahid@vu.edu.bd::85ea5f9e-65d6-4031-b810-9415101f2e21" providerId="AD" clId="Web-{B4C2672B-3B0D-4136-B0A3-A01D0671BFC8}" dt="2020-12-21T14:25:07.298" v="1352"/>
          <ac:inkMkLst>
            <pc:docMk/>
            <pc:sldMk cId="0" sldId="455"/>
            <ac:inkMk id="70672" creationId="{E75FDF49-6A9A-4506-B86E-DE6CEAD3C17D}"/>
          </ac:inkMkLst>
        </pc:inkChg>
        <pc:inkChg chg="del">
          <ac:chgData name="Md. Nahid Hasan" userId="S::nahid@vu.edu.bd::85ea5f9e-65d6-4031-b810-9415101f2e21" providerId="AD" clId="Web-{B4C2672B-3B0D-4136-B0A3-A01D0671BFC8}" dt="2020-12-21T14:25:07.298" v="1351"/>
          <ac:inkMkLst>
            <pc:docMk/>
            <pc:sldMk cId="0" sldId="455"/>
            <ac:inkMk id="70673" creationId="{2D9C3399-7701-468C-9AC9-290ACCF99044}"/>
          </ac:inkMkLst>
        </pc:inkChg>
        <pc:inkChg chg="del">
          <ac:chgData name="Md. Nahid Hasan" userId="S::nahid@vu.edu.bd::85ea5f9e-65d6-4031-b810-9415101f2e21" providerId="AD" clId="Web-{B4C2672B-3B0D-4136-B0A3-A01D0671BFC8}" dt="2020-12-21T14:25:07.298" v="1350"/>
          <ac:inkMkLst>
            <pc:docMk/>
            <pc:sldMk cId="0" sldId="455"/>
            <ac:inkMk id="70674" creationId="{0AD0836A-453F-44AB-A414-B397C5210BED}"/>
          </ac:inkMkLst>
        </pc:inkChg>
        <pc:inkChg chg="del">
          <ac:chgData name="Md. Nahid Hasan" userId="S::nahid@vu.edu.bd::85ea5f9e-65d6-4031-b810-9415101f2e21" providerId="AD" clId="Web-{B4C2672B-3B0D-4136-B0A3-A01D0671BFC8}" dt="2020-12-21T14:25:07.298" v="1349"/>
          <ac:inkMkLst>
            <pc:docMk/>
            <pc:sldMk cId="0" sldId="455"/>
            <ac:inkMk id="70675" creationId="{23787868-BFA8-4D97-9CB2-A162B7E5279B}"/>
          </ac:inkMkLst>
        </pc:inkChg>
        <pc:inkChg chg="del">
          <ac:chgData name="Md. Nahid Hasan" userId="S::nahid@vu.edu.bd::85ea5f9e-65d6-4031-b810-9415101f2e21" providerId="AD" clId="Web-{B4C2672B-3B0D-4136-B0A3-A01D0671BFC8}" dt="2020-12-21T14:25:07.282" v="1348"/>
          <ac:inkMkLst>
            <pc:docMk/>
            <pc:sldMk cId="0" sldId="455"/>
            <ac:inkMk id="70676" creationId="{71B07ECD-C584-4759-8CDE-B90A8D5EAF73}"/>
          </ac:inkMkLst>
        </pc:inkChg>
        <pc:inkChg chg="del">
          <ac:chgData name="Md. Nahid Hasan" userId="S::nahid@vu.edu.bd::85ea5f9e-65d6-4031-b810-9415101f2e21" providerId="AD" clId="Web-{B4C2672B-3B0D-4136-B0A3-A01D0671BFC8}" dt="2020-12-21T14:25:07.282" v="1347"/>
          <ac:inkMkLst>
            <pc:docMk/>
            <pc:sldMk cId="0" sldId="455"/>
            <ac:inkMk id="70677" creationId="{F09AC6C2-9CAF-432A-A912-A3F6E8E81122}"/>
          </ac:inkMkLst>
        </pc:inkChg>
        <pc:inkChg chg="del">
          <ac:chgData name="Md. Nahid Hasan" userId="S::nahid@vu.edu.bd::85ea5f9e-65d6-4031-b810-9415101f2e21" providerId="AD" clId="Web-{B4C2672B-3B0D-4136-B0A3-A01D0671BFC8}" dt="2020-12-21T14:25:07.282" v="1346"/>
          <ac:inkMkLst>
            <pc:docMk/>
            <pc:sldMk cId="0" sldId="455"/>
            <ac:inkMk id="70678" creationId="{E3C66840-2AC6-4768-944D-4957A6690A7A}"/>
          </ac:inkMkLst>
        </pc:inkChg>
        <pc:inkChg chg="del">
          <ac:chgData name="Md. Nahid Hasan" userId="S::nahid@vu.edu.bd::85ea5f9e-65d6-4031-b810-9415101f2e21" providerId="AD" clId="Web-{B4C2672B-3B0D-4136-B0A3-A01D0671BFC8}" dt="2020-12-21T14:25:07.282" v="1345"/>
          <ac:inkMkLst>
            <pc:docMk/>
            <pc:sldMk cId="0" sldId="455"/>
            <ac:inkMk id="70679" creationId="{5CB88831-249C-43B0-9A05-2D1C631A913B}"/>
          </ac:inkMkLst>
        </pc:inkChg>
        <pc:inkChg chg="del">
          <ac:chgData name="Md. Nahid Hasan" userId="S::nahid@vu.edu.bd::85ea5f9e-65d6-4031-b810-9415101f2e21" providerId="AD" clId="Web-{B4C2672B-3B0D-4136-B0A3-A01D0671BFC8}" dt="2020-12-21T14:25:07.282" v="1344"/>
          <ac:inkMkLst>
            <pc:docMk/>
            <pc:sldMk cId="0" sldId="455"/>
            <ac:inkMk id="70680" creationId="{F56FE938-5BAF-44EC-919D-9AE2B2D3E50B}"/>
          </ac:inkMkLst>
        </pc:inkChg>
        <pc:inkChg chg="del">
          <ac:chgData name="Md. Nahid Hasan" userId="S::nahid@vu.edu.bd::85ea5f9e-65d6-4031-b810-9415101f2e21" providerId="AD" clId="Web-{B4C2672B-3B0D-4136-B0A3-A01D0671BFC8}" dt="2020-12-21T14:25:07.282" v="1343"/>
          <ac:inkMkLst>
            <pc:docMk/>
            <pc:sldMk cId="0" sldId="455"/>
            <ac:inkMk id="70681" creationId="{127F74F8-1C9E-47F6-BFD8-2B85C85017A9}"/>
          </ac:inkMkLst>
        </pc:inkChg>
        <pc:inkChg chg="del">
          <ac:chgData name="Md. Nahid Hasan" userId="S::nahid@vu.edu.bd::85ea5f9e-65d6-4031-b810-9415101f2e21" providerId="AD" clId="Web-{B4C2672B-3B0D-4136-B0A3-A01D0671BFC8}" dt="2020-12-21T14:25:07.266" v="1342"/>
          <ac:inkMkLst>
            <pc:docMk/>
            <pc:sldMk cId="0" sldId="455"/>
            <ac:inkMk id="70683" creationId="{511E2E43-FAD0-41B6-B36D-10EA2E93BCAA}"/>
          </ac:inkMkLst>
        </pc:inkChg>
        <pc:inkChg chg="del">
          <ac:chgData name="Md. Nahid Hasan" userId="S::nahid@vu.edu.bd::85ea5f9e-65d6-4031-b810-9415101f2e21" providerId="AD" clId="Web-{B4C2672B-3B0D-4136-B0A3-A01D0671BFC8}" dt="2020-12-21T14:25:07.266" v="1341"/>
          <ac:inkMkLst>
            <pc:docMk/>
            <pc:sldMk cId="0" sldId="455"/>
            <ac:inkMk id="70684" creationId="{1EE76824-3DA5-48DC-B906-D3548B081F87}"/>
          </ac:inkMkLst>
        </pc:inkChg>
        <pc:inkChg chg="del">
          <ac:chgData name="Md. Nahid Hasan" userId="S::nahid@vu.edu.bd::85ea5f9e-65d6-4031-b810-9415101f2e21" providerId="AD" clId="Web-{B4C2672B-3B0D-4136-B0A3-A01D0671BFC8}" dt="2020-12-21T14:25:07.266" v="1340"/>
          <ac:inkMkLst>
            <pc:docMk/>
            <pc:sldMk cId="0" sldId="455"/>
            <ac:inkMk id="70685" creationId="{79370C95-BAF7-4742-BDEB-1DA67CDFA367}"/>
          </ac:inkMkLst>
        </pc:inkChg>
        <pc:inkChg chg="del">
          <ac:chgData name="Md. Nahid Hasan" userId="S::nahid@vu.edu.bd::85ea5f9e-65d6-4031-b810-9415101f2e21" providerId="AD" clId="Web-{B4C2672B-3B0D-4136-B0A3-A01D0671BFC8}" dt="2020-12-21T14:25:07.266" v="1339"/>
          <ac:inkMkLst>
            <pc:docMk/>
            <pc:sldMk cId="0" sldId="455"/>
            <ac:inkMk id="70686" creationId="{CF057277-A2F6-4EEA-95C5-1F77B1E0AD6C}"/>
          </ac:inkMkLst>
        </pc:inkChg>
        <pc:inkChg chg="del">
          <ac:chgData name="Md. Nahid Hasan" userId="S::nahid@vu.edu.bd::85ea5f9e-65d6-4031-b810-9415101f2e21" providerId="AD" clId="Web-{B4C2672B-3B0D-4136-B0A3-A01D0671BFC8}" dt="2020-12-21T14:25:07.251" v="1338"/>
          <ac:inkMkLst>
            <pc:docMk/>
            <pc:sldMk cId="0" sldId="455"/>
            <ac:inkMk id="70687" creationId="{52020D9D-707C-47F9-A6F5-EEBD7B7A91DF}"/>
          </ac:inkMkLst>
        </pc:inkChg>
        <pc:inkChg chg="del">
          <ac:chgData name="Md. Nahid Hasan" userId="S::nahid@vu.edu.bd::85ea5f9e-65d6-4031-b810-9415101f2e21" providerId="AD" clId="Web-{B4C2672B-3B0D-4136-B0A3-A01D0671BFC8}" dt="2020-12-21T14:25:07.251" v="1337"/>
          <ac:inkMkLst>
            <pc:docMk/>
            <pc:sldMk cId="0" sldId="455"/>
            <ac:inkMk id="70688" creationId="{85906632-EF96-4AF2-81FF-FA8949E00039}"/>
          </ac:inkMkLst>
        </pc:inkChg>
        <pc:inkChg chg="del">
          <ac:chgData name="Md. Nahid Hasan" userId="S::nahid@vu.edu.bd::85ea5f9e-65d6-4031-b810-9415101f2e21" providerId="AD" clId="Web-{B4C2672B-3B0D-4136-B0A3-A01D0671BFC8}" dt="2020-12-21T14:25:07.251" v="1336"/>
          <ac:inkMkLst>
            <pc:docMk/>
            <pc:sldMk cId="0" sldId="455"/>
            <ac:inkMk id="70689" creationId="{C78E979F-315F-4107-AE97-84DB8328B914}"/>
          </ac:inkMkLst>
        </pc:inkChg>
        <pc:inkChg chg="del">
          <ac:chgData name="Md. Nahid Hasan" userId="S::nahid@vu.edu.bd::85ea5f9e-65d6-4031-b810-9415101f2e21" providerId="AD" clId="Web-{B4C2672B-3B0D-4136-B0A3-A01D0671BFC8}" dt="2020-12-21T14:26:22.813" v="1441"/>
          <ac:inkMkLst>
            <pc:docMk/>
            <pc:sldMk cId="0" sldId="455"/>
            <ac:inkMk id="70690" creationId="{8355D852-5148-4EB1-9DFF-E523027475FF}"/>
          </ac:inkMkLst>
        </pc:inkChg>
        <pc:inkChg chg="del">
          <ac:chgData name="Md. Nahid Hasan" userId="S::nahid@vu.edu.bd::85ea5f9e-65d6-4031-b810-9415101f2e21" providerId="AD" clId="Web-{B4C2672B-3B0D-4136-B0A3-A01D0671BFC8}" dt="2020-12-21T14:25:07.251" v="1335"/>
          <ac:inkMkLst>
            <pc:docMk/>
            <pc:sldMk cId="0" sldId="455"/>
            <ac:inkMk id="70691" creationId="{C6F95711-1B5A-4DFF-9D4B-3413EF9AAB1A}"/>
          </ac:inkMkLst>
        </pc:inkChg>
        <pc:inkChg chg="del">
          <ac:chgData name="Md. Nahid Hasan" userId="S::nahid@vu.edu.bd::85ea5f9e-65d6-4031-b810-9415101f2e21" providerId="AD" clId="Web-{B4C2672B-3B0D-4136-B0A3-A01D0671BFC8}" dt="2020-12-21T14:26:22.813" v="1440"/>
          <ac:inkMkLst>
            <pc:docMk/>
            <pc:sldMk cId="0" sldId="455"/>
            <ac:inkMk id="70692" creationId="{56E15019-ABE7-4E5F-B4F6-D835EAB8AAE6}"/>
          </ac:inkMkLst>
        </pc:inkChg>
        <pc:inkChg chg="del">
          <ac:chgData name="Md. Nahid Hasan" userId="S::nahid@vu.edu.bd::85ea5f9e-65d6-4031-b810-9415101f2e21" providerId="AD" clId="Web-{B4C2672B-3B0D-4136-B0A3-A01D0671BFC8}" dt="2020-12-21T14:26:22.813" v="1439"/>
          <ac:inkMkLst>
            <pc:docMk/>
            <pc:sldMk cId="0" sldId="455"/>
            <ac:inkMk id="70693" creationId="{146605D9-4D1F-4848-B1D8-F27C3F432D47}"/>
          </ac:inkMkLst>
        </pc:inkChg>
        <pc:inkChg chg="del">
          <ac:chgData name="Md. Nahid Hasan" userId="S::nahid@vu.edu.bd::85ea5f9e-65d6-4031-b810-9415101f2e21" providerId="AD" clId="Web-{B4C2672B-3B0D-4136-B0A3-A01D0671BFC8}" dt="2020-12-21T14:26:22.813" v="1438"/>
          <ac:inkMkLst>
            <pc:docMk/>
            <pc:sldMk cId="0" sldId="455"/>
            <ac:inkMk id="70694" creationId="{E0DF88AB-CFDD-45A1-8F97-FC73BDA37892}"/>
          </ac:inkMkLst>
        </pc:inkChg>
        <pc:inkChg chg="del">
          <ac:chgData name="Md. Nahid Hasan" userId="S::nahid@vu.edu.bd::85ea5f9e-65d6-4031-b810-9415101f2e21" providerId="AD" clId="Web-{B4C2672B-3B0D-4136-B0A3-A01D0671BFC8}" dt="2020-12-21T14:26:22.813" v="1437"/>
          <ac:inkMkLst>
            <pc:docMk/>
            <pc:sldMk cId="0" sldId="455"/>
            <ac:inkMk id="70695" creationId="{26389936-328C-453A-9354-534B88647DCC}"/>
          </ac:inkMkLst>
        </pc:inkChg>
        <pc:inkChg chg="del">
          <ac:chgData name="Md. Nahid Hasan" userId="S::nahid@vu.edu.bd::85ea5f9e-65d6-4031-b810-9415101f2e21" providerId="AD" clId="Web-{B4C2672B-3B0D-4136-B0A3-A01D0671BFC8}" dt="2020-12-21T14:26:22.797" v="1436"/>
          <ac:inkMkLst>
            <pc:docMk/>
            <pc:sldMk cId="0" sldId="455"/>
            <ac:inkMk id="70696" creationId="{DE72F74C-9B20-4F45-BB7C-4674F4C63DCC}"/>
          </ac:inkMkLst>
        </pc:inkChg>
        <pc:inkChg chg="del">
          <ac:chgData name="Md. Nahid Hasan" userId="S::nahid@vu.edu.bd::85ea5f9e-65d6-4031-b810-9415101f2e21" providerId="AD" clId="Web-{B4C2672B-3B0D-4136-B0A3-A01D0671BFC8}" dt="2020-12-21T14:25:07.251" v="1334"/>
          <ac:inkMkLst>
            <pc:docMk/>
            <pc:sldMk cId="0" sldId="455"/>
            <ac:inkMk id="70697" creationId="{AB61279C-6AA1-4AE2-B356-F1CAC105B6F6}"/>
          </ac:inkMkLst>
        </pc:inkChg>
        <pc:inkChg chg="del">
          <ac:chgData name="Md. Nahid Hasan" userId="S::nahid@vu.edu.bd::85ea5f9e-65d6-4031-b810-9415101f2e21" providerId="AD" clId="Web-{B4C2672B-3B0D-4136-B0A3-A01D0671BFC8}" dt="2020-12-21T14:25:07.235" v="1333"/>
          <ac:inkMkLst>
            <pc:docMk/>
            <pc:sldMk cId="0" sldId="455"/>
            <ac:inkMk id="70698" creationId="{2D9AA419-DEF2-489A-BA4D-22B01EC90D31}"/>
          </ac:inkMkLst>
        </pc:inkChg>
        <pc:inkChg chg="del">
          <ac:chgData name="Md. Nahid Hasan" userId="S::nahid@vu.edu.bd::85ea5f9e-65d6-4031-b810-9415101f2e21" providerId="AD" clId="Web-{B4C2672B-3B0D-4136-B0A3-A01D0671BFC8}" dt="2020-12-21T14:25:07.235" v="1332"/>
          <ac:inkMkLst>
            <pc:docMk/>
            <pc:sldMk cId="0" sldId="455"/>
            <ac:inkMk id="70699" creationId="{EE25F661-5C41-404C-BDF4-C9F17A00AFAE}"/>
          </ac:inkMkLst>
        </pc:inkChg>
        <pc:inkChg chg="del">
          <ac:chgData name="Md. Nahid Hasan" userId="S::nahid@vu.edu.bd::85ea5f9e-65d6-4031-b810-9415101f2e21" providerId="AD" clId="Web-{B4C2672B-3B0D-4136-B0A3-A01D0671BFC8}" dt="2020-12-21T14:25:07.235" v="1331"/>
          <ac:inkMkLst>
            <pc:docMk/>
            <pc:sldMk cId="0" sldId="455"/>
            <ac:inkMk id="70700" creationId="{932BBC2C-05E2-48F8-A1A0-2753B2B2759E}"/>
          </ac:inkMkLst>
        </pc:inkChg>
        <pc:inkChg chg="del">
          <ac:chgData name="Md. Nahid Hasan" userId="S::nahid@vu.edu.bd::85ea5f9e-65d6-4031-b810-9415101f2e21" providerId="AD" clId="Web-{B4C2672B-3B0D-4136-B0A3-A01D0671BFC8}" dt="2020-12-21T14:25:07.235" v="1330"/>
          <ac:inkMkLst>
            <pc:docMk/>
            <pc:sldMk cId="0" sldId="455"/>
            <ac:inkMk id="70701" creationId="{99AFF3F1-92BE-460D-8EF9-0835C6F475EC}"/>
          </ac:inkMkLst>
        </pc:inkChg>
        <pc:inkChg chg="del">
          <ac:chgData name="Md. Nahid Hasan" userId="S::nahid@vu.edu.bd::85ea5f9e-65d6-4031-b810-9415101f2e21" providerId="AD" clId="Web-{B4C2672B-3B0D-4136-B0A3-A01D0671BFC8}" dt="2020-12-21T14:25:07.235" v="1329"/>
          <ac:inkMkLst>
            <pc:docMk/>
            <pc:sldMk cId="0" sldId="455"/>
            <ac:inkMk id="70702" creationId="{655A018C-0FE5-45D5-86B6-C8BDCDED6D43}"/>
          </ac:inkMkLst>
        </pc:inkChg>
        <pc:inkChg chg="del">
          <ac:chgData name="Md. Nahid Hasan" userId="S::nahid@vu.edu.bd::85ea5f9e-65d6-4031-b810-9415101f2e21" providerId="AD" clId="Web-{B4C2672B-3B0D-4136-B0A3-A01D0671BFC8}" dt="2020-12-21T14:25:07.219" v="1328"/>
          <ac:inkMkLst>
            <pc:docMk/>
            <pc:sldMk cId="0" sldId="455"/>
            <ac:inkMk id="70703" creationId="{E5C148CA-0BB7-466A-A573-C09BE1C2386F}"/>
          </ac:inkMkLst>
        </pc:inkChg>
        <pc:inkChg chg="del">
          <ac:chgData name="Md. Nahid Hasan" userId="S::nahid@vu.edu.bd::85ea5f9e-65d6-4031-b810-9415101f2e21" providerId="AD" clId="Web-{B4C2672B-3B0D-4136-B0A3-A01D0671BFC8}" dt="2020-12-21T14:25:07.219" v="1327"/>
          <ac:inkMkLst>
            <pc:docMk/>
            <pc:sldMk cId="0" sldId="455"/>
            <ac:inkMk id="70704" creationId="{BD9057B7-CA1F-470E-BF0C-FC6F64AE2740}"/>
          </ac:inkMkLst>
        </pc:inkChg>
        <pc:inkChg chg="del">
          <ac:chgData name="Md. Nahid Hasan" userId="S::nahid@vu.edu.bd::85ea5f9e-65d6-4031-b810-9415101f2e21" providerId="AD" clId="Web-{B4C2672B-3B0D-4136-B0A3-A01D0671BFC8}" dt="2020-12-21T14:25:07.219" v="1326"/>
          <ac:inkMkLst>
            <pc:docMk/>
            <pc:sldMk cId="0" sldId="455"/>
            <ac:inkMk id="70705" creationId="{4BEC3E8F-94C4-47C0-8414-2B01DBB0CB65}"/>
          </ac:inkMkLst>
        </pc:inkChg>
        <pc:inkChg chg="del">
          <ac:chgData name="Md. Nahid Hasan" userId="S::nahid@vu.edu.bd::85ea5f9e-65d6-4031-b810-9415101f2e21" providerId="AD" clId="Web-{B4C2672B-3B0D-4136-B0A3-A01D0671BFC8}" dt="2020-12-21T14:25:07.219" v="1325"/>
          <ac:inkMkLst>
            <pc:docMk/>
            <pc:sldMk cId="0" sldId="455"/>
            <ac:inkMk id="70706" creationId="{88B0C470-1901-40F2-B163-DB56F621741D}"/>
          </ac:inkMkLst>
        </pc:inkChg>
        <pc:inkChg chg="del">
          <ac:chgData name="Md. Nahid Hasan" userId="S::nahid@vu.edu.bd::85ea5f9e-65d6-4031-b810-9415101f2e21" providerId="AD" clId="Web-{B4C2672B-3B0D-4136-B0A3-A01D0671BFC8}" dt="2020-12-21T14:25:07.219" v="1324"/>
          <ac:inkMkLst>
            <pc:docMk/>
            <pc:sldMk cId="0" sldId="455"/>
            <ac:inkMk id="70707" creationId="{D4F38F09-9723-424B-969C-8BE8666982AA}"/>
          </ac:inkMkLst>
        </pc:inkChg>
        <pc:inkChg chg="del">
          <ac:chgData name="Md. Nahid Hasan" userId="S::nahid@vu.edu.bd::85ea5f9e-65d6-4031-b810-9415101f2e21" providerId="AD" clId="Web-{B4C2672B-3B0D-4136-B0A3-A01D0671BFC8}" dt="2020-12-21T14:25:07.204" v="1323"/>
          <ac:inkMkLst>
            <pc:docMk/>
            <pc:sldMk cId="0" sldId="455"/>
            <ac:inkMk id="70708" creationId="{2C7C1C00-9F93-452D-A044-339EA6D376ED}"/>
          </ac:inkMkLst>
        </pc:inkChg>
        <pc:inkChg chg="del">
          <ac:chgData name="Md. Nahid Hasan" userId="S::nahid@vu.edu.bd::85ea5f9e-65d6-4031-b810-9415101f2e21" providerId="AD" clId="Web-{B4C2672B-3B0D-4136-B0A3-A01D0671BFC8}" dt="2020-12-21T14:25:07.204" v="1322"/>
          <ac:inkMkLst>
            <pc:docMk/>
            <pc:sldMk cId="0" sldId="455"/>
            <ac:inkMk id="70709" creationId="{01534DFD-5E34-4F4D-936E-97AF8B423B49}"/>
          </ac:inkMkLst>
        </pc:inkChg>
        <pc:inkChg chg="del">
          <ac:chgData name="Md. Nahid Hasan" userId="S::nahid@vu.edu.bd::85ea5f9e-65d6-4031-b810-9415101f2e21" providerId="AD" clId="Web-{B4C2672B-3B0D-4136-B0A3-A01D0671BFC8}" dt="2020-12-21T14:25:07.204" v="1321"/>
          <ac:inkMkLst>
            <pc:docMk/>
            <pc:sldMk cId="0" sldId="455"/>
            <ac:inkMk id="70710" creationId="{61D7AD9D-22A7-4571-8B53-E939911E70F6}"/>
          </ac:inkMkLst>
        </pc:inkChg>
        <pc:inkChg chg="del">
          <ac:chgData name="Md. Nahid Hasan" userId="S::nahid@vu.edu.bd::85ea5f9e-65d6-4031-b810-9415101f2e21" providerId="AD" clId="Web-{B4C2672B-3B0D-4136-B0A3-A01D0671BFC8}" dt="2020-12-21T14:25:07.204" v="1320"/>
          <ac:inkMkLst>
            <pc:docMk/>
            <pc:sldMk cId="0" sldId="455"/>
            <ac:inkMk id="70711" creationId="{CAB306F3-3FED-4D35-B6F9-8323550CD2F5}"/>
          </ac:inkMkLst>
        </pc:inkChg>
        <pc:inkChg chg="del">
          <ac:chgData name="Md. Nahid Hasan" userId="S::nahid@vu.edu.bd::85ea5f9e-65d6-4031-b810-9415101f2e21" providerId="AD" clId="Web-{B4C2672B-3B0D-4136-B0A3-A01D0671BFC8}" dt="2020-12-21T14:25:07.188" v="1319"/>
          <ac:inkMkLst>
            <pc:docMk/>
            <pc:sldMk cId="0" sldId="455"/>
            <ac:inkMk id="70712" creationId="{52C46337-CAAB-4B72-88DE-194C2288C6C9}"/>
          </ac:inkMkLst>
        </pc:inkChg>
        <pc:inkChg chg="del">
          <ac:chgData name="Md. Nahid Hasan" userId="S::nahid@vu.edu.bd::85ea5f9e-65d6-4031-b810-9415101f2e21" providerId="AD" clId="Web-{B4C2672B-3B0D-4136-B0A3-A01D0671BFC8}" dt="2020-12-21T14:26:22.797" v="1435"/>
          <ac:inkMkLst>
            <pc:docMk/>
            <pc:sldMk cId="0" sldId="455"/>
            <ac:inkMk id="70713" creationId="{501CBF5D-3D42-450B-890D-16AF562A3C7B}"/>
          </ac:inkMkLst>
        </pc:inkChg>
        <pc:inkChg chg="del">
          <ac:chgData name="Md. Nahid Hasan" userId="S::nahid@vu.edu.bd::85ea5f9e-65d6-4031-b810-9415101f2e21" providerId="AD" clId="Web-{B4C2672B-3B0D-4136-B0A3-A01D0671BFC8}" dt="2020-12-21T14:25:07.188" v="1318"/>
          <ac:inkMkLst>
            <pc:docMk/>
            <pc:sldMk cId="0" sldId="455"/>
            <ac:inkMk id="70714" creationId="{026B42C5-458B-411A-B66E-34F331CAD6E0}"/>
          </ac:inkMkLst>
        </pc:inkChg>
        <pc:inkChg chg="del">
          <ac:chgData name="Md. Nahid Hasan" userId="S::nahid@vu.edu.bd::85ea5f9e-65d6-4031-b810-9415101f2e21" providerId="AD" clId="Web-{B4C2672B-3B0D-4136-B0A3-A01D0671BFC8}" dt="2020-12-21T14:25:07.188" v="1317"/>
          <ac:inkMkLst>
            <pc:docMk/>
            <pc:sldMk cId="0" sldId="455"/>
            <ac:inkMk id="70715" creationId="{E7681BC1-4FF3-4648-9BE2-D2AA7CB7B9D4}"/>
          </ac:inkMkLst>
        </pc:inkChg>
        <pc:inkChg chg="del">
          <ac:chgData name="Md. Nahid Hasan" userId="S::nahid@vu.edu.bd::85ea5f9e-65d6-4031-b810-9415101f2e21" providerId="AD" clId="Web-{B4C2672B-3B0D-4136-B0A3-A01D0671BFC8}" dt="2020-12-21T14:25:07.188" v="1316"/>
          <ac:inkMkLst>
            <pc:docMk/>
            <pc:sldMk cId="0" sldId="455"/>
            <ac:inkMk id="70716" creationId="{C6D97783-62AB-4A66-AAE7-629F71497B65}"/>
          </ac:inkMkLst>
        </pc:inkChg>
        <pc:inkChg chg="del">
          <ac:chgData name="Md. Nahid Hasan" userId="S::nahid@vu.edu.bd::85ea5f9e-65d6-4031-b810-9415101f2e21" providerId="AD" clId="Web-{B4C2672B-3B0D-4136-B0A3-A01D0671BFC8}" dt="2020-12-21T14:25:07.188" v="1315"/>
          <ac:inkMkLst>
            <pc:docMk/>
            <pc:sldMk cId="0" sldId="455"/>
            <ac:inkMk id="70717" creationId="{E3C3D39C-9E97-40BB-AEAF-5CAB6689151D}"/>
          </ac:inkMkLst>
        </pc:inkChg>
        <pc:inkChg chg="del">
          <ac:chgData name="Md. Nahid Hasan" userId="S::nahid@vu.edu.bd::85ea5f9e-65d6-4031-b810-9415101f2e21" providerId="AD" clId="Web-{B4C2672B-3B0D-4136-B0A3-A01D0671BFC8}" dt="2020-12-21T14:25:07.173" v="1314"/>
          <ac:inkMkLst>
            <pc:docMk/>
            <pc:sldMk cId="0" sldId="455"/>
            <ac:inkMk id="70718" creationId="{9D5FC811-0C0E-4003-9A70-EC18EE5B28C3}"/>
          </ac:inkMkLst>
        </pc:inkChg>
        <pc:inkChg chg="del">
          <ac:chgData name="Md. Nahid Hasan" userId="S::nahid@vu.edu.bd::85ea5f9e-65d6-4031-b810-9415101f2e21" providerId="AD" clId="Web-{B4C2672B-3B0D-4136-B0A3-A01D0671BFC8}" dt="2020-12-21T14:25:07.173" v="1313"/>
          <ac:inkMkLst>
            <pc:docMk/>
            <pc:sldMk cId="0" sldId="455"/>
            <ac:inkMk id="70719" creationId="{F403766F-F979-4C90-B212-1874707EFF1F}"/>
          </ac:inkMkLst>
        </pc:inkChg>
        <pc:inkChg chg="del">
          <ac:chgData name="Md. Nahid Hasan" userId="S::nahid@vu.edu.bd::85ea5f9e-65d6-4031-b810-9415101f2e21" providerId="AD" clId="Web-{B4C2672B-3B0D-4136-B0A3-A01D0671BFC8}" dt="2020-12-21T14:25:07.173" v="1312"/>
          <ac:inkMkLst>
            <pc:docMk/>
            <pc:sldMk cId="0" sldId="455"/>
            <ac:inkMk id="70720" creationId="{5BC2B7F3-4F61-4D9E-9DE6-0EA250489A2C}"/>
          </ac:inkMkLst>
        </pc:inkChg>
        <pc:inkChg chg="del">
          <ac:chgData name="Md. Nahid Hasan" userId="S::nahid@vu.edu.bd::85ea5f9e-65d6-4031-b810-9415101f2e21" providerId="AD" clId="Web-{B4C2672B-3B0D-4136-B0A3-A01D0671BFC8}" dt="2020-12-21T14:25:07.173" v="1311"/>
          <ac:inkMkLst>
            <pc:docMk/>
            <pc:sldMk cId="0" sldId="455"/>
            <ac:inkMk id="70721" creationId="{FA34BA01-C99B-48F1-ABB2-0B241D16E287}"/>
          </ac:inkMkLst>
        </pc:inkChg>
        <pc:inkChg chg="del">
          <ac:chgData name="Md. Nahid Hasan" userId="S::nahid@vu.edu.bd::85ea5f9e-65d6-4031-b810-9415101f2e21" providerId="AD" clId="Web-{B4C2672B-3B0D-4136-B0A3-A01D0671BFC8}" dt="2020-12-21T14:25:07.173" v="1310"/>
          <ac:inkMkLst>
            <pc:docMk/>
            <pc:sldMk cId="0" sldId="455"/>
            <ac:inkMk id="70722" creationId="{93BFE56E-8A67-4E3D-8DA7-46F531B34B2F}"/>
          </ac:inkMkLst>
        </pc:inkChg>
        <pc:inkChg chg="del">
          <ac:chgData name="Md. Nahid Hasan" userId="S::nahid@vu.edu.bd::85ea5f9e-65d6-4031-b810-9415101f2e21" providerId="AD" clId="Web-{B4C2672B-3B0D-4136-B0A3-A01D0671BFC8}" dt="2020-12-21T14:25:07.157" v="1309"/>
          <ac:inkMkLst>
            <pc:docMk/>
            <pc:sldMk cId="0" sldId="455"/>
            <ac:inkMk id="70723" creationId="{03496B0A-86A6-4CED-9B66-4BA1D31666AE}"/>
          </ac:inkMkLst>
        </pc:inkChg>
        <pc:inkChg chg="del">
          <ac:chgData name="Md. Nahid Hasan" userId="S::nahid@vu.edu.bd::85ea5f9e-65d6-4031-b810-9415101f2e21" providerId="AD" clId="Web-{B4C2672B-3B0D-4136-B0A3-A01D0671BFC8}" dt="2020-12-21T14:25:07.157" v="1308"/>
          <ac:inkMkLst>
            <pc:docMk/>
            <pc:sldMk cId="0" sldId="455"/>
            <ac:inkMk id="70724" creationId="{38A04FEE-02FC-4204-9BB2-D07C1DF5221F}"/>
          </ac:inkMkLst>
        </pc:inkChg>
        <pc:inkChg chg="del">
          <ac:chgData name="Md. Nahid Hasan" userId="S::nahid@vu.edu.bd::85ea5f9e-65d6-4031-b810-9415101f2e21" providerId="AD" clId="Web-{B4C2672B-3B0D-4136-B0A3-A01D0671BFC8}" dt="2020-12-21T14:25:07.157" v="1307"/>
          <ac:inkMkLst>
            <pc:docMk/>
            <pc:sldMk cId="0" sldId="455"/>
            <ac:inkMk id="70725" creationId="{2EB377D0-2E27-4B4A-9F68-ED228B16F725}"/>
          </ac:inkMkLst>
        </pc:inkChg>
        <pc:inkChg chg="del">
          <ac:chgData name="Md. Nahid Hasan" userId="S::nahid@vu.edu.bd::85ea5f9e-65d6-4031-b810-9415101f2e21" providerId="AD" clId="Web-{B4C2672B-3B0D-4136-B0A3-A01D0671BFC8}" dt="2020-12-21T14:25:07.157" v="1306"/>
          <ac:inkMkLst>
            <pc:docMk/>
            <pc:sldMk cId="0" sldId="455"/>
            <ac:inkMk id="70726" creationId="{D552678C-888D-4149-850B-E0253E28B052}"/>
          </ac:inkMkLst>
        </pc:inkChg>
        <pc:inkChg chg="del">
          <ac:chgData name="Md. Nahid Hasan" userId="S::nahid@vu.edu.bd::85ea5f9e-65d6-4031-b810-9415101f2e21" providerId="AD" clId="Web-{B4C2672B-3B0D-4136-B0A3-A01D0671BFC8}" dt="2020-12-21T14:25:07.141" v="1305"/>
          <ac:inkMkLst>
            <pc:docMk/>
            <pc:sldMk cId="0" sldId="455"/>
            <ac:inkMk id="70727" creationId="{CE1A4EA7-548D-4331-A3D2-65191638AC7A}"/>
          </ac:inkMkLst>
        </pc:inkChg>
        <pc:inkChg chg="del">
          <ac:chgData name="Md. Nahid Hasan" userId="S::nahid@vu.edu.bd::85ea5f9e-65d6-4031-b810-9415101f2e21" providerId="AD" clId="Web-{B4C2672B-3B0D-4136-B0A3-A01D0671BFC8}" dt="2020-12-21T14:25:07.141" v="1304"/>
          <ac:inkMkLst>
            <pc:docMk/>
            <pc:sldMk cId="0" sldId="455"/>
            <ac:inkMk id="70728" creationId="{12C454D9-E901-417A-B46C-9786574C15B8}"/>
          </ac:inkMkLst>
        </pc:inkChg>
        <pc:inkChg chg="del">
          <ac:chgData name="Md. Nahid Hasan" userId="S::nahid@vu.edu.bd::85ea5f9e-65d6-4031-b810-9415101f2e21" providerId="AD" clId="Web-{B4C2672B-3B0D-4136-B0A3-A01D0671BFC8}" dt="2020-12-21T14:25:07.141" v="1303"/>
          <ac:inkMkLst>
            <pc:docMk/>
            <pc:sldMk cId="0" sldId="455"/>
            <ac:inkMk id="70729" creationId="{68A9CEF4-DD53-404C-9E04-832657649FAA}"/>
          </ac:inkMkLst>
        </pc:inkChg>
        <pc:inkChg chg="del">
          <ac:chgData name="Md. Nahid Hasan" userId="S::nahid@vu.edu.bd::85ea5f9e-65d6-4031-b810-9415101f2e21" providerId="AD" clId="Web-{B4C2672B-3B0D-4136-B0A3-A01D0671BFC8}" dt="2020-12-21T14:25:07.141" v="1302"/>
          <ac:inkMkLst>
            <pc:docMk/>
            <pc:sldMk cId="0" sldId="455"/>
            <ac:inkMk id="70730" creationId="{D88EB799-5BEB-438B-BF66-AA92451B1F48}"/>
          </ac:inkMkLst>
        </pc:inkChg>
        <pc:inkChg chg="del">
          <ac:chgData name="Md. Nahid Hasan" userId="S::nahid@vu.edu.bd::85ea5f9e-65d6-4031-b810-9415101f2e21" providerId="AD" clId="Web-{B4C2672B-3B0D-4136-B0A3-A01D0671BFC8}" dt="2020-12-21T14:25:07.141" v="1301"/>
          <ac:inkMkLst>
            <pc:docMk/>
            <pc:sldMk cId="0" sldId="455"/>
            <ac:inkMk id="70731" creationId="{D87A42D2-2ABD-4810-AA02-D6C140CF32A2}"/>
          </ac:inkMkLst>
        </pc:inkChg>
        <pc:inkChg chg="del">
          <ac:chgData name="Md. Nahid Hasan" userId="S::nahid@vu.edu.bd::85ea5f9e-65d6-4031-b810-9415101f2e21" providerId="AD" clId="Web-{B4C2672B-3B0D-4136-B0A3-A01D0671BFC8}" dt="2020-12-21T14:26:22.797" v="1434"/>
          <ac:inkMkLst>
            <pc:docMk/>
            <pc:sldMk cId="0" sldId="455"/>
            <ac:inkMk id="70732" creationId="{CA9C9EE4-7840-4572-A491-548F23B034BE}"/>
          </ac:inkMkLst>
        </pc:inkChg>
        <pc:inkChg chg="del">
          <ac:chgData name="Md. Nahid Hasan" userId="S::nahid@vu.edu.bd::85ea5f9e-65d6-4031-b810-9415101f2e21" providerId="AD" clId="Web-{B4C2672B-3B0D-4136-B0A3-A01D0671BFC8}" dt="2020-12-21T14:25:07.126" v="1300"/>
          <ac:inkMkLst>
            <pc:docMk/>
            <pc:sldMk cId="0" sldId="455"/>
            <ac:inkMk id="70733" creationId="{80F81F20-B573-44C9-B865-285826CC521D}"/>
          </ac:inkMkLst>
        </pc:inkChg>
        <pc:inkChg chg="del">
          <ac:chgData name="Md. Nahid Hasan" userId="S::nahid@vu.edu.bd::85ea5f9e-65d6-4031-b810-9415101f2e21" providerId="AD" clId="Web-{B4C2672B-3B0D-4136-B0A3-A01D0671BFC8}" dt="2020-12-21T14:25:07.126" v="1299"/>
          <ac:inkMkLst>
            <pc:docMk/>
            <pc:sldMk cId="0" sldId="455"/>
            <ac:inkMk id="70734" creationId="{EEDCB06C-82B2-43F8-B515-D7B566F5A406}"/>
          </ac:inkMkLst>
        </pc:inkChg>
        <pc:inkChg chg="del">
          <ac:chgData name="Md. Nahid Hasan" userId="S::nahid@vu.edu.bd::85ea5f9e-65d6-4031-b810-9415101f2e21" providerId="AD" clId="Web-{B4C2672B-3B0D-4136-B0A3-A01D0671BFC8}" dt="2020-12-21T14:26:22.797" v="1433"/>
          <ac:inkMkLst>
            <pc:docMk/>
            <pc:sldMk cId="0" sldId="455"/>
            <ac:inkMk id="70735" creationId="{BE123848-58B3-4FF9-A07A-3E838CF267D5}"/>
          </ac:inkMkLst>
        </pc:inkChg>
        <pc:inkChg chg="del">
          <ac:chgData name="Md. Nahid Hasan" userId="S::nahid@vu.edu.bd::85ea5f9e-65d6-4031-b810-9415101f2e21" providerId="AD" clId="Web-{B4C2672B-3B0D-4136-B0A3-A01D0671BFC8}" dt="2020-12-21T14:25:07.126" v="1298"/>
          <ac:inkMkLst>
            <pc:docMk/>
            <pc:sldMk cId="0" sldId="455"/>
            <ac:inkMk id="70736" creationId="{A9D45175-B5CF-417F-9385-34A6580E9110}"/>
          </ac:inkMkLst>
        </pc:inkChg>
        <pc:inkChg chg="del">
          <ac:chgData name="Md. Nahid Hasan" userId="S::nahid@vu.edu.bd::85ea5f9e-65d6-4031-b810-9415101f2e21" providerId="AD" clId="Web-{B4C2672B-3B0D-4136-B0A3-A01D0671BFC8}" dt="2020-12-21T14:25:07.126" v="1297"/>
          <ac:inkMkLst>
            <pc:docMk/>
            <pc:sldMk cId="0" sldId="455"/>
            <ac:inkMk id="70737" creationId="{6BC42DEC-3567-45A2-B45F-E2FB14A55F59}"/>
          </ac:inkMkLst>
        </pc:inkChg>
        <pc:inkChg chg="del">
          <ac:chgData name="Md. Nahid Hasan" userId="S::nahid@vu.edu.bd::85ea5f9e-65d6-4031-b810-9415101f2e21" providerId="AD" clId="Web-{B4C2672B-3B0D-4136-B0A3-A01D0671BFC8}" dt="2020-12-21T14:25:07.126" v="1296"/>
          <ac:inkMkLst>
            <pc:docMk/>
            <pc:sldMk cId="0" sldId="455"/>
            <ac:inkMk id="70738" creationId="{F773D1C4-416D-49C6-805C-8BD08AE5C47E}"/>
          </ac:inkMkLst>
        </pc:inkChg>
        <pc:inkChg chg="del">
          <ac:chgData name="Md. Nahid Hasan" userId="S::nahid@vu.edu.bd::85ea5f9e-65d6-4031-b810-9415101f2e21" providerId="AD" clId="Web-{B4C2672B-3B0D-4136-B0A3-A01D0671BFC8}" dt="2020-12-21T14:25:07.110" v="1295"/>
          <ac:inkMkLst>
            <pc:docMk/>
            <pc:sldMk cId="0" sldId="455"/>
            <ac:inkMk id="70739" creationId="{2C11D1C0-6419-441A-A817-3C672832C2B0}"/>
          </ac:inkMkLst>
        </pc:inkChg>
        <pc:inkChg chg="del">
          <ac:chgData name="Md. Nahid Hasan" userId="S::nahid@vu.edu.bd::85ea5f9e-65d6-4031-b810-9415101f2e21" providerId="AD" clId="Web-{B4C2672B-3B0D-4136-B0A3-A01D0671BFC8}" dt="2020-12-21T14:25:07.110" v="1294"/>
          <ac:inkMkLst>
            <pc:docMk/>
            <pc:sldMk cId="0" sldId="455"/>
            <ac:inkMk id="70740" creationId="{0B2FDD76-76BD-477E-B17F-770B8FF555D6}"/>
          </ac:inkMkLst>
        </pc:inkChg>
        <pc:inkChg chg="del">
          <ac:chgData name="Md. Nahid Hasan" userId="S::nahid@vu.edu.bd::85ea5f9e-65d6-4031-b810-9415101f2e21" providerId="AD" clId="Web-{B4C2672B-3B0D-4136-B0A3-A01D0671BFC8}" dt="2020-12-21T14:25:07.110" v="1293"/>
          <ac:inkMkLst>
            <pc:docMk/>
            <pc:sldMk cId="0" sldId="455"/>
            <ac:inkMk id="70741" creationId="{BD1FBDF7-DAE7-498B-AB79-E234D0CD477C}"/>
          </ac:inkMkLst>
        </pc:inkChg>
        <pc:inkChg chg="del">
          <ac:chgData name="Md. Nahid Hasan" userId="S::nahid@vu.edu.bd::85ea5f9e-65d6-4031-b810-9415101f2e21" providerId="AD" clId="Web-{B4C2672B-3B0D-4136-B0A3-A01D0671BFC8}" dt="2020-12-21T14:25:07.110" v="1292"/>
          <ac:inkMkLst>
            <pc:docMk/>
            <pc:sldMk cId="0" sldId="455"/>
            <ac:inkMk id="70742" creationId="{E9B11103-A7FF-4487-9BD2-021D30D89040}"/>
          </ac:inkMkLst>
        </pc:inkChg>
        <pc:inkChg chg="del">
          <ac:chgData name="Md. Nahid Hasan" userId="S::nahid@vu.edu.bd::85ea5f9e-65d6-4031-b810-9415101f2e21" providerId="AD" clId="Web-{B4C2672B-3B0D-4136-B0A3-A01D0671BFC8}" dt="2020-12-21T14:25:07.110" v="1291"/>
          <ac:inkMkLst>
            <pc:docMk/>
            <pc:sldMk cId="0" sldId="455"/>
            <ac:inkMk id="70743" creationId="{BDA54BF4-5D10-4DB9-8479-5AC011861AEB}"/>
          </ac:inkMkLst>
        </pc:inkChg>
        <pc:inkChg chg="del">
          <ac:chgData name="Md. Nahid Hasan" userId="S::nahid@vu.edu.bd::85ea5f9e-65d6-4031-b810-9415101f2e21" providerId="AD" clId="Web-{B4C2672B-3B0D-4136-B0A3-A01D0671BFC8}" dt="2020-12-21T14:25:07.094" v="1290"/>
          <ac:inkMkLst>
            <pc:docMk/>
            <pc:sldMk cId="0" sldId="455"/>
            <ac:inkMk id="70744" creationId="{880E989F-EC2F-40F4-BA87-676D908423F8}"/>
          </ac:inkMkLst>
        </pc:inkChg>
        <pc:inkChg chg="del">
          <ac:chgData name="Md. Nahid Hasan" userId="S::nahid@vu.edu.bd::85ea5f9e-65d6-4031-b810-9415101f2e21" providerId="AD" clId="Web-{B4C2672B-3B0D-4136-B0A3-A01D0671BFC8}" dt="2020-12-21T14:25:07.094" v="1289"/>
          <ac:inkMkLst>
            <pc:docMk/>
            <pc:sldMk cId="0" sldId="455"/>
            <ac:inkMk id="70745" creationId="{46B7C3A0-51CB-4FAC-9C89-CF509883083F}"/>
          </ac:inkMkLst>
        </pc:inkChg>
        <pc:inkChg chg="del">
          <ac:chgData name="Md. Nahid Hasan" userId="S::nahid@vu.edu.bd::85ea5f9e-65d6-4031-b810-9415101f2e21" providerId="AD" clId="Web-{B4C2672B-3B0D-4136-B0A3-A01D0671BFC8}" dt="2020-12-21T14:25:07.094" v="1288"/>
          <ac:inkMkLst>
            <pc:docMk/>
            <pc:sldMk cId="0" sldId="455"/>
            <ac:inkMk id="70746" creationId="{DAC92734-AA2D-493D-A187-820624ECF035}"/>
          </ac:inkMkLst>
        </pc:inkChg>
        <pc:inkChg chg="del">
          <ac:chgData name="Md. Nahid Hasan" userId="S::nahid@vu.edu.bd::85ea5f9e-65d6-4031-b810-9415101f2e21" providerId="AD" clId="Web-{B4C2672B-3B0D-4136-B0A3-A01D0671BFC8}" dt="2020-12-21T14:25:07.094" v="1287"/>
          <ac:inkMkLst>
            <pc:docMk/>
            <pc:sldMk cId="0" sldId="455"/>
            <ac:inkMk id="70747" creationId="{0588E2E4-C3EF-4FA4-8E8F-992EDEF69E74}"/>
          </ac:inkMkLst>
        </pc:inkChg>
        <pc:inkChg chg="del">
          <ac:chgData name="Md. Nahid Hasan" userId="S::nahid@vu.edu.bd::85ea5f9e-65d6-4031-b810-9415101f2e21" providerId="AD" clId="Web-{B4C2672B-3B0D-4136-B0A3-A01D0671BFC8}" dt="2020-12-21T14:25:07.094" v="1286"/>
          <ac:inkMkLst>
            <pc:docMk/>
            <pc:sldMk cId="0" sldId="455"/>
            <ac:inkMk id="70748" creationId="{A540C80E-D313-4F8B-9AA6-F37D2CD6090F}"/>
          </ac:inkMkLst>
        </pc:inkChg>
        <pc:inkChg chg="del">
          <ac:chgData name="Md. Nahid Hasan" userId="S::nahid@vu.edu.bd::85ea5f9e-65d6-4031-b810-9415101f2e21" providerId="AD" clId="Web-{B4C2672B-3B0D-4136-B0A3-A01D0671BFC8}" dt="2020-12-21T14:25:07.079" v="1285"/>
          <ac:inkMkLst>
            <pc:docMk/>
            <pc:sldMk cId="0" sldId="455"/>
            <ac:inkMk id="70749" creationId="{5DE11E09-AAAE-4A19-A436-16F6F55F2A6D}"/>
          </ac:inkMkLst>
        </pc:inkChg>
        <pc:inkChg chg="del">
          <ac:chgData name="Md. Nahid Hasan" userId="S::nahid@vu.edu.bd::85ea5f9e-65d6-4031-b810-9415101f2e21" providerId="AD" clId="Web-{B4C2672B-3B0D-4136-B0A3-A01D0671BFC8}" dt="2020-12-21T14:25:07.079" v="1284"/>
          <ac:inkMkLst>
            <pc:docMk/>
            <pc:sldMk cId="0" sldId="455"/>
            <ac:inkMk id="70750" creationId="{C49E4DAF-EF25-49DB-8F62-2D5DD9D6E2C3}"/>
          </ac:inkMkLst>
        </pc:inkChg>
        <pc:inkChg chg="del">
          <ac:chgData name="Md. Nahid Hasan" userId="S::nahid@vu.edu.bd::85ea5f9e-65d6-4031-b810-9415101f2e21" providerId="AD" clId="Web-{B4C2672B-3B0D-4136-B0A3-A01D0671BFC8}" dt="2020-12-21T14:25:07.079" v="1283"/>
          <ac:inkMkLst>
            <pc:docMk/>
            <pc:sldMk cId="0" sldId="455"/>
            <ac:inkMk id="70751" creationId="{E176ECA1-756F-4BFF-84AE-385C56C2FF53}"/>
          </ac:inkMkLst>
        </pc:inkChg>
        <pc:inkChg chg="del">
          <ac:chgData name="Md. Nahid Hasan" userId="S::nahid@vu.edu.bd::85ea5f9e-65d6-4031-b810-9415101f2e21" providerId="AD" clId="Web-{B4C2672B-3B0D-4136-B0A3-A01D0671BFC8}" dt="2020-12-21T14:25:07.079" v="1282"/>
          <ac:inkMkLst>
            <pc:docMk/>
            <pc:sldMk cId="0" sldId="455"/>
            <ac:inkMk id="70752" creationId="{90A91271-D65B-4A76-A100-D942CF995939}"/>
          </ac:inkMkLst>
        </pc:inkChg>
        <pc:inkChg chg="del">
          <ac:chgData name="Md. Nahid Hasan" userId="S::nahid@vu.edu.bd::85ea5f9e-65d6-4031-b810-9415101f2e21" providerId="AD" clId="Web-{B4C2672B-3B0D-4136-B0A3-A01D0671BFC8}" dt="2020-12-21T14:25:07.079" v="1281"/>
          <ac:inkMkLst>
            <pc:docMk/>
            <pc:sldMk cId="0" sldId="455"/>
            <ac:inkMk id="70753" creationId="{5094FD4A-5C56-442C-A815-CC94E2DD1318}"/>
          </ac:inkMkLst>
        </pc:inkChg>
        <pc:inkChg chg="del">
          <ac:chgData name="Md. Nahid Hasan" userId="S::nahid@vu.edu.bd::85ea5f9e-65d6-4031-b810-9415101f2e21" providerId="AD" clId="Web-{B4C2672B-3B0D-4136-B0A3-A01D0671BFC8}" dt="2020-12-21T14:25:07.063" v="1280"/>
          <ac:inkMkLst>
            <pc:docMk/>
            <pc:sldMk cId="0" sldId="455"/>
            <ac:inkMk id="70754" creationId="{6E6AAB1F-6DC5-42C2-8EAC-927E66BED7E9}"/>
          </ac:inkMkLst>
        </pc:inkChg>
        <pc:inkChg chg="del">
          <ac:chgData name="Md. Nahid Hasan" userId="S::nahid@vu.edu.bd::85ea5f9e-65d6-4031-b810-9415101f2e21" providerId="AD" clId="Web-{B4C2672B-3B0D-4136-B0A3-A01D0671BFC8}" dt="2020-12-21T14:25:07.063" v="1279"/>
          <ac:inkMkLst>
            <pc:docMk/>
            <pc:sldMk cId="0" sldId="455"/>
            <ac:inkMk id="70755" creationId="{8EAE42C4-8E97-4C46-ACF2-2B4F045E22CB}"/>
          </ac:inkMkLst>
        </pc:inkChg>
        <pc:inkChg chg="add">
          <ac:chgData name="Md. Nahid Hasan" userId="S::nahid@vu.edu.bd::85ea5f9e-65d6-4031-b810-9415101f2e21" providerId="AD" clId="Web-{B4C2672B-3B0D-4136-B0A3-A01D0671BFC8}" dt="2020-12-21T14:25:09.704" v="1422"/>
          <ac:inkMkLst>
            <pc:docMk/>
            <pc:sldMk cId="0" sldId="455"/>
            <ac:inkMk id="70756" creationId="{E68CA7F9-53C2-4210-9EE4-E590A7122554}"/>
          </ac:inkMkLst>
        </pc:inkChg>
        <pc:inkChg chg="add">
          <ac:chgData name="Md. Nahid Hasan" userId="S::nahid@vu.edu.bd::85ea5f9e-65d6-4031-b810-9415101f2e21" providerId="AD" clId="Web-{B4C2672B-3B0D-4136-B0A3-A01D0671BFC8}" dt="2020-12-21T14:25:11.735" v="1423"/>
          <ac:inkMkLst>
            <pc:docMk/>
            <pc:sldMk cId="0" sldId="455"/>
            <ac:inkMk id="70757" creationId="{3F199E0E-B40E-4163-8CB6-08B8719A85A9}"/>
          </ac:inkMkLst>
        </pc:inkChg>
        <pc:inkChg chg="add">
          <ac:chgData name="Md. Nahid Hasan" userId="S::nahid@vu.edu.bd::85ea5f9e-65d6-4031-b810-9415101f2e21" providerId="AD" clId="Web-{B4C2672B-3B0D-4136-B0A3-A01D0671BFC8}" dt="2020-12-21T14:25:11.751" v="1424"/>
          <ac:inkMkLst>
            <pc:docMk/>
            <pc:sldMk cId="0" sldId="455"/>
            <ac:inkMk id="70758" creationId="{D914DE44-5CEF-4FC8-B865-4E272A568768}"/>
          </ac:inkMkLst>
        </pc:inkChg>
        <pc:inkChg chg="add">
          <ac:chgData name="Md. Nahid Hasan" userId="S::nahid@vu.edu.bd::85ea5f9e-65d6-4031-b810-9415101f2e21" providerId="AD" clId="Web-{B4C2672B-3B0D-4136-B0A3-A01D0671BFC8}" dt="2020-12-21T14:25:11.766" v="1425"/>
          <ac:inkMkLst>
            <pc:docMk/>
            <pc:sldMk cId="0" sldId="455"/>
            <ac:inkMk id="70759" creationId="{3739B6D9-B7E5-4242-99A2-5716C598C2C3}"/>
          </ac:inkMkLst>
        </pc:inkChg>
        <pc:inkChg chg="add">
          <ac:chgData name="Md. Nahid Hasan" userId="S::nahid@vu.edu.bd::85ea5f9e-65d6-4031-b810-9415101f2e21" providerId="AD" clId="Web-{B4C2672B-3B0D-4136-B0A3-A01D0671BFC8}" dt="2020-12-21T14:25:13.438" v="1426"/>
          <ac:inkMkLst>
            <pc:docMk/>
            <pc:sldMk cId="0" sldId="455"/>
            <ac:inkMk id="70760" creationId="{2586518D-3836-4E6E-B14B-291DBF2F1EAE}"/>
          </ac:inkMkLst>
        </pc:inkChg>
        <pc:inkChg chg="add">
          <ac:chgData name="Md. Nahid Hasan" userId="S::nahid@vu.edu.bd::85ea5f9e-65d6-4031-b810-9415101f2e21" providerId="AD" clId="Web-{B4C2672B-3B0D-4136-B0A3-A01D0671BFC8}" dt="2020-12-21T14:25:13.454" v="1427"/>
          <ac:inkMkLst>
            <pc:docMk/>
            <pc:sldMk cId="0" sldId="455"/>
            <ac:inkMk id="70761" creationId="{367B23B1-3C0A-4E32-9B49-AD3E2EFF5063}"/>
          </ac:inkMkLst>
        </pc:inkChg>
        <pc:inkChg chg="add">
          <ac:chgData name="Md. Nahid Hasan" userId="S::nahid@vu.edu.bd::85ea5f9e-65d6-4031-b810-9415101f2e21" providerId="AD" clId="Web-{B4C2672B-3B0D-4136-B0A3-A01D0671BFC8}" dt="2020-12-21T14:25:41.360" v="1428"/>
          <ac:inkMkLst>
            <pc:docMk/>
            <pc:sldMk cId="0" sldId="455"/>
            <ac:inkMk id="70762" creationId="{5BBC19D5-B6B9-403D-912B-489452840967}"/>
          </ac:inkMkLst>
        </pc:inkChg>
        <pc:inkChg chg="add">
          <ac:chgData name="Md. Nahid Hasan" userId="S::nahid@vu.edu.bd::85ea5f9e-65d6-4031-b810-9415101f2e21" providerId="AD" clId="Web-{B4C2672B-3B0D-4136-B0A3-A01D0671BFC8}" dt="2020-12-21T14:25:43.516" v="1429"/>
          <ac:inkMkLst>
            <pc:docMk/>
            <pc:sldMk cId="0" sldId="455"/>
            <ac:inkMk id="70763" creationId="{D6FD089F-E463-4D17-ABD2-FED2102A8203}"/>
          </ac:inkMkLst>
        </pc:inkChg>
        <pc:inkChg chg="add">
          <ac:chgData name="Md. Nahid Hasan" userId="S::nahid@vu.edu.bd::85ea5f9e-65d6-4031-b810-9415101f2e21" providerId="AD" clId="Web-{B4C2672B-3B0D-4136-B0A3-A01D0671BFC8}" dt="2020-12-21T14:25:44.797" v="1430"/>
          <ac:inkMkLst>
            <pc:docMk/>
            <pc:sldMk cId="0" sldId="455"/>
            <ac:inkMk id="70764" creationId="{CC123122-9544-43E4-A1A0-235435337DD2}"/>
          </ac:inkMkLst>
        </pc:inkChg>
        <pc:inkChg chg="add">
          <ac:chgData name="Md. Nahid Hasan" userId="S::nahid@vu.edu.bd::85ea5f9e-65d6-4031-b810-9415101f2e21" providerId="AD" clId="Web-{B4C2672B-3B0D-4136-B0A3-A01D0671BFC8}" dt="2020-12-21T14:25:44.813" v="1431"/>
          <ac:inkMkLst>
            <pc:docMk/>
            <pc:sldMk cId="0" sldId="455"/>
            <ac:inkMk id="70765" creationId="{387AF96D-D767-4E30-A437-403146B69DEA}"/>
          </ac:inkMkLst>
        </pc:inkChg>
        <pc:inkChg chg="add">
          <ac:chgData name="Md. Nahid Hasan" userId="S::nahid@vu.edu.bd::85ea5f9e-65d6-4031-b810-9415101f2e21" providerId="AD" clId="Web-{B4C2672B-3B0D-4136-B0A3-A01D0671BFC8}" dt="2020-12-21T14:25:48.047" v="1432"/>
          <ac:inkMkLst>
            <pc:docMk/>
            <pc:sldMk cId="0" sldId="455"/>
            <ac:inkMk id="70766" creationId="{595CDE82-2468-44DE-9450-0D84A9FC9730}"/>
          </ac:inkMkLst>
        </pc:inkChg>
        <pc:inkChg chg="add">
          <ac:chgData name="Md. Nahid Hasan" userId="S::nahid@vu.edu.bd::85ea5f9e-65d6-4031-b810-9415101f2e21" providerId="AD" clId="Web-{B4C2672B-3B0D-4136-B0A3-A01D0671BFC8}" dt="2020-12-21T14:26:26.625" v="1449"/>
          <ac:inkMkLst>
            <pc:docMk/>
            <pc:sldMk cId="0" sldId="455"/>
            <ac:inkMk id="70767" creationId="{50B7E26D-EC2D-4CBD-837B-56FFA5D36295}"/>
          </ac:inkMkLst>
        </pc:inkChg>
        <pc:inkChg chg="add">
          <ac:chgData name="Md. Nahid Hasan" userId="S::nahid@vu.edu.bd::85ea5f9e-65d6-4031-b810-9415101f2e21" providerId="AD" clId="Web-{B4C2672B-3B0D-4136-B0A3-A01D0671BFC8}" dt="2020-12-21T14:26:29.579" v="1450"/>
          <ac:inkMkLst>
            <pc:docMk/>
            <pc:sldMk cId="0" sldId="455"/>
            <ac:inkMk id="70768" creationId="{BB241949-E26D-47A8-A56E-1AEE6C9BEB64}"/>
          </ac:inkMkLst>
        </pc:inkChg>
        <pc:inkChg chg="add">
          <ac:chgData name="Md. Nahid Hasan" userId="S::nahid@vu.edu.bd::85ea5f9e-65d6-4031-b810-9415101f2e21" providerId="AD" clId="Web-{B4C2672B-3B0D-4136-B0A3-A01D0671BFC8}" dt="2020-12-21T14:26:30.907" v="1451"/>
          <ac:inkMkLst>
            <pc:docMk/>
            <pc:sldMk cId="0" sldId="455"/>
            <ac:inkMk id="70769" creationId="{81BD9CF8-7450-436A-B74C-0D402B3BA868}"/>
          </ac:inkMkLst>
        </pc:inkChg>
        <pc:inkChg chg="add">
          <ac:chgData name="Md. Nahid Hasan" userId="S::nahid@vu.edu.bd::85ea5f9e-65d6-4031-b810-9415101f2e21" providerId="AD" clId="Web-{B4C2672B-3B0D-4136-B0A3-A01D0671BFC8}" dt="2020-12-21T14:26:35" v="1452"/>
          <ac:inkMkLst>
            <pc:docMk/>
            <pc:sldMk cId="0" sldId="455"/>
            <ac:inkMk id="70770" creationId="{A1E440E8-E4D1-4A90-A6C5-706AA0296FE6}"/>
          </ac:inkMkLst>
        </pc:inkChg>
        <pc:inkChg chg="add">
          <ac:chgData name="Md. Nahid Hasan" userId="S::nahid@vu.edu.bd::85ea5f9e-65d6-4031-b810-9415101f2e21" providerId="AD" clId="Web-{B4C2672B-3B0D-4136-B0A3-A01D0671BFC8}" dt="2020-12-21T14:26:37.579" v="1453"/>
          <ac:inkMkLst>
            <pc:docMk/>
            <pc:sldMk cId="0" sldId="455"/>
            <ac:inkMk id="70771" creationId="{B55A28D4-04E1-4D30-9B43-7BD5027F7AE2}"/>
          </ac:inkMkLst>
        </pc:inkChg>
        <pc:inkChg chg="add">
          <ac:chgData name="Md. Nahid Hasan" userId="S::nahid@vu.edu.bd::85ea5f9e-65d6-4031-b810-9415101f2e21" providerId="AD" clId="Web-{B4C2672B-3B0D-4136-B0A3-A01D0671BFC8}" dt="2020-12-21T14:26:41.079" v="1454"/>
          <ac:inkMkLst>
            <pc:docMk/>
            <pc:sldMk cId="0" sldId="455"/>
            <ac:inkMk id="70772" creationId="{80C3E356-A7B8-4AF4-AC57-02AB01F8B5B5}"/>
          </ac:inkMkLst>
        </pc:inkChg>
      </pc:sldChg>
      <pc:sldChg chg="addSp">
        <pc:chgData name="Md. Nahid Hasan" userId="S::nahid@vu.edu.bd::85ea5f9e-65d6-4031-b810-9415101f2e21" providerId="AD" clId="Web-{B4C2672B-3B0D-4136-B0A3-A01D0671BFC8}" dt="2020-12-21T14:10:33.566" v="894"/>
        <pc:sldMkLst>
          <pc:docMk/>
          <pc:sldMk cId="0" sldId="456"/>
        </pc:sldMkLst>
        <pc:inkChg chg="add">
          <ac:chgData name="Md. Nahid Hasan" userId="S::nahid@vu.edu.bd::85ea5f9e-65d6-4031-b810-9415101f2e21" providerId="AD" clId="Web-{B4C2672B-3B0D-4136-B0A3-A01D0671BFC8}" dt="2020-12-21T14:10:33.566" v="894"/>
          <ac:inkMkLst>
            <pc:docMk/>
            <pc:sldMk cId="0" sldId="456"/>
            <ac:inkMk id="2" creationId="{340C5350-CADB-46C3-9F4A-A0A6FB92FA6A}"/>
          </ac:inkMkLst>
        </pc:inkChg>
      </pc:sldChg>
      <pc:sldChg chg="addSp delSp">
        <pc:chgData name="Md. Nahid Hasan" userId="S::nahid@vu.edu.bd::85ea5f9e-65d6-4031-b810-9415101f2e21" providerId="AD" clId="Web-{B4C2672B-3B0D-4136-B0A3-A01D0671BFC8}" dt="2020-12-21T14:13:42.159" v="978"/>
        <pc:sldMkLst>
          <pc:docMk/>
          <pc:sldMk cId="0" sldId="457"/>
        </pc:sldMkLst>
        <pc:inkChg chg="del">
          <ac:chgData name="Md. Nahid Hasan" userId="S::nahid@vu.edu.bd::85ea5f9e-65d6-4031-b810-9415101f2e21" providerId="AD" clId="Web-{B4C2672B-3B0D-4136-B0A3-A01D0671BFC8}" dt="2020-12-21T14:10:47.472" v="901"/>
          <ac:inkMkLst>
            <pc:docMk/>
            <pc:sldMk cId="0" sldId="457"/>
            <ac:inkMk id="3" creationId="{F00DD580-A75A-4355-AB91-B424989F121A}"/>
          </ac:inkMkLst>
        </pc:inkChg>
        <pc:inkChg chg="del">
          <ac:chgData name="Md. Nahid Hasan" userId="S::nahid@vu.edu.bd::85ea5f9e-65d6-4031-b810-9415101f2e21" providerId="AD" clId="Web-{B4C2672B-3B0D-4136-B0A3-A01D0671BFC8}" dt="2020-12-21T14:10:47.472" v="900"/>
          <ac:inkMkLst>
            <pc:docMk/>
            <pc:sldMk cId="0" sldId="457"/>
            <ac:inkMk id="4" creationId="{007AF0C0-21E8-47C4-BACB-9C86FBBFD7DF}"/>
          </ac:inkMkLst>
        </pc:inkChg>
        <pc:inkChg chg="del">
          <ac:chgData name="Md. Nahid Hasan" userId="S::nahid@vu.edu.bd::85ea5f9e-65d6-4031-b810-9415101f2e21" providerId="AD" clId="Web-{B4C2672B-3B0D-4136-B0A3-A01D0671BFC8}" dt="2020-12-21T14:10:47.457" v="899"/>
          <ac:inkMkLst>
            <pc:docMk/>
            <pc:sldMk cId="0" sldId="457"/>
            <ac:inkMk id="5" creationId="{88458026-262C-4E9E-9C8C-693224203735}"/>
          </ac:inkMkLst>
        </pc:inkChg>
        <pc:inkChg chg="del">
          <ac:chgData name="Md. Nahid Hasan" userId="S::nahid@vu.edu.bd::85ea5f9e-65d6-4031-b810-9415101f2e21" providerId="AD" clId="Web-{B4C2672B-3B0D-4136-B0A3-A01D0671BFC8}" dt="2020-12-21T14:10:47.457" v="898"/>
          <ac:inkMkLst>
            <pc:docMk/>
            <pc:sldMk cId="0" sldId="457"/>
            <ac:inkMk id="6" creationId="{E243F5F8-C31D-4010-B866-BBFA793B42FE}"/>
          </ac:inkMkLst>
        </pc:inkChg>
        <pc:inkChg chg="del">
          <ac:chgData name="Md. Nahid Hasan" userId="S::nahid@vu.edu.bd::85ea5f9e-65d6-4031-b810-9415101f2e21" providerId="AD" clId="Web-{B4C2672B-3B0D-4136-B0A3-A01D0671BFC8}" dt="2020-12-21T14:10:47.457" v="897"/>
          <ac:inkMkLst>
            <pc:docMk/>
            <pc:sldMk cId="0" sldId="457"/>
            <ac:inkMk id="8" creationId="{49512CD5-3548-4CB6-817C-2FF27F28EA1C}"/>
          </ac:inkMkLst>
        </pc:inkChg>
        <pc:inkChg chg="del">
          <ac:chgData name="Md. Nahid Hasan" userId="S::nahid@vu.edu.bd::85ea5f9e-65d6-4031-b810-9415101f2e21" providerId="AD" clId="Web-{B4C2672B-3B0D-4136-B0A3-A01D0671BFC8}" dt="2020-12-21T14:10:47.457" v="896"/>
          <ac:inkMkLst>
            <pc:docMk/>
            <pc:sldMk cId="0" sldId="457"/>
            <ac:inkMk id="9" creationId="{B24C3514-57AB-4442-BDAC-269ABF8CE8DA}"/>
          </ac:inkMkLst>
        </pc:inkChg>
        <pc:inkChg chg="del">
          <ac:chgData name="Md. Nahid Hasan" userId="S::nahid@vu.edu.bd::85ea5f9e-65d6-4031-b810-9415101f2e21" providerId="AD" clId="Web-{B4C2672B-3B0D-4136-B0A3-A01D0671BFC8}" dt="2020-12-21T14:10:47.457" v="895"/>
          <ac:inkMkLst>
            <pc:docMk/>
            <pc:sldMk cId="0" sldId="457"/>
            <ac:inkMk id="10" creationId="{CD313BF1-2BCB-4F0E-9D28-FA5736B0D80C}"/>
          </ac:inkMkLst>
        </pc:inkChg>
        <pc:inkChg chg="add">
          <ac:chgData name="Md. Nahid Hasan" userId="S::nahid@vu.edu.bd::85ea5f9e-65d6-4031-b810-9415101f2e21" providerId="AD" clId="Web-{B4C2672B-3B0D-4136-B0A3-A01D0671BFC8}" dt="2020-12-21T14:10:51.550" v="902"/>
          <ac:inkMkLst>
            <pc:docMk/>
            <pc:sldMk cId="0" sldId="457"/>
            <ac:inkMk id="13" creationId="{CD84A47A-8383-4324-BCD6-B665C6D9F1A2}"/>
          </ac:inkMkLst>
        </pc:inkChg>
        <pc:inkChg chg="add">
          <ac:chgData name="Md. Nahid Hasan" userId="S::nahid@vu.edu.bd::85ea5f9e-65d6-4031-b810-9415101f2e21" providerId="AD" clId="Web-{B4C2672B-3B0D-4136-B0A3-A01D0671BFC8}" dt="2020-12-21T14:11:03.066" v="903"/>
          <ac:inkMkLst>
            <pc:docMk/>
            <pc:sldMk cId="0" sldId="457"/>
            <ac:inkMk id="14" creationId="{B3F9DB59-9B4A-4C0D-811B-48ECB0956B0D}"/>
          </ac:inkMkLst>
        </pc:inkChg>
        <pc:inkChg chg="add">
          <ac:chgData name="Md. Nahid Hasan" userId="S::nahid@vu.edu.bd::85ea5f9e-65d6-4031-b810-9415101f2e21" providerId="AD" clId="Web-{B4C2672B-3B0D-4136-B0A3-A01D0671BFC8}" dt="2020-12-21T14:11:04.285" v="904"/>
          <ac:inkMkLst>
            <pc:docMk/>
            <pc:sldMk cId="0" sldId="457"/>
            <ac:inkMk id="15" creationId="{4CEBCBF3-9C86-431D-B96C-BF47AB51AB7D}"/>
          </ac:inkMkLst>
        </pc:inkChg>
        <pc:inkChg chg="add">
          <ac:chgData name="Md. Nahid Hasan" userId="S::nahid@vu.edu.bd::85ea5f9e-65d6-4031-b810-9415101f2e21" providerId="AD" clId="Web-{B4C2672B-3B0D-4136-B0A3-A01D0671BFC8}" dt="2020-12-21T14:11:16.082" v="905"/>
          <ac:inkMkLst>
            <pc:docMk/>
            <pc:sldMk cId="0" sldId="457"/>
            <ac:inkMk id="16" creationId="{EA8D5E5B-CBCA-44FD-908C-3CE21ABAB399}"/>
          </ac:inkMkLst>
        </pc:inkChg>
        <pc:inkChg chg="add">
          <ac:chgData name="Md. Nahid Hasan" userId="S::nahid@vu.edu.bd::85ea5f9e-65d6-4031-b810-9415101f2e21" providerId="AD" clId="Web-{B4C2672B-3B0D-4136-B0A3-A01D0671BFC8}" dt="2020-12-21T14:11:16.082" v="906"/>
          <ac:inkMkLst>
            <pc:docMk/>
            <pc:sldMk cId="0" sldId="457"/>
            <ac:inkMk id="17" creationId="{D6784651-ED5B-43E8-A4CF-2A61725977EE}"/>
          </ac:inkMkLst>
        </pc:inkChg>
        <pc:inkChg chg="add">
          <ac:chgData name="Md. Nahid Hasan" userId="S::nahid@vu.edu.bd::85ea5f9e-65d6-4031-b810-9415101f2e21" providerId="AD" clId="Web-{B4C2672B-3B0D-4136-B0A3-A01D0671BFC8}" dt="2020-12-21T14:11:16.097" v="907"/>
          <ac:inkMkLst>
            <pc:docMk/>
            <pc:sldMk cId="0" sldId="457"/>
            <ac:inkMk id="18" creationId="{E372CA5C-1B83-49FF-86C6-6A5E950B721C}"/>
          </ac:inkMkLst>
        </pc:inkChg>
        <pc:inkChg chg="add">
          <ac:chgData name="Md. Nahid Hasan" userId="S::nahid@vu.edu.bd::85ea5f9e-65d6-4031-b810-9415101f2e21" providerId="AD" clId="Web-{B4C2672B-3B0D-4136-B0A3-A01D0671BFC8}" dt="2020-12-21T14:11:16.113" v="908"/>
          <ac:inkMkLst>
            <pc:docMk/>
            <pc:sldMk cId="0" sldId="457"/>
            <ac:inkMk id="19" creationId="{C5501A71-C7F1-4B55-9D53-1220E7144B31}"/>
          </ac:inkMkLst>
        </pc:inkChg>
        <pc:inkChg chg="add">
          <ac:chgData name="Md. Nahid Hasan" userId="S::nahid@vu.edu.bd::85ea5f9e-65d6-4031-b810-9415101f2e21" providerId="AD" clId="Web-{B4C2672B-3B0D-4136-B0A3-A01D0671BFC8}" dt="2020-12-21T14:11:16.113" v="909"/>
          <ac:inkMkLst>
            <pc:docMk/>
            <pc:sldMk cId="0" sldId="457"/>
            <ac:inkMk id="20" creationId="{83E3CFDF-043D-48A2-B621-8781A7AAD2AC}"/>
          </ac:inkMkLst>
        </pc:inkChg>
        <pc:inkChg chg="add">
          <ac:chgData name="Md. Nahid Hasan" userId="S::nahid@vu.edu.bd::85ea5f9e-65d6-4031-b810-9415101f2e21" providerId="AD" clId="Web-{B4C2672B-3B0D-4136-B0A3-A01D0671BFC8}" dt="2020-12-21T14:11:16.128" v="910"/>
          <ac:inkMkLst>
            <pc:docMk/>
            <pc:sldMk cId="0" sldId="457"/>
            <ac:inkMk id="21" creationId="{1144B0BE-EFF5-4276-94A5-FFD6B13825F9}"/>
          </ac:inkMkLst>
        </pc:inkChg>
        <pc:inkChg chg="add">
          <ac:chgData name="Md. Nahid Hasan" userId="S::nahid@vu.edu.bd::85ea5f9e-65d6-4031-b810-9415101f2e21" providerId="AD" clId="Web-{B4C2672B-3B0D-4136-B0A3-A01D0671BFC8}" dt="2020-12-21T14:11:16.144" v="911"/>
          <ac:inkMkLst>
            <pc:docMk/>
            <pc:sldMk cId="0" sldId="457"/>
            <ac:inkMk id="22" creationId="{6C1955D1-9805-423D-A67E-3DB3F7C41885}"/>
          </ac:inkMkLst>
        </pc:inkChg>
        <pc:inkChg chg="add">
          <ac:chgData name="Md. Nahid Hasan" userId="S::nahid@vu.edu.bd::85ea5f9e-65d6-4031-b810-9415101f2e21" providerId="AD" clId="Web-{B4C2672B-3B0D-4136-B0A3-A01D0671BFC8}" dt="2020-12-21T14:11:16.144" v="912"/>
          <ac:inkMkLst>
            <pc:docMk/>
            <pc:sldMk cId="0" sldId="457"/>
            <ac:inkMk id="23" creationId="{FDA95995-5A5A-4000-818B-01AB1683DDB8}"/>
          </ac:inkMkLst>
        </pc:inkChg>
        <pc:inkChg chg="add">
          <ac:chgData name="Md. Nahid Hasan" userId="S::nahid@vu.edu.bd::85ea5f9e-65d6-4031-b810-9415101f2e21" providerId="AD" clId="Web-{B4C2672B-3B0D-4136-B0A3-A01D0671BFC8}" dt="2020-12-21T14:11:16.160" v="913"/>
          <ac:inkMkLst>
            <pc:docMk/>
            <pc:sldMk cId="0" sldId="457"/>
            <ac:inkMk id="24" creationId="{8EF0FD99-869F-4122-932C-5846DD248BA2}"/>
          </ac:inkMkLst>
        </pc:inkChg>
        <pc:inkChg chg="add">
          <ac:chgData name="Md. Nahid Hasan" userId="S::nahid@vu.edu.bd::85ea5f9e-65d6-4031-b810-9415101f2e21" providerId="AD" clId="Web-{B4C2672B-3B0D-4136-B0A3-A01D0671BFC8}" dt="2020-12-21T14:11:16.175" v="914"/>
          <ac:inkMkLst>
            <pc:docMk/>
            <pc:sldMk cId="0" sldId="457"/>
            <ac:inkMk id="25" creationId="{B45EC217-C61E-4108-BFCC-78352C823467}"/>
          </ac:inkMkLst>
        </pc:inkChg>
        <pc:inkChg chg="add">
          <ac:chgData name="Md. Nahid Hasan" userId="S::nahid@vu.edu.bd::85ea5f9e-65d6-4031-b810-9415101f2e21" providerId="AD" clId="Web-{B4C2672B-3B0D-4136-B0A3-A01D0671BFC8}" dt="2020-12-21T14:11:16.175" v="915"/>
          <ac:inkMkLst>
            <pc:docMk/>
            <pc:sldMk cId="0" sldId="457"/>
            <ac:inkMk id="26" creationId="{11D280B1-92AA-4A01-AEA5-C478B8B9BD05}"/>
          </ac:inkMkLst>
        </pc:inkChg>
        <pc:inkChg chg="add">
          <ac:chgData name="Md. Nahid Hasan" userId="S::nahid@vu.edu.bd::85ea5f9e-65d6-4031-b810-9415101f2e21" providerId="AD" clId="Web-{B4C2672B-3B0D-4136-B0A3-A01D0671BFC8}" dt="2020-12-21T14:11:16.191" v="916"/>
          <ac:inkMkLst>
            <pc:docMk/>
            <pc:sldMk cId="0" sldId="457"/>
            <ac:inkMk id="27" creationId="{14757C5E-A1A4-4AB6-92DC-E3F56213EC52}"/>
          </ac:inkMkLst>
        </pc:inkChg>
        <pc:inkChg chg="add">
          <ac:chgData name="Md. Nahid Hasan" userId="S::nahid@vu.edu.bd::85ea5f9e-65d6-4031-b810-9415101f2e21" providerId="AD" clId="Web-{B4C2672B-3B0D-4136-B0A3-A01D0671BFC8}" dt="2020-12-21T14:11:26.050" v="917"/>
          <ac:inkMkLst>
            <pc:docMk/>
            <pc:sldMk cId="0" sldId="457"/>
            <ac:inkMk id="28" creationId="{B431C3CD-4CBB-4E15-8A20-380E8E5699F6}"/>
          </ac:inkMkLst>
        </pc:inkChg>
        <pc:inkChg chg="add">
          <ac:chgData name="Md. Nahid Hasan" userId="S::nahid@vu.edu.bd::85ea5f9e-65d6-4031-b810-9415101f2e21" providerId="AD" clId="Web-{B4C2672B-3B0D-4136-B0A3-A01D0671BFC8}" dt="2020-12-21T14:11:29.707" v="918"/>
          <ac:inkMkLst>
            <pc:docMk/>
            <pc:sldMk cId="0" sldId="457"/>
            <ac:inkMk id="29" creationId="{5C72D07F-0320-4EF4-9319-14316BC393DF}"/>
          </ac:inkMkLst>
        </pc:inkChg>
        <pc:inkChg chg="add">
          <ac:chgData name="Md. Nahid Hasan" userId="S::nahid@vu.edu.bd::85ea5f9e-65d6-4031-b810-9415101f2e21" providerId="AD" clId="Web-{B4C2672B-3B0D-4136-B0A3-A01D0671BFC8}" dt="2020-12-21T14:11:29.722" v="919"/>
          <ac:inkMkLst>
            <pc:docMk/>
            <pc:sldMk cId="0" sldId="457"/>
            <ac:inkMk id="30" creationId="{0A7CAA57-D045-4645-A1F8-843C6ABBBE7C}"/>
          </ac:inkMkLst>
        </pc:inkChg>
        <pc:inkChg chg="add">
          <ac:chgData name="Md. Nahid Hasan" userId="S::nahid@vu.edu.bd::85ea5f9e-65d6-4031-b810-9415101f2e21" providerId="AD" clId="Web-{B4C2672B-3B0D-4136-B0A3-A01D0671BFC8}" dt="2020-12-21T14:11:43.878" v="920"/>
          <ac:inkMkLst>
            <pc:docMk/>
            <pc:sldMk cId="0" sldId="457"/>
            <ac:inkMk id="31" creationId="{B53E9DAA-63CB-4C21-ACEF-8CB0CAC6A74C}"/>
          </ac:inkMkLst>
        </pc:inkChg>
        <pc:inkChg chg="add">
          <ac:chgData name="Md. Nahid Hasan" userId="S::nahid@vu.edu.bd::85ea5f9e-65d6-4031-b810-9415101f2e21" providerId="AD" clId="Web-{B4C2672B-3B0D-4136-B0A3-A01D0671BFC8}" dt="2020-12-21T14:11:45.644" v="921"/>
          <ac:inkMkLst>
            <pc:docMk/>
            <pc:sldMk cId="0" sldId="457"/>
            <ac:inkMk id="32" creationId="{0F5FC83F-5E13-4DED-ABD8-0D8977D7253F}"/>
          </ac:inkMkLst>
        </pc:inkChg>
        <pc:inkChg chg="add">
          <ac:chgData name="Md. Nahid Hasan" userId="S::nahid@vu.edu.bd::85ea5f9e-65d6-4031-b810-9415101f2e21" providerId="AD" clId="Web-{B4C2672B-3B0D-4136-B0A3-A01D0671BFC8}" dt="2020-12-21T14:11:47.050" v="922"/>
          <ac:inkMkLst>
            <pc:docMk/>
            <pc:sldMk cId="0" sldId="457"/>
            <ac:inkMk id="33" creationId="{85DCD051-3292-4C5C-972F-4B3A0A2784A6}"/>
          </ac:inkMkLst>
        </pc:inkChg>
        <pc:inkChg chg="add">
          <ac:chgData name="Md. Nahid Hasan" userId="S::nahid@vu.edu.bd::85ea5f9e-65d6-4031-b810-9415101f2e21" providerId="AD" clId="Web-{B4C2672B-3B0D-4136-B0A3-A01D0671BFC8}" dt="2020-12-21T14:11:50.691" v="923"/>
          <ac:inkMkLst>
            <pc:docMk/>
            <pc:sldMk cId="0" sldId="457"/>
            <ac:inkMk id="34" creationId="{F3C062D9-0DC0-429A-87C9-3C4C343A410D}"/>
          </ac:inkMkLst>
        </pc:inkChg>
        <pc:inkChg chg="add">
          <ac:chgData name="Md. Nahid Hasan" userId="S::nahid@vu.edu.bd::85ea5f9e-65d6-4031-b810-9415101f2e21" providerId="AD" clId="Web-{B4C2672B-3B0D-4136-B0A3-A01D0671BFC8}" dt="2020-12-21T14:11:54.831" v="924"/>
          <ac:inkMkLst>
            <pc:docMk/>
            <pc:sldMk cId="0" sldId="457"/>
            <ac:inkMk id="35" creationId="{2EF43B13-D124-4DC2-9ECA-CF93C963FC7A}"/>
          </ac:inkMkLst>
        </pc:inkChg>
        <pc:inkChg chg="add">
          <ac:chgData name="Md. Nahid Hasan" userId="S::nahid@vu.edu.bd::85ea5f9e-65d6-4031-b810-9415101f2e21" providerId="AD" clId="Web-{B4C2672B-3B0D-4136-B0A3-A01D0671BFC8}" dt="2020-12-21T14:11:54.831" v="925"/>
          <ac:inkMkLst>
            <pc:docMk/>
            <pc:sldMk cId="0" sldId="457"/>
            <ac:inkMk id="36" creationId="{42619875-2CC5-4402-881A-F5A97A2D459D}"/>
          </ac:inkMkLst>
        </pc:inkChg>
        <pc:inkChg chg="add">
          <ac:chgData name="Md. Nahid Hasan" userId="S::nahid@vu.edu.bd::85ea5f9e-65d6-4031-b810-9415101f2e21" providerId="AD" clId="Web-{B4C2672B-3B0D-4136-B0A3-A01D0671BFC8}" dt="2020-12-21T14:11:54.847" v="926"/>
          <ac:inkMkLst>
            <pc:docMk/>
            <pc:sldMk cId="0" sldId="457"/>
            <ac:inkMk id="37" creationId="{B676C47A-4ADF-4894-8DDB-0D50DC75E64E}"/>
          </ac:inkMkLst>
        </pc:inkChg>
        <pc:inkChg chg="add">
          <ac:chgData name="Md. Nahid Hasan" userId="S::nahid@vu.edu.bd::85ea5f9e-65d6-4031-b810-9415101f2e21" providerId="AD" clId="Web-{B4C2672B-3B0D-4136-B0A3-A01D0671BFC8}" dt="2020-12-21T14:11:54.863" v="927"/>
          <ac:inkMkLst>
            <pc:docMk/>
            <pc:sldMk cId="0" sldId="457"/>
            <ac:inkMk id="38" creationId="{DF24F701-809A-4A2B-B7C2-099FB6857183}"/>
          </ac:inkMkLst>
        </pc:inkChg>
        <pc:inkChg chg="add">
          <ac:chgData name="Md. Nahid Hasan" userId="S::nahid@vu.edu.bd::85ea5f9e-65d6-4031-b810-9415101f2e21" providerId="AD" clId="Web-{B4C2672B-3B0D-4136-B0A3-A01D0671BFC8}" dt="2020-12-21T14:11:54.878" v="928"/>
          <ac:inkMkLst>
            <pc:docMk/>
            <pc:sldMk cId="0" sldId="457"/>
            <ac:inkMk id="39" creationId="{ACEECAF4-B156-4A36-BE7C-0D7EFED23D26}"/>
          </ac:inkMkLst>
        </pc:inkChg>
        <pc:inkChg chg="add">
          <ac:chgData name="Md. Nahid Hasan" userId="S::nahid@vu.edu.bd::85ea5f9e-65d6-4031-b810-9415101f2e21" providerId="AD" clId="Web-{B4C2672B-3B0D-4136-B0A3-A01D0671BFC8}" dt="2020-12-21T14:12:01.550" v="929"/>
          <ac:inkMkLst>
            <pc:docMk/>
            <pc:sldMk cId="0" sldId="457"/>
            <ac:inkMk id="40" creationId="{14835209-BCD3-4063-A197-99AA68A1B8C1}"/>
          </ac:inkMkLst>
        </pc:inkChg>
        <pc:inkChg chg="add">
          <ac:chgData name="Md. Nahid Hasan" userId="S::nahid@vu.edu.bd::85ea5f9e-65d6-4031-b810-9415101f2e21" providerId="AD" clId="Web-{B4C2672B-3B0D-4136-B0A3-A01D0671BFC8}" dt="2020-12-21T14:12:04.753" v="930"/>
          <ac:inkMkLst>
            <pc:docMk/>
            <pc:sldMk cId="0" sldId="457"/>
            <ac:inkMk id="41" creationId="{3291CEDA-5566-4C95-8DDC-630D082D552C}"/>
          </ac:inkMkLst>
        </pc:inkChg>
        <pc:inkChg chg="add">
          <ac:chgData name="Md. Nahid Hasan" userId="S::nahid@vu.edu.bd::85ea5f9e-65d6-4031-b810-9415101f2e21" providerId="AD" clId="Web-{B4C2672B-3B0D-4136-B0A3-A01D0671BFC8}" dt="2020-12-21T14:12:08.129" v="931"/>
          <ac:inkMkLst>
            <pc:docMk/>
            <pc:sldMk cId="0" sldId="457"/>
            <ac:inkMk id="42" creationId="{C7BB3802-F027-4348-8F9B-16E9514936BE}"/>
          </ac:inkMkLst>
        </pc:inkChg>
        <pc:inkChg chg="add">
          <ac:chgData name="Md. Nahid Hasan" userId="S::nahid@vu.edu.bd::85ea5f9e-65d6-4031-b810-9415101f2e21" providerId="AD" clId="Web-{B4C2672B-3B0D-4136-B0A3-A01D0671BFC8}" dt="2020-12-21T14:12:08.144" v="932"/>
          <ac:inkMkLst>
            <pc:docMk/>
            <pc:sldMk cId="0" sldId="457"/>
            <ac:inkMk id="43" creationId="{E1C8982B-F9C5-4B95-A026-3DA6941B5D98}"/>
          </ac:inkMkLst>
        </pc:inkChg>
        <pc:inkChg chg="add">
          <ac:chgData name="Md. Nahid Hasan" userId="S::nahid@vu.edu.bd::85ea5f9e-65d6-4031-b810-9415101f2e21" providerId="AD" clId="Web-{B4C2672B-3B0D-4136-B0A3-A01D0671BFC8}" dt="2020-12-21T14:12:10.503" v="933"/>
          <ac:inkMkLst>
            <pc:docMk/>
            <pc:sldMk cId="0" sldId="457"/>
            <ac:inkMk id="44" creationId="{E0E33139-E8F9-4B47-8F62-28B44796C186}"/>
          </ac:inkMkLst>
        </pc:inkChg>
        <pc:inkChg chg="add">
          <ac:chgData name="Md. Nahid Hasan" userId="S::nahid@vu.edu.bd::85ea5f9e-65d6-4031-b810-9415101f2e21" providerId="AD" clId="Web-{B4C2672B-3B0D-4136-B0A3-A01D0671BFC8}" dt="2020-12-21T14:12:10.597" v="934"/>
          <ac:inkMkLst>
            <pc:docMk/>
            <pc:sldMk cId="0" sldId="457"/>
            <ac:inkMk id="45" creationId="{A0F8FC1C-F445-4753-8049-1BAC034F223D}"/>
          </ac:inkMkLst>
        </pc:inkChg>
        <pc:inkChg chg="add">
          <ac:chgData name="Md. Nahid Hasan" userId="S::nahid@vu.edu.bd::85ea5f9e-65d6-4031-b810-9415101f2e21" providerId="AD" clId="Web-{B4C2672B-3B0D-4136-B0A3-A01D0671BFC8}" dt="2020-12-21T14:12:10.613" v="935"/>
          <ac:inkMkLst>
            <pc:docMk/>
            <pc:sldMk cId="0" sldId="457"/>
            <ac:inkMk id="46" creationId="{2870D20D-F2C7-4D14-9655-417143B6C6A6}"/>
          </ac:inkMkLst>
        </pc:inkChg>
        <pc:inkChg chg="add">
          <ac:chgData name="Md. Nahid Hasan" userId="S::nahid@vu.edu.bd::85ea5f9e-65d6-4031-b810-9415101f2e21" providerId="AD" clId="Web-{B4C2672B-3B0D-4136-B0A3-A01D0671BFC8}" dt="2020-12-21T14:12:15.753" v="936"/>
          <ac:inkMkLst>
            <pc:docMk/>
            <pc:sldMk cId="0" sldId="457"/>
            <ac:inkMk id="47" creationId="{DF095FDA-AB08-4ABB-A1DF-7C759316FCEA}"/>
          </ac:inkMkLst>
        </pc:inkChg>
        <pc:inkChg chg="add">
          <ac:chgData name="Md. Nahid Hasan" userId="S::nahid@vu.edu.bd::85ea5f9e-65d6-4031-b810-9415101f2e21" providerId="AD" clId="Web-{B4C2672B-3B0D-4136-B0A3-A01D0671BFC8}" dt="2020-12-21T14:12:15.769" v="937"/>
          <ac:inkMkLst>
            <pc:docMk/>
            <pc:sldMk cId="0" sldId="457"/>
            <ac:inkMk id="48" creationId="{93148462-72CC-400A-825F-5B5EC6BD3840}"/>
          </ac:inkMkLst>
        </pc:inkChg>
        <pc:inkChg chg="add">
          <ac:chgData name="Md. Nahid Hasan" userId="S::nahid@vu.edu.bd::85ea5f9e-65d6-4031-b810-9415101f2e21" providerId="AD" clId="Web-{B4C2672B-3B0D-4136-B0A3-A01D0671BFC8}" dt="2020-12-21T14:12:16.581" v="938"/>
          <ac:inkMkLst>
            <pc:docMk/>
            <pc:sldMk cId="0" sldId="457"/>
            <ac:inkMk id="49" creationId="{34F333C9-62FE-4BE6-86E3-08F7763ABDF9}"/>
          </ac:inkMkLst>
        </pc:inkChg>
        <pc:inkChg chg="add">
          <ac:chgData name="Md. Nahid Hasan" userId="S::nahid@vu.edu.bd::85ea5f9e-65d6-4031-b810-9415101f2e21" providerId="AD" clId="Web-{B4C2672B-3B0D-4136-B0A3-A01D0671BFC8}" dt="2020-12-21T14:12:20.784" v="939"/>
          <ac:inkMkLst>
            <pc:docMk/>
            <pc:sldMk cId="0" sldId="457"/>
            <ac:inkMk id="50" creationId="{37E4C1A5-7443-4EB3-B907-D244732F2C74}"/>
          </ac:inkMkLst>
        </pc:inkChg>
        <pc:inkChg chg="add">
          <ac:chgData name="Md. Nahid Hasan" userId="S::nahid@vu.edu.bd::85ea5f9e-65d6-4031-b810-9415101f2e21" providerId="AD" clId="Web-{B4C2672B-3B0D-4136-B0A3-A01D0671BFC8}" dt="2020-12-21T14:12:20.800" v="940"/>
          <ac:inkMkLst>
            <pc:docMk/>
            <pc:sldMk cId="0" sldId="457"/>
            <ac:inkMk id="51" creationId="{1EBF5736-5C6D-4B06-93D3-61CA3D539CF0}"/>
          </ac:inkMkLst>
        </pc:inkChg>
        <pc:inkChg chg="add">
          <ac:chgData name="Md. Nahid Hasan" userId="S::nahid@vu.edu.bd::85ea5f9e-65d6-4031-b810-9415101f2e21" providerId="AD" clId="Web-{B4C2672B-3B0D-4136-B0A3-A01D0671BFC8}" dt="2020-12-21T14:12:20.800" v="941"/>
          <ac:inkMkLst>
            <pc:docMk/>
            <pc:sldMk cId="0" sldId="457"/>
            <ac:inkMk id="52" creationId="{C379C6CF-AF70-49FE-9D66-CBF506E67A32}"/>
          </ac:inkMkLst>
        </pc:inkChg>
        <pc:inkChg chg="add">
          <ac:chgData name="Md. Nahid Hasan" userId="S::nahid@vu.edu.bd::85ea5f9e-65d6-4031-b810-9415101f2e21" providerId="AD" clId="Web-{B4C2672B-3B0D-4136-B0A3-A01D0671BFC8}" dt="2020-12-21T14:12:20.816" v="942"/>
          <ac:inkMkLst>
            <pc:docMk/>
            <pc:sldMk cId="0" sldId="457"/>
            <ac:inkMk id="53" creationId="{EC18891D-C578-49EA-A9FF-6683E1F40544}"/>
          </ac:inkMkLst>
        </pc:inkChg>
        <pc:inkChg chg="add">
          <ac:chgData name="Md. Nahid Hasan" userId="S::nahid@vu.edu.bd::85ea5f9e-65d6-4031-b810-9415101f2e21" providerId="AD" clId="Web-{B4C2672B-3B0D-4136-B0A3-A01D0671BFC8}" dt="2020-12-21T14:12:23.784" v="943"/>
          <ac:inkMkLst>
            <pc:docMk/>
            <pc:sldMk cId="0" sldId="457"/>
            <ac:inkMk id="54" creationId="{58449DB7-0A05-4119-8D7D-2D83130CAD98}"/>
          </ac:inkMkLst>
        </pc:inkChg>
        <pc:inkChg chg="add">
          <ac:chgData name="Md. Nahid Hasan" userId="S::nahid@vu.edu.bd::85ea5f9e-65d6-4031-b810-9415101f2e21" providerId="AD" clId="Web-{B4C2672B-3B0D-4136-B0A3-A01D0671BFC8}" dt="2020-12-21T14:12:26.878" v="944"/>
          <ac:inkMkLst>
            <pc:docMk/>
            <pc:sldMk cId="0" sldId="457"/>
            <ac:inkMk id="55" creationId="{03BA5FBB-B8D4-4711-838E-18C4033A17F5}"/>
          </ac:inkMkLst>
        </pc:inkChg>
        <pc:inkChg chg="add">
          <ac:chgData name="Md. Nahid Hasan" userId="S::nahid@vu.edu.bd::85ea5f9e-65d6-4031-b810-9415101f2e21" providerId="AD" clId="Web-{B4C2672B-3B0D-4136-B0A3-A01D0671BFC8}" dt="2020-12-21T14:12:26.894" v="945"/>
          <ac:inkMkLst>
            <pc:docMk/>
            <pc:sldMk cId="0" sldId="457"/>
            <ac:inkMk id="56" creationId="{259B8DEB-D054-4B2C-813B-64F97D13A286}"/>
          </ac:inkMkLst>
        </pc:inkChg>
        <pc:inkChg chg="add">
          <ac:chgData name="Md. Nahid Hasan" userId="S::nahid@vu.edu.bd::85ea5f9e-65d6-4031-b810-9415101f2e21" providerId="AD" clId="Web-{B4C2672B-3B0D-4136-B0A3-A01D0671BFC8}" dt="2020-12-21T14:12:26.909" v="946"/>
          <ac:inkMkLst>
            <pc:docMk/>
            <pc:sldMk cId="0" sldId="457"/>
            <ac:inkMk id="57" creationId="{16F0E676-A709-4ACB-AE8C-4A501FD6CC34}"/>
          </ac:inkMkLst>
        </pc:inkChg>
        <pc:inkChg chg="add">
          <ac:chgData name="Md. Nahid Hasan" userId="S::nahid@vu.edu.bd::85ea5f9e-65d6-4031-b810-9415101f2e21" providerId="AD" clId="Web-{B4C2672B-3B0D-4136-B0A3-A01D0671BFC8}" dt="2020-12-21T14:12:26.909" v="947"/>
          <ac:inkMkLst>
            <pc:docMk/>
            <pc:sldMk cId="0" sldId="457"/>
            <ac:inkMk id="58" creationId="{712CEC77-611D-4D56-85B7-78398457A69E}"/>
          </ac:inkMkLst>
        </pc:inkChg>
        <pc:inkChg chg="add">
          <ac:chgData name="Md. Nahid Hasan" userId="S::nahid@vu.edu.bd::85ea5f9e-65d6-4031-b810-9415101f2e21" providerId="AD" clId="Web-{B4C2672B-3B0D-4136-B0A3-A01D0671BFC8}" dt="2020-12-21T14:12:29.191" v="948"/>
          <ac:inkMkLst>
            <pc:docMk/>
            <pc:sldMk cId="0" sldId="457"/>
            <ac:inkMk id="59" creationId="{4E478A82-1D85-4408-9559-F606259A06D4}"/>
          </ac:inkMkLst>
        </pc:inkChg>
        <pc:inkChg chg="add">
          <ac:chgData name="Md. Nahid Hasan" userId="S::nahid@vu.edu.bd::85ea5f9e-65d6-4031-b810-9415101f2e21" providerId="AD" clId="Web-{B4C2672B-3B0D-4136-B0A3-A01D0671BFC8}" dt="2020-12-21T14:12:29.206" v="949"/>
          <ac:inkMkLst>
            <pc:docMk/>
            <pc:sldMk cId="0" sldId="457"/>
            <ac:inkMk id="60" creationId="{C5165346-BB17-4716-A5DE-97BC3A62B24B}"/>
          </ac:inkMkLst>
        </pc:inkChg>
        <pc:inkChg chg="add">
          <ac:chgData name="Md. Nahid Hasan" userId="S::nahid@vu.edu.bd::85ea5f9e-65d6-4031-b810-9415101f2e21" providerId="AD" clId="Web-{B4C2672B-3B0D-4136-B0A3-A01D0671BFC8}" dt="2020-12-21T14:12:29.222" v="950"/>
          <ac:inkMkLst>
            <pc:docMk/>
            <pc:sldMk cId="0" sldId="457"/>
            <ac:inkMk id="61" creationId="{BBD43361-1665-402A-AACA-E64CAFCEB801}"/>
          </ac:inkMkLst>
        </pc:inkChg>
        <pc:inkChg chg="add">
          <ac:chgData name="Md. Nahid Hasan" userId="S::nahid@vu.edu.bd::85ea5f9e-65d6-4031-b810-9415101f2e21" providerId="AD" clId="Web-{B4C2672B-3B0D-4136-B0A3-A01D0671BFC8}" dt="2020-12-21T14:12:33.191" v="951"/>
          <ac:inkMkLst>
            <pc:docMk/>
            <pc:sldMk cId="0" sldId="457"/>
            <ac:inkMk id="62" creationId="{4F667DE7-0174-4A43-9EB7-1F79C0C9E0C0}"/>
          </ac:inkMkLst>
        </pc:inkChg>
        <pc:inkChg chg="add">
          <ac:chgData name="Md. Nahid Hasan" userId="S::nahid@vu.edu.bd::85ea5f9e-65d6-4031-b810-9415101f2e21" providerId="AD" clId="Web-{B4C2672B-3B0D-4136-B0A3-A01D0671BFC8}" dt="2020-12-21T14:12:34.769" v="952"/>
          <ac:inkMkLst>
            <pc:docMk/>
            <pc:sldMk cId="0" sldId="457"/>
            <ac:inkMk id="63" creationId="{0ABA1767-DE2B-4D4A-9F44-01B8F4D2D19E}"/>
          </ac:inkMkLst>
        </pc:inkChg>
        <pc:inkChg chg="add">
          <ac:chgData name="Md. Nahid Hasan" userId="S::nahid@vu.edu.bd::85ea5f9e-65d6-4031-b810-9415101f2e21" providerId="AD" clId="Web-{B4C2672B-3B0D-4136-B0A3-A01D0671BFC8}" dt="2020-12-21T14:12:36.597" v="953"/>
          <ac:inkMkLst>
            <pc:docMk/>
            <pc:sldMk cId="0" sldId="457"/>
            <ac:inkMk id="62464" creationId="{0AD93E26-B708-4014-B19B-9F26DD0BFAF5}"/>
          </ac:inkMkLst>
        </pc:inkChg>
        <pc:inkChg chg="add">
          <ac:chgData name="Md. Nahid Hasan" userId="S::nahid@vu.edu.bd::85ea5f9e-65d6-4031-b810-9415101f2e21" providerId="AD" clId="Web-{B4C2672B-3B0D-4136-B0A3-A01D0671BFC8}" dt="2020-12-21T14:12:39.456" v="954"/>
          <ac:inkMkLst>
            <pc:docMk/>
            <pc:sldMk cId="0" sldId="457"/>
            <ac:inkMk id="62465" creationId="{ABED5063-97D8-47A4-A91F-2107419E0187}"/>
          </ac:inkMkLst>
        </pc:inkChg>
        <pc:inkChg chg="add">
          <ac:chgData name="Md. Nahid Hasan" userId="S::nahid@vu.edu.bd::85ea5f9e-65d6-4031-b810-9415101f2e21" providerId="AD" clId="Web-{B4C2672B-3B0D-4136-B0A3-A01D0671BFC8}" dt="2020-12-21T14:12:41.738" v="955"/>
          <ac:inkMkLst>
            <pc:docMk/>
            <pc:sldMk cId="0" sldId="457"/>
            <ac:inkMk id="62466" creationId="{06647E8D-C85F-4DA7-9A64-FF4D3E42741E}"/>
          </ac:inkMkLst>
        </pc:inkChg>
        <pc:inkChg chg="add">
          <ac:chgData name="Md. Nahid Hasan" userId="S::nahid@vu.edu.bd::85ea5f9e-65d6-4031-b810-9415101f2e21" providerId="AD" clId="Web-{B4C2672B-3B0D-4136-B0A3-A01D0671BFC8}" dt="2020-12-21T14:12:43.191" v="956"/>
          <ac:inkMkLst>
            <pc:docMk/>
            <pc:sldMk cId="0" sldId="457"/>
            <ac:inkMk id="62468" creationId="{FE247CA5-A1C3-44BA-8F06-E45E8C29AA1C}"/>
          </ac:inkMkLst>
        </pc:inkChg>
        <pc:inkChg chg="add">
          <ac:chgData name="Md. Nahid Hasan" userId="S::nahid@vu.edu.bd::85ea5f9e-65d6-4031-b810-9415101f2e21" providerId="AD" clId="Web-{B4C2672B-3B0D-4136-B0A3-A01D0671BFC8}" dt="2020-12-21T14:12:45.237" v="957"/>
          <ac:inkMkLst>
            <pc:docMk/>
            <pc:sldMk cId="0" sldId="457"/>
            <ac:inkMk id="62469" creationId="{C2073DB7-8A9B-4BD0-844A-B18BAEDABA0A}"/>
          </ac:inkMkLst>
        </pc:inkChg>
        <pc:inkChg chg="add">
          <ac:chgData name="Md. Nahid Hasan" userId="S::nahid@vu.edu.bd::85ea5f9e-65d6-4031-b810-9415101f2e21" providerId="AD" clId="Web-{B4C2672B-3B0D-4136-B0A3-A01D0671BFC8}" dt="2020-12-21T14:12:45.253" v="958"/>
          <ac:inkMkLst>
            <pc:docMk/>
            <pc:sldMk cId="0" sldId="457"/>
            <ac:inkMk id="62470" creationId="{61DD1291-1906-43AE-93EF-9B62BD5CB7A9}"/>
          </ac:inkMkLst>
        </pc:inkChg>
        <pc:inkChg chg="add">
          <ac:chgData name="Md. Nahid Hasan" userId="S::nahid@vu.edu.bd::85ea5f9e-65d6-4031-b810-9415101f2e21" providerId="AD" clId="Web-{B4C2672B-3B0D-4136-B0A3-A01D0671BFC8}" dt="2020-12-21T14:12:46.237" v="959"/>
          <ac:inkMkLst>
            <pc:docMk/>
            <pc:sldMk cId="0" sldId="457"/>
            <ac:inkMk id="62471" creationId="{16B41030-E77B-45AC-A3D6-A2C57937504F}"/>
          </ac:inkMkLst>
        </pc:inkChg>
        <pc:inkChg chg="add">
          <ac:chgData name="Md. Nahid Hasan" userId="S::nahid@vu.edu.bd::85ea5f9e-65d6-4031-b810-9415101f2e21" providerId="AD" clId="Web-{B4C2672B-3B0D-4136-B0A3-A01D0671BFC8}" dt="2020-12-21T14:12:48.456" v="960"/>
          <ac:inkMkLst>
            <pc:docMk/>
            <pc:sldMk cId="0" sldId="457"/>
            <ac:inkMk id="62472" creationId="{20924956-591A-4BAB-819B-2EBE52FF7EF1}"/>
          </ac:inkMkLst>
        </pc:inkChg>
        <pc:inkChg chg="add">
          <ac:chgData name="Md. Nahid Hasan" userId="S::nahid@vu.edu.bd::85ea5f9e-65d6-4031-b810-9415101f2e21" providerId="AD" clId="Web-{B4C2672B-3B0D-4136-B0A3-A01D0671BFC8}" dt="2020-12-21T14:12:49.441" v="961"/>
          <ac:inkMkLst>
            <pc:docMk/>
            <pc:sldMk cId="0" sldId="457"/>
            <ac:inkMk id="62473" creationId="{5F0271CF-23A9-4C8F-890C-FA1AACF27ECC}"/>
          </ac:inkMkLst>
        </pc:inkChg>
        <pc:inkChg chg="add">
          <ac:chgData name="Md. Nahid Hasan" userId="S::nahid@vu.edu.bd::85ea5f9e-65d6-4031-b810-9415101f2e21" providerId="AD" clId="Web-{B4C2672B-3B0D-4136-B0A3-A01D0671BFC8}" dt="2020-12-21T14:12:51.737" v="962"/>
          <ac:inkMkLst>
            <pc:docMk/>
            <pc:sldMk cId="0" sldId="457"/>
            <ac:inkMk id="62474" creationId="{9B3EAD5E-B450-4FF6-893A-C64074648CED}"/>
          </ac:inkMkLst>
        </pc:inkChg>
        <pc:inkChg chg="add">
          <ac:chgData name="Md. Nahid Hasan" userId="S::nahid@vu.edu.bd::85ea5f9e-65d6-4031-b810-9415101f2e21" providerId="AD" clId="Web-{B4C2672B-3B0D-4136-B0A3-A01D0671BFC8}" dt="2020-12-21T14:12:54.972" v="963"/>
          <ac:inkMkLst>
            <pc:docMk/>
            <pc:sldMk cId="0" sldId="457"/>
            <ac:inkMk id="62475" creationId="{21354119-1F4E-4398-A3DA-D40AC79DC602}"/>
          </ac:inkMkLst>
        </pc:inkChg>
        <pc:inkChg chg="add">
          <ac:chgData name="Md. Nahid Hasan" userId="S::nahid@vu.edu.bd::85ea5f9e-65d6-4031-b810-9415101f2e21" providerId="AD" clId="Web-{B4C2672B-3B0D-4136-B0A3-A01D0671BFC8}" dt="2020-12-21T14:12:54.987" v="964"/>
          <ac:inkMkLst>
            <pc:docMk/>
            <pc:sldMk cId="0" sldId="457"/>
            <ac:inkMk id="62476" creationId="{F24FC240-633C-4A87-9E6E-883DB07C01ED}"/>
          </ac:inkMkLst>
        </pc:inkChg>
        <pc:inkChg chg="add">
          <ac:chgData name="Md. Nahid Hasan" userId="S::nahid@vu.edu.bd::85ea5f9e-65d6-4031-b810-9415101f2e21" providerId="AD" clId="Web-{B4C2672B-3B0D-4136-B0A3-A01D0671BFC8}" dt="2020-12-21T14:12:56.769" v="965"/>
          <ac:inkMkLst>
            <pc:docMk/>
            <pc:sldMk cId="0" sldId="457"/>
            <ac:inkMk id="62477" creationId="{651AE3AE-5844-43DD-A0F3-3578CF6E9C6C}"/>
          </ac:inkMkLst>
        </pc:inkChg>
        <pc:inkChg chg="add">
          <ac:chgData name="Md. Nahid Hasan" userId="S::nahid@vu.edu.bd::85ea5f9e-65d6-4031-b810-9415101f2e21" providerId="AD" clId="Web-{B4C2672B-3B0D-4136-B0A3-A01D0671BFC8}" dt="2020-12-21T14:12:57.675" v="966"/>
          <ac:inkMkLst>
            <pc:docMk/>
            <pc:sldMk cId="0" sldId="457"/>
            <ac:inkMk id="62478" creationId="{799EB976-574E-4F9B-BD11-47F143261786}"/>
          </ac:inkMkLst>
        </pc:inkChg>
        <pc:inkChg chg="add">
          <ac:chgData name="Md. Nahid Hasan" userId="S::nahid@vu.edu.bd::85ea5f9e-65d6-4031-b810-9415101f2e21" providerId="AD" clId="Web-{B4C2672B-3B0D-4136-B0A3-A01D0671BFC8}" dt="2020-12-21T14:12:58.753" v="967"/>
          <ac:inkMkLst>
            <pc:docMk/>
            <pc:sldMk cId="0" sldId="457"/>
            <ac:inkMk id="62479" creationId="{717AB883-24C3-46BC-AAC7-6048F25555D6}"/>
          </ac:inkMkLst>
        </pc:inkChg>
        <pc:inkChg chg="add">
          <ac:chgData name="Md. Nahid Hasan" userId="S::nahid@vu.edu.bd::85ea5f9e-65d6-4031-b810-9415101f2e21" providerId="AD" clId="Web-{B4C2672B-3B0D-4136-B0A3-A01D0671BFC8}" dt="2020-12-21T14:13:00.050" v="968"/>
          <ac:inkMkLst>
            <pc:docMk/>
            <pc:sldMk cId="0" sldId="457"/>
            <ac:inkMk id="62480" creationId="{EBDDDB0E-AD15-4766-8E0E-331A19C5D80D}"/>
          </ac:inkMkLst>
        </pc:inkChg>
        <pc:inkChg chg="add">
          <ac:chgData name="Md. Nahid Hasan" userId="S::nahid@vu.edu.bd::85ea5f9e-65d6-4031-b810-9415101f2e21" providerId="AD" clId="Web-{B4C2672B-3B0D-4136-B0A3-A01D0671BFC8}" dt="2020-12-21T14:13:19.737" v="969"/>
          <ac:inkMkLst>
            <pc:docMk/>
            <pc:sldMk cId="0" sldId="457"/>
            <ac:inkMk id="62481" creationId="{9DFEAF68-8757-409D-8C6B-5C0B884F17FC}"/>
          </ac:inkMkLst>
        </pc:inkChg>
        <pc:inkChg chg="add">
          <ac:chgData name="Md. Nahid Hasan" userId="S::nahid@vu.edu.bd::85ea5f9e-65d6-4031-b810-9415101f2e21" providerId="AD" clId="Web-{B4C2672B-3B0D-4136-B0A3-A01D0671BFC8}" dt="2020-12-21T14:13:26.706" v="970"/>
          <ac:inkMkLst>
            <pc:docMk/>
            <pc:sldMk cId="0" sldId="457"/>
            <ac:inkMk id="62482" creationId="{5BC06023-6D0B-415B-B9F7-B685B420E302}"/>
          </ac:inkMkLst>
        </pc:inkChg>
        <pc:inkChg chg="add">
          <ac:chgData name="Md. Nahid Hasan" userId="S::nahid@vu.edu.bd::85ea5f9e-65d6-4031-b810-9415101f2e21" providerId="AD" clId="Web-{B4C2672B-3B0D-4136-B0A3-A01D0671BFC8}" dt="2020-12-21T14:13:27.753" v="971"/>
          <ac:inkMkLst>
            <pc:docMk/>
            <pc:sldMk cId="0" sldId="457"/>
            <ac:inkMk id="62483" creationId="{C0E5AABD-6F73-46E1-8928-D5E997DBD752}"/>
          </ac:inkMkLst>
        </pc:inkChg>
        <pc:inkChg chg="add">
          <ac:chgData name="Md. Nahid Hasan" userId="S::nahid@vu.edu.bd::85ea5f9e-65d6-4031-b810-9415101f2e21" providerId="AD" clId="Web-{B4C2672B-3B0D-4136-B0A3-A01D0671BFC8}" dt="2020-12-21T14:13:31.862" v="972"/>
          <ac:inkMkLst>
            <pc:docMk/>
            <pc:sldMk cId="0" sldId="457"/>
            <ac:inkMk id="62484" creationId="{D9E937F0-4CDE-4AB1-8F03-E56E518DFAFD}"/>
          </ac:inkMkLst>
        </pc:inkChg>
        <pc:inkChg chg="add">
          <ac:chgData name="Md. Nahid Hasan" userId="S::nahid@vu.edu.bd::85ea5f9e-65d6-4031-b810-9415101f2e21" providerId="AD" clId="Web-{B4C2672B-3B0D-4136-B0A3-A01D0671BFC8}" dt="2020-12-21T14:13:38.128" v="973"/>
          <ac:inkMkLst>
            <pc:docMk/>
            <pc:sldMk cId="0" sldId="457"/>
            <ac:inkMk id="62485" creationId="{914E1EDB-B36E-46F3-B9CF-CD498ADBAF7C}"/>
          </ac:inkMkLst>
        </pc:inkChg>
        <pc:inkChg chg="add">
          <ac:chgData name="Md. Nahid Hasan" userId="S::nahid@vu.edu.bd::85ea5f9e-65d6-4031-b810-9415101f2e21" providerId="AD" clId="Web-{B4C2672B-3B0D-4136-B0A3-A01D0671BFC8}" dt="2020-12-21T14:13:38.144" v="974"/>
          <ac:inkMkLst>
            <pc:docMk/>
            <pc:sldMk cId="0" sldId="457"/>
            <ac:inkMk id="62486" creationId="{9A9AF63D-67AA-4CC2-BE3E-A43685306086}"/>
          </ac:inkMkLst>
        </pc:inkChg>
        <pc:inkChg chg="add">
          <ac:chgData name="Md. Nahid Hasan" userId="S::nahid@vu.edu.bd::85ea5f9e-65d6-4031-b810-9415101f2e21" providerId="AD" clId="Web-{B4C2672B-3B0D-4136-B0A3-A01D0671BFC8}" dt="2020-12-21T14:13:38.144" v="975"/>
          <ac:inkMkLst>
            <pc:docMk/>
            <pc:sldMk cId="0" sldId="457"/>
            <ac:inkMk id="62487" creationId="{A00BAEAA-3F4F-453B-A8E0-24954EDDA12A}"/>
          </ac:inkMkLst>
        </pc:inkChg>
        <pc:inkChg chg="add">
          <ac:chgData name="Md. Nahid Hasan" userId="S::nahid@vu.edu.bd::85ea5f9e-65d6-4031-b810-9415101f2e21" providerId="AD" clId="Web-{B4C2672B-3B0D-4136-B0A3-A01D0671BFC8}" dt="2020-12-21T14:13:39.425" v="976"/>
          <ac:inkMkLst>
            <pc:docMk/>
            <pc:sldMk cId="0" sldId="457"/>
            <ac:inkMk id="62488" creationId="{90803610-4E37-4341-AB5B-19FAA50D61B1}"/>
          </ac:inkMkLst>
        </pc:inkChg>
        <pc:inkChg chg="add">
          <ac:chgData name="Md. Nahid Hasan" userId="S::nahid@vu.edu.bd::85ea5f9e-65d6-4031-b810-9415101f2e21" providerId="AD" clId="Web-{B4C2672B-3B0D-4136-B0A3-A01D0671BFC8}" dt="2020-12-21T14:13:39.784" v="977"/>
          <ac:inkMkLst>
            <pc:docMk/>
            <pc:sldMk cId="0" sldId="457"/>
            <ac:inkMk id="62489" creationId="{9680C384-A4BB-4399-A7F9-F8F56EDB2B43}"/>
          </ac:inkMkLst>
        </pc:inkChg>
        <pc:inkChg chg="add">
          <ac:chgData name="Md. Nahid Hasan" userId="S::nahid@vu.edu.bd::85ea5f9e-65d6-4031-b810-9415101f2e21" providerId="AD" clId="Web-{B4C2672B-3B0D-4136-B0A3-A01D0671BFC8}" dt="2020-12-21T14:13:42.159" v="978"/>
          <ac:inkMkLst>
            <pc:docMk/>
            <pc:sldMk cId="0" sldId="457"/>
            <ac:inkMk id="62490" creationId="{BB3AF611-9E4A-4BD5-9B4A-9D8A2A86EAC0}"/>
          </ac:inkMkLst>
        </pc:inkChg>
      </pc:sldChg>
      <pc:sldChg chg="addSp">
        <pc:chgData name="Md. Nahid Hasan" userId="S::nahid@vu.edu.bd::85ea5f9e-65d6-4031-b810-9415101f2e21" providerId="AD" clId="Web-{B4C2672B-3B0D-4136-B0A3-A01D0671BFC8}" dt="2020-12-21T14:14:14.784" v="988"/>
        <pc:sldMkLst>
          <pc:docMk/>
          <pc:sldMk cId="0" sldId="458"/>
        </pc:sldMkLst>
        <pc:inkChg chg="add">
          <ac:chgData name="Md. Nahid Hasan" userId="S::nahid@vu.edu.bd::85ea5f9e-65d6-4031-b810-9415101f2e21" providerId="AD" clId="Web-{B4C2672B-3B0D-4136-B0A3-A01D0671BFC8}" dt="2020-12-21T14:13:58.503" v="979"/>
          <ac:inkMkLst>
            <pc:docMk/>
            <pc:sldMk cId="0" sldId="458"/>
            <ac:inkMk id="2" creationId="{937FF970-62DB-4B77-82BB-9316DE326762}"/>
          </ac:inkMkLst>
        </pc:inkChg>
        <pc:inkChg chg="add">
          <ac:chgData name="Md. Nahid Hasan" userId="S::nahid@vu.edu.bd::85ea5f9e-65d6-4031-b810-9415101f2e21" providerId="AD" clId="Web-{B4C2672B-3B0D-4136-B0A3-A01D0671BFC8}" dt="2020-12-21T14:14:03.940" v="980"/>
          <ac:inkMkLst>
            <pc:docMk/>
            <pc:sldMk cId="0" sldId="458"/>
            <ac:inkMk id="3" creationId="{FAB23D6F-54AA-43C2-90F3-6CFDD73479B7}"/>
          </ac:inkMkLst>
        </pc:inkChg>
        <pc:inkChg chg="add">
          <ac:chgData name="Md. Nahid Hasan" userId="S::nahid@vu.edu.bd::85ea5f9e-65d6-4031-b810-9415101f2e21" providerId="AD" clId="Web-{B4C2672B-3B0D-4136-B0A3-A01D0671BFC8}" dt="2020-12-21T14:14:08.409" v="981"/>
          <ac:inkMkLst>
            <pc:docMk/>
            <pc:sldMk cId="0" sldId="458"/>
            <ac:inkMk id="4" creationId="{73A6E7C5-584B-4676-8E5D-38A4FCBE7405}"/>
          </ac:inkMkLst>
        </pc:inkChg>
        <pc:inkChg chg="add">
          <ac:chgData name="Md. Nahid Hasan" userId="S::nahid@vu.edu.bd::85ea5f9e-65d6-4031-b810-9415101f2e21" providerId="AD" clId="Web-{B4C2672B-3B0D-4136-B0A3-A01D0671BFC8}" dt="2020-12-21T14:14:12.628" v="982"/>
          <ac:inkMkLst>
            <pc:docMk/>
            <pc:sldMk cId="0" sldId="458"/>
            <ac:inkMk id="5" creationId="{040F1122-419A-4C7B-AD90-E7AF903F803F}"/>
          </ac:inkMkLst>
        </pc:inkChg>
        <pc:inkChg chg="add">
          <ac:chgData name="Md. Nahid Hasan" userId="S::nahid@vu.edu.bd::85ea5f9e-65d6-4031-b810-9415101f2e21" providerId="AD" clId="Web-{B4C2672B-3B0D-4136-B0A3-A01D0671BFC8}" dt="2020-12-21T14:14:12.628" v="983"/>
          <ac:inkMkLst>
            <pc:docMk/>
            <pc:sldMk cId="0" sldId="458"/>
            <ac:inkMk id="6" creationId="{C4DEF157-60C7-41A8-8BB2-B24C45080767}"/>
          </ac:inkMkLst>
        </pc:inkChg>
        <pc:inkChg chg="add">
          <ac:chgData name="Md. Nahid Hasan" userId="S::nahid@vu.edu.bd::85ea5f9e-65d6-4031-b810-9415101f2e21" providerId="AD" clId="Web-{B4C2672B-3B0D-4136-B0A3-A01D0671BFC8}" dt="2020-12-21T14:14:12.643" v="984"/>
          <ac:inkMkLst>
            <pc:docMk/>
            <pc:sldMk cId="0" sldId="458"/>
            <ac:inkMk id="7" creationId="{EDBA6D14-8CB0-42BE-BD14-64BD03CE73AB}"/>
          </ac:inkMkLst>
        </pc:inkChg>
        <pc:inkChg chg="add">
          <ac:chgData name="Md. Nahid Hasan" userId="S::nahid@vu.edu.bd::85ea5f9e-65d6-4031-b810-9415101f2e21" providerId="AD" clId="Web-{B4C2672B-3B0D-4136-B0A3-A01D0671BFC8}" dt="2020-12-21T14:14:13.143" v="985"/>
          <ac:inkMkLst>
            <pc:docMk/>
            <pc:sldMk cId="0" sldId="458"/>
            <ac:inkMk id="8" creationId="{E93EB284-D78F-42C3-8826-FE01685F3C3D}"/>
          </ac:inkMkLst>
        </pc:inkChg>
        <pc:inkChg chg="add">
          <ac:chgData name="Md. Nahid Hasan" userId="S::nahid@vu.edu.bd::85ea5f9e-65d6-4031-b810-9415101f2e21" providerId="AD" clId="Web-{B4C2672B-3B0D-4136-B0A3-A01D0671BFC8}" dt="2020-12-21T14:14:13.159" v="986"/>
          <ac:inkMkLst>
            <pc:docMk/>
            <pc:sldMk cId="0" sldId="458"/>
            <ac:inkMk id="9" creationId="{3FFB99D6-36AF-44B5-AE5D-27981E41A8F4}"/>
          </ac:inkMkLst>
        </pc:inkChg>
        <pc:inkChg chg="add">
          <ac:chgData name="Md. Nahid Hasan" userId="S::nahid@vu.edu.bd::85ea5f9e-65d6-4031-b810-9415101f2e21" providerId="AD" clId="Web-{B4C2672B-3B0D-4136-B0A3-A01D0671BFC8}" dt="2020-12-21T14:14:14.768" v="987"/>
          <ac:inkMkLst>
            <pc:docMk/>
            <pc:sldMk cId="0" sldId="458"/>
            <ac:inkMk id="10" creationId="{7A7236A6-F1A6-4D9D-B9F8-FEA9CA5AB12B}"/>
          </ac:inkMkLst>
        </pc:inkChg>
        <pc:inkChg chg="add">
          <ac:chgData name="Md. Nahid Hasan" userId="S::nahid@vu.edu.bd::85ea5f9e-65d6-4031-b810-9415101f2e21" providerId="AD" clId="Web-{B4C2672B-3B0D-4136-B0A3-A01D0671BFC8}" dt="2020-12-21T14:14:14.784" v="988"/>
          <ac:inkMkLst>
            <pc:docMk/>
            <pc:sldMk cId="0" sldId="458"/>
            <ac:inkMk id="11" creationId="{2AD856A1-3456-4061-B847-B75276CDBA89}"/>
          </ac:inkMkLst>
        </pc:inkChg>
      </pc:sldChg>
      <pc:sldChg chg="addSp delSp">
        <pc:chgData name="Md. Nahid Hasan" userId="S::nahid@vu.edu.bd::85ea5f9e-65d6-4031-b810-9415101f2e21" providerId="AD" clId="Web-{B4C2672B-3B0D-4136-B0A3-A01D0671BFC8}" dt="2020-12-21T14:37:01.936" v="1737"/>
        <pc:sldMkLst>
          <pc:docMk/>
          <pc:sldMk cId="0" sldId="460"/>
        </pc:sldMkLst>
        <pc:inkChg chg="add">
          <ac:chgData name="Md. Nahid Hasan" userId="S::nahid@vu.edu.bd::85ea5f9e-65d6-4031-b810-9415101f2e21" providerId="AD" clId="Web-{B4C2672B-3B0D-4136-B0A3-A01D0671BFC8}" dt="2020-12-21T14:26:47.063" v="1455"/>
          <ac:inkMkLst>
            <pc:docMk/>
            <pc:sldMk cId="0" sldId="460"/>
            <ac:inkMk id="2" creationId="{D646B406-3363-4463-A540-78819A0D6FF2}"/>
          </ac:inkMkLst>
        </pc:inkChg>
        <pc:inkChg chg="add del">
          <ac:chgData name="Md. Nahid Hasan" userId="S::nahid@vu.edu.bd::85ea5f9e-65d6-4031-b810-9415101f2e21" providerId="AD" clId="Web-{B4C2672B-3B0D-4136-B0A3-A01D0671BFC8}" dt="2020-12-21T14:28:24.422" v="1512"/>
          <ac:inkMkLst>
            <pc:docMk/>
            <pc:sldMk cId="0" sldId="460"/>
            <ac:inkMk id="3" creationId="{5FC6B8AD-7173-404F-8623-E4CE0B1F7814}"/>
          </ac:inkMkLst>
        </pc:inkChg>
        <pc:inkChg chg="add del">
          <ac:chgData name="Md. Nahid Hasan" userId="S::nahid@vu.edu.bd::85ea5f9e-65d6-4031-b810-9415101f2e21" providerId="AD" clId="Web-{B4C2672B-3B0D-4136-B0A3-A01D0671BFC8}" dt="2020-12-21T14:28:24.422" v="1511"/>
          <ac:inkMkLst>
            <pc:docMk/>
            <pc:sldMk cId="0" sldId="460"/>
            <ac:inkMk id="4" creationId="{8CFD7487-A46B-4660-BDCB-DD912D6F622B}"/>
          </ac:inkMkLst>
        </pc:inkChg>
        <pc:inkChg chg="add">
          <ac:chgData name="Md. Nahid Hasan" userId="S::nahid@vu.edu.bd::85ea5f9e-65d6-4031-b810-9415101f2e21" providerId="AD" clId="Web-{B4C2672B-3B0D-4136-B0A3-A01D0671BFC8}" dt="2020-12-21T14:27:08.328" v="1458"/>
          <ac:inkMkLst>
            <pc:docMk/>
            <pc:sldMk cId="0" sldId="460"/>
            <ac:inkMk id="5" creationId="{6B9ED722-08C8-406A-8CED-150CA9A918D4}"/>
          </ac:inkMkLst>
        </pc:inkChg>
        <pc:inkChg chg="add del">
          <ac:chgData name="Md. Nahid Hasan" userId="S::nahid@vu.edu.bd::85ea5f9e-65d6-4031-b810-9415101f2e21" providerId="AD" clId="Web-{B4C2672B-3B0D-4136-B0A3-A01D0671BFC8}" dt="2020-12-21T14:28:24.422" v="1510"/>
          <ac:inkMkLst>
            <pc:docMk/>
            <pc:sldMk cId="0" sldId="460"/>
            <ac:inkMk id="6" creationId="{15E140CC-9315-45C8-8A05-2BE1FDC5C2FE}"/>
          </ac:inkMkLst>
        </pc:inkChg>
        <pc:inkChg chg="add del">
          <ac:chgData name="Md. Nahid Hasan" userId="S::nahid@vu.edu.bd::85ea5f9e-65d6-4031-b810-9415101f2e21" providerId="AD" clId="Web-{B4C2672B-3B0D-4136-B0A3-A01D0671BFC8}" dt="2020-12-21T14:28:24.422" v="1509"/>
          <ac:inkMkLst>
            <pc:docMk/>
            <pc:sldMk cId="0" sldId="460"/>
            <ac:inkMk id="7" creationId="{00DD91A2-FE28-4959-A6B4-B8A145A30F8A}"/>
          </ac:inkMkLst>
        </pc:inkChg>
        <pc:inkChg chg="add del">
          <ac:chgData name="Md. Nahid Hasan" userId="S::nahid@vu.edu.bd::85ea5f9e-65d6-4031-b810-9415101f2e21" providerId="AD" clId="Web-{B4C2672B-3B0D-4136-B0A3-A01D0671BFC8}" dt="2020-12-21T14:28:24.406" v="1508"/>
          <ac:inkMkLst>
            <pc:docMk/>
            <pc:sldMk cId="0" sldId="460"/>
            <ac:inkMk id="8" creationId="{DE667D5B-FF23-456D-8C1C-57D1D9B141E7}"/>
          </ac:inkMkLst>
        </pc:inkChg>
        <pc:inkChg chg="add del">
          <ac:chgData name="Md. Nahid Hasan" userId="S::nahid@vu.edu.bd::85ea5f9e-65d6-4031-b810-9415101f2e21" providerId="AD" clId="Web-{B4C2672B-3B0D-4136-B0A3-A01D0671BFC8}" dt="2020-12-21T14:28:24.406" v="1507"/>
          <ac:inkMkLst>
            <pc:docMk/>
            <pc:sldMk cId="0" sldId="460"/>
            <ac:inkMk id="9" creationId="{5518BB42-AFAD-43E8-A6ED-7BFA2FD33546}"/>
          </ac:inkMkLst>
        </pc:inkChg>
        <pc:inkChg chg="add del">
          <ac:chgData name="Md. Nahid Hasan" userId="S::nahid@vu.edu.bd::85ea5f9e-65d6-4031-b810-9415101f2e21" providerId="AD" clId="Web-{B4C2672B-3B0D-4136-B0A3-A01D0671BFC8}" dt="2020-12-21T14:28:24.406" v="1506"/>
          <ac:inkMkLst>
            <pc:docMk/>
            <pc:sldMk cId="0" sldId="460"/>
            <ac:inkMk id="10" creationId="{83D6FF4F-6518-48C3-9CAE-D4340612CB9A}"/>
          </ac:inkMkLst>
        </pc:inkChg>
        <pc:inkChg chg="add del">
          <ac:chgData name="Md. Nahid Hasan" userId="S::nahid@vu.edu.bd::85ea5f9e-65d6-4031-b810-9415101f2e21" providerId="AD" clId="Web-{B4C2672B-3B0D-4136-B0A3-A01D0671BFC8}" dt="2020-12-21T14:28:24.406" v="1505"/>
          <ac:inkMkLst>
            <pc:docMk/>
            <pc:sldMk cId="0" sldId="460"/>
            <ac:inkMk id="11" creationId="{B572482E-FAA5-4414-9AD8-DDD57445C8EA}"/>
          </ac:inkMkLst>
        </pc:inkChg>
        <pc:inkChg chg="add del">
          <ac:chgData name="Md. Nahid Hasan" userId="S::nahid@vu.edu.bd::85ea5f9e-65d6-4031-b810-9415101f2e21" providerId="AD" clId="Web-{B4C2672B-3B0D-4136-B0A3-A01D0671BFC8}" dt="2020-12-21T14:28:24.406" v="1504"/>
          <ac:inkMkLst>
            <pc:docMk/>
            <pc:sldMk cId="0" sldId="460"/>
            <ac:inkMk id="12" creationId="{9438FB64-CFAA-44C4-A0BC-6D2FD6225FBA}"/>
          </ac:inkMkLst>
        </pc:inkChg>
        <pc:inkChg chg="add del">
          <ac:chgData name="Md. Nahid Hasan" userId="S::nahid@vu.edu.bd::85ea5f9e-65d6-4031-b810-9415101f2e21" providerId="AD" clId="Web-{B4C2672B-3B0D-4136-B0A3-A01D0671BFC8}" dt="2020-12-21T14:28:24.391" v="1503"/>
          <ac:inkMkLst>
            <pc:docMk/>
            <pc:sldMk cId="0" sldId="460"/>
            <ac:inkMk id="13" creationId="{A05BFE74-FBDF-431C-8E2F-DC6E9A7A8DC7}"/>
          </ac:inkMkLst>
        </pc:inkChg>
        <pc:inkChg chg="add del">
          <ac:chgData name="Md. Nahid Hasan" userId="S::nahid@vu.edu.bd::85ea5f9e-65d6-4031-b810-9415101f2e21" providerId="AD" clId="Web-{B4C2672B-3B0D-4136-B0A3-A01D0671BFC8}" dt="2020-12-21T14:28:24.391" v="1502"/>
          <ac:inkMkLst>
            <pc:docMk/>
            <pc:sldMk cId="0" sldId="460"/>
            <ac:inkMk id="14" creationId="{5BF7938B-10EC-4ED7-9654-F0CF0B20677F}"/>
          </ac:inkMkLst>
        </pc:inkChg>
        <pc:inkChg chg="add del">
          <ac:chgData name="Md. Nahid Hasan" userId="S::nahid@vu.edu.bd::85ea5f9e-65d6-4031-b810-9415101f2e21" providerId="AD" clId="Web-{B4C2672B-3B0D-4136-B0A3-A01D0671BFC8}" dt="2020-12-21T14:28:24.391" v="1501"/>
          <ac:inkMkLst>
            <pc:docMk/>
            <pc:sldMk cId="0" sldId="460"/>
            <ac:inkMk id="15" creationId="{AB611FFB-9E5D-40A4-A7D7-A8ECA0202F92}"/>
          </ac:inkMkLst>
        </pc:inkChg>
        <pc:inkChg chg="add del">
          <ac:chgData name="Md. Nahid Hasan" userId="S::nahid@vu.edu.bd::85ea5f9e-65d6-4031-b810-9415101f2e21" providerId="AD" clId="Web-{B4C2672B-3B0D-4136-B0A3-A01D0671BFC8}" dt="2020-12-21T14:28:24.391" v="1500"/>
          <ac:inkMkLst>
            <pc:docMk/>
            <pc:sldMk cId="0" sldId="460"/>
            <ac:inkMk id="16" creationId="{CB30BA9A-1C41-45DA-8E87-4DF5A1FF93F4}"/>
          </ac:inkMkLst>
        </pc:inkChg>
        <pc:inkChg chg="add del">
          <ac:chgData name="Md. Nahid Hasan" userId="S::nahid@vu.edu.bd::85ea5f9e-65d6-4031-b810-9415101f2e21" providerId="AD" clId="Web-{B4C2672B-3B0D-4136-B0A3-A01D0671BFC8}" dt="2020-12-21T14:28:24.391" v="1499"/>
          <ac:inkMkLst>
            <pc:docMk/>
            <pc:sldMk cId="0" sldId="460"/>
            <ac:inkMk id="17" creationId="{75598C1F-1E46-4706-8A15-167D0E93483D}"/>
          </ac:inkMkLst>
        </pc:inkChg>
        <pc:inkChg chg="add del">
          <ac:chgData name="Md. Nahid Hasan" userId="S::nahid@vu.edu.bd::85ea5f9e-65d6-4031-b810-9415101f2e21" providerId="AD" clId="Web-{B4C2672B-3B0D-4136-B0A3-A01D0671BFC8}" dt="2020-12-21T14:28:24.375" v="1498"/>
          <ac:inkMkLst>
            <pc:docMk/>
            <pc:sldMk cId="0" sldId="460"/>
            <ac:inkMk id="18" creationId="{6B3E3685-04CD-4ED2-8A67-78A87CB4B690}"/>
          </ac:inkMkLst>
        </pc:inkChg>
        <pc:inkChg chg="add del">
          <ac:chgData name="Md. Nahid Hasan" userId="S::nahid@vu.edu.bd::85ea5f9e-65d6-4031-b810-9415101f2e21" providerId="AD" clId="Web-{B4C2672B-3B0D-4136-B0A3-A01D0671BFC8}" dt="2020-12-21T14:28:24.375" v="1497"/>
          <ac:inkMkLst>
            <pc:docMk/>
            <pc:sldMk cId="0" sldId="460"/>
            <ac:inkMk id="19" creationId="{A41F3333-1260-4D2A-B8B1-A448BD3BCE11}"/>
          </ac:inkMkLst>
        </pc:inkChg>
        <pc:inkChg chg="add del">
          <ac:chgData name="Md. Nahid Hasan" userId="S::nahid@vu.edu.bd::85ea5f9e-65d6-4031-b810-9415101f2e21" providerId="AD" clId="Web-{B4C2672B-3B0D-4136-B0A3-A01D0671BFC8}" dt="2020-12-21T14:28:24.375" v="1496"/>
          <ac:inkMkLst>
            <pc:docMk/>
            <pc:sldMk cId="0" sldId="460"/>
            <ac:inkMk id="20" creationId="{57B7B775-CD71-4605-A41D-17ADB14E1763}"/>
          </ac:inkMkLst>
        </pc:inkChg>
        <pc:inkChg chg="add del">
          <ac:chgData name="Md. Nahid Hasan" userId="S::nahid@vu.edu.bd::85ea5f9e-65d6-4031-b810-9415101f2e21" providerId="AD" clId="Web-{B4C2672B-3B0D-4136-B0A3-A01D0671BFC8}" dt="2020-12-21T14:28:24.375" v="1495"/>
          <ac:inkMkLst>
            <pc:docMk/>
            <pc:sldMk cId="0" sldId="460"/>
            <ac:inkMk id="21" creationId="{FF343361-F374-4B15-A43F-EEE82A4B841B}"/>
          </ac:inkMkLst>
        </pc:inkChg>
        <pc:inkChg chg="add del">
          <ac:chgData name="Md. Nahid Hasan" userId="S::nahid@vu.edu.bd::85ea5f9e-65d6-4031-b810-9415101f2e21" providerId="AD" clId="Web-{B4C2672B-3B0D-4136-B0A3-A01D0671BFC8}" dt="2020-12-21T14:28:24.360" v="1494"/>
          <ac:inkMkLst>
            <pc:docMk/>
            <pc:sldMk cId="0" sldId="460"/>
            <ac:inkMk id="22" creationId="{47599F33-2A63-479C-82C1-00DEF1DEFAE0}"/>
          </ac:inkMkLst>
        </pc:inkChg>
        <pc:inkChg chg="add del">
          <ac:chgData name="Md. Nahid Hasan" userId="S::nahid@vu.edu.bd::85ea5f9e-65d6-4031-b810-9415101f2e21" providerId="AD" clId="Web-{B4C2672B-3B0D-4136-B0A3-A01D0671BFC8}" dt="2020-12-21T14:28:24.360" v="1493"/>
          <ac:inkMkLst>
            <pc:docMk/>
            <pc:sldMk cId="0" sldId="460"/>
            <ac:inkMk id="23" creationId="{47C2A819-1EF2-47AE-AC50-2747B0A00FFC}"/>
          </ac:inkMkLst>
        </pc:inkChg>
        <pc:inkChg chg="add del">
          <ac:chgData name="Md. Nahid Hasan" userId="S::nahid@vu.edu.bd::85ea5f9e-65d6-4031-b810-9415101f2e21" providerId="AD" clId="Web-{B4C2672B-3B0D-4136-B0A3-A01D0671BFC8}" dt="2020-12-21T14:28:24.360" v="1492"/>
          <ac:inkMkLst>
            <pc:docMk/>
            <pc:sldMk cId="0" sldId="460"/>
            <ac:inkMk id="24" creationId="{3519FD3B-6F7C-4AE8-8DE5-4D43727FF400}"/>
          </ac:inkMkLst>
        </pc:inkChg>
        <pc:inkChg chg="add del">
          <ac:chgData name="Md. Nahid Hasan" userId="S::nahid@vu.edu.bd::85ea5f9e-65d6-4031-b810-9415101f2e21" providerId="AD" clId="Web-{B4C2672B-3B0D-4136-B0A3-A01D0671BFC8}" dt="2020-12-21T14:28:24.360" v="1491"/>
          <ac:inkMkLst>
            <pc:docMk/>
            <pc:sldMk cId="0" sldId="460"/>
            <ac:inkMk id="25" creationId="{A44DA19A-5162-416E-A295-D089803658F3}"/>
          </ac:inkMkLst>
        </pc:inkChg>
        <pc:inkChg chg="add del">
          <ac:chgData name="Md. Nahid Hasan" userId="S::nahid@vu.edu.bd::85ea5f9e-65d6-4031-b810-9415101f2e21" providerId="AD" clId="Web-{B4C2672B-3B0D-4136-B0A3-A01D0671BFC8}" dt="2020-12-21T14:28:24.360" v="1490"/>
          <ac:inkMkLst>
            <pc:docMk/>
            <pc:sldMk cId="0" sldId="460"/>
            <ac:inkMk id="26" creationId="{CB70926A-6A12-4426-BC38-84D645CFFB92}"/>
          </ac:inkMkLst>
        </pc:inkChg>
        <pc:inkChg chg="add del">
          <ac:chgData name="Md. Nahid Hasan" userId="S::nahid@vu.edu.bd::85ea5f9e-65d6-4031-b810-9415101f2e21" providerId="AD" clId="Web-{B4C2672B-3B0D-4136-B0A3-A01D0671BFC8}" dt="2020-12-21T14:28:24.344" v="1489"/>
          <ac:inkMkLst>
            <pc:docMk/>
            <pc:sldMk cId="0" sldId="460"/>
            <ac:inkMk id="27" creationId="{A520E452-3FA1-4FD4-BE6B-BF748A121E1F}"/>
          </ac:inkMkLst>
        </pc:inkChg>
        <pc:inkChg chg="add del">
          <ac:chgData name="Md. Nahid Hasan" userId="S::nahid@vu.edu.bd::85ea5f9e-65d6-4031-b810-9415101f2e21" providerId="AD" clId="Web-{B4C2672B-3B0D-4136-B0A3-A01D0671BFC8}" dt="2020-12-21T14:28:24.344" v="1488"/>
          <ac:inkMkLst>
            <pc:docMk/>
            <pc:sldMk cId="0" sldId="460"/>
            <ac:inkMk id="28" creationId="{30254316-8CF1-4B01-8A86-A935BA66553D}"/>
          </ac:inkMkLst>
        </pc:inkChg>
        <pc:inkChg chg="add del">
          <ac:chgData name="Md. Nahid Hasan" userId="S::nahid@vu.edu.bd::85ea5f9e-65d6-4031-b810-9415101f2e21" providerId="AD" clId="Web-{B4C2672B-3B0D-4136-B0A3-A01D0671BFC8}" dt="2020-12-21T14:28:24.344" v="1487"/>
          <ac:inkMkLst>
            <pc:docMk/>
            <pc:sldMk cId="0" sldId="460"/>
            <ac:inkMk id="29" creationId="{14F5C5D2-112D-4452-ABFF-3D7CFAD3F43B}"/>
          </ac:inkMkLst>
        </pc:inkChg>
        <pc:inkChg chg="add del">
          <ac:chgData name="Md. Nahid Hasan" userId="S::nahid@vu.edu.bd::85ea5f9e-65d6-4031-b810-9415101f2e21" providerId="AD" clId="Web-{B4C2672B-3B0D-4136-B0A3-A01D0671BFC8}" dt="2020-12-21T14:28:24.344" v="1486"/>
          <ac:inkMkLst>
            <pc:docMk/>
            <pc:sldMk cId="0" sldId="460"/>
            <ac:inkMk id="30" creationId="{03DE4FC9-9FF4-43AB-B06C-A1C5DB804F7E}"/>
          </ac:inkMkLst>
        </pc:inkChg>
        <pc:inkChg chg="add del">
          <ac:chgData name="Md. Nahid Hasan" userId="S::nahid@vu.edu.bd::85ea5f9e-65d6-4031-b810-9415101f2e21" providerId="AD" clId="Web-{B4C2672B-3B0D-4136-B0A3-A01D0671BFC8}" dt="2020-12-21T14:28:24.344" v="1485"/>
          <ac:inkMkLst>
            <pc:docMk/>
            <pc:sldMk cId="0" sldId="460"/>
            <ac:inkMk id="31" creationId="{262C20F1-73F4-4B0E-A205-730AD23F854A}"/>
          </ac:inkMkLst>
        </pc:inkChg>
        <pc:inkChg chg="add">
          <ac:chgData name="Md. Nahid Hasan" userId="S::nahid@vu.edu.bd::85ea5f9e-65d6-4031-b810-9415101f2e21" providerId="AD" clId="Web-{B4C2672B-3B0D-4136-B0A3-A01D0671BFC8}" dt="2020-12-21T14:28:38.219" v="1513"/>
          <ac:inkMkLst>
            <pc:docMk/>
            <pc:sldMk cId="0" sldId="460"/>
            <ac:inkMk id="32" creationId="{C8120F9B-2EC4-4A62-9564-85F5EF913AB4}"/>
          </ac:inkMkLst>
        </pc:inkChg>
        <pc:inkChg chg="add">
          <ac:chgData name="Md. Nahid Hasan" userId="S::nahid@vu.edu.bd::85ea5f9e-65d6-4031-b810-9415101f2e21" providerId="AD" clId="Web-{B4C2672B-3B0D-4136-B0A3-A01D0671BFC8}" dt="2020-12-21T14:28:38.234" v="1514"/>
          <ac:inkMkLst>
            <pc:docMk/>
            <pc:sldMk cId="0" sldId="460"/>
            <ac:inkMk id="33" creationId="{7875FFBF-0834-498A-BC05-CC84E5D3572F}"/>
          </ac:inkMkLst>
        </pc:inkChg>
        <pc:inkChg chg="add">
          <ac:chgData name="Md. Nahid Hasan" userId="S::nahid@vu.edu.bd::85ea5f9e-65d6-4031-b810-9415101f2e21" providerId="AD" clId="Web-{B4C2672B-3B0D-4136-B0A3-A01D0671BFC8}" dt="2020-12-21T14:28:38.234" v="1515"/>
          <ac:inkMkLst>
            <pc:docMk/>
            <pc:sldMk cId="0" sldId="460"/>
            <ac:inkMk id="34" creationId="{22DBE56E-3316-454D-9275-33C08BB87D34}"/>
          </ac:inkMkLst>
        </pc:inkChg>
        <pc:inkChg chg="add">
          <ac:chgData name="Md. Nahid Hasan" userId="S::nahid@vu.edu.bd::85ea5f9e-65d6-4031-b810-9415101f2e21" providerId="AD" clId="Web-{B4C2672B-3B0D-4136-B0A3-A01D0671BFC8}" dt="2020-12-21T14:28:38.234" v="1516"/>
          <ac:inkMkLst>
            <pc:docMk/>
            <pc:sldMk cId="0" sldId="460"/>
            <ac:inkMk id="35" creationId="{4ED3BB0A-2A82-4867-B252-3D520D254D4C}"/>
          </ac:inkMkLst>
        </pc:inkChg>
        <pc:inkChg chg="add">
          <ac:chgData name="Md. Nahid Hasan" userId="S::nahid@vu.edu.bd::85ea5f9e-65d6-4031-b810-9415101f2e21" providerId="AD" clId="Web-{B4C2672B-3B0D-4136-B0A3-A01D0671BFC8}" dt="2020-12-21T14:28:38.250" v="1517"/>
          <ac:inkMkLst>
            <pc:docMk/>
            <pc:sldMk cId="0" sldId="460"/>
            <ac:inkMk id="36" creationId="{E3C237F3-8B54-468B-8669-766A262264B5}"/>
          </ac:inkMkLst>
        </pc:inkChg>
        <pc:inkChg chg="add">
          <ac:chgData name="Md. Nahid Hasan" userId="S::nahid@vu.edu.bd::85ea5f9e-65d6-4031-b810-9415101f2e21" providerId="AD" clId="Web-{B4C2672B-3B0D-4136-B0A3-A01D0671BFC8}" dt="2020-12-21T14:28:38.250" v="1518"/>
          <ac:inkMkLst>
            <pc:docMk/>
            <pc:sldMk cId="0" sldId="460"/>
            <ac:inkMk id="37" creationId="{0839CE04-14B0-4956-8FB9-E15B3E31F211}"/>
          </ac:inkMkLst>
        </pc:inkChg>
        <pc:inkChg chg="add">
          <ac:chgData name="Md. Nahid Hasan" userId="S::nahid@vu.edu.bd::85ea5f9e-65d6-4031-b810-9415101f2e21" providerId="AD" clId="Web-{B4C2672B-3B0D-4136-B0A3-A01D0671BFC8}" dt="2020-12-21T14:28:38.266" v="1519"/>
          <ac:inkMkLst>
            <pc:docMk/>
            <pc:sldMk cId="0" sldId="460"/>
            <ac:inkMk id="38" creationId="{2E5CA594-6A8A-4504-BBC5-3FE4CA6EDE5F}"/>
          </ac:inkMkLst>
        </pc:inkChg>
        <pc:inkChg chg="add">
          <ac:chgData name="Md. Nahid Hasan" userId="S::nahid@vu.edu.bd::85ea5f9e-65d6-4031-b810-9415101f2e21" providerId="AD" clId="Web-{B4C2672B-3B0D-4136-B0A3-A01D0671BFC8}" dt="2020-12-21T14:28:40.219" v="1520"/>
          <ac:inkMkLst>
            <pc:docMk/>
            <pc:sldMk cId="0" sldId="460"/>
            <ac:inkMk id="39" creationId="{F0F06422-0D89-492E-91D9-391D16C1100A}"/>
          </ac:inkMkLst>
        </pc:inkChg>
        <pc:inkChg chg="add">
          <ac:chgData name="Md. Nahid Hasan" userId="S::nahid@vu.edu.bd::85ea5f9e-65d6-4031-b810-9415101f2e21" providerId="AD" clId="Web-{B4C2672B-3B0D-4136-B0A3-A01D0671BFC8}" dt="2020-12-21T14:28:40.234" v="1521"/>
          <ac:inkMkLst>
            <pc:docMk/>
            <pc:sldMk cId="0" sldId="460"/>
            <ac:inkMk id="40" creationId="{7AE34E8E-E574-4CA5-A368-1EA7A7B8240F}"/>
          </ac:inkMkLst>
        </pc:inkChg>
        <pc:inkChg chg="add">
          <ac:chgData name="Md. Nahid Hasan" userId="S::nahid@vu.edu.bd::85ea5f9e-65d6-4031-b810-9415101f2e21" providerId="AD" clId="Web-{B4C2672B-3B0D-4136-B0A3-A01D0671BFC8}" dt="2020-12-21T14:28:40.234" v="1522"/>
          <ac:inkMkLst>
            <pc:docMk/>
            <pc:sldMk cId="0" sldId="460"/>
            <ac:inkMk id="41" creationId="{24420CED-1482-4478-8B3C-3B1D3A5E290D}"/>
          </ac:inkMkLst>
        </pc:inkChg>
        <pc:inkChg chg="add">
          <ac:chgData name="Md. Nahid Hasan" userId="S::nahid@vu.edu.bd::85ea5f9e-65d6-4031-b810-9415101f2e21" providerId="AD" clId="Web-{B4C2672B-3B0D-4136-B0A3-A01D0671BFC8}" dt="2020-12-21T14:28:40.609" v="1523"/>
          <ac:inkMkLst>
            <pc:docMk/>
            <pc:sldMk cId="0" sldId="460"/>
            <ac:inkMk id="42" creationId="{B05F6382-DCF0-4851-B399-A812CD962ADA}"/>
          </ac:inkMkLst>
        </pc:inkChg>
        <pc:inkChg chg="add">
          <ac:chgData name="Md. Nahid Hasan" userId="S::nahid@vu.edu.bd::85ea5f9e-65d6-4031-b810-9415101f2e21" providerId="AD" clId="Web-{B4C2672B-3B0D-4136-B0A3-A01D0671BFC8}" dt="2020-12-21T14:28:41.344" v="1524"/>
          <ac:inkMkLst>
            <pc:docMk/>
            <pc:sldMk cId="0" sldId="460"/>
            <ac:inkMk id="43" creationId="{3A20FA13-EC2C-47BC-9FB7-3454C803D793}"/>
          </ac:inkMkLst>
        </pc:inkChg>
        <pc:inkChg chg="add">
          <ac:chgData name="Md. Nahid Hasan" userId="S::nahid@vu.edu.bd::85ea5f9e-65d6-4031-b810-9415101f2e21" providerId="AD" clId="Web-{B4C2672B-3B0D-4136-B0A3-A01D0671BFC8}" dt="2020-12-21T14:28:43.203" v="1525"/>
          <ac:inkMkLst>
            <pc:docMk/>
            <pc:sldMk cId="0" sldId="460"/>
            <ac:inkMk id="44" creationId="{CF37641B-D153-4F4F-8563-E34F2E665222}"/>
          </ac:inkMkLst>
        </pc:inkChg>
        <pc:inkChg chg="add">
          <ac:chgData name="Md. Nahid Hasan" userId="S::nahid@vu.edu.bd::85ea5f9e-65d6-4031-b810-9415101f2e21" providerId="AD" clId="Web-{B4C2672B-3B0D-4136-B0A3-A01D0671BFC8}" dt="2020-12-21T14:28:43.203" v="1526"/>
          <ac:inkMkLst>
            <pc:docMk/>
            <pc:sldMk cId="0" sldId="460"/>
            <ac:inkMk id="45" creationId="{027C64B8-2956-4D1C-B8AB-376DCB7F1D37}"/>
          </ac:inkMkLst>
        </pc:inkChg>
        <pc:inkChg chg="add">
          <ac:chgData name="Md. Nahid Hasan" userId="S::nahid@vu.edu.bd::85ea5f9e-65d6-4031-b810-9415101f2e21" providerId="AD" clId="Web-{B4C2672B-3B0D-4136-B0A3-A01D0671BFC8}" dt="2020-12-21T14:28:45.875" v="1527"/>
          <ac:inkMkLst>
            <pc:docMk/>
            <pc:sldMk cId="0" sldId="460"/>
            <ac:inkMk id="46" creationId="{834FCC0F-F34E-4CEA-8B39-93769E929922}"/>
          </ac:inkMkLst>
        </pc:inkChg>
        <pc:inkChg chg="add">
          <ac:chgData name="Md. Nahid Hasan" userId="S::nahid@vu.edu.bd::85ea5f9e-65d6-4031-b810-9415101f2e21" providerId="AD" clId="Web-{B4C2672B-3B0D-4136-B0A3-A01D0671BFC8}" dt="2020-12-21T14:28:46.875" v="1528"/>
          <ac:inkMkLst>
            <pc:docMk/>
            <pc:sldMk cId="0" sldId="460"/>
            <ac:inkMk id="47" creationId="{53028D83-07F4-4242-9F7F-1D1058FC09A9}"/>
          </ac:inkMkLst>
        </pc:inkChg>
        <pc:inkChg chg="add">
          <ac:chgData name="Md. Nahid Hasan" userId="S::nahid@vu.edu.bd::85ea5f9e-65d6-4031-b810-9415101f2e21" providerId="AD" clId="Web-{B4C2672B-3B0D-4136-B0A3-A01D0671BFC8}" dt="2020-12-21T14:28:52.125" v="1529"/>
          <ac:inkMkLst>
            <pc:docMk/>
            <pc:sldMk cId="0" sldId="460"/>
            <ac:inkMk id="48" creationId="{624360FD-C0E2-41FB-B677-6F2921EF99C8}"/>
          </ac:inkMkLst>
        </pc:inkChg>
        <pc:inkChg chg="add">
          <ac:chgData name="Md. Nahid Hasan" userId="S::nahid@vu.edu.bd::85ea5f9e-65d6-4031-b810-9415101f2e21" providerId="AD" clId="Web-{B4C2672B-3B0D-4136-B0A3-A01D0671BFC8}" dt="2020-12-21T14:28:53.969" v="1530"/>
          <ac:inkMkLst>
            <pc:docMk/>
            <pc:sldMk cId="0" sldId="460"/>
            <ac:inkMk id="49" creationId="{AEC55ACD-4C21-4753-9535-4A8AB5157D8D}"/>
          </ac:inkMkLst>
        </pc:inkChg>
        <pc:inkChg chg="add">
          <ac:chgData name="Md. Nahid Hasan" userId="S::nahid@vu.edu.bd::85ea5f9e-65d6-4031-b810-9415101f2e21" providerId="AD" clId="Web-{B4C2672B-3B0D-4136-B0A3-A01D0671BFC8}" dt="2020-12-21T14:28:53.969" v="1531"/>
          <ac:inkMkLst>
            <pc:docMk/>
            <pc:sldMk cId="0" sldId="460"/>
            <ac:inkMk id="50" creationId="{C50B1849-9434-46CF-B7B1-FE23B7BD298F}"/>
          </ac:inkMkLst>
        </pc:inkChg>
        <pc:inkChg chg="add">
          <ac:chgData name="Md. Nahid Hasan" userId="S::nahid@vu.edu.bd::85ea5f9e-65d6-4031-b810-9415101f2e21" providerId="AD" clId="Web-{B4C2672B-3B0D-4136-B0A3-A01D0671BFC8}" dt="2020-12-21T14:28:53.984" v="1532"/>
          <ac:inkMkLst>
            <pc:docMk/>
            <pc:sldMk cId="0" sldId="460"/>
            <ac:inkMk id="51" creationId="{85171E4F-3A53-450C-8601-70AFCBE70D5F}"/>
          </ac:inkMkLst>
        </pc:inkChg>
        <pc:inkChg chg="add">
          <ac:chgData name="Md. Nahid Hasan" userId="S::nahid@vu.edu.bd::85ea5f9e-65d6-4031-b810-9415101f2e21" providerId="AD" clId="Web-{B4C2672B-3B0D-4136-B0A3-A01D0671BFC8}" dt="2020-12-21T14:28:55.328" v="1533"/>
          <ac:inkMkLst>
            <pc:docMk/>
            <pc:sldMk cId="0" sldId="460"/>
            <ac:inkMk id="52" creationId="{51B9F161-01A8-43ED-84E7-1C29E5C75E6F}"/>
          </ac:inkMkLst>
        </pc:inkChg>
        <pc:inkChg chg="add">
          <ac:chgData name="Md. Nahid Hasan" userId="S::nahid@vu.edu.bd::85ea5f9e-65d6-4031-b810-9415101f2e21" providerId="AD" clId="Web-{B4C2672B-3B0D-4136-B0A3-A01D0671BFC8}" dt="2020-12-21T14:28:57" v="1534"/>
          <ac:inkMkLst>
            <pc:docMk/>
            <pc:sldMk cId="0" sldId="460"/>
            <ac:inkMk id="53" creationId="{D8642EC4-112B-4B37-B5B9-A479E3620F14}"/>
          </ac:inkMkLst>
        </pc:inkChg>
        <pc:inkChg chg="add">
          <ac:chgData name="Md. Nahid Hasan" userId="S::nahid@vu.edu.bd::85ea5f9e-65d6-4031-b810-9415101f2e21" providerId="AD" clId="Web-{B4C2672B-3B0D-4136-B0A3-A01D0671BFC8}" dt="2020-12-21T14:28:58.250" v="1535"/>
          <ac:inkMkLst>
            <pc:docMk/>
            <pc:sldMk cId="0" sldId="460"/>
            <ac:inkMk id="54" creationId="{02B97539-E67A-4A7F-AC1C-B5B93DC280AB}"/>
          </ac:inkMkLst>
        </pc:inkChg>
        <pc:inkChg chg="add">
          <ac:chgData name="Md. Nahid Hasan" userId="S::nahid@vu.edu.bd::85ea5f9e-65d6-4031-b810-9415101f2e21" providerId="AD" clId="Web-{B4C2672B-3B0D-4136-B0A3-A01D0671BFC8}" dt="2020-12-21T14:29:02.797" v="1536"/>
          <ac:inkMkLst>
            <pc:docMk/>
            <pc:sldMk cId="0" sldId="460"/>
            <ac:inkMk id="55" creationId="{ED7F0503-1565-4CBB-B623-28C46B4A1C90}"/>
          </ac:inkMkLst>
        </pc:inkChg>
        <pc:inkChg chg="add">
          <ac:chgData name="Md. Nahid Hasan" userId="S::nahid@vu.edu.bd::85ea5f9e-65d6-4031-b810-9415101f2e21" providerId="AD" clId="Web-{B4C2672B-3B0D-4136-B0A3-A01D0671BFC8}" dt="2020-12-21T14:29:02.797" v="1537"/>
          <ac:inkMkLst>
            <pc:docMk/>
            <pc:sldMk cId="0" sldId="460"/>
            <ac:inkMk id="56" creationId="{F7BFC801-6451-4450-9B41-67660E1B855C}"/>
          </ac:inkMkLst>
        </pc:inkChg>
        <pc:inkChg chg="add">
          <ac:chgData name="Md. Nahid Hasan" userId="S::nahid@vu.edu.bd::85ea5f9e-65d6-4031-b810-9415101f2e21" providerId="AD" clId="Web-{B4C2672B-3B0D-4136-B0A3-A01D0671BFC8}" dt="2020-12-21T14:29:06.219" v="1538"/>
          <ac:inkMkLst>
            <pc:docMk/>
            <pc:sldMk cId="0" sldId="460"/>
            <ac:inkMk id="57" creationId="{2622D4A9-A93B-497E-BE83-0BCA85958741}"/>
          </ac:inkMkLst>
        </pc:inkChg>
        <pc:inkChg chg="add">
          <ac:chgData name="Md. Nahid Hasan" userId="S::nahid@vu.edu.bd::85ea5f9e-65d6-4031-b810-9415101f2e21" providerId="AD" clId="Web-{B4C2672B-3B0D-4136-B0A3-A01D0671BFC8}" dt="2020-12-21T14:29:06.219" v="1539"/>
          <ac:inkMkLst>
            <pc:docMk/>
            <pc:sldMk cId="0" sldId="460"/>
            <ac:inkMk id="58" creationId="{EDE63916-A7F0-42FD-A8A5-BEFA875069C7}"/>
          </ac:inkMkLst>
        </pc:inkChg>
        <pc:inkChg chg="add">
          <ac:chgData name="Md. Nahid Hasan" userId="S::nahid@vu.edu.bd::85ea5f9e-65d6-4031-b810-9415101f2e21" providerId="AD" clId="Web-{B4C2672B-3B0D-4136-B0A3-A01D0671BFC8}" dt="2020-12-21T14:29:06.234" v="1540"/>
          <ac:inkMkLst>
            <pc:docMk/>
            <pc:sldMk cId="0" sldId="460"/>
            <ac:inkMk id="59" creationId="{001310BD-D9ED-4D23-80C6-5BB45836A2E9}"/>
          </ac:inkMkLst>
        </pc:inkChg>
        <pc:inkChg chg="add">
          <ac:chgData name="Md. Nahid Hasan" userId="S::nahid@vu.edu.bd::85ea5f9e-65d6-4031-b810-9415101f2e21" providerId="AD" clId="Web-{B4C2672B-3B0D-4136-B0A3-A01D0671BFC8}" dt="2020-12-21T14:29:06.234" v="1541"/>
          <ac:inkMkLst>
            <pc:docMk/>
            <pc:sldMk cId="0" sldId="460"/>
            <ac:inkMk id="60" creationId="{6A6122B6-6FBD-4CCA-8FF1-BF641E861711}"/>
          </ac:inkMkLst>
        </pc:inkChg>
        <pc:inkChg chg="add">
          <ac:chgData name="Md. Nahid Hasan" userId="S::nahid@vu.edu.bd::85ea5f9e-65d6-4031-b810-9415101f2e21" providerId="AD" clId="Web-{B4C2672B-3B0D-4136-B0A3-A01D0671BFC8}" dt="2020-12-21T14:29:06.250" v="1542"/>
          <ac:inkMkLst>
            <pc:docMk/>
            <pc:sldMk cId="0" sldId="460"/>
            <ac:inkMk id="61" creationId="{1E072F37-D95C-486E-923A-56B8F7617B2B}"/>
          </ac:inkMkLst>
        </pc:inkChg>
        <pc:inkChg chg="add">
          <ac:chgData name="Md. Nahid Hasan" userId="S::nahid@vu.edu.bd::85ea5f9e-65d6-4031-b810-9415101f2e21" providerId="AD" clId="Web-{B4C2672B-3B0D-4136-B0A3-A01D0671BFC8}" dt="2020-12-21T14:29:07.656" v="1543"/>
          <ac:inkMkLst>
            <pc:docMk/>
            <pc:sldMk cId="0" sldId="460"/>
            <ac:inkMk id="62" creationId="{93F19A7B-FCC4-4BC2-834F-25D345075270}"/>
          </ac:inkMkLst>
        </pc:inkChg>
        <pc:inkChg chg="add">
          <ac:chgData name="Md. Nahid Hasan" userId="S::nahid@vu.edu.bd::85ea5f9e-65d6-4031-b810-9415101f2e21" providerId="AD" clId="Web-{B4C2672B-3B0D-4136-B0A3-A01D0671BFC8}" dt="2020-12-21T14:29:07.656" v="1544"/>
          <ac:inkMkLst>
            <pc:docMk/>
            <pc:sldMk cId="0" sldId="460"/>
            <ac:inkMk id="63" creationId="{82F0B151-2E37-49A1-AE82-92C62934E70C}"/>
          </ac:inkMkLst>
        </pc:inkChg>
        <pc:inkChg chg="add">
          <ac:chgData name="Md. Nahid Hasan" userId="S::nahid@vu.edu.bd::85ea5f9e-65d6-4031-b810-9415101f2e21" providerId="AD" clId="Web-{B4C2672B-3B0D-4136-B0A3-A01D0671BFC8}" dt="2020-12-21T14:29:07.672" v="1545"/>
          <ac:inkMkLst>
            <pc:docMk/>
            <pc:sldMk cId="0" sldId="460"/>
            <ac:inkMk id="71680" creationId="{1306C3BB-841A-431F-B3D5-366B76BA37A1}"/>
          </ac:inkMkLst>
        </pc:inkChg>
        <pc:inkChg chg="add">
          <ac:chgData name="Md. Nahid Hasan" userId="S::nahid@vu.edu.bd::85ea5f9e-65d6-4031-b810-9415101f2e21" providerId="AD" clId="Web-{B4C2672B-3B0D-4136-B0A3-A01D0671BFC8}" dt="2020-12-21T14:29:11" v="1546"/>
          <ac:inkMkLst>
            <pc:docMk/>
            <pc:sldMk cId="0" sldId="460"/>
            <ac:inkMk id="71681" creationId="{A7A114E4-CCC9-42AF-8E00-562F0C49C312}"/>
          </ac:inkMkLst>
        </pc:inkChg>
        <pc:inkChg chg="add">
          <ac:chgData name="Md. Nahid Hasan" userId="S::nahid@vu.edu.bd::85ea5f9e-65d6-4031-b810-9415101f2e21" providerId="AD" clId="Web-{B4C2672B-3B0D-4136-B0A3-A01D0671BFC8}" dt="2020-12-21T14:29:11.094" v="1547"/>
          <ac:inkMkLst>
            <pc:docMk/>
            <pc:sldMk cId="0" sldId="460"/>
            <ac:inkMk id="71684" creationId="{C349A199-D86B-436B-AE37-3A3CE285B890}"/>
          </ac:inkMkLst>
        </pc:inkChg>
        <pc:inkChg chg="add">
          <ac:chgData name="Md. Nahid Hasan" userId="S::nahid@vu.edu.bd::85ea5f9e-65d6-4031-b810-9415101f2e21" providerId="AD" clId="Web-{B4C2672B-3B0D-4136-B0A3-A01D0671BFC8}" dt="2020-12-21T14:29:21.625" v="1548"/>
          <ac:inkMkLst>
            <pc:docMk/>
            <pc:sldMk cId="0" sldId="460"/>
            <ac:inkMk id="71685" creationId="{74E73A0A-9C82-44D4-B3E9-B6B81E2AF55A}"/>
          </ac:inkMkLst>
        </pc:inkChg>
        <pc:inkChg chg="add">
          <ac:chgData name="Md. Nahid Hasan" userId="S::nahid@vu.edu.bd::85ea5f9e-65d6-4031-b810-9415101f2e21" providerId="AD" clId="Web-{B4C2672B-3B0D-4136-B0A3-A01D0671BFC8}" dt="2020-12-21T14:29:28.187" v="1549"/>
          <ac:inkMkLst>
            <pc:docMk/>
            <pc:sldMk cId="0" sldId="460"/>
            <ac:inkMk id="71686" creationId="{88850D05-3EA8-450D-8F8F-C88FBE80E152}"/>
          </ac:inkMkLst>
        </pc:inkChg>
        <pc:inkChg chg="add">
          <ac:chgData name="Md. Nahid Hasan" userId="S::nahid@vu.edu.bd::85ea5f9e-65d6-4031-b810-9415101f2e21" providerId="AD" clId="Web-{B4C2672B-3B0D-4136-B0A3-A01D0671BFC8}" dt="2020-12-21T14:29:37.875" v="1550"/>
          <ac:inkMkLst>
            <pc:docMk/>
            <pc:sldMk cId="0" sldId="460"/>
            <ac:inkMk id="71687" creationId="{184AA925-B273-4823-9C0F-0877D0ADFAB6}"/>
          </ac:inkMkLst>
        </pc:inkChg>
        <pc:inkChg chg="add del">
          <ac:chgData name="Md. Nahid Hasan" userId="S::nahid@vu.edu.bd::85ea5f9e-65d6-4031-b810-9415101f2e21" providerId="AD" clId="Web-{B4C2672B-3B0D-4136-B0A3-A01D0671BFC8}" dt="2020-12-21T14:29:46.875" v="1557"/>
          <ac:inkMkLst>
            <pc:docMk/>
            <pc:sldMk cId="0" sldId="460"/>
            <ac:inkMk id="71688" creationId="{76377FE4-D3AA-4D4A-B99A-E7301B7519E4}"/>
          </ac:inkMkLst>
        </pc:inkChg>
        <pc:inkChg chg="add">
          <ac:chgData name="Md. Nahid Hasan" userId="S::nahid@vu.edu.bd::85ea5f9e-65d6-4031-b810-9415101f2e21" providerId="AD" clId="Web-{B4C2672B-3B0D-4136-B0A3-A01D0671BFC8}" dt="2020-12-21T14:29:41.656" v="1552"/>
          <ac:inkMkLst>
            <pc:docMk/>
            <pc:sldMk cId="0" sldId="460"/>
            <ac:inkMk id="71689" creationId="{2B363A69-BC9F-4C0F-B7BF-B621E4A11654}"/>
          </ac:inkMkLst>
        </pc:inkChg>
        <pc:inkChg chg="add">
          <ac:chgData name="Md. Nahid Hasan" userId="S::nahid@vu.edu.bd::85ea5f9e-65d6-4031-b810-9415101f2e21" providerId="AD" clId="Web-{B4C2672B-3B0D-4136-B0A3-A01D0671BFC8}" dt="2020-12-21T14:29:41.656" v="1553"/>
          <ac:inkMkLst>
            <pc:docMk/>
            <pc:sldMk cId="0" sldId="460"/>
            <ac:inkMk id="71690" creationId="{89BAD414-1D7D-44E2-90E0-913D0360A385}"/>
          </ac:inkMkLst>
        </pc:inkChg>
        <pc:inkChg chg="add del">
          <ac:chgData name="Md. Nahid Hasan" userId="S::nahid@vu.edu.bd::85ea5f9e-65d6-4031-b810-9415101f2e21" providerId="AD" clId="Web-{B4C2672B-3B0D-4136-B0A3-A01D0671BFC8}" dt="2020-12-21T14:29:55.812" v="1562"/>
          <ac:inkMkLst>
            <pc:docMk/>
            <pc:sldMk cId="0" sldId="460"/>
            <ac:inkMk id="71691" creationId="{51869434-5F34-4822-801E-0EB7F147C1E5}"/>
          </ac:inkMkLst>
        </pc:inkChg>
        <pc:inkChg chg="add del">
          <ac:chgData name="Md. Nahid Hasan" userId="S::nahid@vu.edu.bd::85ea5f9e-65d6-4031-b810-9415101f2e21" providerId="AD" clId="Web-{B4C2672B-3B0D-4136-B0A3-A01D0671BFC8}" dt="2020-12-21T14:29:55.797" v="1561"/>
          <ac:inkMkLst>
            <pc:docMk/>
            <pc:sldMk cId="0" sldId="460"/>
            <ac:inkMk id="71692" creationId="{5F79D599-3C04-4751-897E-0A06BD2D231B}"/>
          </ac:inkMkLst>
        </pc:inkChg>
        <pc:inkChg chg="add del">
          <ac:chgData name="Md. Nahid Hasan" userId="S::nahid@vu.edu.bd::85ea5f9e-65d6-4031-b810-9415101f2e21" providerId="AD" clId="Web-{B4C2672B-3B0D-4136-B0A3-A01D0671BFC8}" dt="2020-12-21T14:29:55.797" v="1560"/>
          <ac:inkMkLst>
            <pc:docMk/>
            <pc:sldMk cId="0" sldId="460"/>
            <ac:inkMk id="71693" creationId="{22302FF0-4CD4-4146-ACE3-1C9895BC9B40}"/>
          </ac:inkMkLst>
        </pc:inkChg>
        <pc:inkChg chg="add del">
          <ac:chgData name="Md. Nahid Hasan" userId="S::nahid@vu.edu.bd::85ea5f9e-65d6-4031-b810-9415101f2e21" providerId="AD" clId="Web-{B4C2672B-3B0D-4136-B0A3-A01D0671BFC8}" dt="2020-12-21T14:29:55.797" v="1559"/>
          <ac:inkMkLst>
            <pc:docMk/>
            <pc:sldMk cId="0" sldId="460"/>
            <ac:inkMk id="71694" creationId="{C9595233-6AAF-421D-BBA4-63E8D95805AC}"/>
          </ac:inkMkLst>
        </pc:inkChg>
        <pc:inkChg chg="add">
          <ac:chgData name="Md. Nahid Hasan" userId="S::nahid@vu.edu.bd::85ea5f9e-65d6-4031-b810-9415101f2e21" providerId="AD" clId="Web-{B4C2672B-3B0D-4136-B0A3-A01D0671BFC8}" dt="2020-12-21T14:29:58.578" v="1563"/>
          <ac:inkMkLst>
            <pc:docMk/>
            <pc:sldMk cId="0" sldId="460"/>
            <ac:inkMk id="71695" creationId="{D4809433-47B6-46A0-B964-8B161855AADC}"/>
          </ac:inkMkLst>
        </pc:inkChg>
        <pc:inkChg chg="add">
          <ac:chgData name="Md. Nahid Hasan" userId="S::nahid@vu.edu.bd::85ea5f9e-65d6-4031-b810-9415101f2e21" providerId="AD" clId="Web-{B4C2672B-3B0D-4136-B0A3-A01D0671BFC8}" dt="2020-12-21T14:29:59.234" v="1564"/>
          <ac:inkMkLst>
            <pc:docMk/>
            <pc:sldMk cId="0" sldId="460"/>
            <ac:inkMk id="71696" creationId="{A986E1C5-6710-4384-8772-034D0180B2AB}"/>
          </ac:inkMkLst>
        </pc:inkChg>
        <pc:inkChg chg="add">
          <ac:chgData name="Md. Nahid Hasan" userId="S::nahid@vu.edu.bd::85ea5f9e-65d6-4031-b810-9415101f2e21" providerId="AD" clId="Web-{B4C2672B-3B0D-4136-B0A3-A01D0671BFC8}" dt="2020-12-21T14:30:03.156" v="1565"/>
          <ac:inkMkLst>
            <pc:docMk/>
            <pc:sldMk cId="0" sldId="460"/>
            <ac:inkMk id="71697" creationId="{80D99581-9930-490A-A500-576CDB3B842A}"/>
          </ac:inkMkLst>
        </pc:inkChg>
        <pc:inkChg chg="add">
          <ac:chgData name="Md. Nahid Hasan" userId="S::nahid@vu.edu.bd::85ea5f9e-65d6-4031-b810-9415101f2e21" providerId="AD" clId="Web-{B4C2672B-3B0D-4136-B0A3-A01D0671BFC8}" dt="2020-12-21T14:30:03.156" v="1566"/>
          <ac:inkMkLst>
            <pc:docMk/>
            <pc:sldMk cId="0" sldId="460"/>
            <ac:inkMk id="71698" creationId="{514D34DD-2919-49EA-95B2-43065B1291EC}"/>
          </ac:inkMkLst>
        </pc:inkChg>
        <pc:inkChg chg="add">
          <ac:chgData name="Md. Nahid Hasan" userId="S::nahid@vu.edu.bd::85ea5f9e-65d6-4031-b810-9415101f2e21" providerId="AD" clId="Web-{B4C2672B-3B0D-4136-B0A3-A01D0671BFC8}" dt="2020-12-21T14:30:03.172" v="1567"/>
          <ac:inkMkLst>
            <pc:docMk/>
            <pc:sldMk cId="0" sldId="460"/>
            <ac:inkMk id="71699" creationId="{16E1DAB6-FD0F-4054-B874-7F8E79BA7F90}"/>
          </ac:inkMkLst>
        </pc:inkChg>
        <pc:inkChg chg="add">
          <ac:chgData name="Md. Nahid Hasan" userId="S::nahid@vu.edu.bd::85ea5f9e-65d6-4031-b810-9415101f2e21" providerId="AD" clId="Web-{B4C2672B-3B0D-4136-B0A3-A01D0671BFC8}" dt="2020-12-21T14:30:08.859" v="1568"/>
          <ac:inkMkLst>
            <pc:docMk/>
            <pc:sldMk cId="0" sldId="460"/>
            <ac:inkMk id="71700" creationId="{ABD0B3A2-8979-4EF0-BF68-D3FE1AB988AE}"/>
          </ac:inkMkLst>
        </pc:inkChg>
        <pc:inkChg chg="add">
          <ac:chgData name="Md. Nahid Hasan" userId="S::nahid@vu.edu.bd::85ea5f9e-65d6-4031-b810-9415101f2e21" providerId="AD" clId="Web-{B4C2672B-3B0D-4136-B0A3-A01D0671BFC8}" dt="2020-12-21T14:30:16.656" v="1569"/>
          <ac:inkMkLst>
            <pc:docMk/>
            <pc:sldMk cId="0" sldId="460"/>
            <ac:inkMk id="71701" creationId="{7DC3E0A0-7383-43C3-B237-8A965F80BF5E}"/>
          </ac:inkMkLst>
        </pc:inkChg>
        <pc:inkChg chg="add del">
          <ac:chgData name="Md. Nahid Hasan" userId="S::nahid@vu.edu.bd::85ea5f9e-65d6-4031-b810-9415101f2e21" providerId="AD" clId="Web-{B4C2672B-3B0D-4136-B0A3-A01D0671BFC8}" dt="2020-12-21T14:31:41.406" v="1618"/>
          <ac:inkMkLst>
            <pc:docMk/>
            <pc:sldMk cId="0" sldId="460"/>
            <ac:inkMk id="71702" creationId="{7FAEDC70-91A3-4B6A-BFBE-AE2BBFD106F8}"/>
          </ac:inkMkLst>
        </pc:inkChg>
        <pc:inkChg chg="add del">
          <ac:chgData name="Md. Nahid Hasan" userId="S::nahid@vu.edu.bd::85ea5f9e-65d6-4031-b810-9415101f2e21" providerId="AD" clId="Web-{B4C2672B-3B0D-4136-B0A3-A01D0671BFC8}" dt="2020-12-21T14:31:41.406" v="1617"/>
          <ac:inkMkLst>
            <pc:docMk/>
            <pc:sldMk cId="0" sldId="460"/>
            <ac:inkMk id="71703" creationId="{18A17A2C-0813-4704-A3A1-71C54523A54B}"/>
          </ac:inkMkLst>
        </pc:inkChg>
        <pc:inkChg chg="add del">
          <ac:chgData name="Md. Nahid Hasan" userId="S::nahid@vu.edu.bd::85ea5f9e-65d6-4031-b810-9415101f2e21" providerId="AD" clId="Web-{B4C2672B-3B0D-4136-B0A3-A01D0671BFC8}" dt="2020-12-21T14:31:41.406" v="1616"/>
          <ac:inkMkLst>
            <pc:docMk/>
            <pc:sldMk cId="0" sldId="460"/>
            <ac:inkMk id="71704" creationId="{B7F64C6F-2F21-4C81-AF28-16AEAA34BD0F}"/>
          </ac:inkMkLst>
        </pc:inkChg>
        <pc:inkChg chg="add del">
          <ac:chgData name="Md. Nahid Hasan" userId="S::nahid@vu.edu.bd::85ea5f9e-65d6-4031-b810-9415101f2e21" providerId="AD" clId="Web-{B4C2672B-3B0D-4136-B0A3-A01D0671BFC8}" dt="2020-12-21T14:31:41.390" v="1615"/>
          <ac:inkMkLst>
            <pc:docMk/>
            <pc:sldMk cId="0" sldId="460"/>
            <ac:inkMk id="71705" creationId="{1C6EC46F-5A15-4860-9CB4-6BDD8CA73A18}"/>
          </ac:inkMkLst>
        </pc:inkChg>
        <pc:inkChg chg="add del">
          <ac:chgData name="Md. Nahid Hasan" userId="S::nahid@vu.edu.bd::85ea5f9e-65d6-4031-b810-9415101f2e21" providerId="AD" clId="Web-{B4C2672B-3B0D-4136-B0A3-A01D0671BFC8}" dt="2020-12-21T14:31:41.390" v="1614"/>
          <ac:inkMkLst>
            <pc:docMk/>
            <pc:sldMk cId="0" sldId="460"/>
            <ac:inkMk id="71706" creationId="{413E473F-79FB-4E73-B55B-6738970F334B}"/>
          </ac:inkMkLst>
        </pc:inkChg>
        <pc:inkChg chg="add del">
          <ac:chgData name="Md. Nahid Hasan" userId="S::nahid@vu.edu.bd::85ea5f9e-65d6-4031-b810-9415101f2e21" providerId="AD" clId="Web-{B4C2672B-3B0D-4136-B0A3-A01D0671BFC8}" dt="2020-12-21T14:31:41.390" v="1613"/>
          <ac:inkMkLst>
            <pc:docMk/>
            <pc:sldMk cId="0" sldId="460"/>
            <ac:inkMk id="71707" creationId="{8BC137EE-3525-4144-B4DE-439288614586}"/>
          </ac:inkMkLst>
        </pc:inkChg>
        <pc:inkChg chg="add del">
          <ac:chgData name="Md. Nahid Hasan" userId="S::nahid@vu.edu.bd::85ea5f9e-65d6-4031-b810-9415101f2e21" providerId="AD" clId="Web-{B4C2672B-3B0D-4136-B0A3-A01D0671BFC8}" dt="2020-12-21T14:31:41.390" v="1612"/>
          <ac:inkMkLst>
            <pc:docMk/>
            <pc:sldMk cId="0" sldId="460"/>
            <ac:inkMk id="71708" creationId="{B9E5DC4B-58CD-43F0-8AB4-ACFE6EE42E39}"/>
          </ac:inkMkLst>
        </pc:inkChg>
        <pc:inkChg chg="add del">
          <ac:chgData name="Md. Nahid Hasan" userId="S::nahid@vu.edu.bd::85ea5f9e-65d6-4031-b810-9415101f2e21" providerId="AD" clId="Web-{B4C2672B-3B0D-4136-B0A3-A01D0671BFC8}" dt="2020-12-21T14:31:41.390" v="1611"/>
          <ac:inkMkLst>
            <pc:docMk/>
            <pc:sldMk cId="0" sldId="460"/>
            <ac:inkMk id="71709" creationId="{33B5B445-E89C-4B9E-9C0A-F51A35282B3F}"/>
          </ac:inkMkLst>
        </pc:inkChg>
        <pc:inkChg chg="add del">
          <ac:chgData name="Md. Nahid Hasan" userId="S::nahid@vu.edu.bd::85ea5f9e-65d6-4031-b810-9415101f2e21" providerId="AD" clId="Web-{B4C2672B-3B0D-4136-B0A3-A01D0671BFC8}" dt="2020-12-21T14:31:41.374" v="1610"/>
          <ac:inkMkLst>
            <pc:docMk/>
            <pc:sldMk cId="0" sldId="460"/>
            <ac:inkMk id="71710" creationId="{F147403D-0D83-42A2-B1B4-193B11808C93}"/>
          </ac:inkMkLst>
        </pc:inkChg>
        <pc:inkChg chg="add del">
          <ac:chgData name="Md. Nahid Hasan" userId="S::nahid@vu.edu.bd::85ea5f9e-65d6-4031-b810-9415101f2e21" providerId="AD" clId="Web-{B4C2672B-3B0D-4136-B0A3-A01D0671BFC8}" dt="2020-12-21T14:31:41.374" v="1609"/>
          <ac:inkMkLst>
            <pc:docMk/>
            <pc:sldMk cId="0" sldId="460"/>
            <ac:inkMk id="71711" creationId="{79889A65-71BF-49AF-BA9A-D2B1BAEFAEEC}"/>
          </ac:inkMkLst>
        </pc:inkChg>
        <pc:inkChg chg="add">
          <ac:chgData name="Md. Nahid Hasan" userId="S::nahid@vu.edu.bd::85ea5f9e-65d6-4031-b810-9415101f2e21" providerId="AD" clId="Web-{B4C2672B-3B0D-4136-B0A3-A01D0671BFC8}" dt="2020-12-21T14:30:37.187" v="1580"/>
          <ac:inkMkLst>
            <pc:docMk/>
            <pc:sldMk cId="0" sldId="460"/>
            <ac:inkMk id="71712" creationId="{BBEDC61B-9B57-4B71-A0AE-5AB6767123E9}"/>
          </ac:inkMkLst>
        </pc:inkChg>
        <pc:inkChg chg="add">
          <ac:chgData name="Md. Nahid Hasan" userId="S::nahid@vu.edu.bd::85ea5f9e-65d6-4031-b810-9415101f2e21" providerId="AD" clId="Web-{B4C2672B-3B0D-4136-B0A3-A01D0671BFC8}" dt="2020-12-21T14:30:38.500" v="1581"/>
          <ac:inkMkLst>
            <pc:docMk/>
            <pc:sldMk cId="0" sldId="460"/>
            <ac:inkMk id="71713" creationId="{B7921187-8D20-4D10-9A52-061D3896D523}"/>
          </ac:inkMkLst>
        </pc:inkChg>
        <pc:inkChg chg="add">
          <ac:chgData name="Md. Nahid Hasan" userId="S::nahid@vu.edu.bd::85ea5f9e-65d6-4031-b810-9415101f2e21" providerId="AD" clId="Web-{B4C2672B-3B0D-4136-B0A3-A01D0671BFC8}" dt="2020-12-21T14:30:42.937" v="1582"/>
          <ac:inkMkLst>
            <pc:docMk/>
            <pc:sldMk cId="0" sldId="460"/>
            <ac:inkMk id="71714" creationId="{5FF9DAAA-DB45-4C0E-B230-1D0F2185F4C0}"/>
          </ac:inkMkLst>
        </pc:inkChg>
        <pc:inkChg chg="add">
          <ac:chgData name="Md. Nahid Hasan" userId="S::nahid@vu.edu.bd::85ea5f9e-65d6-4031-b810-9415101f2e21" providerId="AD" clId="Web-{B4C2672B-3B0D-4136-B0A3-A01D0671BFC8}" dt="2020-12-21T14:30:43.031" v="1583"/>
          <ac:inkMkLst>
            <pc:docMk/>
            <pc:sldMk cId="0" sldId="460"/>
            <ac:inkMk id="71715" creationId="{BD975FBA-4E3B-4966-B280-29499F1BDB54}"/>
          </ac:inkMkLst>
        </pc:inkChg>
        <pc:inkChg chg="add">
          <ac:chgData name="Md. Nahid Hasan" userId="S::nahid@vu.edu.bd::85ea5f9e-65d6-4031-b810-9415101f2e21" providerId="AD" clId="Web-{B4C2672B-3B0D-4136-B0A3-A01D0671BFC8}" dt="2020-12-21T14:30:44.578" v="1584"/>
          <ac:inkMkLst>
            <pc:docMk/>
            <pc:sldMk cId="0" sldId="460"/>
            <ac:inkMk id="71716" creationId="{EF1823D0-6974-4B98-90BE-A18A82CEBB18}"/>
          </ac:inkMkLst>
        </pc:inkChg>
        <pc:inkChg chg="add">
          <ac:chgData name="Md. Nahid Hasan" userId="S::nahid@vu.edu.bd::85ea5f9e-65d6-4031-b810-9415101f2e21" providerId="AD" clId="Web-{B4C2672B-3B0D-4136-B0A3-A01D0671BFC8}" dt="2020-12-21T14:30:45.734" v="1585"/>
          <ac:inkMkLst>
            <pc:docMk/>
            <pc:sldMk cId="0" sldId="460"/>
            <ac:inkMk id="71717" creationId="{1864ECFD-D4B5-4E2D-893F-A8B5D17DA7CA}"/>
          </ac:inkMkLst>
        </pc:inkChg>
        <pc:inkChg chg="add">
          <ac:chgData name="Md. Nahid Hasan" userId="S::nahid@vu.edu.bd::85ea5f9e-65d6-4031-b810-9415101f2e21" providerId="AD" clId="Web-{B4C2672B-3B0D-4136-B0A3-A01D0671BFC8}" dt="2020-12-21T14:30:45.750" v="1586"/>
          <ac:inkMkLst>
            <pc:docMk/>
            <pc:sldMk cId="0" sldId="460"/>
            <ac:inkMk id="71718" creationId="{E8D9FC68-A381-4A8C-A8C9-86E33D9A37AD}"/>
          </ac:inkMkLst>
        </pc:inkChg>
        <pc:inkChg chg="add">
          <ac:chgData name="Md. Nahid Hasan" userId="S::nahid@vu.edu.bd::85ea5f9e-65d6-4031-b810-9415101f2e21" providerId="AD" clId="Web-{B4C2672B-3B0D-4136-B0A3-A01D0671BFC8}" dt="2020-12-21T14:30:46.250" v="1587"/>
          <ac:inkMkLst>
            <pc:docMk/>
            <pc:sldMk cId="0" sldId="460"/>
            <ac:inkMk id="71719" creationId="{4DF3F3B1-5987-4D61-90AD-6888579CF335}"/>
          </ac:inkMkLst>
        </pc:inkChg>
        <pc:inkChg chg="add">
          <ac:chgData name="Md. Nahid Hasan" userId="S::nahid@vu.edu.bd::85ea5f9e-65d6-4031-b810-9415101f2e21" providerId="AD" clId="Web-{B4C2672B-3B0D-4136-B0A3-A01D0671BFC8}" dt="2020-12-21T14:30:51.140" v="1588"/>
          <ac:inkMkLst>
            <pc:docMk/>
            <pc:sldMk cId="0" sldId="460"/>
            <ac:inkMk id="71720" creationId="{524FAE10-59AE-4290-A3D0-FD93C6C456CB}"/>
          </ac:inkMkLst>
        </pc:inkChg>
        <pc:inkChg chg="add">
          <ac:chgData name="Md. Nahid Hasan" userId="S::nahid@vu.edu.bd::85ea5f9e-65d6-4031-b810-9415101f2e21" providerId="AD" clId="Web-{B4C2672B-3B0D-4136-B0A3-A01D0671BFC8}" dt="2020-12-21T14:30:53.093" v="1589"/>
          <ac:inkMkLst>
            <pc:docMk/>
            <pc:sldMk cId="0" sldId="460"/>
            <ac:inkMk id="71721" creationId="{BD4A42AD-6A25-471E-A892-4E4AB32E47EC}"/>
          </ac:inkMkLst>
        </pc:inkChg>
        <pc:inkChg chg="add">
          <ac:chgData name="Md. Nahid Hasan" userId="S::nahid@vu.edu.bd::85ea5f9e-65d6-4031-b810-9415101f2e21" providerId="AD" clId="Web-{B4C2672B-3B0D-4136-B0A3-A01D0671BFC8}" dt="2020-12-21T14:30:55.906" v="1590"/>
          <ac:inkMkLst>
            <pc:docMk/>
            <pc:sldMk cId="0" sldId="460"/>
            <ac:inkMk id="71722" creationId="{6D17EB06-2C99-424D-AC4F-5F33079AE21D}"/>
          </ac:inkMkLst>
        </pc:inkChg>
        <pc:inkChg chg="add">
          <ac:chgData name="Md. Nahid Hasan" userId="S::nahid@vu.edu.bd::85ea5f9e-65d6-4031-b810-9415101f2e21" providerId="AD" clId="Web-{B4C2672B-3B0D-4136-B0A3-A01D0671BFC8}" dt="2020-12-21T14:30:55.921" v="1591"/>
          <ac:inkMkLst>
            <pc:docMk/>
            <pc:sldMk cId="0" sldId="460"/>
            <ac:inkMk id="71723" creationId="{06277197-E339-473D-87B3-987A4367A636}"/>
          </ac:inkMkLst>
        </pc:inkChg>
        <pc:inkChg chg="add">
          <ac:chgData name="Md. Nahid Hasan" userId="S::nahid@vu.edu.bd::85ea5f9e-65d6-4031-b810-9415101f2e21" providerId="AD" clId="Web-{B4C2672B-3B0D-4136-B0A3-A01D0671BFC8}" dt="2020-12-21T14:30:55.921" v="1592"/>
          <ac:inkMkLst>
            <pc:docMk/>
            <pc:sldMk cId="0" sldId="460"/>
            <ac:inkMk id="71724" creationId="{3F0679F4-4CFF-49C0-AFF1-1BCBB0F8832F}"/>
          </ac:inkMkLst>
        </pc:inkChg>
        <pc:inkChg chg="add">
          <ac:chgData name="Md. Nahid Hasan" userId="S::nahid@vu.edu.bd::85ea5f9e-65d6-4031-b810-9415101f2e21" providerId="AD" clId="Web-{B4C2672B-3B0D-4136-B0A3-A01D0671BFC8}" dt="2020-12-21T14:30:55.937" v="1593"/>
          <ac:inkMkLst>
            <pc:docMk/>
            <pc:sldMk cId="0" sldId="460"/>
            <ac:inkMk id="71725" creationId="{E1B6B646-123D-44A7-942B-94AE05273E7B}"/>
          </ac:inkMkLst>
        </pc:inkChg>
        <pc:inkChg chg="add">
          <ac:chgData name="Md. Nahid Hasan" userId="S::nahid@vu.edu.bd::85ea5f9e-65d6-4031-b810-9415101f2e21" providerId="AD" clId="Web-{B4C2672B-3B0D-4136-B0A3-A01D0671BFC8}" dt="2020-12-21T14:30:55.937" v="1594"/>
          <ac:inkMkLst>
            <pc:docMk/>
            <pc:sldMk cId="0" sldId="460"/>
            <ac:inkMk id="71726" creationId="{B0C6F944-26D3-44D9-99AE-239624D61D60}"/>
          </ac:inkMkLst>
        </pc:inkChg>
        <pc:inkChg chg="add">
          <ac:chgData name="Md. Nahid Hasan" userId="S::nahid@vu.edu.bd::85ea5f9e-65d6-4031-b810-9415101f2e21" providerId="AD" clId="Web-{B4C2672B-3B0D-4136-B0A3-A01D0671BFC8}" dt="2020-12-21T14:30:55.953" v="1595"/>
          <ac:inkMkLst>
            <pc:docMk/>
            <pc:sldMk cId="0" sldId="460"/>
            <ac:inkMk id="71727" creationId="{B828B3C4-9DCB-4C57-9DE3-B56AC9A680BF}"/>
          </ac:inkMkLst>
        </pc:inkChg>
        <pc:inkChg chg="add">
          <ac:chgData name="Md. Nahid Hasan" userId="S::nahid@vu.edu.bd::85ea5f9e-65d6-4031-b810-9415101f2e21" providerId="AD" clId="Web-{B4C2672B-3B0D-4136-B0A3-A01D0671BFC8}" dt="2020-12-21T14:30:55.953" v="1596"/>
          <ac:inkMkLst>
            <pc:docMk/>
            <pc:sldMk cId="0" sldId="460"/>
            <ac:inkMk id="71728" creationId="{723F3CBB-4E34-4914-B9FB-9C2B4E4AA01A}"/>
          </ac:inkMkLst>
        </pc:inkChg>
        <pc:inkChg chg="add">
          <ac:chgData name="Md. Nahid Hasan" userId="S::nahid@vu.edu.bd::85ea5f9e-65d6-4031-b810-9415101f2e21" providerId="AD" clId="Web-{B4C2672B-3B0D-4136-B0A3-A01D0671BFC8}" dt="2020-12-21T14:30:55.968" v="1597"/>
          <ac:inkMkLst>
            <pc:docMk/>
            <pc:sldMk cId="0" sldId="460"/>
            <ac:inkMk id="71729" creationId="{5E558DCF-587E-44F1-B6C0-D8FEEC3212BF}"/>
          </ac:inkMkLst>
        </pc:inkChg>
        <pc:inkChg chg="add">
          <ac:chgData name="Md. Nahid Hasan" userId="S::nahid@vu.edu.bd::85ea5f9e-65d6-4031-b810-9415101f2e21" providerId="AD" clId="Web-{B4C2672B-3B0D-4136-B0A3-A01D0671BFC8}" dt="2020-12-21T14:30:56.671" v="1598"/>
          <ac:inkMkLst>
            <pc:docMk/>
            <pc:sldMk cId="0" sldId="460"/>
            <ac:inkMk id="71730" creationId="{E9DB1571-E90D-418B-9460-2961DEC863ED}"/>
          </ac:inkMkLst>
        </pc:inkChg>
        <pc:inkChg chg="add">
          <ac:chgData name="Md. Nahid Hasan" userId="S::nahid@vu.edu.bd::85ea5f9e-65d6-4031-b810-9415101f2e21" providerId="AD" clId="Web-{B4C2672B-3B0D-4136-B0A3-A01D0671BFC8}" dt="2020-12-21T14:30:57.390" v="1599"/>
          <ac:inkMkLst>
            <pc:docMk/>
            <pc:sldMk cId="0" sldId="460"/>
            <ac:inkMk id="71731" creationId="{99902DB4-953F-42D0-ADBA-456644F567BA}"/>
          </ac:inkMkLst>
        </pc:inkChg>
        <pc:inkChg chg="add">
          <ac:chgData name="Md. Nahid Hasan" userId="S::nahid@vu.edu.bd::85ea5f9e-65d6-4031-b810-9415101f2e21" providerId="AD" clId="Web-{B4C2672B-3B0D-4136-B0A3-A01D0671BFC8}" dt="2020-12-21T14:31:07.859" v="1600"/>
          <ac:inkMkLst>
            <pc:docMk/>
            <pc:sldMk cId="0" sldId="460"/>
            <ac:inkMk id="71732" creationId="{C5F50F99-969E-4F6F-9152-F6E847D67641}"/>
          </ac:inkMkLst>
        </pc:inkChg>
        <pc:inkChg chg="add">
          <ac:chgData name="Md. Nahid Hasan" userId="S::nahid@vu.edu.bd::85ea5f9e-65d6-4031-b810-9415101f2e21" providerId="AD" clId="Web-{B4C2672B-3B0D-4136-B0A3-A01D0671BFC8}" dt="2020-12-21T14:31:09.281" v="1601"/>
          <ac:inkMkLst>
            <pc:docMk/>
            <pc:sldMk cId="0" sldId="460"/>
            <ac:inkMk id="71733" creationId="{E671242D-AF61-4EDA-9379-F95B6EE5DCA5}"/>
          </ac:inkMkLst>
        </pc:inkChg>
        <pc:inkChg chg="add">
          <ac:chgData name="Md. Nahid Hasan" userId="S::nahid@vu.edu.bd::85ea5f9e-65d6-4031-b810-9415101f2e21" providerId="AD" clId="Web-{B4C2672B-3B0D-4136-B0A3-A01D0671BFC8}" dt="2020-12-21T14:31:10.625" v="1602"/>
          <ac:inkMkLst>
            <pc:docMk/>
            <pc:sldMk cId="0" sldId="460"/>
            <ac:inkMk id="71734" creationId="{340833C6-F1B8-4899-9C68-31829901FD83}"/>
          </ac:inkMkLst>
        </pc:inkChg>
        <pc:inkChg chg="add">
          <ac:chgData name="Md. Nahid Hasan" userId="S::nahid@vu.edu.bd::85ea5f9e-65d6-4031-b810-9415101f2e21" providerId="AD" clId="Web-{B4C2672B-3B0D-4136-B0A3-A01D0671BFC8}" dt="2020-12-21T14:31:19.531" v="1603"/>
          <ac:inkMkLst>
            <pc:docMk/>
            <pc:sldMk cId="0" sldId="460"/>
            <ac:inkMk id="71735" creationId="{F4FB4FF3-FC13-4E48-91E5-2C78DACA9731}"/>
          </ac:inkMkLst>
        </pc:inkChg>
        <pc:inkChg chg="add">
          <ac:chgData name="Md. Nahid Hasan" userId="S::nahid@vu.edu.bd::85ea5f9e-65d6-4031-b810-9415101f2e21" providerId="AD" clId="Web-{B4C2672B-3B0D-4136-B0A3-A01D0671BFC8}" dt="2020-12-21T14:31:30.453" v="1604"/>
          <ac:inkMkLst>
            <pc:docMk/>
            <pc:sldMk cId="0" sldId="460"/>
            <ac:inkMk id="71736" creationId="{E2081A86-B8A6-442D-95BC-6C284389F061}"/>
          </ac:inkMkLst>
        </pc:inkChg>
        <pc:inkChg chg="add">
          <ac:chgData name="Md. Nahid Hasan" userId="S::nahid@vu.edu.bd::85ea5f9e-65d6-4031-b810-9415101f2e21" providerId="AD" clId="Web-{B4C2672B-3B0D-4136-B0A3-A01D0671BFC8}" dt="2020-12-21T14:31:31.531" v="1605"/>
          <ac:inkMkLst>
            <pc:docMk/>
            <pc:sldMk cId="0" sldId="460"/>
            <ac:inkMk id="71737" creationId="{D4807D6E-1999-4849-8C62-A77D05888466}"/>
          </ac:inkMkLst>
        </pc:inkChg>
        <pc:inkChg chg="add">
          <ac:chgData name="Md. Nahid Hasan" userId="S::nahid@vu.edu.bd::85ea5f9e-65d6-4031-b810-9415101f2e21" providerId="AD" clId="Web-{B4C2672B-3B0D-4136-B0A3-A01D0671BFC8}" dt="2020-12-21T14:31:33.859" v="1606"/>
          <ac:inkMkLst>
            <pc:docMk/>
            <pc:sldMk cId="0" sldId="460"/>
            <ac:inkMk id="71738" creationId="{32ED1594-09D4-4F10-B5EF-9E8BBEF8FF0C}"/>
          </ac:inkMkLst>
        </pc:inkChg>
        <pc:inkChg chg="add">
          <ac:chgData name="Md. Nahid Hasan" userId="S::nahid@vu.edu.bd::85ea5f9e-65d6-4031-b810-9415101f2e21" providerId="AD" clId="Web-{B4C2672B-3B0D-4136-B0A3-A01D0671BFC8}" dt="2020-12-21T14:31:33.984" v="1607"/>
          <ac:inkMkLst>
            <pc:docMk/>
            <pc:sldMk cId="0" sldId="460"/>
            <ac:inkMk id="71739" creationId="{3A8006F0-7FFA-4E97-80E0-A71B752E2A7D}"/>
          </ac:inkMkLst>
        </pc:inkChg>
        <pc:inkChg chg="add">
          <ac:chgData name="Md. Nahid Hasan" userId="S::nahid@vu.edu.bd::85ea5f9e-65d6-4031-b810-9415101f2e21" providerId="AD" clId="Web-{B4C2672B-3B0D-4136-B0A3-A01D0671BFC8}" dt="2020-12-21T14:31:34.656" v="1608"/>
          <ac:inkMkLst>
            <pc:docMk/>
            <pc:sldMk cId="0" sldId="460"/>
            <ac:inkMk id="71740" creationId="{4922216C-22F4-44A3-926F-2B471240C39D}"/>
          </ac:inkMkLst>
        </pc:inkChg>
        <pc:inkChg chg="add">
          <ac:chgData name="Md. Nahid Hasan" userId="S::nahid@vu.edu.bd::85ea5f9e-65d6-4031-b810-9415101f2e21" providerId="AD" clId="Web-{B4C2672B-3B0D-4136-B0A3-A01D0671BFC8}" dt="2020-12-21T14:31:45.578" v="1619"/>
          <ac:inkMkLst>
            <pc:docMk/>
            <pc:sldMk cId="0" sldId="460"/>
            <ac:inkMk id="71741" creationId="{89971C60-8398-4E04-A5EA-C2A0360861DD}"/>
          </ac:inkMkLst>
        </pc:inkChg>
        <pc:inkChg chg="add">
          <ac:chgData name="Md. Nahid Hasan" userId="S::nahid@vu.edu.bd::85ea5f9e-65d6-4031-b810-9415101f2e21" providerId="AD" clId="Web-{B4C2672B-3B0D-4136-B0A3-A01D0671BFC8}" dt="2020-12-21T14:31:47.265" v="1620"/>
          <ac:inkMkLst>
            <pc:docMk/>
            <pc:sldMk cId="0" sldId="460"/>
            <ac:inkMk id="71742" creationId="{11C7A797-F5B8-48D6-BD85-F5E5F6724936}"/>
          </ac:inkMkLst>
        </pc:inkChg>
        <pc:inkChg chg="add">
          <ac:chgData name="Md. Nahid Hasan" userId="S::nahid@vu.edu.bd::85ea5f9e-65d6-4031-b810-9415101f2e21" providerId="AD" clId="Web-{B4C2672B-3B0D-4136-B0A3-A01D0671BFC8}" dt="2020-12-21T14:31:48.468" v="1621"/>
          <ac:inkMkLst>
            <pc:docMk/>
            <pc:sldMk cId="0" sldId="460"/>
            <ac:inkMk id="71743" creationId="{5EB75AE7-ED71-4A95-8942-37B7ADA82931}"/>
          </ac:inkMkLst>
        </pc:inkChg>
        <pc:inkChg chg="add">
          <ac:chgData name="Md. Nahid Hasan" userId="S::nahid@vu.edu.bd::85ea5f9e-65d6-4031-b810-9415101f2e21" providerId="AD" clId="Web-{B4C2672B-3B0D-4136-B0A3-A01D0671BFC8}" dt="2020-12-21T14:31:50.343" v="1622"/>
          <ac:inkMkLst>
            <pc:docMk/>
            <pc:sldMk cId="0" sldId="460"/>
            <ac:inkMk id="71744" creationId="{DD80CEBC-7868-4115-857D-3F64E7505888}"/>
          </ac:inkMkLst>
        </pc:inkChg>
        <pc:inkChg chg="add">
          <ac:chgData name="Md. Nahid Hasan" userId="S::nahid@vu.edu.bd::85ea5f9e-65d6-4031-b810-9415101f2e21" providerId="AD" clId="Web-{B4C2672B-3B0D-4136-B0A3-A01D0671BFC8}" dt="2020-12-21T14:31:51.640" v="1623"/>
          <ac:inkMkLst>
            <pc:docMk/>
            <pc:sldMk cId="0" sldId="460"/>
            <ac:inkMk id="71745" creationId="{1173BCE6-BC83-47B9-A879-6517508BA1D1}"/>
          </ac:inkMkLst>
        </pc:inkChg>
        <pc:inkChg chg="add">
          <ac:chgData name="Md. Nahid Hasan" userId="S::nahid@vu.edu.bd::85ea5f9e-65d6-4031-b810-9415101f2e21" providerId="AD" clId="Web-{B4C2672B-3B0D-4136-B0A3-A01D0671BFC8}" dt="2020-12-21T14:31:54.156" v="1624"/>
          <ac:inkMkLst>
            <pc:docMk/>
            <pc:sldMk cId="0" sldId="460"/>
            <ac:inkMk id="71746" creationId="{75D8CA0B-DAEF-441C-A12E-F0952C6B6383}"/>
          </ac:inkMkLst>
        </pc:inkChg>
        <pc:inkChg chg="add">
          <ac:chgData name="Md. Nahid Hasan" userId="S::nahid@vu.edu.bd::85ea5f9e-65d6-4031-b810-9415101f2e21" providerId="AD" clId="Web-{B4C2672B-3B0D-4136-B0A3-A01D0671BFC8}" dt="2020-12-21T14:31:54.734" v="1625"/>
          <ac:inkMkLst>
            <pc:docMk/>
            <pc:sldMk cId="0" sldId="460"/>
            <ac:inkMk id="71747" creationId="{1CD9076F-2ACC-468A-BC37-2E8E617956AD}"/>
          </ac:inkMkLst>
        </pc:inkChg>
        <pc:inkChg chg="add">
          <ac:chgData name="Md. Nahid Hasan" userId="S::nahid@vu.edu.bd::85ea5f9e-65d6-4031-b810-9415101f2e21" providerId="AD" clId="Web-{B4C2672B-3B0D-4136-B0A3-A01D0671BFC8}" dt="2020-12-21T14:32:14.874" v="1626"/>
          <ac:inkMkLst>
            <pc:docMk/>
            <pc:sldMk cId="0" sldId="460"/>
            <ac:inkMk id="71748" creationId="{0F569B86-94D3-49D0-8B71-0AE52F28D3A8}"/>
          </ac:inkMkLst>
        </pc:inkChg>
        <pc:inkChg chg="add">
          <ac:chgData name="Md. Nahid Hasan" userId="S::nahid@vu.edu.bd::85ea5f9e-65d6-4031-b810-9415101f2e21" providerId="AD" clId="Web-{B4C2672B-3B0D-4136-B0A3-A01D0671BFC8}" dt="2020-12-21T14:32:17.296" v="1627"/>
          <ac:inkMkLst>
            <pc:docMk/>
            <pc:sldMk cId="0" sldId="460"/>
            <ac:inkMk id="71749" creationId="{7DD54DB9-096B-4893-A5B3-3658919E533B}"/>
          </ac:inkMkLst>
        </pc:inkChg>
        <pc:inkChg chg="add">
          <ac:chgData name="Md. Nahid Hasan" userId="S::nahid@vu.edu.bd::85ea5f9e-65d6-4031-b810-9415101f2e21" providerId="AD" clId="Web-{B4C2672B-3B0D-4136-B0A3-A01D0671BFC8}" dt="2020-12-21T14:32:17.359" v="1628"/>
          <ac:inkMkLst>
            <pc:docMk/>
            <pc:sldMk cId="0" sldId="460"/>
            <ac:inkMk id="71750" creationId="{3209C013-1459-4B69-93FA-9A78681BF925}"/>
          </ac:inkMkLst>
        </pc:inkChg>
        <pc:inkChg chg="add">
          <ac:chgData name="Md. Nahid Hasan" userId="S::nahid@vu.edu.bd::85ea5f9e-65d6-4031-b810-9415101f2e21" providerId="AD" clId="Web-{B4C2672B-3B0D-4136-B0A3-A01D0671BFC8}" dt="2020-12-21T14:32:17.359" v="1629"/>
          <ac:inkMkLst>
            <pc:docMk/>
            <pc:sldMk cId="0" sldId="460"/>
            <ac:inkMk id="71751" creationId="{2196542D-2334-4939-884E-7570D0A3141E}"/>
          </ac:inkMkLst>
        </pc:inkChg>
        <pc:inkChg chg="add">
          <ac:chgData name="Md. Nahid Hasan" userId="S::nahid@vu.edu.bd::85ea5f9e-65d6-4031-b810-9415101f2e21" providerId="AD" clId="Web-{B4C2672B-3B0D-4136-B0A3-A01D0671BFC8}" dt="2020-12-21T14:32:19.624" v="1630"/>
          <ac:inkMkLst>
            <pc:docMk/>
            <pc:sldMk cId="0" sldId="460"/>
            <ac:inkMk id="71752" creationId="{0FEA33A7-2547-4824-8AF8-4006FE3CB2C8}"/>
          </ac:inkMkLst>
        </pc:inkChg>
        <pc:inkChg chg="add">
          <ac:chgData name="Md. Nahid Hasan" userId="S::nahid@vu.edu.bd::85ea5f9e-65d6-4031-b810-9415101f2e21" providerId="AD" clId="Web-{B4C2672B-3B0D-4136-B0A3-A01D0671BFC8}" dt="2020-12-21T14:32:19.640" v="1631"/>
          <ac:inkMkLst>
            <pc:docMk/>
            <pc:sldMk cId="0" sldId="460"/>
            <ac:inkMk id="71753" creationId="{A2BE61B1-806E-4FA4-A13C-C9665FBA6BAE}"/>
          </ac:inkMkLst>
        </pc:inkChg>
        <pc:inkChg chg="add">
          <ac:chgData name="Md. Nahid Hasan" userId="S::nahid@vu.edu.bd::85ea5f9e-65d6-4031-b810-9415101f2e21" providerId="AD" clId="Web-{B4C2672B-3B0D-4136-B0A3-A01D0671BFC8}" dt="2020-12-21T14:32:19.656" v="1632"/>
          <ac:inkMkLst>
            <pc:docMk/>
            <pc:sldMk cId="0" sldId="460"/>
            <ac:inkMk id="71754" creationId="{2E803F37-9385-4B94-AD60-5CB3E5622444}"/>
          </ac:inkMkLst>
        </pc:inkChg>
        <pc:inkChg chg="add">
          <ac:chgData name="Md. Nahid Hasan" userId="S::nahid@vu.edu.bd::85ea5f9e-65d6-4031-b810-9415101f2e21" providerId="AD" clId="Web-{B4C2672B-3B0D-4136-B0A3-A01D0671BFC8}" dt="2020-12-21T14:32:20.359" v="1633"/>
          <ac:inkMkLst>
            <pc:docMk/>
            <pc:sldMk cId="0" sldId="460"/>
            <ac:inkMk id="71755" creationId="{7A4959F3-B364-4F75-8B82-EF58B31440C9}"/>
          </ac:inkMkLst>
        </pc:inkChg>
        <pc:inkChg chg="add">
          <ac:chgData name="Md. Nahid Hasan" userId="S::nahid@vu.edu.bd::85ea5f9e-65d6-4031-b810-9415101f2e21" providerId="AD" clId="Web-{B4C2672B-3B0D-4136-B0A3-A01D0671BFC8}" dt="2020-12-21T14:32:21.718" v="1634"/>
          <ac:inkMkLst>
            <pc:docMk/>
            <pc:sldMk cId="0" sldId="460"/>
            <ac:inkMk id="71756" creationId="{CD9F9DF3-A745-450D-8340-C66FF2057C99}"/>
          </ac:inkMkLst>
        </pc:inkChg>
        <pc:inkChg chg="add">
          <ac:chgData name="Md. Nahid Hasan" userId="S::nahid@vu.edu.bd::85ea5f9e-65d6-4031-b810-9415101f2e21" providerId="AD" clId="Web-{B4C2672B-3B0D-4136-B0A3-A01D0671BFC8}" dt="2020-12-21T14:32:21.718" v="1635"/>
          <ac:inkMkLst>
            <pc:docMk/>
            <pc:sldMk cId="0" sldId="460"/>
            <ac:inkMk id="71757" creationId="{2F392278-2411-4EAE-A5D5-DE347EC296B1}"/>
          </ac:inkMkLst>
        </pc:inkChg>
        <pc:inkChg chg="add">
          <ac:chgData name="Md. Nahid Hasan" userId="S::nahid@vu.edu.bd::85ea5f9e-65d6-4031-b810-9415101f2e21" providerId="AD" clId="Web-{B4C2672B-3B0D-4136-B0A3-A01D0671BFC8}" dt="2020-12-21T14:32:21.734" v="1636"/>
          <ac:inkMkLst>
            <pc:docMk/>
            <pc:sldMk cId="0" sldId="460"/>
            <ac:inkMk id="71758" creationId="{D2655BC4-B965-4E65-846F-0E9DC6945E54}"/>
          </ac:inkMkLst>
        </pc:inkChg>
        <pc:inkChg chg="add">
          <ac:chgData name="Md. Nahid Hasan" userId="S::nahid@vu.edu.bd::85ea5f9e-65d6-4031-b810-9415101f2e21" providerId="AD" clId="Web-{B4C2672B-3B0D-4136-B0A3-A01D0671BFC8}" dt="2020-12-21T14:32:22.499" v="1637"/>
          <ac:inkMkLst>
            <pc:docMk/>
            <pc:sldMk cId="0" sldId="460"/>
            <ac:inkMk id="71759" creationId="{A1C6879A-9720-49C9-98DB-77308E73ED00}"/>
          </ac:inkMkLst>
        </pc:inkChg>
        <pc:inkChg chg="add">
          <ac:chgData name="Md. Nahid Hasan" userId="S::nahid@vu.edu.bd::85ea5f9e-65d6-4031-b810-9415101f2e21" providerId="AD" clId="Web-{B4C2672B-3B0D-4136-B0A3-A01D0671BFC8}" dt="2020-12-21T14:32:24.015" v="1638"/>
          <ac:inkMkLst>
            <pc:docMk/>
            <pc:sldMk cId="0" sldId="460"/>
            <ac:inkMk id="71760" creationId="{E8909144-1DE0-4E7B-A254-68C1D47A7E66}"/>
          </ac:inkMkLst>
        </pc:inkChg>
        <pc:inkChg chg="add">
          <ac:chgData name="Md. Nahid Hasan" userId="S::nahid@vu.edu.bd::85ea5f9e-65d6-4031-b810-9415101f2e21" providerId="AD" clId="Web-{B4C2672B-3B0D-4136-B0A3-A01D0671BFC8}" dt="2020-12-21T14:32:30.374" v="1639"/>
          <ac:inkMkLst>
            <pc:docMk/>
            <pc:sldMk cId="0" sldId="460"/>
            <ac:inkMk id="71761" creationId="{424E4BEB-CFC8-4F56-A5E9-0447D16EBBCE}"/>
          </ac:inkMkLst>
        </pc:inkChg>
        <pc:inkChg chg="add">
          <ac:chgData name="Md. Nahid Hasan" userId="S::nahid@vu.edu.bd::85ea5f9e-65d6-4031-b810-9415101f2e21" providerId="AD" clId="Web-{B4C2672B-3B0D-4136-B0A3-A01D0671BFC8}" dt="2020-12-21T14:32:31.046" v="1640"/>
          <ac:inkMkLst>
            <pc:docMk/>
            <pc:sldMk cId="0" sldId="460"/>
            <ac:inkMk id="71762" creationId="{720B5212-5682-4477-94AF-D90A9B531EA1}"/>
          </ac:inkMkLst>
        </pc:inkChg>
        <pc:inkChg chg="add">
          <ac:chgData name="Md. Nahid Hasan" userId="S::nahid@vu.edu.bd::85ea5f9e-65d6-4031-b810-9415101f2e21" providerId="AD" clId="Web-{B4C2672B-3B0D-4136-B0A3-A01D0671BFC8}" dt="2020-12-21T14:32:33.749" v="1641"/>
          <ac:inkMkLst>
            <pc:docMk/>
            <pc:sldMk cId="0" sldId="460"/>
            <ac:inkMk id="71763" creationId="{46893E34-F052-4908-9D39-1588D9BCA1F6}"/>
          </ac:inkMkLst>
        </pc:inkChg>
        <pc:inkChg chg="add">
          <ac:chgData name="Md. Nahid Hasan" userId="S::nahid@vu.edu.bd::85ea5f9e-65d6-4031-b810-9415101f2e21" providerId="AD" clId="Web-{B4C2672B-3B0D-4136-B0A3-A01D0671BFC8}" dt="2020-12-21T14:32:33.765" v="1642"/>
          <ac:inkMkLst>
            <pc:docMk/>
            <pc:sldMk cId="0" sldId="460"/>
            <ac:inkMk id="71764" creationId="{EEF90FE1-043A-497E-98EA-344BB7C68495}"/>
          </ac:inkMkLst>
        </pc:inkChg>
        <pc:inkChg chg="add">
          <ac:chgData name="Md. Nahid Hasan" userId="S::nahid@vu.edu.bd::85ea5f9e-65d6-4031-b810-9415101f2e21" providerId="AD" clId="Web-{B4C2672B-3B0D-4136-B0A3-A01D0671BFC8}" dt="2020-12-21T14:32:33.781" v="1643"/>
          <ac:inkMkLst>
            <pc:docMk/>
            <pc:sldMk cId="0" sldId="460"/>
            <ac:inkMk id="71765" creationId="{CC5FBED0-56D4-4DC6-8A6B-70E4F57700CA}"/>
          </ac:inkMkLst>
        </pc:inkChg>
        <pc:inkChg chg="add">
          <ac:chgData name="Md. Nahid Hasan" userId="S::nahid@vu.edu.bd::85ea5f9e-65d6-4031-b810-9415101f2e21" providerId="AD" clId="Web-{B4C2672B-3B0D-4136-B0A3-A01D0671BFC8}" dt="2020-12-21T14:32:33.781" v="1644"/>
          <ac:inkMkLst>
            <pc:docMk/>
            <pc:sldMk cId="0" sldId="460"/>
            <ac:inkMk id="71766" creationId="{7DD47F73-48A8-4182-87E1-E77F08ECD5AE}"/>
          </ac:inkMkLst>
        </pc:inkChg>
        <pc:inkChg chg="add">
          <ac:chgData name="Md. Nahid Hasan" userId="S::nahid@vu.edu.bd::85ea5f9e-65d6-4031-b810-9415101f2e21" providerId="AD" clId="Web-{B4C2672B-3B0D-4136-B0A3-A01D0671BFC8}" dt="2020-12-21T14:32:33.796" v="1645"/>
          <ac:inkMkLst>
            <pc:docMk/>
            <pc:sldMk cId="0" sldId="460"/>
            <ac:inkMk id="71767" creationId="{B39AD9AA-5E9F-4C89-A5F2-30C032381892}"/>
          </ac:inkMkLst>
        </pc:inkChg>
        <pc:inkChg chg="add del">
          <ac:chgData name="Md. Nahid Hasan" userId="S::nahid@vu.edu.bd::85ea5f9e-65d6-4031-b810-9415101f2e21" providerId="AD" clId="Web-{B4C2672B-3B0D-4136-B0A3-A01D0671BFC8}" dt="2020-12-21T14:33:09.077" v="1655"/>
          <ac:inkMkLst>
            <pc:docMk/>
            <pc:sldMk cId="0" sldId="460"/>
            <ac:inkMk id="71768" creationId="{F6057779-7543-455B-B54E-C1E9629EEB6F}"/>
          </ac:inkMkLst>
        </pc:inkChg>
        <pc:inkChg chg="add">
          <ac:chgData name="Md. Nahid Hasan" userId="S::nahid@vu.edu.bd::85ea5f9e-65d6-4031-b810-9415101f2e21" providerId="AD" clId="Web-{B4C2672B-3B0D-4136-B0A3-A01D0671BFC8}" dt="2020-12-21T14:32:54.734" v="1647"/>
          <ac:inkMkLst>
            <pc:docMk/>
            <pc:sldMk cId="0" sldId="460"/>
            <ac:inkMk id="71769" creationId="{CC914CEC-7810-4212-A972-E8F87A67D5AB}"/>
          </ac:inkMkLst>
        </pc:inkChg>
        <pc:inkChg chg="add">
          <ac:chgData name="Md. Nahid Hasan" userId="S::nahid@vu.edu.bd::85ea5f9e-65d6-4031-b810-9415101f2e21" providerId="AD" clId="Web-{B4C2672B-3B0D-4136-B0A3-A01D0671BFC8}" dt="2020-12-21T14:32:57.624" v="1648"/>
          <ac:inkMkLst>
            <pc:docMk/>
            <pc:sldMk cId="0" sldId="460"/>
            <ac:inkMk id="71770" creationId="{6C9B5FB9-A683-4A3D-96E2-9DBB3CDDCCDD}"/>
          </ac:inkMkLst>
        </pc:inkChg>
        <pc:inkChg chg="add">
          <ac:chgData name="Md. Nahid Hasan" userId="S::nahid@vu.edu.bd::85ea5f9e-65d6-4031-b810-9415101f2e21" providerId="AD" clId="Web-{B4C2672B-3B0D-4136-B0A3-A01D0671BFC8}" dt="2020-12-21T14:32:57.624" v="1649"/>
          <ac:inkMkLst>
            <pc:docMk/>
            <pc:sldMk cId="0" sldId="460"/>
            <ac:inkMk id="71771" creationId="{BB8C83F2-6E33-4A7C-9018-FDFC878C1E44}"/>
          </ac:inkMkLst>
        </pc:inkChg>
        <pc:inkChg chg="add">
          <ac:chgData name="Md. Nahid Hasan" userId="S::nahid@vu.edu.bd::85ea5f9e-65d6-4031-b810-9415101f2e21" providerId="AD" clId="Web-{B4C2672B-3B0D-4136-B0A3-A01D0671BFC8}" dt="2020-12-21T14:32:57.640" v="1650"/>
          <ac:inkMkLst>
            <pc:docMk/>
            <pc:sldMk cId="0" sldId="460"/>
            <ac:inkMk id="71772" creationId="{C13DC10E-C4A2-4920-A0A8-47C3FFBA0F86}"/>
          </ac:inkMkLst>
        </pc:inkChg>
        <pc:inkChg chg="add">
          <ac:chgData name="Md. Nahid Hasan" userId="S::nahid@vu.edu.bd::85ea5f9e-65d6-4031-b810-9415101f2e21" providerId="AD" clId="Web-{B4C2672B-3B0D-4136-B0A3-A01D0671BFC8}" dt="2020-12-21T14:32:58.624" v="1651"/>
          <ac:inkMkLst>
            <pc:docMk/>
            <pc:sldMk cId="0" sldId="460"/>
            <ac:inkMk id="71773" creationId="{F3891093-5EE0-47E5-B6C4-D6A717D222F6}"/>
          </ac:inkMkLst>
        </pc:inkChg>
        <pc:inkChg chg="add">
          <ac:chgData name="Md. Nahid Hasan" userId="S::nahid@vu.edu.bd::85ea5f9e-65d6-4031-b810-9415101f2e21" providerId="AD" clId="Web-{B4C2672B-3B0D-4136-B0A3-A01D0671BFC8}" dt="2020-12-21T14:32:58.984" v="1652"/>
          <ac:inkMkLst>
            <pc:docMk/>
            <pc:sldMk cId="0" sldId="460"/>
            <ac:inkMk id="71774" creationId="{763CDF68-E70F-450B-99E0-B84A11AAA117}"/>
          </ac:inkMkLst>
        </pc:inkChg>
        <pc:inkChg chg="add">
          <ac:chgData name="Md. Nahid Hasan" userId="S::nahid@vu.edu.bd::85ea5f9e-65d6-4031-b810-9415101f2e21" providerId="AD" clId="Web-{B4C2672B-3B0D-4136-B0A3-A01D0671BFC8}" dt="2020-12-21T14:33:00.827" v="1653"/>
          <ac:inkMkLst>
            <pc:docMk/>
            <pc:sldMk cId="0" sldId="460"/>
            <ac:inkMk id="71775" creationId="{64C6012B-71FB-4DF2-B2FE-6F1844AEDF13}"/>
          </ac:inkMkLst>
        </pc:inkChg>
        <pc:inkChg chg="add">
          <ac:chgData name="Md. Nahid Hasan" userId="S::nahid@vu.edu.bd::85ea5f9e-65d6-4031-b810-9415101f2e21" providerId="AD" clId="Web-{B4C2672B-3B0D-4136-B0A3-A01D0671BFC8}" dt="2020-12-21T14:33:03.562" v="1654"/>
          <ac:inkMkLst>
            <pc:docMk/>
            <pc:sldMk cId="0" sldId="460"/>
            <ac:inkMk id="71776" creationId="{C469162F-474A-46F7-B979-2B24A35B132B}"/>
          </ac:inkMkLst>
        </pc:inkChg>
        <pc:inkChg chg="add">
          <ac:chgData name="Md. Nahid Hasan" userId="S::nahid@vu.edu.bd::85ea5f9e-65d6-4031-b810-9415101f2e21" providerId="AD" clId="Web-{B4C2672B-3B0D-4136-B0A3-A01D0671BFC8}" dt="2020-12-21T14:33:12.797" v="1656"/>
          <ac:inkMkLst>
            <pc:docMk/>
            <pc:sldMk cId="0" sldId="460"/>
            <ac:inkMk id="71777" creationId="{8B522FBF-FF17-4C37-8089-D387056B050A}"/>
          </ac:inkMkLst>
        </pc:inkChg>
        <pc:inkChg chg="add">
          <ac:chgData name="Md. Nahid Hasan" userId="S::nahid@vu.edu.bd::85ea5f9e-65d6-4031-b810-9415101f2e21" providerId="AD" clId="Web-{B4C2672B-3B0D-4136-B0A3-A01D0671BFC8}" dt="2020-12-21T14:33:17.765" v="1657"/>
          <ac:inkMkLst>
            <pc:docMk/>
            <pc:sldMk cId="0" sldId="460"/>
            <ac:inkMk id="71778" creationId="{C979410E-ED8A-4E5D-AD73-CC4792D88B19}"/>
          </ac:inkMkLst>
        </pc:inkChg>
        <pc:inkChg chg="add">
          <ac:chgData name="Md. Nahid Hasan" userId="S::nahid@vu.edu.bd::85ea5f9e-65d6-4031-b810-9415101f2e21" providerId="AD" clId="Web-{B4C2672B-3B0D-4136-B0A3-A01D0671BFC8}" dt="2020-12-21T14:33:22.734" v="1658"/>
          <ac:inkMkLst>
            <pc:docMk/>
            <pc:sldMk cId="0" sldId="460"/>
            <ac:inkMk id="71779" creationId="{44B90B5D-B5CE-4AB4-978A-877E9AED1D71}"/>
          </ac:inkMkLst>
        </pc:inkChg>
        <pc:inkChg chg="add">
          <ac:chgData name="Md. Nahid Hasan" userId="S::nahid@vu.edu.bd::85ea5f9e-65d6-4031-b810-9415101f2e21" providerId="AD" clId="Web-{B4C2672B-3B0D-4136-B0A3-A01D0671BFC8}" dt="2020-12-21T14:33:23.749" v="1659"/>
          <ac:inkMkLst>
            <pc:docMk/>
            <pc:sldMk cId="0" sldId="460"/>
            <ac:inkMk id="71780" creationId="{A4BE349C-FC32-4087-9F88-F1206B6D8AF4}"/>
          </ac:inkMkLst>
        </pc:inkChg>
        <pc:inkChg chg="add">
          <ac:chgData name="Md. Nahid Hasan" userId="S::nahid@vu.edu.bd::85ea5f9e-65d6-4031-b810-9415101f2e21" providerId="AD" clId="Web-{B4C2672B-3B0D-4136-B0A3-A01D0671BFC8}" dt="2020-12-21T14:33:24.827" v="1660"/>
          <ac:inkMkLst>
            <pc:docMk/>
            <pc:sldMk cId="0" sldId="460"/>
            <ac:inkMk id="71781" creationId="{302E157A-6A5A-44B1-A988-1B5B8FA711D4}"/>
          </ac:inkMkLst>
        </pc:inkChg>
        <pc:inkChg chg="add">
          <ac:chgData name="Md. Nahid Hasan" userId="S::nahid@vu.edu.bd::85ea5f9e-65d6-4031-b810-9415101f2e21" providerId="AD" clId="Web-{B4C2672B-3B0D-4136-B0A3-A01D0671BFC8}" dt="2020-12-21T14:33:28.093" v="1661"/>
          <ac:inkMkLst>
            <pc:docMk/>
            <pc:sldMk cId="0" sldId="460"/>
            <ac:inkMk id="71782" creationId="{5C92DD94-EB4F-4D0F-824F-AC7CE2BEC482}"/>
          </ac:inkMkLst>
        </pc:inkChg>
        <pc:inkChg chg="add">
          <ac:chgData name="Md. Nahid Hasan" userId="S::nahid@vu.edu.bd::85ea5f9e-65d6-4031-b810-9415101f2e21" providerId="AD" clId="Web-{B4C2672B-3B0D-4136-B0A3-A01D0671BFC8}" dt="2020-12-21T14:33:28.108" v="1662"/>
          <ac:inkMkLst>
            <pc:docMk/>
            <pc:sldMk cId="0" sldId="460"/>
            <ac:inkMk id="71783" creationId="{34BC429F-A29F-42A3-87CF-5F1FD52CD72F}"/>
          </ac:inkMkLst>
        </pc:inkChg>
        <pc:inkChg chg="add">
          <ac:chgData name="Md. Nahid Hasan" userId="S::nahid@vu.edu.bd::85ea5f9e-65d6-4031-b810-9415101f2e21" providerId="AD" clId="Web-{B4C2672B-3B0D-4136-B0A3-A01D0671BFC8}" dt="2020-12-21T14:33:28.108" v="1663"/>
          <ac:inkMkLst>
            <pc:docMk/>
            <pc:sldMk cId="0" sldId="460"/>
            <ac:inkMk id="71784" creationId="{3DCC7A80-DA79-4267-92C9-59ACD7EB3739}"/>
          </ac:inkMkLst>
        </pc:inkChg>
        <pc:inkChg chg="add">
          <ac:chgData name="Md. Nahid Hasan" userId="S::nahid@vu.edu.bd::85ea5f9e-65d6-4031-b810-9415101f2e21" providerId="AD" clId="Web-{B4C2672B-3B0D-4136-B0A3-A01D0671BFC8}" dt="2020-12-21T14:33:28.124" v="1664"/>
          <ac:inkMkLst>
            <pc:docMk/>
            <pc:sldMk cId="0" sldId="460"/>
            <ac:inkMk id="71785" creationId="{C4D0FA17-7B86-4BA3-9A4F-55CD08A0BE2E}"/>
          </ac:inkMkLst>
        </pc:inkChg>
        <pc:inkChg chg="add">
          <ac:chgData name="Md. Nahid Hasan" userId="S::nahid@vu.edu.bd::85ea5f9e-65d6-4031-b810-9415101f2e21" providerId="AD" clId="Web-{B4C2672B-3B0D-4136-B0A3-A01D0671BFC8}" dt="2020-12-21T14:33:28.140" v="1665"/>
          <ac:inkMkLst>
            <pc:docMk/>
            <pc:sldMk cId="0" sldId="460"/>
            <ac:inkMk id="71786" creationId="{EFCC4C7E-D956-46C1-97C8-7FF806F83669}"/>
          </ac:inkMkLst>
        </pc:inkChg>
        <pc:inkChg chg="add">
          <ac:chgData name="Md. Nahid Hasan" userId="S::nahid@vu.edu.bd::85ea5f9e-65d6-4031-b810-9415101f2e21" providerId="AD" clId="Web-{B4C2672B-3B0D-4136-B0A3-A01D0671BFC8}" dt="2020-12-21T14:33:36.140" v="1666"/>
          <ac:inkMkLst>
            <pc:docMk/>
            <pc:sldMk cId="0" sldId="460"/>
            <ac:inkMk id="71787" creationId="{637A162E-B8D7-485E-8196-9663DD787205}"/>
          </ac:inkMkLst>
        </pc:inkChg>
        <pc:inkChg chg="add">
          <ac:chgData name="Md. Nahid Hasan" userId="S::nahid@vu.edu.bd::85ea5f9e-65d6-4031-b810-9415101f2e21" providerId="AD" clId="Web-{B4C2672B-3B0D-4136-B0A3-A01D0671BFC8}" dt="2020-12-21T14:33:38.280" v="1667"/>
          <ac:inkMkLst>
            <pc:docMk/>
            <pc:sldMk cId="0" sldId="460"/>
            <ac:inkMk id="71788" creationId="{805035F6-D2D2-45E5-94E4-25E64F003B70}"/>
          </ac:inkMkLst>
        </pc:inkChg>
        <pc:inkChg chg="add">
          <ac:chgData name="Md. Nahid Hasan" userId="S::nahid@vu.edu.bd::85ea5f9e-65d6-4031-b810-9415101f2e21" providerId="AD" clId="Web-{B4C2672B-3B0D-4136-B0A3-A01D0671BFC8}" dt="2020-12-21T14:33:53.265" v="1668"/>
          <ac:inkMkLst>
            <pc:docMk/>
            <pc:sldMk cId="0" sldId="460"/>
            <ac:inkMk id="71789" creationId="{B9FF2635-C06E-4B3D-A508-9BDFC5EFCB1A}"/>
          </ac:inkMkLst>
        </pc:inkChg>
        <pc:inkChg chg="add">
          <ac:chgData name="Md. Nahid Hasan" userId="S::nahid@vu.edu.bd::85ea5f9e-65d6-4031-b810-9415101f2e21" providerId="AD" clId="Web-{B4C2672B-3B0D-4136-B0A3-A01D0671BFC8}" dt="2020-12-21T14:33:53.937" v="1669"/>
          <ac:inkMkLst>
            <pc:docMk/>
            <pc:sldMk cId="0" sldId="460"/>
            <ac:inkMk id="71790" creationId="{7D956658-058B-42A7-AEEB-A0CC0788895F}"/>
          </ac:inkMkLst>
        </pc:inkChg>
        <pc:inkChg chg="add">
          <ac:chgData name="Md. Nahid Hasan" userId="S::nahid@vu.edu.bd::85ea5f9e-65d6-4031-b810-9415101f2e21" providerId="AD" clId="Web-{B4C2672B-3B0D-4136-B0A3-A01D0671BFC8}" dt="2020-12-21T14:33:55.655" v="1670"/>
          <ac:inkMkLst>
            <pc:docMk/>
            <pc:sldMk cId="0" sldId="460"/>
            <ac:inkMk id="71791" creationId="{6BA7D88E-162A-4BE5-838C-3609DE8B52DE}"/>
          </ac:inkMkLst>
        </pc:inkChg>
        <pc:inkChg chg="add">
          <ac:chgData name="Md. Nahid Hasan" userId="S::nahid@vu.edu.bd::85ea5f9e-65d6-4031-b810-9415101f2e21" providerId="AD" clId="Web-{B4C2672B-3B0D-4136-B0A3-A01D0671BFC8}" dt="2020-12-21T14:33:55.655" v="1671"/>
          <ac:inkMkLst>
            <pc:docMk/>
            <pc:sldMk cId="0" sldId="460"/>
            <ac:inkMk id="71792" creationId="{01EC5694-FF3D-4866-8BF7-3667B51105E9}"/>
          </ac:inkMkLst>
        </pc:inkChg>
        <pc:inkChg chg="add">
          <ac:chgData name="Md. Nahid Hasan" userId="S::nahid@vu.edu.bd::85ea5f9e-65d6-4031-b810-9415101f2e21" providerId="AD" clId="Web-{B4C2672B-3B0D-4136-B0A3-A01D0671BFC8}" dt="2020-12-21T14:33:55.999" v="1672"/>
          <ac:inkMkLst>
            <pc:docMk/>
            <pc:sldMk cId="0" sldId="460"/>
            <ac:inkMk id="71793" creationId="{C780EB34-4510-454A-8EE5-013BE731F0CB}"/>
          </ac:inkMkLst>
        </pc:inkChg>
        <pc:inkChg chg="add">
          <ac:chgData name="Md. Nahid Hasan" userId="S::nahid@vu.edu.bd::85ea5f9e-65d6-4031-b810-9415101f2e21" providerId="AD" clId="Web-{B4C2672B-3B0D-4136-B0A3-A01D0671BFC8}" dt="2020-12-21T14:33:58.577" v="1673"/>
          <ac:inkMkLst>
            <pc:docMk/>
            <pc:sldMk cId="0" sldId="460"/>
            <ac:inkMk id="71794" creationId="{7BA355EA-1937-4F03-8238-6035D69CD967}"/>
          </ac:inkMkLst>
        </pc:inkChg>
        <pc:inkChg chg="add">
          <ac:chgData name="Md. Nahid Hasan" userId="S::nahid@vu.edu.bd::85ea5f9e-65d6-4031-b810-9415101f2e21" providerId="AD" clId="Web-{B4C2672B-3B0D-4136-B0A3-A01D0671BFC8}" dt="2020-12-21T14:34:09.171" v="1674"/>
          <ac:inkMkLst>
            <pc:docMk/>
            <pc:sldMk cId="0" sldId="460"/>
            <ac:inkMk id="71795" creationId="{1F9DA8E6-5523-45DE-B36F-4DF0D33D5775}"/>
          </ac:inkMkLst>
        </pc:inkChg>
        <pc:inkChg chg="add">
          <ac:chgData name="Md. Nahid Hasan" userId="S::nahid@vu.edu.bd::85ea5f9e-65d6-4031-b810-9415101f2e21" providerId="AD" clId="Web-{B4C2672B-3B0D-4136-B0A3-A01D0671BFC8}" dt="2020-12-21T14:34:10.124" v="1675"/>
          <ac:inkMkLst>
            <pc:docMk/>
            <pc:sldMk cId="0" sldId="460"/>
            <ac:inkMk id="71796" creationId="{6302FC3C-7AD9-4114-B153-658E231AB491}"/>
          </ac:inkMkLst>
        </pc:inkChg>
        <pc:inkChg chg="add">
          <ac:chgData name="Md. Nahid Hasan" userId="S::nahid@vu.edu.bd::85ea5f9e-65d6-4031-b810-9415101f2e21" providerId="AD" clId="Web-{B4C2672B-3B0D-4136-B0A3-A01D0671BFC8}" dt="2020-12-21T14:34:11.171" v="1676"/>
          <ac:inkMkLst>
            <pc:docMk/>
            <pc:sldMk cId="0" sldId="460"/>
            <ac:inkMk id="71797" creationId="{67210086-0237-4769-B0BD-9ED27AD850AF}"/>
          </ac:inkMkLst>
        </pc:inkChg>
        <pc:inkChg chg="add">
          <ac:chgData name="Md. Nahid Hasan" userId="S::nahid@vu.edu.bd::85ea5f9e-65d6-4031-b810-9415101f2e21" providerId="AD" clId="Web-{B4C2672B-3B0D-4136-B0A3-A01D0671BFC8}" dt="2020-12-21T14:34:11.952" v="1677"/>
          <ac:inkMkLst>
            <pc:docMk/>
            <pc:sldMk cId="0" sldId="460"/>
            <ac:inkMk id="71798" creationId="{0B0AED52-C279-4B8A-81EB-4B70C7BC48D5}"/>
          </ac:inkMkLst>
        </pc:inkChg>
        <pc:inkChg chg="add">
          <ac:chgData name="Md. Nahid Hasan" userId="S::nahid@vu.edu.bd::85ea5f9e-65d6-4031-b810-9415101f2e21" providerId="AD" clId="Web-{B4C2672B-3B0D-4136-B0A3-A01D0671BFC8}" dt="2020-12-21T14:34:20.780" v="1678"/>
          <ac:inkMkLst>
            <pc:docMk/>
            <pc:sldMk cId="0" sldId="460"/>
            <ac:inkMk id="71799" creationId="{7313614D-37A0-4B79-87B3-8D2A83BD037B}"/>
          </ac:inkMkLst>
        </pc:inkChg>
        <pc:inkChg chg="add">
          <ac:chgData name="Md. Nahid Hasan" userId="S::nahid@vu.edu.bd::85ea5f9e-65d6-4031-b810-9415101f2e21" providerId="AD" clId="Web-{B4C2672B-3B0D-4136-B0A3-A01D0671BFC8}" dt="2020-12-21T14:34:21.921" v="1679"/>
          <ac:inkMkLst>
            <pc:docMk/>
            <pc:sldMk cId="0" sldId="460"/>
            <ac:inkMk id="71800" creationId="{542C9554-E98A-4DC0-A0DE-BB43939F2B96}"/>
          </ac:inkMkLst>
        </pc:inkChg>
        <pc:inkChg chg="add">
          <ac:chgData name="Md. Nahid Hasan" userId="S::nahid@vu.edu.bd::85ea5f9e-65d6-4031-b810-9415101f2e21" providerId="AD" clId="Web-{B4C2672B-3B0D-4136-B0A3-A01D0671BFC8}" dt="2020-12-21T14:34:34.718" v="1680"/>
          <ac:inkMkLst>
            <pc:docMk/>
            <pc:sldMk cId="0" sldId="460"/>
            <ac:inkMk id="71801" creationId="{CF0BBE7D-D70F-48B4-A004-14E1F9734373}"/>
          </ac:inkMkLst>
        </pc:inkChg>
        <pc:inkChg chg="add">
          <ac:chgData name="Md. Nahid Hasan" userId="S::nahid@vu.edu.bd::85ea5f9e-65d6-4031-b810-9415101f2e21" providerId="AD" clId="Web-{B4C2672B-3B0D-4136-B0A3-A01D0671BFC8}" dt="2020-12-21T14:34:36.171" v="1681"/>
          <ac:inkMkLst>
            <pc:docMk/>
            <pc:sldMk cId="0" sldId="460"/>
            <ac:inkMk id="71802" creationId="{5260D259-D0CA-4996-BE69-DB4100FCC7F2}"/>
          </ac:inkMkLst>
        </pc:inkChg>
        <pc:inkChg chg="add">
          <ac:chgData name="Md. Nahid Hasan" userId="S::nahid@vu.edu.bd::85ea5f9e-65d6-4031-b810-9415101f2e21" providerId="AD" clId="Web-{B4C2672B-3B0D-4136-B0A3-A01D0671BFC8}" dt="2020-12-21T14:34:39.358" v="1682"/>
          <ac:inkMkLst>
            <pc:docMk/>
            <pc:sldMk cId="0" sldId="460"/>
            <ac:inkMk id="71803" creationId="{42546679-708E-4CA0-9719-ACE165908D4F}"/>
          </ac:inkMkLst>
        </pc:inkChg>
        <pc:inkChg chg="add">
          <ac:chgData name="Md. Nahid Hasan" userId="S::nahid@vu.edu.bd::85ea5f9e-65d6-4031-b810-9415101f2e21" providerId="AD" clId="Web-{B4C2672B-3B0D-4136-B0A3-A01D0671BFC8}" dt="2020-12-21T14:34:40.936" v="1683"/>
          <ac:inkMkLst>
            <pc:docMk/>
            <pc:sldMk cId="0" sldId="460"/>
            <ac:inkMk id="71804" creationId="{7E300FDF-B2BD-4D41-93FA-44E4EE5F9462}"/>
          </ac:inkMkLst>
        </pc:inkChg>
        <pc:inkChg chg="add">
          <ac:chgData name="Md. Nahid Hasan" userId="S::nahid@vu.edu.bd::85ea5f9e-65d6-4031-b810-9415101f2e21" providerId="AD" clId="Web-{B4C2672B-3B0D-4136-B0A3-A01D0671BFC8}" dt="2020-12-21T14:34:40.952" v="1684"/>
          <ac:inkMkLst>
            <pc:docMk/>
            <pc:sldMk cId="0" sldId="460"/>
            <ac:inkMk id="71805" creationId="{26B31611-DF32-40C2-B106-60E5D79280D2}"/>
          </ac:inkMkLst>
        </pc:inkChg>
        <pc:inkChg chg="add">
          <ac:chgData name="Md. Nahid Hasan" userId="S::nahid@vu.edu.bd::85ea5f9e-65d6-4031-b810-9415101f2e21" providerId="AD" clId="Web-{B4C2672B-3B0D-4136-B0A3-A01D0671BFC8}" dt="2020-12-21T14:34:40.952" v="1685"/>
          <ac:inkMkLst>
            <pc:docMk/>
            <pc:sldMk cId="0" sldId="460"/>
            <ac:inkMk id="71806" creationId="{BEB0D33B-3BD6-409E-978C-6FBAA32121A4}"/>
          </ac:inkMkLst>
        </pc:inkChg>
        <pc:inkChg chg="add">
          <ac:chgData name="Md. Nahid Hasan" userId="S::nahid@vu.edu.bd::85ea5f9e-65d6-4031-b810-9415101f2e21" providerId="AD" clId="Web-{B4C2672B-3B0D-4136-B0A3-A01D0671BFC8}" dt="2020-12-21T14:34:40.968" v="1686"/>
          <ac:inkMkLst>
            <pc:docMk/>
            <pc:sldMk cId="0" sldId="460"/>
            <ac:inkMk id="71807" creationId="{2F320074-8202-4FC7-9016-F110FB8F4919}"/>
          </ac:inkMkLst>
        </pc:inkChg>
        <pc:inkChg chg="add">
          <ac:chgData name="Md. Nahid Hasan" userId="S::nahid@vu.edu.bd::85ea5f9e-65d6-4031-b810-9415101f2e21" providerId="AD" clId="Web-{B4C2672B-3B0D-4136-B0A3-A01D0671BFC8}" dt="2020-12-21T14:34:40.983" v="1687"/>
          <ac:inkMkLst>
            <pc:docMk/>
            <pc:sldMk cId="0" sldId="460"/>
            <ac:inkMk id="71808" creationId="{B317346F-1AD4-47DF-9B69-80ADE4524ACF}"/>
          </ac:inkMkLst>
        </pc:inkChg>
        <pc:inkChg chg="add">
          <ac:chgData name="Md. Nahid Hasan" userId="S::nahid@vu.edu.bd::85ea5f9e-65d6-4031-b810-9415101f2e21" providerId="AD" clId="Web-{B4C2672B-3B0D-4136-B0A3-A01D0671BFC8}" dt="2020-12-21T14:34:40.983" v="1688"/>
          <ac:inkMkLst>
            <pc:docMk/>
            <pc:sldMk cId="0" sldId="460"/>
            <ac:inkMk id="71809" creationId="{75624A6E-4A69-4CCE-B34F-BECCC89FEE13}"/>
          </ac:inkMkLst>
        </pc:inkChg>
        <pc:inkChg chg="add">
          <ac:chgData name="Md. Nahid Hasan" userId="S::nahid@vu.edu.bd::85ea5f9e-65d6-4031-b810-9415101f2e21" providerId="AD" clId="Web-{B4C2672B-3B0D-4136-B0A3-A01D0671BFC8}" dt="2020-12-21T14:34:40.999" v="1689"/>
          <ac:inkMkLst>
            <pc:docMk/>
            <pc:sldMk cId="0" sldId="460"/>
            <ac:inkMk id="71810" creationId="{115DEDB2-CCD3-4C7E-954E-4E0FDDDF0030}"/>
          </ac:inkMkLst>
        </pc:inkChg>
        <pc:inkChg chg="add">
          <ac:chgData name="Md. Nahid Hasan" userId="S::nahid@vu.edu.bd::85ea5f9e-65d6-4031-b810-9415101f2e21" providerId="AD" clId="Web-{B4C2672B-3B0D-4136-B0A3-A01D0671BFC8}" dt="2020-12-21T14:34:42.905" v="1690"/>
          <ac:inkMkLst>
            <pc:docMk/>
            <pc:sldMk cId="0" sldId="460"/>
            <ac:inkMk id="71811" creationId="{7011474C-E56E-42B5-8CFC-DCC5497B64EF}"/>
          </ac:inkMkLst>
        </pc:inkChg>
        <pc:inkChg chg="add">
          <ac:chgData name="Md. Nahid Hasan" userId="S::nahid@vu.edu.bd::85ea5f9e-65d6-4031-b810-9415101f2e21" providerId="AD" clId="Web-{B4C2672B-3B0D-4136-B0A3-A01D0671BFC8}" dt="2020-12-21T14:34:42.921" v="1691"/>
          <ac:inkMkLst>
            <pc:docMk/>
            <pc:sldMk cId="0" sldId="460"/>
            <ac:inkMk id="71812" creationId="{1B4C6E9A-905C-4DF8-AAEF-1134F4637634}"/>
          </ac:inkMkLst>
        </pc:inkChg>
        <pc:inkChg chg="add">
          <ac:chgData name="Md. Nahid Hasan" userId="S::nahid@vu.edu.bd::85ea5f9e-65d6-4031-b810-9415101f2e21" providerId="AD" clId="Web-{B4C2672B-3B0D-4136-B0A3-A01D0671BFC8}" dt="2020-12-21T14:34:42.921" v="1692"/>
          <ac:inkMkLst>
            <pc:docMk/>
            <pc:sldMk cId="0" sldId="460"/>
            <ac:inkMk id="71813" creationId="{522F8DF9-E518-41AB-AB62-BABD008A2F1A}"/>
          </ac:inkMkLst>
        </pc:inkChg>
        <pc:inkChg chg="add">
          <ac:chgData name="Md. Nahid Hasan" userId="S::nahid@vu.edu.bd::85ea5f9e-65d6-4031-b810-9415101f2e21" providerId="AD" clId="Web-{B4C2672B-3B0D-4136-B0A3-A01D0671BFC8}" dt="2020-12-21T14:34:43.639" v="1693"/>
          <ac:inkMkLst>
            <pc:docMk/>
            <pc:sldMk cId="0" sldId="460"/>
            <ac:inkMk id="71814" creationId="{A32C52B3-2C95-4EFB-AAB1-BD3475B7FBA5}"/>
          </ac:inkMkLst>
        </pc:inkChg>
        <pc:inkChg chg="add">
          <ac:chgData name="Md. Nahid Hasan" userId="S::nahid@vu.edu.bd::85ea5f9e-65d6-4031-b810-9415101f2e21" providerId="AD" clId="Web-{B4C2672B-3B0D-4136-B0A3-A01D0671BFC8}" dt="2020-12-21T14:34:47.249" v="1694"/>
          <ac:inkMkLst>
            <pc:docMk/>
            <pc:sldMk cId="0" sldId="460"/>
            <ac:inkMk id="71815" creationId="{6754945E-CF9D-4728-B20C-2F6196769FAD}"/>
          </ac:inkMkLst>
        </pc:inkChg>
        <pc:inkChg chg="add">
          <ac:chgData name="Md. Nahid Hasan" userId="S::nahid@vu.edu.bd::85ea5f9e-65d6-4031-b810-9415101f2e21" providerId="AD" clId="Web-{B4C2672B-3B0D-4136-B0A3-A01D0671BFC8}" dt="2020-12-21T14:34:50.827" v="1695"/>
          <ac:inkMkLst>
            <pc:docMk/>
            <pc:sldMk cId="0" sldId="460"/>
            <ac:inkMk id="71816" creationId="{F5E52B91-81F5-417D-A6C5-E65171EDAD57}"/>
          </ac:inkMkLst>
        </pc:inkChg>
        <pc:inkChg chg="add">
          <ac:chgData name="Md. Nahid Hasan" userId="S::nahid@vu.edu.bd::85ea5f9e-65d6-4031-b810-9415101f2e21" providerId="AD" clId="Web-{B4C2672B-3B0D-4136-B0A3-A01D0671BFC8}" dt="2020-12-21T14:34:51.936" v="1696"/>
          <ac:inkMkLst>
            <pc:docMk/>
            <pc:sldMk cId="0" sldId="460"/>
            <ac:inkMk id="71817" creationId="{96317B4E-B2F9-440A-BE09-A7371E1444BB}"/>
          </ac:inkMkLst>
        </pc:inkChg>
        <pc:inkChg chg="add">
          <ac:chgData name="Md. Nahid Hasan" userId="S::nahid@vu.edu.bd::85ea5f9e-65d6-4031-b810-9415101f2e21" providerId="AD" clId="Web-{B4C2672B-3B0D-4136-B0A3-A01D0671BFC8}" dt="2020-12-21T14:34:53.046" v="1697"/>
          <ac:inkMkLst>
            <pc:docMk/>
            <pc:sldMk cId="0" sldId="460"/>
            <ac:inkMk id="71818" creationId="{662858BA-0BA9-4175-9F1E-6E6D0478B6ED}"/>
          </ac:inkMkLst>
        </pc:inkChg>
        <pc:inkChg chg="add">
          <ac:chgData name="Md. Nahid Hasan" userId="S::nahid@vu.edu.bd::85ea5f9e-65d6-4031-b810-9415101f2e21" providerId="AD" clId="Web-{B4C2672B-3B0D-4136-B0A3-A01D0671BFC8}" dt="2020-12-21T14:34:54.374" v="1698"/>
          <ac:inkMkLst>
            <pc:docMk/>
            <pc:sldMk cId="0" sldId="460"/>
            <ac:inkMk id="71819" creationId="{E4C8662C-FDE9-4BE4-B21E-B7826DAE4DF1}"/>
          </ac:inkMkLst>
        </pc:inkChg>
        <pc:inkChg chg="add">
          <ac:chgData name="Md. Nahid Hasan" userId="S::nahid@vu.edu.bd::85ea5f9e-65d6-4031-b810-9415101f2e21" providerId="AD" clId="Web-{B4C2672B-3B0D-4136-B0A3-A01D0671BFC8}" dt="2020-12-21T14:35:07.233" v="1699"/>
          <ac:inkMkLst>
            <pc:docMk/>
            <pc:sldMk cId="0" sldId="460"/>
            <ac:inkMk id="71820" creationId="{6020D438-EE09-4E25-A45C-A68CDDA60CE4}"/>
          </ac:inkMkLst>
        </pc:inkChg>
        <pc:inkChg chg="add">
          <ac:chgData name="Md. Nahid Hasan" userId="S::nahid@vu.edu.bd::85ea5f9e-65d6-4031-b810-9415101f2e21" providerId="AD" clId="Web-{B4C2672B-3B0D-4136-B0A3-A01D0671BFC8}" dt="2020-12-21T14:35:10.124" v="1700"/>
          <ac:inkMkLst>
            <pc:docMk/>
            <pc:sldMk cId="0" sldId="460"/>
            <ac:inkMk id="71821" creationId="{ADB5109D-B158-4B29-A74E-2209CAA043C8}"/>
          </ac:inkMkLst>
        </pc:inkChg>
        <pc:inkChg chg="add">
          <ac:chgData name="Md. Nahid Hasan" userId="S::nahid@vu.edu.bd::85ea5f9e-65d6-4031-b810-9415101f2e21" providerId="AD" clId="Web-{B4C2672B-3B0D-4136-B0A3-A01D0671BFC8}" dt="2020-12-21T14:35:10.858" v="1701"/>
          <ac:inkMkLst>
            <pc:docMk/>
            <pc:sldMk cId="0" sldId="460"/>
            <ac:inkMk id="71822" creationId="{AF2E59A1-65B7-4275-A7D2-40ABB908C9EA}"/>
          </ac:inkMkLst>
        </pc:inkChg>
        <pc:inkChg chg="add">
          <ac:chgData name="Md. Nahid Hasan" userId="S::nahid@vu.edu.bd::85ea5f9e-65d6-4031-b810-9415101f2e21" providerId="AD" clId="Web-{B4C2672B-3B0D-4136-B0A3-A01D0671BFC8}" dt="2020-12-21T14:35:10.874" v="1702"/>
          <ac:inkMkLst>
            <pc:docMk/>
            <pc:sldMk cId="0" sldId="460"/>
            <ac:inkMk id="71823" creationId="{4F427F4F-2DAD-4448-849B-B1FE33EEAC5D}"/>
          </ac:inkMkLst>
        </pc:inkChg>
        <pc:inkChg chg="add">
          <ac:chgData name="Md. Nahid Hasan" userId="S::nahid@vu.edu.bd::85ea5f9e-65d6-4031-b810-9415101f2e21" providerId="AD" clId="Web-{B4C2672B-3B0D-4136-B0A3-A01D0671BFC8}" dt="2020-12-21T14:35:10.889" v="1703"/>
          <ac:inkMkLst>
            <pc:docMk/>
            <pc:sldMk cId="0" sldId="460"/>
            <ac:inkMk id="71824" creationId="{9FB8F758-7A4C-4E5E-93FA-E9EB6187D979}"/>
          </ac:inkMkLst>
        </pc:inkChg>
        <pc:inkChg chg="add">
          <ac:chgData name="Md. Nahid Hasan" userId="S::nahid@vu.edu.bd::85ea5f9e-65d6-4031-b810-9415101f2e21" providerId="AD" clId="Web-{B4C2672B-3B0D-4136-B0A3-A01D0671BFC8}" dt="2020-12-21T14:35:11.218" v="1704"/>
          <ac:inkMkLst>
            <pc:docMk/>
            <pc:sldMk cId="0" sldId="460"/>
            <ac:inkMk id="71825" creationId="{75BA801A-93DD-4D23-AFC0-7D8CA7990348}"/>
          </ac:inkMkLst>
        </pc:inkChg>
        <pc:inkChg chg="add">
          <ac:chgData name="Md. Nahid Hasan" userId="S::nahid@vu.edu.bd::85ea5f9e-65d6-4031-b810-9415101f2e21" providerId="AD" clId="Web-{B4C2672B-3B0D-4136-B0A3-A01D0671BFC8}" dt="2020-12-21T14:35:11.983" v="1705"/>
          <ac:inkMkLst>
            <pc:docMk/>
            <pc:sldMk cId="0" sldId="460"/>
            <ac:inkMk id="71826" creationId="{1ED3A466-5CB5-406B-9A6A-58EA2366C438}"/>
          </ac:inkMkLst>
        </pc:inkChg>
        <pc:inkChg chg="add">
          <ac:chgData name="Md. Nahid Hasan" userId="S::nahid@vu.edu.bd::85ea5f9e-65d6-4031-b810-9415101f2e21" providerId="AD" clId="Web-{B4C2672B-3B0D-4136-B0A3-A01D0671BFC8}" dt="2020-12-21T14:35:12.764" v="1706"/>
          <ac:inkMkLst>
            <pc:docMk/>
            <pc:sldMk cId="0" sldId="460"/>
            <ac:inkMk id="71827" creationId="{CCE8D3B8-EE03-4141-8806-A117BE6D6F92}"/>
          </ac:inkMkLst>
        </pc:inkChg>
        <pc:inkChg chg="add">
          <ac:chgData name="Md. Nahid Hasan" userId="S::nahid@vu.edu.bd::85ea5f9e-65d6-4031-b810-9415101f2e21" providerId="AD" clId="Web-{B4C2672B-3B0D-4136-B0A3-A01D0671BFC8}" dt="2020-12-21T14:35:20.374" v="1707"/>
          <ac:inkMkLst>
            <pc:docMk/>
            <pc:sldMk cId="0" sldId="460"/>
            <ac:inkMk id="71828" creationId="{569F621D-56A4-4835-9785-6BCB03A2907B}"/>
          </ac:inkMkLst>
        </pc:inkChg>
        <pc:inkChg chg="add">
          <ac:chgData name="Md. Nahid Hasan" userId="S::nahid@vu.edu.bd::85ea5f9e-65d6-4031-b810-9415101f2e21" providerId="AD" clId="Web-{B4C2672B-3B0D-4136-B0A3-A01D0671BFC8}" dt="2020-12-21T14:35:44.108" v="1708"/>
          <ac:inkMkLst>
            <pc:docMk/>
            <pc:sldMk cId="0" sldId="460"/>
            <ac:inkMk id="71829" creationId="{60F387E8-7298-451C-B2AC-8A46AC32058B}"/>
          </ac:inkMkLst>
        </pc:inkChg>
        <pc:inkChg chg="add">
          <ac:chgData name="Md. Nahid Hasan" userId="S::nahid@vu.edu.bd::85ea5f9e-65d6-4031-b810-9415101f2e21" providerId="AD" clId="Web-{B4C2672B-3B0D-4136-B0A3-A01D0671BFC8}" dt="2020-12-21T14:35:46.452" v="1709"/>
          <ac:inkMkLst>
            <pc:docMk/>
            <pc:sldMk cId="0" sldId="460"/>
            <ac:inkMk id="71830" creationId="{571E238C-5F5B-402D-94C5-43CA8E137777}"/>
          </ac:inkMkLst>
        </pc:inkChg>
        <pc:inkChg chg="add">
          <ac:chgData name="Md. Nahid Hasan" userId="S::nahid@vu.edu.bd::85ea5f9e-65d6-4031-b810-9415101f2e21" providerId="AD" clId="Web-{B4C2672B-3B0D-4136-B0A3-A01D0671BFC8}" dt="2020-12-21T14:35:46.592" v="1710"/>
          <ac:inkMkLst>
            <pc:docMk/>
            <pc:sldMk cId="0" sldId="460"/>
            <ac:inkMk id="71831" creationId="{66DC44A0-021D-47D0-B222-9253DAF1090B}"/>
          </ac:inkMkLst>
        </pc:inkChg>
        <pc:inkChg chg="add">
          <ac:chgData name="Md. Nahid Hasan" userId="S::nahid@vu.edu.bd::85ea5f9e-65d6-4031-b810-9415101f2e21" providerId="AD" clId="Web-{B4C2672B-3B0D-4136-B0A3-A01D0671BFC8}" dt="2020-12-21T14:35:47.358" v="1711"/>
          <ac:inkMkLst>
            <pc:docMk/>
            <pc:sldMk cId="0" sldId="460"/>
            <ac:inkMk id="71832" creationId="{20AD7A62-147F-4E2F-959B-3079D0B41F72}"/>
          </ac:inkMkLst>
        </pc:inkChg>
        <pc:inkChg chg="add">
          <ac:chgData name="Md. Nahid Hasan" userId="S::nahid@vu.edu.bd::85ea5f9e-65d6-4031-b810-9415101f2e21" providerId="AD" clId="Web-{B4C2672B-3B0D-4136-B0A3-A01D0671BFC8}" dt="2020-12-21T14:35:47.374" v="1712"/>
          <ac:inkMkLst>
            <pc:docMk/>
            <pc:sldMk cId="0" sldId="460"/>
            <ac:inkMk id="71833" creationId="{F986BDA0-3E7D-4EFB-8651-CED2D650A1DE}"/>
          </ac:inkMkLst>
        </pc:inkChg>
        <pc:inkChg chg="add">
          <ac:chgData name="Md. Nahid Hasan" userId="S::nahid@vu.edu.bd::85ea5f9e-65d6-4031-b810-9415101f2e21" providerId="AD" clId="Web-{B4C2672B-3B0D-4136-B0A3-A01D0671BFC8}" dt="2020-12-21T14:35:48.561" v="1713"/>
          <ac:inkMkLst>
            <pc:docMk/>
            <pc:sldMk cId="0" sldId="460"/>
            <ac:inkMk id="71834" creationId="{D4601FDF-472D-466A-A4C9-2FFC636E6AE3}"/>
          </ac:inkMkLst>
        </pc:inkChg>
        <pc:inkChg chg="add">
          <ac:chgData name="Md. Nahid Hasan" userId="S::nahid@vu.edu.bd::85ea5f9e-65d6-4031-b810-9415101f2e21" providerId="AD" clId="Web-{B4C2672B-3B0D-4136-B0A3-A01D0671BFC8}" dt="2020-12-21T14:35:48.561" v="1714"/>
          <ac:inkMkLst>
            <pc:docMk/>
            <pc:sldMk cId="0" sldId="460"/>
            <ac:inkMk id="71835" creationId="{F008E55F-E05F-421F-92BD-4CFBD0A6B181}"/>
          </ac:inkMkLst>
        </pc:inkChg>
        <pc:inkChg chg="add">
          <ac:chgData name="Md. Nahid Hasan" userId="S::nahid@vu.edu.bd::85ea5f9e-65d6-4031-b810-9415101f2e21" providerId="AD" clId="Web-{B4C2672B-3B0D-4136-B0A3-A01D0671BFC8}" dt="2020-12-21T14:35:59.249" v="1715"/>
          <ac:inkMkLst>
            <pc:docMk/>
            <pc:sldMk cId="0" sldId="460"/>
            <ac:inkMk id="71836" creationId="{811E6CF5-0254-4FCE-B3BC-2308F9B5CFC6}"/>
          </ac:inkMkLst>
        </pc:inkChg>
        <pc:inkChg chg="add">
          <ac:chgData name="Md. Nahid Hasan" userId="S::nahid@vu.edu.bd::85ea5f9e-65d6-4031-b810-9415101f2e21" providerId="AD" clId="Web-{B4C2672B-3B0D-4136-B0A3-A01D0671BFC8}" dt="2020-12-21T14:36:02.655" v="1716"/>
          <ac:inkMkLst>
            <pc:docMk/>
            <pc:sldMk cId="0" sldId="460"/>
            <ac:inkMk id="71837" creationId="{818039A9-1622-4014-BDF7-2F527B9FEB14}"/>
          </ac:inkMkLst>
        </pc:inkChg>
        <pc:inkChg chg="add">
          <ac:chgData name="Md. Nahid Hasan" userId="S::nahid@vu.edu.bd::85ea5f9e-65d6-4031-b810-9415101f2e21" providerId="AD" clId="Web-{B4C2672B-3B0D-4136-B0A3-A01D0671BFC8}" dt="2020-12-21T14:36:02.655" v="1717"/>
          <ac:inkMkLst>
            <pc:docMk/>
            <pc:sldMk cId="0" sldId="460"/>
            <ac:inkMk id="71838" creationId="{AD65BABC-941F-4693-8C99-4C9BB444E7F4}"/>
          </ac:inkMkLst>
        </pc:inkChg>
        <pc:inkChg chg="add">
          <ac:chgData name="Md. Nahid Hasan" userId="S::nahid@vu.edu.bd::85ea5f9e-65d6-4031-b810-9415101f2e21" providerId="AD" clId="Web-{B4C2672B-3B0D-4136-B0A3-A01D0671BFC8}" dt="2020-12-21T14:36:02.670" v="1718"/>
          <ac:inkMkLst>
            <pc:docMk/>
            <pc:sldMk cId="0" sldId="460"/>
            <ac:inkMk id="71839" creationId="{31590EC2-24D8-49F1-A82D-1B8DA096B721}"/>
          </ac:inkMkLst>
        </pc:inkChg>
        <pc:inkChg chg="add">
          <ac:chgData name="Md. Nahid Hasan" userId="S::nahid@vu.edu.bd::85ea5f9e-65d6-4031-b810-9415101f2e21" providerId="AD" clId="Web-{B4C2672B-3B0D-4136-B0A3-A01D0671BFC8}" dt="2020-12-21T14:36:02.827" v="1719"/>
          <ac:inkMkLst>
            <pc:docMk/>
            <pc:sldMk cId="0" sldId="460"/>
            <ac:inkMk id="71840" creationId="{1B4E47E5-2A0A-4C3C-A0C3-63F7A2F6AC86}"/>
          </ac:inkMkLst>
        </pc:inkChg>
        <pc:inkChg chg="add">
          <ac:chgData name="Md. Nahid Hasan" userId="S::nahid@vu.edu.bd::85ea5f9e-65d6-4031-b810-9415101f2e21" providerId="AD" clId="Web-{B4C2672B-3B0D-4136-B0A3-A01D0671BFC8}" dt="2020-12-21T14:36:04.342" v="1720"/>
          <ac:inkMkLst>
            <pc:docMk/>
            <pc:sldMk cId="0" sldId="460"/>
            <ac:inkMk id="71841" creationId="{CAE13B93-A77C-49DD-BBF1-5D5E6A222B9D}"/>
          </ac:inkMkLst>
        </pc:inkChg>
        <pc:inkChg chg="add">
          <ac:chgData name="Md. Nahid Hasan" userId="S::nahid@vu.edu.bd::85ea5f9e-65d6-4031-b810-9415101f2e21" providerId="AD" clId="Web-{B4C2672B-3B0D-4136-B0A3-A01D0671BFC8}" dt="2020-12-21T14:36:06.889" v="1721"/>
          <ac:inkMkLst>
            <pc:docMk/>
            <pc:sldMk cId="0" sldId="460"/>
            <ac:inkMk id="71842" creationId="{6B1EFA49-AE7B-4332-B1AA-C4EA286F3A44}"/>
          </ac:inkMkLst>
        </pc:inkChg>
        <pc:inkChg chg="add">
          <ac:chgData name="Md. Nahid Hasan" userId="S::nahid@vu.edu.bd::85ea5f9e-65d6-4031-b810-9415101f2e21" providerId="AD" clId="Web-{B4C2672B-3B0D-4136-B0A3-A01D0671BFC8}" dt="2020-12-21T14:36:07.030" v="1722"/>
          <ac:inkMkLst>
            <pc:docMk/>
            <pc:sldMk cId="0" sldId="460"/>
            <ac:inkMk id="71843" creationId="{171526FF-92F7-4248-B945-A59417EDA7B8}"/>
          </ac:inkMkLst>
        </pc:inkChg>
        <pc:inkChg chg="add">
          <ac:chgData name="Md. Nahid Hasan" userId="S::nahid@vu.edu.bd::85ea5f9e-65d6-4031-b810-9415101f2e21" providerId="AD" clId="Web-{B4C2672B-3B0D-4136-B0A3-A01D0671BFC8}" dt="2020-12-21T14:36:19.999" v="1723"/>
          <ac:inkMkLst>
            <pc:docMk/>
            <pc:sldMk cId="0" sldId="460"/>
            <ac:inkMk id="71844" creationId="{2D272A53-322F-4116-A259-EB2522592923}"/>
          </ac:inkMkLst>
        </pc:inkChg>
        <pc:inkChg chg="add">
          <ac:chgData name="Md. Nahid Hasan" userId="S::nahid@vu.edu.bd::85ea5f9e-65d6-4031-b810-9415101f2e21" providerId="AD" clId="Web-{B4C2672B-3B0D-4136-B0A3-A01D0671BFC8}" dt="2020-12-21T14:36:25.202" v="1724"/>
          <ac:inkMkLst>
            <pc:docMk/>
            <pc:sldMk cId="0" sldId="460"/>
            <ac:inkMk id="71845" creationId="{D953716F-287B-4D26-A42C-A1A2C5EC2514}"/>
          </ac:inkMkLst>
        </pc:inkChg>
        <pc:inkChg chg="add">
          <ac:chgData name="Md. Nahid Hasan" userId="S::nahid@vu.edu.bd::85ea5f9e-65d6-4031-b810-9415101f2e21" providerId="AD" clId="Web-{B4C2672B-3B0D-4136-B0A3-A01D0671BFC8}" dt="2020-12-21T14:36:30.452" v="1725"/>
          <ac:inkMkLst>
            <pc:docMk/>
            <pc:sldMk cId="0" sldId="460"/>
            <ac:inkMk id="71846" creationId="{64587B65-476C-4AE2-A1C9-CCDD896A72D0}"/>
          </ac:inkMkLst>
        </pc:inkChg>
        <pc:inkChg chg="add">
          <ac:chgData name="Md. Nahid Hasan" userId="S::nahid@vu.edu.bd::85ea5f9e-65d6-4031-b810-9415101f2e21" providerId="AD" clId="Web-{B4C2672B-3B0D-4136-B0A3-A01D0671BFC8}" dt="2020-12-21T14:36:31.467" v="1726"/>
          <ac:inkMkLst>
            <pc:docMk/>
            <pc:sldMk cId="0" sldId="460"/>
            <ac:inkMk id="71847" creationId="{44C8076A-2857-4A81-A89A-9C123780FA98}"/>
          </ac:inkMkLst>
        </pc:inkChg>
        <pc:inkChg chg="add">
          <ac:chgData name="Md. Nahid Hasan" userId="S::nahid@vu.edu.bd::85ea5f9e-65d6-4031-b810-9415101f2e21" providerId="AD" clId="Web-{B4C2672B-3B0D-4136-B0A3-A01D0671BFC8}" dt="2020-12-21T14:36:32.124" v="1727"/>
          <ac:inkMkLst>
            <pc:docMk/>
            <pc:sldMk cId="0" sldId="460"/>
            <ac:inkMk id="71848" creationId="{DD8A4022-CBD6-441D-872B-ACC5186CFC4A}"/>
          </ac:inkMkLst>
        </pc:inkChg>
        <pc:inkChg chg="add">
          <ac:chgData name="Md. Nahid Hasan" userId="S::nahid@vu.edu.bd::85ea5f9e-65d6-4031-b810-9415101f2e21" providerId="AD" clId="Web-{B4C2672B-3B0D-4136-B0A3-A01D0671BFC8}" dt="2020-12-21T14:36:41.389" v="1728"/>
          <ac:inkMkLst>
            <pc:docMk/>
            <pc:sldMk cId="0" sldId="460"/>
            <ac:inkMk id="71849" creationId="{A4DED213-337D-45E3-B7AF-C604115A18E8}"/>
          </ac:inkMkLst>
        </pc:inkChg>
        <pc:inkChg chg="add">
          <ac:chgData name="Md. Nahid Hasan" userId="S::nahid@vu.edu.bd::85ea5f9e-65d6-4031-b810-9415101f2e21" providerId="AD" clId="Web-{B4C2672B-3B0D-4136-B0A3-A01D0671BFC8}" dt="2020-12-21T14:36:42.373" v="1729"/>
          <ac:inkMkLst>
            <pc:docMk/>
            <pc:sldMk cId="0" sldId="460"/>
            <ac:inkMk id="71850" creationId="{D8869127-ABD5-49E2-AA6F-FCBF4A2CD2FB}"/>
          </ac:inkMkLst>
        </pc:inkChg>
        <pc:inkChg chg="add">
          <ac:chgData name="Md. Nahid Hasan" userId="S::nahid@vu.edu.bd::85ea5f9e-65d6-4031-b810-9415101f2e21" providerId="AD" clId="Web-{B4C2672B-3B0D-4136-B0A3-A01D0671BFC8}" dt="2020-12-21T14:36:43.342" v="1730"/>
          <ac:inkMkLst>
            <pc:docMk/>
            <pc:sldMk cId="0" sldId="460"/>
            <ac:inkMk id="71851" creationId="{667FED17-7FE9-4488-931B-DEA86999DEE1}"/>
          </ac:inkMkLst>
        </pc:inkChg>
        <pc:inkChg chg="add">
          <ac:chgData name="Md. Nahid Hasan" userId="S::nahid@vu.edu.bd::85ea5f9e-65d6-4031-b810-9415101f2e21" providerId="AD" clId="Web-{B4C2672B-3B0D-4136-B0A3-A01D0671BFC8}" dt="2020-12-21T14:36:44.311" v="1731"/>
          <ac:inkMkLst>
            <pc:docMk/>
            <pc:sldMk cId="0" sldId="460"/>
            <ac:inkMk id="71852" creationId="{6C6C6E3E-BE9C-4F0D-8833-61E8D5D2BFE1}"/>
          </ac:inkMkLst>
        </pc:inkChg>
        <pc:inkChg chg="add">
          <ac:chgData name="Md. Nahid Hasan" userId="S::nahid@vu.edu.bd::85ea5f9e-65d6-4031-b810-9415101f2e21" providerId="AD" clId="Web-{B4C2672B-3B0D-4136-B0A3-A01D0671BFC8}" dt="2020-12-21T14:36:48.170" v="1732"/>
          <ac:inkMkLst>
            <pc:docMk/>
            <pc:sldMk cId="0" sldId="460"/>
            <ac:inkMk id="71853" creationId="{259C51BD-6B30-4872-BAAC-7A1712033C73}"/>
          </ac:inkMkLst>
        </pc:inkChg>
        <pc:inkChg chg="add">
          <ac:chgData name="Md. Nahid Hasan" userId="S::nahid@vu.edu.bd::85ea5f9e-65d6-4031-b810-9415101f2e21" providerId="AD" clId="Web-{B4C2672B-3B0D-4136-B0A3-A01D0671BFC8}" dt="2020-12-21T14:36:48.186" v="1733"/>
          <ac:inkMkLst>
            <pc:docMk/>
            <pc:sldMk cId="0" sldId="460"/>
            <ac:inkMk id="71854" creationId="{26685E84-905C-49CE-B694-DE66EB1508FE}"/>
          </ac:inkMkLst>
        </pc:inkChg>
        <pc:inkChg chg="add">
          <ac:chgData name="Md. Nahid Hasan" userId="S::nahid@vu.edu.bd::85ea5f9e-65d6-4031-b810-9415101f2e21" providerId="AD" clId="Web-{B4C2672B-3B0D-4136-B0A3-A01D0671BFC8}" dt="2020-12-21T14:36:48.202" v="1734"/>
          <ac:inkMkLst>
            <pc:docMk/>
            <pc:sldMk cId="0" sldId="460"/>
            <ac:inkMk id="71855" creationId="{24ADB295-383F-4CA7-95BC-0F8DB2CD670E}"/>
          </ac:inkMkLst>
        </pc:inkChg>
        <pc:inkChg chg="add">
          <ac:chgData name="Md. Nahid Hasan" userId="S::nahid@vu.edu.bd::85ea5f9e-65d6-4031-b810-9415101f2e21" providerId="AD" clId="Web-{B4C2672B-3B0D-4136-B0A3-A01D0671BFC8}" dt="2020-12-21T14:36:53.561" v="1735"/>
          <ac:inkMkLst>
            <pc:docMk/>
            <pc:sldMk cId="0" sldId="460"/>
            <ac:inkMk id="71856" creationId="{081EA563-860E-447C-BF79-7FB76041DD3E}"/>
          </ac:inkMkLst>
        </pc:inkChg>
        <pc:inkChg chg="add">
          <ac:chgData name="Md. Nahid Hasan" userId="S::nahid@vu.edu.bd::85ea5f9e-65d6-4031-b810-9415101f2e21" providerId="AD" clId="Web-{B4C2672B-3B0D-4136-B0A3-A01D0671BFC8}" dt="2020-12-21T14:36:54.842" v="1736"/>
          <ac:inkMkLst>
            <pc:docMk/>
            <pc:sldMk cId="0" sldId="460"/>
            <ac:inkMk id="71857" creationId="{3D1B4BEA-3414-4B97-961D-F8BB67B223CD}"/>
          </ac:inkMkLst>
        </pc:inkChg>
        <pc:inkChg chg="add">
          <ac:chgData name="Md. Nahid Hasan" userId="S::nahid@vu.edu.bd::85ea5f9e-65d6-4031-b810-9415101f2e21" providerId="AD" clId="Web-{B4C2672B-3B0D-4136-B0A3-A01D0671BFC8}" dt="2020-12-21T14:37:01.936" v="1737"/>
          <ac:inkMkLst>
            <pc:docMk/>
            <pc:sldMk cId="0" sldId="460"/>
            <ac:inkMk id="71858" creationId="{55BB7310-F1C6-4401-84FE-913D899DE2E9}"/>
          </ac:inkMkLst>
        </pc:inkChg>
      </pc:sldChg>
      <pc:sldChg chg="addSp delSp">
        <pc:chgData name="Md. Nahid Hasan" userId="S::nahid@vu.edu.bd::85ea5f9e-65d6-4031-b810-9415101f2e21" providerId="AD" clId="Web-{B4C2672B-3B0D-4136-B0A3-A01D0671BFC8}" dt="2020-12-21T14:04:11.661" v="654"/>
        <pc:sldMkLst>
          <pc:docMk/>
          <pc:sldMk cId="0" sldId="466"/>
        </pc:sldMkLst>
        <pc:inkChg chg="del">
          <ac:chgData name="Md. Nahid Hasan" userId="S::nahid@vu.edu.bd::85ea5f9e-65d6-4031-b810-9415101f2e21" providerId="AD" clId="Web-{B4C2672B-3B0D-4136-B0A3-A01D0671BFC8}" dt="2020-12-21T13:54:03.835" v="334"/>
          <ac:inkMkLst>
            <pc:docMk/>
            <pc:sldMk cId="0" sldId="466"/>
            <ac:inkMk id="2" creationId="{E319C866-FF69-4E19-8656-9DC26ECC056C}"/>
          </ac:inkMkLst>
        </pc:inkChg>
        <pc:inkChg chg="del">
          <ac:chgData name="Md. Nahid Hasan" userId="S::nahid@vu.edu.bd::85ea5f9e-65d6-4031-b810-9415101f2e21" providerId="AD" clId="Web-{B4C2672B-3B0D-4136-B0A3-A01D0671BFC8}" dt="2020-12-21T13:54:03.835" v="333"/>
          <ac:inkMkLst>
            <pc:docMk/>
            <pc:sldMk cId="0" sldId="466"/>
            <ac:inkMk id="4" creationId="{88FC6B0C-6592-4DF3-AE4C-D4696627998D}"/>
          </ac:inkMkLst>
        </pc:inkChg>
        <pc:inkChg chg="del">
          <ac:chgData name="Md. Nahid Hasan" userId="S::nahid@vu.edu.bd::85ea5f9e-65d6-4031-b810-9415101f2e21" providerId="AD" clId="Web-{B4C2672B-3B0D-4136-B0A3-A01D0671BFC8}" dt="2020-12-21T13:54:03.835" v="332"/>
          <ac:inkMkLst>
            <pc:docMk/>
            <pc:sldMk cId="0" sldId="466"/>
            <ac:inkMk id="5" creationId="{026489BB-557D-4ECC-AA81-D70F412F3E13}"/>
          </ac:inkMkLst>
        </pc:inkChg>
        <pc:inkChg chg="del">
          <ac:chgData name="Md. Nahid Hasan" userId="S::nahid@vu.edu.bd::85ea5f9e-65d6-4031-b810-9415101f2e21" providerId="AD" clId="Web-{B4C2672B-3B0D-4136-B0A3-A01D0671BFC8}" dt="2020-12-21T13:54:03.819" v="331"/>
          <ac:inkMkLst>
            <pc:docMk/>
            <pc:sldMk cId="0" sldId="466"/>
            <ac:inkMk id="6" creationId="{4D70A72D-B8B7-4292-8C8E-E58AD47B1A5D}"/>
          </ac:inkMkLst>
        </pc:inkChg>
        <pc:inkChg chg="del">
          <ac:chgData name="Md. Nahid Hasan" userId="S::nahid@vu.edu.bd::85ea5f9e-65d6-4031-b810-9415101f2e21" providerId="AD" clId="Web-{B4C2672B-3B0D-4136-B0A3-A01D0671BFC8}" dt="2020-12-21T13:54:03.819" v="330"/>
          <ac:inkMkLst>
            <pc:docMk/>
            <pc:sldMk cId="0" sldId="466"/>
            <ac:inkMk id="7" creationId="{9BD0E72C-AD54-4F35-B74D-08628211A23A}"/>
          </ac:inkMkLst>
        </pc:inkChg>
        <pc:inkChg chg="del">
          <ac:chgData name="Md. Nahid Hasan" userId="S::nahid@vu.edu.bd::85ea5f9e-65d6-4031-b810-9415101f2e21" providerId="AD" clId="Web-{B4C2672B-3B0D-4136-B0A3-A01D0671BFC8}" dt="2020-12-21T13:54:03.819" v="329"/>
          <ac:inkMkLst>
            <pc:docMk/>
            <pc:sldMk cId="0" sldId="466"/>
            <ac:inkMk id="8" creationId="{74C63DE5-3D36-4403-A522-D9C2CFD1E375}"/>
          </ac:inkMkLst>
        </pc:inkChg>
        <pc:inkChg chg="del">
          <ac:chgData name="Md. Nahid Hasan" userId="S::nahid@vu.edu.bd::85ea5f9e-65d6-4031-b810-9415101f2e21" providerId="AD" clId="Web-{B4C2672B-3B0D-4136-B0A3-A01D0671BFC8}" dt="2020-12-21T13:54:03.819" v="328"/>
          <ac:inkMkLst>
            <pc:docMk/>
            <pc:sldMk cId="0" sldId="466"/>
            <ac:inkMk id="9" creationId="{FC12EFBE-756A-404F-B9E6-99E190EB082D}"/>
          </ac:inkMkLst>
        </pc:inkChg>
        <pc:inkChg chg="del">
          <ac:chgData name="Md. Nahid Hasan" userId="S::nahid@vu.edu.bd::85ea5f9e-65d6-4031-b810-9415101f2e21" providerId="AD" clId="Web-{B4C2672B-3B0D-4136-B0A3-A01D0671BFC8}" dt="2020-12-21T13:54:03.819" v="327"/>
          <ac:inkMkLst>
            <pc:docMk/>
            <pc:sldMk cId="0" sldId="466"/>
            <ac:inkMk id="10" creationId="{C595C82B-4057-4B80-93C1-C74809ACF81C}"/>
          </ac:inkMkLst>
        </pc:inkChg>
        <pc:inkChg chg="del">
          <ac:chgData name="Md. Nahid Hasan" userId="S::nahid@vu.edu.bd::85ea5f9e-65d6-4031-b810-9415101f2e21" providerId="AD" clId="Web-{B4C2672B-3B0D-4136-B0A3-A01D0671BFC8}" dt="2020-12-21T13:54:03.819" v="326"/>
          <ac:inkMkLst>
            <pc:docMk/>
            <pc:sldMk cId="0" sldId="466"/>
            <ac:inkMk id="11" creationId="{B72F0559-7A58-453D-A750-A56DC985744D}"/>
          </ac:inkMkLst>
        </pc:inkChg>
        <pc:inkChg chg="del">
          <ac:chgData name="Md. Nahid Hasan" userId="S::nahid@vu.edu.bd::85ea5f9e-65d6-4031-b810-9415101f2e21" providerId="AD" clId="Web-{B4C2672B-3B0D-4136-B0A3-A01D0671BFC8}" dt="2020-12-21T13:54:03.819" v="325"/>
          <ac:inkMkLst>
            <pc:docMk/>
            <pc:sldMk cId="0" sldId="466"/>
            <ac:inkMk id="12" creationId="{A41D7B44-EAD2-44B1-B25B-AE80D146F3C9}"/>
          </ac:inkMkLst>
        </pc:inkChg>
        <pc:inkChg chg="del">
          <ac:chgData name="Md. Nahid Hasan" userId="S::nahid@vu.edu.bd::85ea5f9e-65d6-4031-b810-9415101f2e21" providerId="AD" clId="Web-{B4C2672B-3B0D-4136-B0A3-A01D0671BFC8}" dt="2020-12-21T13:54:03.804" v="324"/>
          <ac:inkMkLst>
            <pc:docMk/>
            <pc:sldMk cId="0" sldId="466"/>
            <ac:inkMk id="13" creationId="{11F4DE3F-D168-45FE-9E8A-A78BF67503F0}"/>
          </ac:inkMkLst>
        </pc:inkChg>
        <pc:inkChg chg="del">
          <ac:chgData name="Md. Nahid Hasan" userId="S::nahid@vu.edu.bd::85ea5f9e-65d6-4031-b810-9415101f2e21" providerId="AD" clId="Web-{B4C2672B-3B0D-4136-B0A3-A01D0671BFC8}" dt="2020-12-21T13:54:03.804" v="323"/>
          <ac:inkMkLst>
            <pc:docMk/>
            <pc:sldMk cId="0" sldId="466"/>
            <ac:inkMk id="14" creationId="{4FD1C935-63CA-4025-9662-0E2F391F9088}"/>
          </ac:inkMkLst>
        </pc:inkChg>
        <pc:inkChg chg="del">
          <ac:chgData name="Md. Nahid Hasan" userId="S::nahid@vu.edu.bd::85ea5f9e-65d6-4031-b810-9415101f2e21" providerId="AD" clId="Web-{B4C2672B-3B0D-4136-B0A3-A01D0671BFC8}" dt="2020-12-21T13:54:03.804" v="322"/>
          <ac:inkMkLst>
            <pc:docMk/>
            <pc:sldMk cId="0" sldId="466"/>
            <ac:inkMk id="15" creationId="{0D394826-A63C-4BCB-9C2F-1C0C3F52596D}"/>
          </ac:inkMkLst>
        </pc:inkChg>
        <pc:inkChg chg="del">
          <ac:chgData name="Md. Nahid Hasan" userId="S::nahid@vu.edu.bd::85ea5f9e-65d6-4031-b810-9415101f2e21" providerId="AD" clId="Web-{B4C2672B-3B0D-4136-B0A3-A01D0671BFC8}" dt="2020-12-21T13:54:03.804" v="321"/>
          <ac:inkMkLst>
            <pc:docMk/>
            <pc:sldMk cId="0" sldId="466"/>
            <ac:inkMk id="16" creationId="{D85A880B-5971-4F90-A4D0-A9072A18162C}"/>
          </ac:inkMkLst>
        </pc:inkChg>
        <pc:inkChg chg="del">
          <ac:chgData name="Md. Nahid Hasan" userId="S::nahid@vu.edu.bd::85ea5f9e-65d6-4031-b810-9415101f2e21" providerId="AD" clId="Web-{B4C2672B-3B0D-4136-B0A3-A01D0671BFC8}" dt="2020-12-21T13:54:03.804" v="320"/>
          <ac:inkMkLst>
            <pc:docMk/>
            <pc:sldMk cId="0" sldId="466"/>
            <ac:inkMk id="17" creationId="{F0CB343C-F772-48E1-84B4-9F1A5CFEDF88}"/>
          </ac:inkMkLst>
        </pc:inkChg>
        <pc:inkChg chg="del">
          <ac:chgData name="Md. Nahid Hasan" userId="S::nahid@vu.edu.bd::85ea5f9e-65d6-4031-b810-9415101f2e21" providerId="AD" clId="Web-{B4C2672B-3B0D-4136-B0A3-A01D0671BFC8}" dt="2020-12-21T13:54:03.804" v="319"/>
          <ac:inkMkLst>
            <pc:docMk/>
            <pc:sldMk cId="0" sldId="466"/>
            <ac:inkMk id="18" creationId="{26E4071C-DB2F-421F-9F17-5263D983E957}"/>
          </ac:inkMkLst>
        </pc:inkChg>
        <pc:inkChg chg="del">
          <ac:chgData name="Md. Nahid Hasan" userId="S::nahid@vu.edu.bd::85ea5f9e-65d6-4031-b810-9415101f2e21" providerId="AD" clId="Web-{B4C2672B-3B0D-4136-B0A3-A01D0671BFC8}" dt="2020-12-21T13:54:03.804" v="318"/>
          <ac:inkMkLst>
            <pc:docMk/>
            <pc:sldMk cId="0" sldId="466"/>
            <ac:inkMk id="19" creationId="{77E02C6B-411D-4137-BEF0-07374F37194F}"/>
          </ac:inkMkLst>
        </pc:inkChg>
        <pc:inkChg chg="del">
          <ac:chgData name="Md. Nahid Hasan" userId="S::nahid@vu.edu.bd::85ea5f9e-65d6-4031-b810-9415101f2e21" providerId="AD" clId="Web-{B4C2672B-3B0D-4136-B0A3-A01D0671BFC8}" dt="2020-12-21T13:54:03.804" v="317"/>
          <ac:inkMkLst>
            <pc:docMk/>
            <pc:sldMk cId="0" sldId="466"/>
            <ac:inkMk id="20" creationId="{5C69196B-53C6-4682-AEE1-0BB368CBC9BA}"/>
          </ac:inkMkLst>
        </pc:inkChg>
        <pc:inkChg chg="del">
          <ac:chgData name="Md. Nahid Hasan" userId="S::nahid@vu.edu.bd::85ea5f9e-65d6-4031-b810-9415101f2e21" providerId="AD" clId="Web-{B4C2672B-3B0D-4136-B0A3-A01D0671BFC8}" dt="2020-12-21T13:54:03.788" v="316"/>
          <ac:inkMkLst>
            <pc:docMk/>
            <pc:sldMk cId="0" sldId="466"/>
            <ac:inkMk id="21" creationId="{43617B90-8A95-4258-93CB-F9DDAFBE24AD}"/>
          </ac:inkMkLst>
        </pc:inkChg>
        <pc:inkChg chg="del">
          <ac:chgData name="Md. Nahid Hasan" userId="S::nahid@vu.edu.bd::85ea5f9e-65d6-4031-b810-9415101f2e21" providerId="AD" clId="Web-{B4C2672B-3B0D-4136-B0A3-A01D0671BFC8}" dt="2020-12-21T13:54:03.788" v="315"/>
          <ac:inkMkLst>
            <pc:docMk/>
            <pc:sldMk cId="0" sldId="466"/>
            <ac:inkMk id="22" creationId="{2DC0CA02-ADCF-4A9B-AE9E-A4C0AC32613E}"/>
          </ac:inkMkLst>
        </pc:inkChg>
        <pc:inkChg chg="del">
          <ac:chgData name="Md. Nahid Hasan" userId="S::nahid@vu.edu.bd::85ea5f9e-65d6-4031-b810-9415101f2e21" providerId="AD" clId="Web-{B4C2672B-3B0D-4136-B0A3-A01D0671BFC8}" dt="2020-12-21T13:54:03.788" v="314"/>
          <ac:inkMkLst>
            <pc:docMk/>
            <pc:sldMk cId="0" sldId="466"/>
            <ac:inkMk id="23" creationId="{624ADE4D-ED82-4B9F-AD1B-F1E1439C4708}"/>
          </ac:inkMkLst>
        </pc:inkChg>
        <pc:inkChg chg="del">
          <ac:chgData name="Md. Nahid Hasan" userId="S::nahid@vu.edu.bd::85ea5f9e-65d6-4031-b810-9415101f2e21" providerId="AD" clId="Web-{B4C2672B-3B0D-4136-B0A3-A01D0671BFC8}" dt="2020-12-21T13:54:03.788" v="313"/>
          <ac:inkMkLst>
            <pc:docMk/>
            <pc:sldMk cId="0" sldId="466"/>
            <ac:inkMk id="24" creationId="{A463D1F5-13A9-4A90-B5CC-54490AD0A494}"/>
          </ac:inkMkLst>
        </pc:inkChg>
        <pc:inkChg chg="del">
          <ac:chgData name="Md. Nahid Hasan" userId="S::nahid@vu.edu.bd::85ea5f9e-65d6-4031-b810-9415101f2e21" providerId="AD" clId="Web-{B4C2672B-3B0D-4136-B0A3-A01D0671BFC8}" dt="2020-12-21T13:54:03.788" v="312"/>
          <ac:inkMkLst>
            <pc:docMk/>
            <pc:sldMk cId="0" sldId="466"/>
            <ac:inkMk id="25" creationId="{27BE9134-016A-4090-A1DA-9EF1AD26CFED}"/>
          </ac:inkMkLst>
        </pc:inkChg>
        <pc:inkChg chg="del">
          <ac:chgData name="Md. Nahid Hasan" userId="S::nahid@vu.edu.bd::85ea5f9e-65d6-4031-b810-9415101f2e21" providerId="AD" clId="Web-{B4C2672B-3B0D-4136-B0A3-A01D0671BFC8}" dt="2020-12-21T13:54:03.788" v="311"/>
          <ac:inkMkLst>
            <pc:docMk/>
            <pc:sldMk cId="0" sldId="466"/>
            <ac:inkMk id="26" creationId="{D3DC32E0-734B-4373-BFE4-307BEA7A55BE}"/>
          </ac:inkMkLst>
        </pc:inkChg>
        <pc:inkChg chg="del">
          <ac:chgData name="Md. Nahid Hasan" userId="S::nahid@vu.edu.bd::85ea5f9e-65d6-4031-b810-9415101f2e21" providerId="AD" clId="Web-{B4C2672B-3B0D-4136-B0A3-A01D0671BFC8}" dt="2020-12-21T13:54:03.788" v="310"/>
          <ac:inkMkLst>
            <pc:docMk/>
            <pc:sldMk cId="0" sldId="466"/>
            <ac:inkMk id="27" creationId="{16AB4E2A-8EA0-4E3F-8AF0-00AFB1F214A3}"/>
          </ac:inkMkLst>
        </pc:inkChg>
        <pc:inkChg chg="del">
          <ac:chgData name="Md. Nahid Hasan" userId="S::nahid@vu.edu.bd::85ea5f9e-65d6-4031-b810-9415101f2e21" providerId="AD" clId="Web-{B4C2672B-3B0D-4136-B0A3-A01D0671BFC8}" dt="2020-12-21T13:54:03.772" v="309"/>
          <ac:inkMkLst>
            <pc:docMk/>
            <pc:sldMk cId="0" sldId="466"/>
            <ac:inkMk id="28" creationId="{04C60964-9905-44DC-8E67-ACE7DC3F29B9}"/>
          </ac:inkMkLst>
        </pc:inkChg>
        <pc:inkChg chg="del">
          <ac:chgData name="Md. Nahid Hasan" userId="S::nahid@vu.edu.bd::85ea5f9e-65d6-4031-b810-9415101f2e21" providerId="AD" clId="Web-{B4C2672B-3B0D-4136-B0A3-A01D0671BFC8}" dt="2020-12-21T13:54:03.772" v="308"/>
          <ac:inkMkLst>
            <pc:docMk/>
            <pc:sldMk cId="0" sldId="466"/>
            <ac:inkMk id="29" creationId="{FAA1C17C-D445-487C-A411-A3D63545E2CB}"/>
          </ac:inkMkLst>
        </pc:inkChg>
        <pc:inkChg chg="del">
          <ac:chgData name="Md. Nahid Hasan" userId="S::nahid@vu.edu.bd::85ea5f9e-65d6-4031-b810-9415101f2e21" providerId="AD" clId="Web-{B4C2672B-3B0D-4136-B0A3-A01D0671BFC8}" dt="2020-12-21T13:54:03.772" v="307"/>
          <ac:inkMkLst>
            <pc:docMk/>
            <pc:sldMk cId="0" sldId="466"/>
            <ac:inkMk id="30" creationId="{793ADDC0-6117-4593-AABA-081EF1988C82}"/>
          </ac:inkMkLst>
        </pc:inkChg>
        <pc:inkChg chg="del">
          <ac:chgData name="Md. Nahid Hasan" userId="S::nahid@vu.edu.bd::85ea5f9e-65d6-4031-b810-9415101f2e21" providerId="AD" clId="Web-{B4C2672B-3B0D-4136-B0A3-A01D0671BFC8}" dt="2020-12-21T13:54:03.772" v="306"/>
          <ac:inkMkLst>
            <pc:docMk/>
            <pc:sldMk cId="0" sldId="466"/>
            <ac:inkMk id="31" creationId="{5741BE88-2537-4601-B4AA-F8A9CC1F8C57}"/>
          </ac:inkMkLst>
        </pc:inkChg>
        <pc:inkChg chg="del">
          <ac:chgData name="Md. Nahid Hasan" userId="S::nahid@vu.edu.bd::85ea5f9e-65d6-4031-b810-9415101f2e21" providerId="AD" clId="Web-{B4C2672B-3B0D-4136-B0A3-A01D0671BFC8}" dt="2020-12-21T13:54:03.772" v="305"/>
          <ac:inkMkLst>
            <pc:docMk/>
            <pc:sldMk cId="0" sldId="466"/>
            <ac:inkMk id="32" creationId="{E76F28F1-D6C6-406C-B258-38A7661E7B87}"/>
          </ac:inkMkLst>
        </pc:inkChg>
        <pc:inkChg chg="del">
          <ac:chgData name="Md. Nahid Hasan" userId="S::nahid@vu.edu.bd::85ea5f9e-65d6-4031-b810-9415101f2e21" providerId="AD" clId="Web-{B4C2672B-3B0D-4136-B0A3-A01D0671BFC8}" dt="2020-12-21T13:54:03.772" v="304"/>
          <ac:inkMkLst>
            <pc:docMk/>
            <pc:sldMk cId="0" sldId="466"/>
            <ac:inkMk id="33" creationId="{39F16E3D-C60F-462A-957A-62E38D8BF974}"/>
          </ac:inkMkLst>
        </pc:inkChg>
        <pc:inkChg chg="del">
          <ac:chgData name="Md. Nahid Hasan" userId="S::nahid@vu.edu.bd::85ea5f9e-65d6-4031-b810-9415101f2e21" providerId="AD" clId="Web-{B4C2672B-3B0D-4136-B0A3-A01D0671BFC8}" dt="2020-12-21T13:54:03.772" v="303"/>
          <ac:inkMkLst>
            <pc:docMk/>
            <pc:sldMk cId="0" sldId="466"/>
            <ac:inkMk id="34" creationId="{1E23F70C-CCDB-4D92-9AF8-7900BE5E8018}"/>
          </ac:inkMkLst>
        </pc:inkChg>
        <pc:inkChg chg="del">
          <ac:chgData name="Md. Nahid Hasan" userId="S::nahid@vu.edu.bd::85ea5f9e-65d6-4031-b810-9415101f2e21" providerId="AD" clId="Web-{B4C2672B-3B0D-4136-B0A3-A01D0671BFC8}" dt="2020-12-21T13:54:03.757" v="302"/>
          <ac:inkMkLst>
            <pc:docMk/>
            <pc:sldMk cId="0" sldId="466"/>
            <ac:inkMk id="35" creationId="{EACC2FEE-8822-4C47-ADA2-33794147206C}"/>
          </ac:inkMkLst>
        </pc:inkChg>
        <pc:inkChg chg="del">
          <ac:chgData name="Md. Nahid Hasan" userId="S::nahid@vu.edu.bd::85ea5f9e-65d6-4031-b810-9415101f2e21" providerId="AD" clId="Web-{B4C2672B-3B0D-4136-B0A3-A01D0671BFC8}" dt="2020-12-21T13:54:03.757" v="301"/>
          <ac:inkMkLst>
            <pc:docMk/>
            <pc:sldMk cId="0" sldId="466"/>
            <ac:inkMk id="36" creationId="{305A4A6C-8E53-4083-B08C-E914279A399A}"/>
          </ac:inkMkLst>
        </pc:inkChg>
        <pc:inkChg chg="del">
          <ac:chgData name="Md. Nahid Hasan" userId="S::nahid@vu.edu.bd::85ea5f9e-65d6-4031-b810-9415101f2e21" providerId="AD" clId="Web-{B4C2672B-3B0D-4136-B0A3-A01D0671BFC8}" dt="2020-12-21T13:54:05.210" v="335"/>
          <ac:inkMkLst>
            <pc:docMk/>
            <pc:sldMk cId="0" sldId="466"/>
            <ac:inkMk id="37" creationId="{62D30D99-C4E4-4CA7-A0EC-B202ACE74053}"/>
          </ac:inkMkLst>
        </pc:inkChg>
        <pc:inkChg chg="del">
          <ac:chgData name="Md. Nahid Hasan" userId="S::nahid@vu.edu.bd::85ea5f9e-65d6-4031-b810-9415101f2e21" providerId="AD" clId="Web-{B4C2672B-3B0D-4136-B0A3-A01D0671BFC8}" dt="2020-12-21T13:54:03.757" v="300"/>
          <ac:inkMkLst>
            <pc:docMk/>
            <pc:sldMk cId="0" sldId="466"/>
            <ac:inkMk id="38" creationId="{6F2BF581-90AC-42A8-B72E-4D908231F179}"/>
          </ac:inkMkLst>
        </pc:inkChg>
        <pc:inkChg chg="del">
          <ac:chgData name="Md. Nahid Hasan" userId="S::nahid@vu.edu.bd::85ea5f9e-65d6-4031-b810-9415101f2e21" providerId="AD" clId="Web-{B4C2672B-3B0D-4136-B0A3-A01D0671BFC8}" dt="2020-12-21T13:54:03.757" v="299"/>
          <ac:inkMkLst>
            <pc:docMk/>
            <pc:sldMk cId="0" sldId="466"/>
            <ac:inkMk id="39" creationId="{6D597756-D3DD-4881-B4F2-9E0C58925016}"/>
          </ac:inkMkLst>
        </pc:inkChg>
        <pc:inkChg chg="del">
          <ac:chgData name="Md. Nahid Hasan" userId="S::nahid@vu.edu.bd::85ea5f9e-65d6-4031-b810-9415101f2e21" providerId="AD" clId="Web-{B4C2672B-3B0D-4136-B0A3-A01D0671BFC8}" dt="2020-12-21T13:54:03.757" v="298"/>
          <ac:inkMkLst>
            <pc:docMk/>
            <pc:sldMk cId="0" sldId="466"/>
            <ac:inkMk id="40" creationId="{8F86FF4D-1C54-4952-8797-9CA231251507}"/>
          </ac:inkMkLst>
        </pc:inkChg>
        <pc:inkChg chg="del">
          <ac:chgData name="Md. Nahid Hasan" userId="S::nahid@vu.edu.bd::85ea5f9e-65d6-4031-b810-9415101f2e21" providerId="AD" clId="Web-{B4C2672B-3B0D-4136-B0A3-A01D0671BFC8}" dt="2020-12-21T13:54:03.757" v="297"/>
          <ac:inkMkLst>
            <pc:docMk/>
            <pc:sldMk cId="0" sldId="466"/>
            <ac:inkMk id="41" creationId="{DF197531-42D8-472C-A6CE-B74FB3959CCE}"/>
          </ac:inkMkLst>
        </pc:inkChg>
        <pc:inkChg chg="del">
          <ac:chgData name="Md. Nahid Hasan" userId="S::nahid@vu.edu.bd::85ea5f9e-65d6-4031-b810-9415101f2e21" providerId="AD" clId="Web-{B4C2672B-3B0D-4136-B0A3-A01D0671BFC8}" dt="2020-12-21T13:54:03.757" v="296"/>
          <ac:inkMkLst>
            <pc:docMk/>
            <pc:sldMk cId="0" sldId="466"/>
            <ac:inkMk id="42" creationId="{BD0AB0AA-DD3F-4E97-9A15-0EB49F539A86}"/>
          </ac:inkMkLst>
        </pc:inkChg>
        <pc:inkChg chg="del">
          <ac:chgData name="Md. Nahid Hasan" userId="S::nahid@vu.edu.bd::85ea5f9e-65d6-4031-b810-9415101f2e21" providerId="AD" clId="Web-{B4C2672B-3B0D-4136-B0A3-A01D0671BFC8}" dt="2020-12-21T13:54:03.757" v="295"/>
          <ac:inkMkLst>
            <pc:docMk/>
            <pc:sldMk cId="0" sldId="466"/>
            <ac:inkMk id="43" creationId="{C1CB24F7-6C65-4F78-93A7-C4A6E90F2DDB}"/>
          </ac:inkMkLst>
        </pc:inkChg>
        <pc:inkChg chg="del">
          <ac:chgData name="Md. Nahid Hasan" userId="S::nahid@vu.edu.bd::85ea5f9e-65d6-4031-b810-9415101f2e21" providerId="AD" clId="Web-{B4C2672B-3B0D-4136-B0A3-A01D0671BFC8}" dt="2020-12-21T13:54:03.741" v="294"/>
          <ac:inkMkLst>
            <pc:docMk/>
            <pc:sldMk cId="0" sldId="466"/>
            <ac:inkMk id="44" creationId="{27CABF05-AFBB-4EE8-B2DD-4636D79564CC}"/>
          </ac:inkMkLst>
        </pc:inkChg>
        <pc:inkChg chg="del">
          <ac:chgData name="Md. Nahid Hasan" userId="S::nahid@vu.edu.bd::85ea5f9e-65d6-4031-b810-9415101f2e21" providerId="AD" clId="Web-{B4C2672B-3B0D-4136-B0A3-A01D0671BFC8}" dt="2020-12-21T13:54:03.741" v="293"/>
          <ac:inkMkLst>
            <pc:docMk/>
            <pc:sldMk cId="0" sldId="466"/>
            <ac:inkMk id="45" creationId="{8BAA7D67-31FA-453F-96BE-BA131F214C13}"/>
          </ac:inkMkLst>
        </pc:inkChg>
        <pc:inkChg chg="del">
          <ac:chgData name="Md. Nahid Hasan" userId="S::nahid@vu.edu.bd::85ea5f9e-65d6-4031-b810-9415101f2e21" providerId="AD" clId="Web-{B4C2672B-3B0D-4136-B0A3-A01D0671BFC8}" dt="2020-12-21T13:54:03.741" v="292"/>
          <ac:inkMkLst>
            <pc:docMk/>
            <pc:sldMk cId="0" sldId="466"/>
            <ac:inkMk id="46" creationId="{8DE4FDDF-F943-4BFE-AE9B-6726770E433A}"/>
          </ac:inkMkLst>
        </pc:inkChg>
        <pc:inkChg chg="del">
          <ac:chgData name="Md. Nahid Hasan" userId="S::nahid@vu.edu.bd::85ea5f9e-65d6-4031-b810-9415101f2e21" providerId="AD" clId="Web-{B4C2672B-3B0D-4136-B0A3-A01D0671BFC8}" dt="2020-12-21T13:54:03.741" v="291"/>
          <ac:inkMkLst>
            <pc:docMk/>
            <pc:sldMk cId="0" sldId="466"/>
            <ac:inkMk id="47" creationId="{0481469D-FCE6-49B4-84BF-B1D07BB6F9A0}"/>
          </ac:inkMkLst>
        </pc:inkChg>
        <pc:inkChg chg="del">
          <ac:chgData name="Md. Nahid Hasan" userId="S::nahid@vu.edu.bd::85ea5f9e-65d6-4031-b810-9415101f2e21" providerId="AD" clId="Web-{B4C2672B-3B0D-4136-B0A3-A01D0671BFC8}" dt="2020-12-21T13:54:03.741" v="290"/>
          <ac:inkMkLst>
            <pc:docMk/>
            <pc:sldMk cId="0" sldId="466"/>
            <ac:inkMk id="48" creationId="{296F8821-A914-4193-91FB-B6629A70D32C}"/>
          </ac:inkMkLst>
        </pc:inkChg>
        <pc:inkChg chg="del">
          <ac:chgData name="Md. Nahid Hasan" userId="S::nahid@vu.edu.bd::85ea5f9e-65d6-4031-b810-9415101f2e21" providerId="AD" clId="Web-{B4C2672B-3B0D-4136-B0A3-A01D0671BFC8}" dt="2020-12-21T13:54:03.741" v="289"/>
          <ac:inkMkLst>
            <pc:docMk/>
            <pc:sldMk cId="0" sldId="466"/>
            <ac:inkMk id="49" creationId="{92C8DB89-6056-477F-BCDD-28BA63317357}"/>
          </ac:inkMkLst>
        </pc:inkChg>
        <pc:inkChg chg="del">
          <ac:chgData name="Md. Nahid Hasan" userId="S::nahid@vu.edu.bd::85ea5f9e-65d6-4031-b810-9415101f2e21" providerId="AD" clId="Web-{B4C2672B-3B0D-4136-B0A3-A01D0671BFC8}" dt="2020-12-21T13:54:03.741" v="288"/>
          <ac:inkMkLst>
            <pc:docMk/>
            <pc:sldMk cId="0" sldId="466"/>
            <ac:inkMk id="50" creationId="{FD2AC17D-18FB-4193-9C13-E5FAFF4EAB42}"/>
          </ac:inkMkLst>
        </pc:inkChg>
        <pc:inkChg chg="del">
          <ac:chgData name="Md. Nahid Hasan" userId="S::nahid@vu.edu.bd::85ea5f9e-65d6-4031-b810-9415101f2e21" providerId="AD" clId="Web-{B4C2672B-3B0D-4136-B0A3-A01D0671BFC8}" dt="2020-12-21T13:54:03.726" v="287"/>
          <ac:inkMkLst>
            <pc:docMk/>
            <pc:sldMk cId="0" sldId="466"/>
            <ac:inkMk id="51" creationId="{5F06E4A2-A456-4CF8-8859-C583E829B0D2}"/>
          </ac:inkMkLst>
        </pc:inkChg>
        <pc:inkChg chg="del">
          <ac:chgData name="Md. Nahid Hasan" userId="S::nahid@vu.edu.bd::85ea5f9e-65d6-4031-b810-9415101f2e21" providerId="AD" clId="Web-{B4C2672B-3B0D-4136-B0A3-A01D0671BFC8}" dt="2020-12-21T13:54:03.726" v="286"/>
          <ac:inkMkLst>
            <pc:docMk/>
            <pc:sldMk cId="0" sldId="466"/>
            <ac:inkMk id="52" creationId="{DB9F2B54-CE55-4724-9A3C-BD38A3080D2E}"/>
          </ac:inkMkLst>
        </pc:inkChg>
        <pc:inkChg chg="del">
          <ac:chgData name="Md. Nahid Hasan" userId="S::nahid@vu.edu.bd::85ea5f9e-65d6-4031-b810-9415101f2e21" providerId="AD" clId="Web-{B4C2672B-3B0D-4136-B0A3-A01D0671BFC8}" dt="2020-12-21T13:54:03.726" v="285"/>
          <ac:inkMkLst>
            <pc:docMk/>
            <pc:sldMk cId="0" sldId="466"/>
            <ac:inkMk id="53" creationId="{E13AEB13-D954-45DD-9C4F-71B7FFD026D4}"/>
          </ac:inkMkLst>
        </pc:inkChg>
        <pc:inkChg chg="del">
          <ac:chgData name="Md. Nahid Hasan" userId="S::nahid@vu.edu.bd::85ea5f9e-65d6-4031-b810-9415101f2e21" providerId="AD" clId="Web-{B4C2672B-3B0D-4136-B0A3-A01D0671BFC8}" dt="2020-12-21T13:54:03.726" v="284"/>
          <ac:inkMkLst>
            <pc:docMk/>
            <pc:sldMk cId="0" sldId="466"/>
            <ac:inkMk id="54" creationId="{3B4BF55E-7072-4696-9B64-529AD916702F}"/>
          </ac:inkMkLst>
        </pc:inkChg>
        <pc:inkChg chg="del">
          <ac:chgData name="Md. Nahid Hasan" userId="S::nahid@vu.edu.bd::85ea5f9e-65d6-4031-b810-9415101f2e21" providerId="AD" clId="Web-{B4C2672B-3B0D-4136-B0A3-A01D0671BFC8}" dt="2020-12-21T13:54:03.726" v="283"/>
          <ac:inkMkLst>
            <pc:docMk/>
            <pc:sldMk cId="0" sldId="466"/>
            <ac:inkMk id="55" creationId="{A00EF805-64E7-4166-B05D-05D16415FEC8}"/>
          </ac:inkMkLst>
        </pc:inkChg>
        <pc:inkChg chg="del">
          <ac:chgData name="Md. Nahid Hasan" userId="S::nahid@vu.edu.bd::85ea5f9e-65d6-4031-b810-9415101f2e21" providerId="AD" clId="Web-{B4C2672B-3B0D-4136-B0A3-A01D0671BFC8}" dt="2020-12-21T13:54:03.726" v="282"/>
          <ac:inkMkLst>
            <pc:docMk/>
            <pc:sldMk cId="0" sldId="466"/>
            <ac:inkMk id="56" creationId="{16065182-1734-42C3-AAEE-E6E55F0E58C4}"/>
          </ac:inkMkLst>
        </pc:inkChg>
        <pc:inkChg chg="del">
          <ac:chgData name="Md. Nahid Hasan" userId="S::nahid@vu.edu.bd::85ea5f9e-65d6-4031-b810-9415101f2e21" providerId="AD" clId="Web-{B4C2672B-3B0D-4136-B0A3-A01D0671BFC8}" dt="2020-12-21T13:54:03.710" v="281"/>
          <ac:inkMkLst>
            <pc:docMk/>
            <pc:sldMk cId="0" sldId="466"/>
            <ac:inkMk id="57" creationId="{BD4DB0A1-DDB3-428D-8401-2D26B88D8C09}"/>
          </ac:inkMkLst>
        </pc:inkChg>
        <pc:inkChg chg="del">
          <ac:chgData name="Md. Nahid Hasan" userId="S::nahid@vu.edu.bd::85ea5f9e-65d6-4031-b810-9415101f2e21" providerId="AD" clId="Web-{B4C2672B-3B0D-4136-B0A3-A01D0671BFC8}" dt="2020-12-21T13:54:03.710" v="280"/>
          <ac:inkMkLst>
            <pc:docMk/>
            <pc:sldMk cId="0" sldId="466"/>
            <ac:inkMk id="58" creationId="{D239D5CE-B0E1-469A-A3EA-57783AD0EADF}"/>
          </ac:inkMkLst>
        </pc:inkChg>
        <pc:inkChg chg="del">
          <ac:chgData name="Md. Nahid Hasan" userId="S::nahid@vu.edu.bd::85ea5f9e-65d6-4031-b810-9415101f2e21" providerId="AD" clId="Web-{B4C2672B-3B0D-4136-B0A3-A01D0671BFC8}" dt="2020-12-21T13:54:03.710" v="279"/>
          <ac:inkMkLst>
            <pc:docMk/>
            <pc:sldMk cId="0" sldId="466"/>
            <ac:inkMk id="59" creationId="{DCD460EB-DE69-43BC-A99C-286A387AFEA5}"/>
          </ac:inkMkLst>
        </pc:inkChg>
        <pc:inkChg chg="del">
          <ac:chgData name="Md. Nahid Hasan" userId="S::nahid@vu.edu.bd::85ea5f9e-65d6-4031-b810-9415101f2e21" providerId="AD" clId="Web-{B4C2672B-3B0D-4136-B0A3-A01D0671BFC8}" dt="2020-12-21T13:54:03.710" v="278"/>
          <ac:inkMkLst>
            <pc:docMk/>
            <pc:sldMk cId="0" sldId="466"/>
            <ac:inkMk id="60" creationId="{9F6559E2-D4C8-488B-A0AA-74C989EFE02C}"/>
          </ac:inkMkLst>
        </pc:inkChg>
        <pc:inkChg chg="del">
          <ac:chgData name="Md. Nahid Hasan" userId="S::nahid@vu.edu.bd::85ea5f9e-65d6-4031-b810-9415101f2e21" providerId="AD" clId="Web-{B4C2672B-3B0D-4136-B0A3-A01D0671BFC8}" dt="2020-12-21T13:54:03.710" v="277"/>
          <ac:inkMkLst>
            <pc:docMk/>
            <pc:sldMk cId="0" sldId="466"/>
            <ac:inkMk id="61" creationId="{A976D8FD-6D0B-4BA4-BD0D-15C4EA3653E4}"/>
          </ac:inkMkLst>
        </pc:inkChg>
        <pc:inkChg chg="del">
          <ac:chgData name="Md. Nahid Hasan" userId="S::nahid@vu.edu.bd::85ea5f9e-65d6-4031-b810-9415101f2e21" providerId="AD" clId="Web-{B4C2672B-3B0D-4136-B0A3-A01D0671BFC8}" dt="2020-12-21T13:54:03.710" v="276"/>
          <ac:inkMkLst>
            <pc:docMk/>
            <pc:sldMk cId="0" sldId="466"/>
            <ac:inkMk id="62" creationId="{F6695EAD-FDEE-4C4A-9087-5D78EB40CAAF}"/>
          </ac:inkMkLst>
        </pc:inkChg>
        <pc:inkChg chg="del">
          <ac:chgData name="Md. Nahid Hasan" userId="S::nahid@vu.edu.bd::85ea5f9e-65d6-4031-b810-9415101f2e21" providerId="AD" clId="Web-{B4C2672B-3B0D-4136-B0A3-A01D0671BFC8}" dt="2020-12-21T13:54:03.710" v="275"/>
          <ac:inkMkLst>
            <pc:docMk/>
            <pc:sldMk cId="0" sldId="466"/>
            <ac:inkMk id="63" creationId="{F867B679-5495-4ABC-AC7E-B0EB0A1320E2}"/>
          </ac:inkMkLst>
        </pc:inkChg>
        <pc:inkChg chg="del">
          <ac:chgData name="Md. Nahid Hasan" userId="S::nahid@vu.edu.bd::85ea5f9e-65d6-4031-b810-9415101f2e21" providerId="AD" clId="Web-{B4C2672B-3B0D-4136-B0A3-A01D0671BFC8}" dt="2020-12-21T13:54:03.710" v="274"/>
          <ac:inkMkLst>
            <pc:docMk/>
            <pc:sldMk cId="0" sldId="466"/>
            <ac:inkMk id="48128" creationId="{F5712556-C5D9-4250-9A95-9C368AF17517}"/>
          </ac:inkMkLst>
        </pc:inkChg>
        <pc:inkChg chg="del">
          <ac:chgData name="Md. Nahid Hasan" userId="S::nahid@vu.edu.bd::85ea5f9e-65d6-4031-b810-9415101f2e21" providerId="AD" clId="Web-{B4C2672B-3B0D-4136-B0A3-A01D0671BFC8}" dt="2020-12-21T13:54:03.694" v="273"/>
          <ac:inkMkLst>
            <pc:docMk/>
            <pc:sldMk cId="0" sldId="466"/>
            <ac:inkMk id="48129" creationId="{FEA2BCC5-0067-4240-8CB9-FE2DB7B39C3D}"/>
          </ac:inkMkLst>
        </pc:inkChg>
        <pc:inkChg chg="del">
          <ac:chgData name="Md. Nahid Hasan" userId="S::nahid@vu.edu.bd::85ea5f9e-65d6-4031-b810-9415101f2e21" providerId="AD" clId="Web-{B4C2672B-3B0D-4136-B0A3-A01D0671BFC8}" dt="2020-12-21T13:54:03.694" v="272"/>
          <ac:inkMkLst>
            <pc:docMk/>
            <pc:sldMk cId="0" sldId="466"/>
            <ac:inkMk id="48131" creationId="{85EAE4B4-08BE-4518-A7D9-A6740433AE17}"/>
          </ac:inkMkLst>
        </pc:inkChg>
        <pc:inkChg chg="del">
          <ac:chgData name="Md. Nahid Hasan" userId="S::nahid@vu.edu.bd::85ea5f9e-65d6-4031-b810-9415101f2e21" providerId="AD" clId="Web-{B4C2672B-3B0D-4136-B0A3-A01D0671BFC8}" dt="2020-12-21T13:54:03.694" v="271"/>
          <ac:inkMkLst>
            <pc:docMk/>
            <pc:sldMk cId="0" sldId="466"/>
            <ac:inkMk id="48132" creationId="{48A38E04-5806-444E-9A96-47CB1D44D139}"/>
          </ac:inkMkLst>
        </pc:inkChg>
        <pc:inkChg chg="del">
          <ac:chgData name="Md. Nahid Hasan" userId="S::nahid@vu.edu.bd::85ea5f9e-65d6-4031-b810-9415101f2e21" providerId="AD" clId="Web-{B4C2672B-3B0D-4136-B0A3-A01D0671BFC8}" dt="2020-12-21T13:54:03.694" v="270"/>
          <ac:inkMkLst>
            <pc:docMk/>
            <pc:sldMk cId="0" sldId="466"/>
            <ac:inkMk id="48133" creationId="{036895A3-B35F-4B48-9E50-0845BD2982BD}"/>
          </ac:inkMkLst>
        </pc:inkChg>
        <pc:inkChg chg="del">
          <ac:chgData name="Md. Nahid Hasan" userId="S::nahid@vu.edu.bd::85ea5f9e-65d6-4031-b810-9415101f2e21" providerId="AD" clId="Web-{B4C2672B-3B0D-4136-B0A3-A01D0671BFC8}" dt="2020-12-21T13:54:03.694" v="269"/>
          <ac:inkMkLst>
            <pc:docMk/>
            <pc:sldMk cId="0" sldId="466"/>
            <ac:inkMk id="48134" creationId="{8835FA20-3C9E-461F-AEDC-22480579F7CA}"/>
          </ac:inkMkLst>
        </pc:inkChg>
        <pc:inkChg chg="del">
          <ac:chgData name="Md. Nahid Hasan" userId="S::nahid@vu.edu.bd::85ea5f9e-65d6-4031-b810-9415101f2e21" providerId="AD" clId="Web-{B4C2672B-3B0D-4136-B0A3-A01D0671BFC8}" dt="2020-12-21T13:54:03.694" v="268"/>
          <ac:inkMkLst>
            <pc:docMk/>
            <pc:sldMk cId="0" sldId="466"/>
            <ac:inkMk id="48135" creationId="{B5416017-7778-47C8-9617-CF436217E394}"/>
          </ac:inkMkLst>
        </pc:inkChg>
        <pc:inkChg chg="del">
          <ac:chgData name="Md. Nahid Hasan" userId="S::nahid@vu.edu.bd::85ea5f9e-65d6-4031-b810-9415101f2e21" providerId="AD" clId="Web-{B4C2672B-3B0D-4136-B0A3-A01D0671BFC8}" dt="2020-12-21T13:54:03.694" v="267"/>
          <ac:inkMkLst>
            <pc:docMk/>
            <pc:sldMk cId="0" sldId="466"/>
            <ac:inkMk id="48136" creationId="{AA7C6342-A769-4AAB-85ED-FC84083B504B}"/>
          </ac:inkMkLst>
        </pc:inkChg>
        <pc:inkChg chg="del">
          <ac:chgData name="Md. Nahid Hasan" userId="S::nahid@vu.edu.bd::85ea5f9e-65d6-4031-b810-9415101f2e21" providerId="AD" clId="Web-{B4C2672B-3B0D-4136-B0A3-A01D0671BFC8}" dt="2020-12-21T13:54:03.679" v="266"/>
          <ac:inkMkLst>
            <pc:docMk/>
            <pc:sldMk cId="0" sldId="466"/>
            <ac:inkMk id="48137" creationId="{6FDA9D98-B9B0-4EAA-B34C-5BCA31F850E1}"/>
          </ac:inkMkLst>
        </pc:inkChg>
        <pc:inkChg chg="del">
          <ac:chgData name="Md. Nahid Hasan" userId="S::nahid@vu.edu.bd::85ea5f9e-65d6-4031-b810-9415101f2e21" providerId="AD" clId="Web-{B4C2672B-3B0D-4136-B0A3-A01D0671BFC8}" dt="2020-12-21T13:54:03.679" v="265"/>
          <ac:inkMkLst>
            <pc:docMk/>
            <pc:sldMk cId="0" sldId="466"/>
            <ac:inkMk id="48138" creationId="{2B38C140-CAB6-4DC6-BADE-1A4F7587FB85}"/>
          </ac:inkMkLst>
        </pc:inkChg>
        <pc:inkChg chg="del">
          <ac:chgData name="Md. Nahid Hasan" userId="S::nahid@vu.edu.bd::85ea5f9e-65d6-4031-b810-9415101f2e21" providerId="AD" clId="Web-{B4C2672B-3B0D-4136-B0A3-A01D0671BFC8}" dt="2020-12-21T13:54:03.679" v="264"/>
          <ac:inkMkLst>
            <pc:docMk/>
            <pc:sldMk cId="0" sldId="466"/>
            <ac:inkMk id="48139" creationId="{BA901666-A0DF-456B-82D2-16E670A73AC6}"/>
          </ac:inkMkLst>
        </pc:inkChg>
        <pc:inkChg chg="del">
          <ac:chgData name="Md. Nahid Hasan" userId="S::nahid@vu.edu.bd::85ea5f9e-65d6-4031-b810-9415101f2e21" providerId="AD" clId="Web-{B4C2672B-3B0D-4136-B0A3-A01D0671BFC8}" dt="2020-12-21T13:54:03.679" v="263"/>
          <ac:inkMkLst>
            <pc:docMk/>
            <pc:sldMk cId="0" sldId="466"/>
            <ac:inkMk id="48140" creationId="{7D5D1557-B1BB-41CF-9D71-B9121667FF46}"/>
          </ac:inkMkLst>
        </pc:inkChg>
        <pc:inkChg chg="del">
          <ac:chgData name="Md. Nahid Hasan" userId="S::nahid@vu.edu.bd::85ea5f9e-65d6-4031-b810-9415101f2e21" providerId="AD" clId="Web-{B4C2672B-3B0D-4136-B0A3-A01D0671BFC8}" dt="2020-12-21T13:54:03.679" v="262"/>
          <ac:inkMkLst>
            <pc:docMk/>
            <pc:sldMk cId="0" sldId="466"/>
            <ac:inkMk id="48141" creationId="{863703A2-9060-4376-9260-75075E0C78B9}"/>
          </ac:inkMkLst>
        </pc:inkChg>
        <pc:inkChg chg="del">
          <ac:chgData name="Md. Nahid Hasan" userId="S::nahid@vu.edu.bd::85ea5f9e-65d6-4031-b810-9415101f2e21" providerId="AD" clId="Web-{B4C2672B-3B0D-4136-B0A3-A01D0671BFC8}" dt="2020-12-21T13:54:03.679" v="261"/>
          <ac:inkMkLst>
            <pc:docMk/>
            <pc:sldMk cId="0" sldId="466"/>
            <ac:inkMk id="48142" creationId="{76C3092E-1D2B-42C6-B5BF-C3C75E5509B5}"/>
          </ac:inkMkLst>
        </pc:inkChg>
        <pc:inkChg chg="del">
          <ac:chgData name="Md. Nahid Hasan" userId="S::nahid@vu.edu.bd::85ea5f9e-65d6-4031-b810-9415101f2e21" providerId="AD" clId="Web-{B4C2672B-3B0D-4136-B0A3-A01D0671BFC8}" dt="2020-12-21T13:54:03.679" v="260"/>
          <ac:inkMkLst>
            <pc:docMk/>
            <pc:sldMk cId="0" sldId="466"/>
            <ac:inkMk id="48143" creationId="{750C8A1F-7539-4CE9-B441-3574A79E28CB}"/>
          </ac:inkMkLst>
        </pc:inkChg>
        <pc:inkChg chg="del">
          <ac:chgData name="Md. Nahid Hasan" userId="S::nahid@vu.edu.bd::85ea5f9e-65d6-4031-b810-9415101f2e21" providerId="AD" clId="Web-{B4C2672B-3B0D-4136-B0A3-A01D0671BFC8}" dt="2020-12-21T13:54:03.663" v="259"/>
          <ac:inkMkLst>
            <pc:docMk/>
            <pc:sldMk cId="0" sldId="466"/>
            <ac:inkMk id="48144" creationId="{104CEA74-7545-4733-8D9B-4AE985EED06E}"/>
          </ac:inkMkLst>
        </pc:inkChg>
        <pc:inkChg chg="del">
          <ac:chgData name="Md. Nahid Hasan" userId="S::nahid@vu.edu.bd::85ea5f9e-65d6-4031-b810-9415101f2e21" providerId="AD" clId="Web-{B4C2672B-3B0D-4136-B0A3-A01D0671BFC8}" dt="2020-12-21T13:54:03.663" v="258"/>
          <ac:inkMkLst>
            <pc:docMk/>
            <pc:sldMk cId="0" sldId="466"/>
            <ac:inkMk id="48145" creationId="{42556FDF-7967-4199-B586-0FEAA1FC66D4}"/>
          </ac:inkMkLst>
        </pc:inkChg>
        <pc:inkChg chg="del">
          <ac:chgData name="Md. Nahid Hasan" userId="S::nahid@vu.edu.bd::85ea5f9e-65d6-4031-b810-9415101f2e21" providerId="AD" clId="Web-{B4C2672B-3B0D-4136-B0A3-A01D0671BFC8}" dt="2020-12-21T13:54:03.663" v="257"/>
          <ac:inkMkLst>
            <pc:docMk/>
            <pc:sldMk cId="0" sldId="466"/>
            <ac:inkMk id="48146" creationId="{6CB23579-88CE-471B-BBF1-2514F44C5CD8}"/>
          </ac:inkMkLst>
        </pc:inkChg>
        <pc:inkChg chg="del">
          <ac:chgData name="Md. Nahid Hasan" userId="S::nahid@vu.edu.bd::85ea5f9e-65d6-4031-b810-9415101f2e21" providerId="AD" clId="Web-{B4C2672B-3B0D-4136-B0A3-A01D0671BFC8}" dt="2020-12-21T13:54:03.663" v="256"/>
          <ac:inkMkLst>
            <pc:docMk/>
            <pc:sldMk cId="0" sldId="466"/>
            <ac:inkMk id="48147" creationId="{51996768-87D3-4580-BC63-5BD724797935}"/>
          </ac:inkMkLst>
        </pc:inkChg>
        <pc:inkChg chg="del">
          <ac:chgData name="Md. Nahid Hasan" userId="S::nahid@vu.edu.bd::85ea5f9e-65d6-4031-b810-9415101f2e21" providerId="AD" clId="Web-{B4C2672B-3B0D-4136-B0A3-A01D0671BFC8}" dt="2020-12-21T13:54:03.663" v="255"/>
          <ac:inkMkLst>
            <pc:docMk/>
            <pc:sldMk cId="0" sldId="466"/>
            <ac:inkMk id="48148" creationId="{4C885E65-CA1F-44B4-9FE8-16ECDCA693FB}"/>
          </ac:inkMkLst>
        </pc:inkChg>
        <pc:inkChg chg="del">
          <ac:chgData name="Md. Nahid Hasan" userId="S::nahid@vu.edu.bd::85ea5f9e-65d6-4031-b810-9415101f2e21" providerId="AD" clId="Web-{B4C2672B-3B0D-4136-B0A3-A01D0671BFC8}" dt="2020-12-21T13:54:03.663" v="254"/>
          <ac:inkMkLst>
            <pc:docMk/>
            <pc:sldMk cId="0" sldId="466"/>
            <ac:inkMk id="48149" creationId="{993CC0EA-9B27-4D5D-9538-DA10DAD5E682}"/>
          </ac:inkMkLst>
        </pc:inkChg>
        <pc:inkChg chg="del">
          <ac:chgData name="Md. Nahid Hasan" userId="S::nahid@vu.edu.bd::85ea5f9e-65d6-4031-b810-9415101f2e21" providerId="AD" clId="Web-{B4C2672B-3B0D-4136-B0A3-A01D0671BFC8}" dt="2020-12-21T13:54:03.663" v="253"/>
          <ac:inkMkLst>
            <pc:docMk/>
            <pc:sldMk cId="0" sldId="466"/>
            <ac:inkMk id="48150" creationId="{360F9F81-BD06-4B86-8DC0-CB4A7BA45225}"/>
          </ac:inkMkLst>
        </pc:inkChg>
        <pc:inkChg chg="del">
          <ac:chgData name="Md. Nahid Hasan" userId="S::nahid@vu.edu.bd::85ea5f9e-65d6-4031-b810-9415101f2e21" providerId="AD" clId="Web-{B4C2672B-3B0D-4136-B0A3-A01D0671BFC8}" dt="2020-12-21T13:54:03.647" v="252"/>
          <ac:inkMkLst>
            <pc:docMk/>
            <pc:sldMk cId="0" sldId="466"/>
            <ac:inkMk id="48151" creationId="{5FDEE605-9B0E-4165-B13D-3D0B7592928C}"/>
          </ac:inkMkLst>
        </pc:inkChg>
        <pc:inkChg chg="del">
          <ac:chgData name="Md. Nahid Hasan" userId="S::nahid@vu.edu.bd::85ea5f9e-65d6-4031-b810-9415101f2e21" providerId="AD" clId="Web-{B4C2672B-3B0D-4136-B0A3-A01D0671BFC8}" dt="2020-12-21T13:54:03.647" v="251"/>
          <ac:inkMkLst>
            <pc:docMk/>
            <pc:sldMk cId="0" sldId="466"/>
            <ac:inkMk id="48152" creationId="{D1C71E51-A613-4FA7-9BF8-CF863DFE9D8B}"/>
          </ac:inkMkLst>
        </pc:inkChg>
        <pc:inkChg chg="del">
          <ac:chgData name="Md. Nahid Hasan" userId="S::nahid@vu.edu.bd::85ea5f9e-65d6-4031-b810-9415101f2e21" providerId="AD" clId="Web-{B4C2672B-3B0D-4136-B0A3-A01D0671BFC8}" dt="2020-12-21T13:54:03.647" v="250"/>
          <ac:inkMkLst>
            <pc:docMk/>
            <pc:sldMk cId="0" sldId="466"/>
            <ac:inkMk id="48153" creationId="{39BE62A5-2CBA-44DB-A005-39F4828B2D42}"/>
          </ac:inkMkLst>
        </pc:inkChg>
        <pc:inkChg chg="del">
          <ac:chgData name="Md. Nahid Hasan" userId="S::nahid@vu.edu.bd::85ea5f9e-65d6-4031-b810-9415101f2e21" providerId="AD" clId="Web-{B4C2672B-3B0D-4136-B0A3-A01D0671BFC8}" dt="2020-12-21T13:54:03.647" v="249"/>
          <ac:inkMkLst>
            <pc:docMk/>
            <pc:sldMk cId="0" sldId="466"/>
            <ac:inkMk id="48154" creationId="{6D1C880E-76DB-4628-ADF8-C08D404722B5}"/>
          </ac:inkMkLst>
        </pc:inkChg>
        <pc:inkChg chg="del">
          <ac:chgData name="Md. Nahid Hasan" userId="S::nahid@vu.edu.bd::85ea5f9e-65d6-4031-b810-9415101f2e21" providerId="AD" clId="Web-{B4C2672B-3B0D-4136-B0A3-A01D0671BFC8}" dt="2020-12-21T13:54:03.647" v="248"/>
          <ac:inkMkLst>
            <pc:docMk/>
            <pc:sldMk cId="0" sldId="466"/>
            <ac:inkMk id="48155" creationId="{A5C4EDDB-719B-4893-9EC3-46A8E6CCA33F}"/>
          </ac:inkMkLst>
        </pc:inkChg>
        <pc:inkChg chg="del">
          <ac:chgData name="Md. Nahid Hasan" userId="S::nahid@vu.edu.bd::85ea5f9e-65d6-4031-b810-9415101f2e21" providerId="AD" clId="Web-{B4C2672B-3B0D-4136-B0A3-A01D0671BFC8}" dt="2020-12-21T13:54:03.647" v="247"/>
          <ac:inkMkLst>
            <pc:docMk/>
            <pc:sldMk cId="0" sldId="466"/>
            <ac:inkMk id="48156" creationId="{1E808B80-C206-4FFC-8F58-65A525BC5D94}"/>
          </ac:inkMkLst>
        </pc:inkChg>
        <pc:inkChg chg="del">
          <ac:chgData name="Md. Nahid Hasan" userId="S::nahid@vu.edu.bd::85ea5f9e-65d6-4031-b810-9415101f2e21" providerId="AD" clId="Web-{B4C2672B-3B0D-4136-B0A3-A01D0671BFC8}" dt="2020-12-21T13:54:03.647" v="246"/>
          <ac:inkMkLst>
            <pc:docMk/>
            <pc:sldMk cId="0" sldId="466"/>
            <ac:inkMk id="48157" creationId="{D27B247C-5586-42A5-AB0C-73C56D77F3A7}"/>
          </ac:inkMkLst>
        </pc:inkChg>
        <pc:inkChg chg="del">
          <ac:chgData name="Md. Nahid Hasan" userId="S::nahid@vu.edu.bd::85ea5f9e-65d6-4031-b810-9415101f2e21" providerId="AD" clId="Web-{B4C2672B-3B0D-4136-B0A3-A01D0671BFC8}" dt="2020-12-21T13:54:03.632" v="245"/>
          <ac:inkMkLst>
            <pc:docMk/>
            <pc:sldMk cId="0" sldId="466"/>
            <ac:inkMk id="48158" creationId="{FF3F6F5F-9C61-4733-B70D-1DED3A10C23E}"/>
          </ac:inkMkLst>
        </pc:inkChg>
        <pc:inkChg chg="del">
          <ac:chgData name="Md. Nahid Hasan" userId="S::nahid@vu.edu.bd::85ea5f9e-65d6-4031-b810-9415101f2e21" providerId="AD" clId="Web-{B4C2672B-3B0D-4136-B0A3-A01D0671BFC8}" dt="2020-12-21T13:54:03.632" v="244"/>
          <ac:inkMkLst>
            <pc:docMk/>
            <pc:sldMk cId="0" sldId="466"/>
            <ac:inkMk id="48159" creationId="{00127C57-5735-4741-A18A-8A96B49710FD}"/>
          </ac:inkMkLst>
        </pc:inkChg>
        <pc:inkChg chg="del">
          <ac:chgData name="Md. Nahid Hasan" userId="S::nahid@vu.edu.bd::85ea5f9e-65d6-4031-b810-9415101f2e21" providerId="AD" clId="Web-{B4C2672B-3B0D-4136-B0A3-A01D0671BFC8}" dt="2020-12-21T13:54:03.632" v="243"/>
          <ac:inkMkLst>
            <pc:docMk/>
            <pc:sldMk cId="0" sldId="466"/>
            <ac:inkMk id="48160" creationId="{F26A7DB8-B363-41B8-A1F7-47850D23E564}"/>
          </ac:inkMkLst>
        </pc:inkChg>
        <pc:inkChg chg="del">
          <ac:chgData name="Md. Nahid Hasan" userId="S::nahid@vu.edu.bd::85ea5f9e-65d6-4031-b810-9415101f2e21" providerId="AD" clId="Web-{B4C2672B-3B0D-4136-B0A3-A01D0671BFC8}" dt="2020-12-21T13:54:03.632" v="242"/>
          <ac:inkMkLst>
            <pc:docMk/>
            <pc:sldMk cId="0" sldId="466"/>
            <ac:inkMk id="48161" creationId="{3539A544-0EDE-4B0A-A4D2-421D18879220}"/>
          </ac:inkMkLst>
        </pc:inkChg>
        <pc:inkChg chg="del">
          <ac:chgData name="Md. Nahid Hasan" userId="S::nahid@vu.edu.bd::85ea5f9e-65d6-4031-b810-9415101f2e21" providerId="AD" clId="Web-{B4C2672B-3B0D-4136-B0A3-A01D0671BFC8}" dt="2020-12-21T13:54:03.632" v="241"/>
          <ac:inkMkLst>
            <pc:docMk/>
            <pc:sldMk cId="0" sldId="466"/>
            <ac:inkMk id="48162" creationId="{02B46AE9-1CA5-4925-A174-8DC6CB1C5992}"/>
          </ac:inkMkLst>
        </pc:inkChg>
        <pc:inkChg chg="del">
          <ac:chgData name="Md. Nahid Hasan" userId="S::nahid@vu.edu.bd::85ea5f9e-65d6-4031-b810-9415101f2e21" providerId="AD" clId="Web-{B4C2672B-3B0D-4136-B0A3-A01D0671BFC8}" dt="2020-12-21T13:54:03.616" v="240"/>
          <ac:inkMkLst>
            <pc:docMk/>
            <pc:sldMk cId="0" sldId="466"/>
            <ac:inkMk id="48163" creationId="{4C1260F3-4C8B-49BA-9E0C-3222895B3E03}"/>
          </ac:inkMkLst>
        </pc:inkChg>
        <pc:inkChg chg="del">
          <ac:chgData name="Md. Nahid Hasan" userId="S::nahid@vu.edu.bd::85ea5f9e-65d6-4031-b810-9415101f2e21" providerId="AD" clId="Web-{B4C2672B-3B0D-4136-B0A3-A01D0671BFC8}" dt="2020-12-21T13:54:03.616" v="239"/>
          <ac:inkMkLst>
            <pc:docMk/>
            <pc:sldMk cId="0" sldId="466"/>
            <ac:inkMk id="48164" creationId="{06C1A92D-A6CE-4A81-AA21-F04365E1DB6E}"/>
          </ac:inkMkLst>
        </pc:inkChg>
        <pc:inkChg chg="del">
          <ac:chgData name="Md. Nahid Hasan" userId="S::nahid@vu.edu.bd::85ea5f9e-65d6-4031-b810-9415101f2e21" providerId="AD" clId="Web-{B4C2672B-3B0D-4136-B0A3-A01D0671BFC8}" dt="2020-12-21T13:54:03.616" v="238"/>
          <ac:inkMkLst>
            <pc:docMk/>
            <pc:sldMk cId="0" sldId="466"/>
            <ac:inkMk id="48165" creationId="{A78A6D4D-F311-4888-94C7-9A95725A9F72}"/>
          </ac:inkMkLst>
        </pc:inkChg>
        <pc:inkChg chg="del">
          <ac:chgData name="Md. Nahid Hasan" userId="S::nahid@vu.edu.bd::85ea5f9e-65d6-4031-b810-9415101f2e21" providerId="AD" clId="Web-{B4C2672B-3B0D-4136-B0A3-A01D0671BFC8}" dt="2020-12-21T13:54:03.616" v="237"/>
          <ac:inkMkLst>
            <pc:docMk/>
            <pc:sldMk cId="0" sldId="466"/>
            <ac:inkMk id="48166" creationId="{87596457-0C29-41E1-848A-7A65B830E864}"/>
          </ac:inkMkLst>
        </pc:inkChg>
        <pc:inkChg chg="del">
          <ac:chgData name="Md. Nahid Hasan" userId="S::nahid@vu.edu.bd::85ea5f9e-65d6-4031-b810-9415101f2e21" providerId="AD" clId="Web-{B4C2672B-3B0D-4136-B0A3-A01D0671BFC8}" dt="2020-12-21T13:54:03.616" v="236"/>
          <ac:inkMkLst>
            <pc:docMk/>
            <pc:sldMk cId="0" sldId="466"/>
            <ac:inkMk id="48167" creationId="{47C4D72D-DE2C-4249-88A5-A3F86A829C4B}"/>
          </ac:inkMkLst>
        </pc:inkChg>
        <pc:inkChg chg="del">
          <ac:chgData name="Md. Nahid Hasan" userId="S::nahid@vu.edu.bd::85ea5f9e-65d6-4031-b810-9415101f2e21" providerId="AD" clId="Web-{B4C2672B-3B0D-4136-B0A3-A01D0671BFC8}" dt="2020-12-21T13:54:03.616" v="235"/>
          <ac:inkMkLst>
            <pc:docMk/>
            <pc:sldMk cId="0" sldId="466"/>
            <ac:inkMk id="48168" creationId="{7D56C984-35AA-4058-8754-B02C3201CC7D}"/>
          </ac:inkMkLst>
        </pc:inkChg>
        <pc:inkChg chg="del">
          <ac:chgData name="Md. Nahid Hasan" userId="S::nahid@vu.edu.bd::85ea5f9e-65d6-4031-b810-9415101f2e21" providerId="AD" clId="Web-{B4C2672B-3B0D-4136-B0A3-A01D0671BFC8}" dt="2020-12-21T13:54:03.616" v="234"/>
          <ac:inkMkLst>
            <pc:docMk/>
            <pc:sldMk cId="0" sldId="466"/>
            <ac:inkMk id="48169" creationId="{511E7779-A079-4774-8D74-A854D4ED423F}"/>
          </ac:inkMkLst>
        </pc:inkChg>
        <pc:inkChg chg="del">
          <ac:chgData name="Md. Nahid Hasan" userId="S::nahid@vu.edu.bd::85ea5f9e-65d6-4031-b810-9415101f2e21" providerId="AD" clId="Web-{B4C2672B-3B0D-4136-B0A3-A01D0671BFC8}" dt="2020-12-21T13:54:03.600" v="233"/>
          <ac:inkMkLst>
            <pc:docMk/>
            <pc:sldMk cId="0" sldId="466"/>
            <ac:inkMk id="48170" creationId="{64F01150-F252-4C79-9CCB-0699B1177A96}"/>
          </ac:inkMkLst>
        </pc:inkChg>
        <pc:inkChg chg="del">
          <ac:chgData name="Md. Nahid Hasan" userId="S::nahid@vu.edu.bd::85ea5f9e-65d6-4031-b810-9415101f2e21" providerId="AD" clId="Web-{B4C2672B-3B0D-4136-B0A3-A01D0671BFC8}" dt="2020-12-21T13:54:03.600" v="232"/>
          <ac:inkMkLst>
            <pc:docMk/>
            <pc:sldMk cId="0" sldId="466"/>
            <ac:inkMk id="48171" creationId="{7A1F3E13-DB71-42C0-A30E-33C739CDB01A}"/>
          </ac:inkMkLst>
        </pc:inkChg>
        <pc:inkChg chg="del">
          <ac:chgData name="Md. Nahid Hasan" userId="S::nahid@vu.edu.bd::85ea5f9e-65d6-4031-b810-9415101f2e21" providerId="AD" clId="Web-{B4C2672B-3B0D-4136-B0A3-A01D0671BFC8}" dt="2020-12-21T13:54:03.600" v="231"/>
          <ac:inkMkLst>
            <pc:docMk/>
            <pc:sldMk cId="0" sldId="466"/>
            <ac:inkMk id="48172" creationId="{5735FA2D-2EF2-404B-81AF-D09B2073F67E}"/>
          </ac:inkMkLst>
        </pc:inkChg>
        <pc:inkChg chg="del">
          <ac:chgData name="Md. Nahid Hasan" userId="S::nahid@vu.edu.bd::85ea5f9e-65d6-4031-b810-9415101f2e21" providerId="AD" clId="Web-{B4C2672B-3B0D-4136-B0A3-A01D0671BFC8}" dt="2020-12-21T13:54:03.600" v="230"/>
          <ac:inkMkLst>
            <pc:docMk/>
            <pc:sldMk cId="0" sldId="466"/>
            <ac:inkMk id="48173" creationId="{F1B2CDA7-FCC4-4E81-B549-E3707357CC02}"/>
          </ac:inkMkLst>
        </pc:inkChg>
        <pc:inkChg chg="del">
          <ac:chgData name="Md. Nahid Hasan" userId="S::nahid@vu.edu.bd::85ea5f9e-65d6-4031-b810-9415101f2e21" providerId="AD" clId="Web-{B4C2672B-3B0D-4136-B0A3-A01D0671BFC8}" dt="2020-12-21T13:54:03.600" v="229"/>
          <ac:inkMkLst>
            <pc:docMk/>
            <pc:sldMk cId="0" sldId="466"/>
            <ac:inkMk id="48174" creationId="{A8A1D1B5-F4B2-4206-9950-85B34D976046}"/>
          </ac:inkMkLst>
        </pc:inkChg>
        <pc:inkChg chg="del">
          <ac:chgData name="Md. Nahid Hasan" userId="S::nahid@vu.edu.bd::85ea5f9e-65d6-4031-b810-9415101f2e21" providerId="AD" clId="Web-{B4C2672B-3B0D-4136-B0A3-A01D0671BFC8}" dt="2020-12-21T13:54:03.600" v="228"/>
          <ac:inkMkLst>
            <pc:docMk/>
            <pc:sldMk cId="0" sldId="466"/>
            <ac:inkMk id="48175" creationId="{8086F545-0B8F-466F-AE98-F9FF24AD93E7}"/>
          </ac:inkMkLst>
        </pc:inkChg>
        <pc:inkChg chg="del">
          <ac:chgData name="Md. Nahid Hasan" userId="S::nahid@vu.edu.bd::85ea5f9e-65d6-4031-b810-9415101f2e21" providerId="AD" clId="Web-{B4C2672B-3B0D-4136-B0A3-A01D0671BFC8}" dt="2020-12-21T13:54:03.600" v="227"/>
          <ac:inkMkLst>
            <pc:docMk/>
            <pc:sldMk cId="0" sldId="466"/>
            <ac:inkMk id="48176" creationId="{9A0C7DAB-79BE-44BD-A98B-3BE2F1B29256}"/>
          </ac:inkMkLst>
        </pc:inkChg>
        <pc:inkChg chg="del">
          <ac:chgData name="Md. Nahid Hasan" userId="S::nahid@vu.edu.bd::85ea5f9e-65d6-4031-b810-9415101f2e21" providerId="AD" clId="Web-{B4C2672B-3B0D-4136-B0A3-A01D0671BFC8}" dt="2020-12-21T13:54:03.585" v="226"/>
          <ac:inkMkLst>
            <pc:docMk/>
            <pc:sldMk cId="0" sldId="466"/>
            <ac:inkMk id="48177" creationId="{35020519-2E9E-4E37-A141-A2E8DAA351F7}"/>
          </ac:inkMkLst>
        </pc:inkChg>
        <pc:inkChg chg="del">
          <ac:chgData name="Md. Nahid Hasan" userId="S::nahid@vu.edu.bd::85ea5f9e-65d6-4031-b810-9415101f2e21" providerId="AD" clId="Web-{B4C2672B-3B0D-4136-B0A3-A01D0671BFC8}" dt="2020-12-21T13:54:03.585" v="225"/>
          <ac:inkMkLst>
            <pc:docMk/>
            <pc:sldMk cId="0" sldId="466"/>
            <ac:inkMk id="48178" creationId="{1D7C7186-8586-4A3D-A43C-E299F0623360}"/>
          </ac:inkMkLst>
        </pc:inkChg>
        <pc:inkChg chg="del">
          <ac:chgData name="Md. Nahid Hasan" userId="S::nahid@vu.edu.bd::85ea5f9e-65d6-4031-b810-9415101f2e21" providerId="AD" clId="Web-{B4C2672B-3B0D-4136-B0A3-A01D0671BFC8}" dt="2020-12-21T13:54:03.585" v="224"/>
          <ac:inkMkLst>
            <pc:docMk/>
            <pc:sldMk cId="0" sldId="466"/>
            <ac:inkMk id="48179" creationId="{7AB38640-6346-49A0-9F48-FBA168EE616B}"/>
          </ac:inkMkLst>
        </pc:inkChg>
        <pc:inkChg chg="del">
          <ac:chgData name="Md. Nahid Hasan" userId="S::nahid@vu.edu.bd::85ea5f9e-65d6-4031-b810-9415101f2e21" providerId="AD" clId="Web-{B4C2672B-3B0D-4136-B0A3-A01D0671BFC8}" dt="2020-12-21T13:54:03.585" v="223"/>
          <ac:inkMkLst>
            <pc:docMk/>
            <pc:sldMk cId="0" sldId="466"/>
            <ac:inkMk id="48180" creationId="{116F1F84-E7F3-4D32-BA25-A1C7F69AF4AE}"/>
          </ac:inkMkLst>
        </pc:inkChg>
        <pc:inkChg chg="del">
          <ac:chgData name="Md. Nahid Hasan" userId="S::nahid@vu.edu.bd::85ea5f9e-65d6-4031-b810-9415101f2e21" providerId="AD" clId="Web-{B4C2672B-3B0D-4136-B0A3-A01D0671BFC8}" dt="2020-12-21T13:54:03.585" v="222"/>
          <ac:inkMkLst>
            <pc:docMk/>
            <pc:sldMk cId="0" sldId="466"/>
            <ac:inkMk id="48182" creationId="{5505303A-A912-4C88-8B01-76E175BCE639}"/>
          </ac:inkMkLst>
        </pc:inkChg>
        <pc:inkChg chg="del">
          <ac:chgData name="Md. Nahid Hasan" userId="S::nahid@vu.edu.bd::85ea5f9e-65d6-4031-b810-9415101f2e21" providerId="AD" clId="Web-{B4C2672B-3B0D-4136-B0A3-A01D0671BFC8}" dt="2020-12-21T13:54:03.585" v="221"/>
          <ac:inkMkLst>
            <pc:docMk/>
            <pc:sldMk cId="0" sldId="466"/>
            <ac:inkMk id="48183" creationId="{41EF82F6-CAA1-41E7-A010-AF999B6A474E}"/>
          </ac:inkMkLst>
        </pc:inkChg>
        <pc:inkChg chg="del">
          <ac:chgData name="Md. Nahid Hasan" userId="S::nahid@vu.edu.bd::85ea5f9e-65d6-4031-b810-9415101f2e21" providerId="AD" clId="Web-{B4C2672B-3B0D-4136-B0A3-A01D0671BFC8}" dt="2020-12-21T13:54:03.585" v="220"/>
          <ac:inkMkLst>
            <pc:docMk/>
            <pc:sldMk cId="0" sldId="466"/>
            <ac:inkMk id="48184" creationId="{1E96641C-D32C-4037-90C7-5232AD1439E9}"/>
          </ac:inkMkLst>
        </pc:inkChg>
        <pc:inkChg chg="del">
          <ac:chgData name="Md. Nahid Hasan" userId="S::nahid@vu.edu.bd::85ea5f9e-65d6-4031-b810-9415101f2e21" providerId="AD" clId="Web-{B4C2672B-3B0D-4136-B0A3-A01D0671BFC8}" dt="2020-12-21T13:54:03.585" v="219"/>
          <ac:inkMkLst>
            <pc:docMk/>
            <pc:sldMk cId="0" sldId="466"/>
            <ac:inkMk id="48185" creationId="{FAC4F17B-6E5F-400B-ACCB-9C4433D4B9E7}"/>
          </ac:inkMkLst>
        </pc:inkChg>
        <pc:inkChg chg="del">
          <ac:chgData name="Md. Nahid Hasan" userId="S::nahid@vu.edu.bd::85ea5f9e-65d6-4031-b810-9415101f2e21" providerId="AD" clId="Web-{B4C2672B-3B0D-4136-B0A3-A01D0671BFC8}" dt="2020-12-21T13:54:03.569" v="218"/>
          <ac:inkMkLst>
            <pc:docMk/>
            <pc:sldMk cId="0" sldId="466"/>
            <ac:inkMk id="48186" creationId="{54FB4759-C51A-4639-9D41-625DF3F5CA31}"/>
          </ac:inkMkLst>
        </pc:inkChg>
        <pc:inkChg chg="del">
          <ac:chgData name="Md. Nahid Hasan" userId="S::nahid@vu.edu.bd::85ea5f9e-65d6-4031-b810-9415101f2e21" providerId="AD" clId="Web-{B4C2672B-3B0D-4136-B0A3-A01D0671BFC8}" dt="2020-12-21T13:54:03.569" v="217"/>
          <ac:inkMkLst>
            <pc:docMk/>
            <pc:sldMk cId="0" sldId="466"/>
            <ac:inkMk id="48187" creationId="{4101F96D-574D-4817-917A-353EFD63EB0C}"/>
          </ac:inkMkLst>
        </pc:inkChg>
        <pc:inkChg chg="del">
          <ac:chgData name="Md. Nahid Hasan" userId="S::nahid@vu.edu.bd::85ea5f9e-65d6-4031-b810-9415101f2e21" providerId="AD" clId="Web-{B4C2672B-3B0D-4136-B0A3-A01D0671BFC8}" dt="2020-12-21T13:54:03.569" v="216"/>
          <ac:inkMkLst>
            <pc:docMk/>
            <pc:sldMk cId="0" sldId="466"/>
            <ac:inkMk id="48188" creationId="{2A716B3E-0151-4E8E-B1D0-DB315691C9F0}"/>
          </ac:inkMkLst>
        </pc:inkChg>
        <pc:inkChg chg="del">
          <ac:chgData name="Md. Nahid Hasan" userId="S::nahid@vu.edu.bd::85ea5f9e-65d6-4031-b810-9415101f2e21" providerId="AD" clId="Web-{B4C2672B-3B0D-4136-B0A3-A01D0671BFC8}" dt="2020-12-21T13:54:03.569" v="215"/>
          <ac:inkMkLst>
            <pc:docMk/>
            <pc:sldMk cId="0" sldId="466"/>
            <ac:inkMk id="48189" creationId="{98B00A69-2D47-4418-840E-BFEDDE01A7FC}"/>
          </ac:inkMkLst>
        </pc:inkChg>
        <pc:inkChg chg="del">
          <ac:chgData name="Md. Nahid Hasan" userId="S::nahid@vu.edu.bd::85ea5f9e-65d6-4031-b810-9415101f2e21" providerId="AD" clId="Web-{B4C2672B-3B0D-4136-B0A3-A01D0671BFC8}" dt="2020-12-21T13:54:03.569" v="214"/>
          <ac:inkMkLst>
            <pc:docMk/>
            <pc:sldMk cId="0" sldId="466"/>
            <ac:inkMk id="48190" creationId="{85E44C8F-AD5E-4414-9798-2BE82A0AB17C}"/>
          </ac:inkMkLst>
        </pc:inkChg>
        <pc:inkChg chg="del">
          <ac:chgData name="Md. Nahid Hasan" userId="S::nahid@vu.edu.bd::85ea5f9e-65d6-4031-b810-9415101f2e21" providerId="AD" clId="Web-{B4C2672B-3B0D-4136-B0A3-A01D0671BFC8}" dt="2020-12-21T13:54:03.569" v="213"/>
          <ac:inkMkLst>
            <pc:docMk/>
            <pc:sldMk cId="0" sldId="466"/>
            <ac:inkMk id="48191" creationId="{E112C3D2-CFED-4DFD-B97C-825D6269751E}"/>
          </ac:inkMkLst>
        </pc:inkChg>
        <pc:inkChg chg="del">
          <ac:chgData name="Md. Nahid Hasan" userId="S::nahid@vu.edu.bd::85ea5f9e-65d6-4031-b810-9415101f2e21" providerId="AD" clId="Web-{B4C2672B-3B0D-4136-B0A3-A01D0671BFC8}" dt="2020-12-21T13:54:03.569" v="212"/>
          <ac:inkMkLst>
            <pc:docMk/>
            <pc:sldMk cId="0" sldId="466"/>
            <ac:inkMk id="48192" creationId="{CFC9B7C6-5AC1-41DA-8A0C-24273F580108}"/>
          </ac:inkMkLst>
        </pc:inkChg>
        <pc:inkChg chg="del">
          <ac:chgData name="Md. Nahid Hasan" userId="S::nahid@vu.edu.bd::85ea5f9e-65d6-4031-b810-9415101f2e21" providerId="AD" clId="Web-{B4C2672B-3B0D-4136-B0A3-A01D0671BFC8}" dt="2020-12-21T13:54:03.554" v="211"/>
          <ac:inkMkLst>
            <pc:docMk/>
            <pc:sldMk cId="0" sldId="466"/>
            <ac:inkMk id="48193" creationId="{304FE31E-7B71-448F-8BF7-77EAD9FF5F2C}"/>
          </ac:inkMkLst>
        </pc:inkChg>
        <pc:inkChg chg="del">
          <ac:chgData name="Md. Nahid Hasan" userId="S::nahid@vu.edu.bd::85ea5f9e-65d6-4031-b810-9415101f2e21" providerId="AD" clId="Web-{B4C2672B-3B0D-4136-B0A3-A01D0671BFC8}" dt="2020-12-21T13:54:03.554" v="210"/>
          <ac:inkMkLst>
            <pc:docMk/>
            <pc:sldMk cId="0" sldId="466"/>
            <ac:inkMk id="48194" creationId="{59B7AD4B-A4E1-413A-AAE5-ADF67C665294}"/>
          </ac:inkMkLst>
        </pc:inkChg>
        <pc:inkChg chg="del">
          <ac:chgData name="Md. Nahid Hasan" userId="S::nahid@vu.edu.bd::85ea5f9e-65d6-4031-b810-9415101f2e21" providerId="AD" clId="Web-{B4C2672B-3B0D-4136-B0A3-A01D0671BFC8}" dt="2020-12-21T13:54:03.554" v="209"/>
          <ac:inkMkLst>
            <pc:docMk/>
            <pc:sldMk cId="0" sldId="466"/>
            <ac:inkMk id="48195" creationId="{3F9468AA-240F-4404-A046-E6C62F5FA34F}"/>
          </ac:inkMkLst>
        </pc:inkChg>
        <pc:inkChg chg="del">
          <ac:chgData name="Md. Nahid Hasan" userId="S::nahid@vu.edu.bd::85ea5f9e-65d6-4031-b810-9415101f2e21" providerId="AD" clId="Web-{B4C2672B-3B0D-4136-B0A3-A01D0671BFC8}" dt="2020-12-21T13:54:03.554" v="208"/>
          <ac:inkMkLst>
            <pc:docMk/>
            <pc:sldMk cId="0" sldId="466"/>
            <ac:inkMk id="48196" creationId="{CBBE1594-8555-4A5E-814E-E99674D1DE39}"/>
          </ac:inkMkLst>
        </pc:inkChg>
        <pc:inkChg chg="del">
          <ac:chgData name="Md. Nahid Hasan" userId="S::nahid@vu.edu.bd::85ea5f9e-65d6-4031-b810-9415101f2e21" providerId="AD" clId="Web-{B4C2672B-3B0D-4136-B0A3-A01D0671BFC8}" dt="2020-12-21T13:54:03.554" v="207"/>
          <ac:inkMkLst>
            <pc:docMk/>
            <pc:sldMk cId="0" sldId="466"/>
            <ac:inkMk id="48197" creationId="{3B855613-2EDA-45D2-8FA0-3E953C0E873C}"/>
          </ac:inkMkLst>
        </pc:inkChg>
        <pc:inkChg chg="del">
          <ac:chgData name="Md. Nahid Hasan" userId="S::nahid@vu.edu.bd::85ea5f9e-65d6-4031-b810-9415101f2e21" providerId="AD" clId="Web-{B4C2672B-3B0D-4136-B0A3-A01D0671BFC8}" dt="2020-12-21T13:54:03.554" v="206"/>
          <ac:inkMkLst>
            <pc:docMk/>
            <pc:sldMk cId="0" sldId="466"/>
            <ac:inkMk id="48198" creationId="{47D47DBD-D7C3-4CC3-9103-C5986D03FBEF}"/>
          </ac:inkMkLst>
        </pc:inkChg>
        <pc:inkChg chg="del">
          <ac:chgData name="Md. Nahid Hasan" userId="S::nahid@vu.edu.bd::85ea5f9e-65d6-4031-b810-9415101f2e21" providerId="AD" clId="Web-{B4C2672B-3B0D-4136-B0A3-A01D0671BFC8}" dt="2020-12-21T13:54:03.554" v="205"/>
          <ac:inkMkLst>
            <pc:docMk/>
            <pc:sldMk cId="0" sldId="466"/>
            <ac:inkMk id="48199" creationId="{D67AD174-4353-41A7-AEAE-DA04BBBE8F57}"/>
          </ac:inkMkLst>
        </pc:inkChg>
        <pc:inkChg chg="del">
          <ac:chgData name="Md. Nahid Hasan" userId="S::nahid@vu.edu.bd::85ea5f9e-65d6-4031-b810-9415101f2e21" providerId="AD" clId="Web-{B4C2672B-3B0D-4136-B0A3-A01D0671BFC8}" dt="2020-12-21T13:54:03.554" v="204"/>
          <ac:inkMkLst>
            <pc:docMk/>
            <pc:sldMk cId="0" sldId="466"/>
            <ac:inkMk id="48200" creationId="{2696F0DC-6C13-4820-88A2-3F8C394FBEF4}"/>
          </ac:inkMkLst>
        </pc:inkChg>
        <pc:inkChg chg="del">
          <ac:chgData name="Md. Nahid Hasan" userId="S::nahid@vu.edu.bd::85ea5f9e-65d6-4031-b810-9415101f2e21" providerId="AD" clId="Web-{B4C2672B-3B0D-4136-B0A3-A01D0671BFC8}" dt="2020-12-21T13:54:03.538" v="203"/>
          <ac:inkMkLst>
            <pc:docMk/>
            <pc:sldMk cId="0" sldId="466"/>
            <ac:inkMk id="48201" creationId="{89CCF3DC-E78E-4D4F-BAFE-2104376D5EE0}"/>
          </ac:inkMkLst>
        </pc:inkChg>
        <pc:inkChg chg="del">
          <ac:chgData name="Md. Nahid Hasan" userId="S::nahid@vu.edu.bd::85ea5f9e-65d6-4031-b810-9415101f2e21" providerId="AD" clId="Web-{B4C2672B-3B0D-4136-B0A3-A01D0671BFC8}" dt="2020-12-21T13:54:03.538" v="202"/>
          <ac:inkMkLst>
            <pc:docMk/>
            <pc:sldMk cId="0" sldId="466"/>
            <ac:inkMk id="48202" creationId="{0E612570-0BE3-44A2-AB6B-2C7E60FF3D11}"/>
          </ac:inkMkLst>
        </pc:inkChg>
        <pc:inkChg chg="del">
          <ac:chgData name="Md. Nahid Hasan" userId="S::nahid@vu.edu.bd::85ea5f9e-65d6-4031-b810-9415101f2e21" providerId="AD" clId="Web-{B4C2672B-3B0D-4136-B0A3-A01D0671BFC8}" dt="2020-12-21T13:54:03.538" v="201"/>
          <ac:inkMkLst>
            <pc:docMk/>
            <pc:sldMk cId="0" sldId="466"/>
            <ac:inkMk id="48203" creationId="{725FD6AA-DB58-4939-8572-8978BED79BDE}"/>
          </ac:inkMkLst>
        </pc:inkChg>
        <pc:inkChg chg="del">
          <ac:chgData name="Md. Nahid Hasan" userId="S::nahid@vu.edu.bd::85ea5f9e-65d6-4031-b810-9415101f2e21" providerId="AD" clId="Web-{B4C2672B-3B0D-4136-B0A3-A01D0671BFC8}" dt="2020-12-21T13:54:03.538" v="200"/>
          <ac:inkMkLst>
            <pc:docMk/>
            <pc:sldMk cId="0" sldId="466"/>
            <ac:inkMk id="48204" creationId="{C612BCA8-97D8-463E-8D7C-1E84BE974E2F}"/>
          </ac:inkMkLst>
        </pc:inkChg>
        <pc:inkChg chg="del">
          <ac:chgData name="Md. Nahid Hasan" userId="S::nahid@vu.edu.bd::85ea5f9e-65d6-4031-b810-9415101f2e21" providerId="AD" clId="Web-{B4C2672B-3B0D-4136-B0A3-A01D0671BFC8}" dt="2020-12-21T13:54:03.538" v="199"/>
          <ac:inkMkLst>
            <pc:docMk/>
            <pc:sldMk cId="0" sldId="466"/>
            <ac:inkMk id="48205" creationId="{F5ECA9BA-5F88-4064-9185-862F79E15DC4}"/>
          </ac:inkMkLst>
        </pc:inkChg>
        <pc:inkChg chg="del">
          <ac:chgData name="Md. Nahid Hasan" userId="S::nahid@vu.edu.bd::85ea5f9e-65d6-4031-b810-9415101f2e21" providerId="AD" clId="Web-{B4C2672B-3B0D-4136-B0A3-A01D0671BFC8}" dt="2020-12-21T13:54:03.538" v="198"/>
          <ac:inkMkLst>
            <pc:docMk/>
            <pc:sldMk cId="0" sldId="466"/>
            <ac:inkMk id="48206" creationId="{C37ADEDD-E376-4307-BEA7-2FEC1360D141}"/>
          </ac:inkMkLst>
        </pc:inkChg>
        <pc:inkChg chg="del">
          <ac:chgData name="Md. Nahid Hasan" userId="S::nahid@vu.edu.bd::85ea5f9e-65d6-4031-b810-9415101f2e21" providerId="AD" clId="Web-{B4C2672B-3B0D-4136-B0A3-A01D0671BFC8}" dt="2020-12-21T13:54:03.522" v="197"/>
          <ac:inkMkLst>
            <pc:docMk/>
            <pc:sldMk cId="0" sldId="466"/>
            <ac:inkMk id="48207" creationId="{41B3D7A5-4EC6-4B59-BFF5-5BBAC22A0DE9}"/>
          </ac:inkMkLst>
        </pc:inkChg>
        <pc:inkChg chg="add">
          <ac:chgData name="Md. Nahid Hasan" userId="S::nahid@vu.edu.bd::85ea5f9e-65d6-4031-b810-9415101f2e21" providerId="AD" clId="Web-{B4C2672B-3B0D-4136-B0A3-A01D0671BFC8}" dt="2020-12-21T13:54:20.007" v="336"/>
          <ac:inkMkLst>
            <pc:docMk/>
            <pc:sldMk cId="0" sldId="466"/>
            <ac:inkMk id="48208" creationId="{033F6AA8-41D7-49C8-9F59-4B19A30C2B38}"/>
          </ac:inkMkLst>
        </pc:inkChg>
        <pc:inkChg chg="add">
          <ac:chgData name="Md. Nahid Hasan" userId="S::nahid@vu.edu.bd::85ea5f9e-65d6-4031-b810-9415101f2e21" providerId="AD" clId="Web-{B4C2672B-3B0D-4136-B0A3-A01D0671BFC8}" dt="2020-12-21T13:54:29.132" v="337"/>
          <ac:inkMkLst>
            <pc:docMk/>
            <pc:sldMk cId="0" sldId="466"/>
            <ac:inkMk id="48209" creationId="{071A01AA-0AA4-4DF9-88DF-1C311EE0ABE2}"/>
          </ac:inkMkLst>
        </pc:inkChg>
        <pc:inkChg chg="add">
          <ac:chgData name="Md. Nahid Hasan" userId="S::nahid@vu.edu.bd::85ea5f9e-65d6-4031-b810-9415101f2e21" providerId="AD" clId="Web-{B4C2672B-3B0D-4136-B0A3-A01D0671BFC8}" dt="2020-12-21T13:54:37.319" v="338"/>
          <ac:inkMkLst>
            <pc:docMk/>
            <pc:sldMk cId="0" sldId="466"/>
            <ac:inkMk id="48210" creationId="{066AFD7F-7890-404C-998C-65A8D570191A}"/>
          </ac:inkMkLst>
        </pc:inkChg>
        <pc:inkChg chg="add del">
          <ac:chgData name="Md. Nahid Hasan" userId="S::nahid@vu.edu.bd::85ea5f9e-65d6-4031-b810-9415101f2e21" providerId="AD" clId="Web-{B4C2672B-3B0D-4136-B0A3-A01D0671BFC8}" dt="2020-12-21T13:57:55.490" v="440"/>
          <ac:inkMkLst>
            <pc:docMk/>
            <pc:sldMk cId="0" sldId="466"/>
            <ac:inkMk id="48211" creationId="{589D0F42-671D-4CAD-9D64-09E042172B90}"/>
          </ac:inkMkLst>
        </pc:inkChg>
        <pc:inkChg chg="add">
          <ac:chgData name="Md. Nahid Hasan" userId="S::nahid@vu.edu.bd::85ea5f9e-65d6-4031-b810-9415101f2e21" providerId="AD" clId="Web-{B4C2672B-3B0D-4136-B0A3-A01D0671BFC8}" dt="2020-12-21T13:54:40.507" v="340"/>
          <ac:inkMkLst>
            <pc:docMk/>
            <pc:sldMk cId="0" sldId="466"/>
            <ac:inkMk id="48212" creationId="{6A3F3B52-22AA-491D-A871-4DFF342B7C91}"/>
          </ac:inkMkLst>
        </pc:inkChg>
        <pc:inkChg chg="add">
          <ac:chgData name="Md. Nahid Hasan" userId="S::nahid@vu.edu.bd::85ea5f9e-65d6-4031-b810-9415101f2e21" providerId="AD" clId="Web-{B4C2672B-3B0D-4136-B0A3-A01D0671BFC8}" dt="2020-12-21T13:54:48.366" v="341"/>
          <ac:inkMkLst>
            <pc:docMk/>
            <pc:sldMk cId="0" sldId="466"/>
            <ac:inkMk id="48213" creationId="{2C404F9D-3F5E-4BB1-89A6-EAA7E1998465}"/>
          </ac:inkMkLst>
        </pc:inkChg>
        <pc:inkChg chg="add">
          <ac:chgData name="Md. Nahid Hasan" userId="S::nahid@vu.edu.bd::85ea5f9e-65d6-4031-b810-9415101f2e21" providerId="AD" clId="Web-{B4C2672B-3B0D-4136-B0A3-A01D0671BFC8}" dt="2020-12-21T13:54:49.319" v="342"/>
          <ac:inkMkLst>
            <pc:docMk/>
            <pc:sldMk cId="0" sldId="466"/>
            <ac:inkMk id="48214" creationId="{0B650A76-FA8C-4D46-910C-F834EA15F9AA}"/>
          </ac:inkMkLst>
        </pc:inkChg>
        <pc:inkChg chg="add">
          <ac:chgData name="Md. Nahid Hasan" userId="S::nahid@vu.edu.bd::85ea5f9e-65d6-4031-b810-9415101f2e21" providerId="AD" clId="Web-{B4C2672B-3B0D-4136-B0A3-A01D0671BFC8}" dt="2020-12-21T13:54:50.257" v="343"/>
          <ac:inkMkLst>
            <pc:docMk/>
            <pc:sldMk cId="0" sldId="466"/>
            <ac:inkMk id="48215" creationId="{848D68AF-9496-4063-9D35-EC4715A145F3}"/>
          </ac:inkMkLst>
        </pc:inkChg>
        <pc:inkChg chg="add">
          <ac:chgData name="Md. Nahid Hasan" userId="S::nahid@vu.edu.bd::85ea5f9e-65d6-4031-b810-9415101f2e21" providerId="AD" clId="Web-{B4C2672B-3B0D-4136-B0A3-A01D0671BFC8}" dt="2020-12-21T13:55:16.444" v="344"/>
          <ac:inkMkLst>
            <pc:docMk/>
            <pc:sldMk cId="0" sldId="466"/>
            <ac:inkMk id="48216" creationId="{E11F8A74-46B0-46F1-8214-3CF9502438E2}"/>
          </ac:inkMkLst>
        </pc:inkChg>
        <pc:inkChg chg="add">
          <ac:chgData name="Md. Nahid Hasan" userId="S::nahid@vu.edu.bd::85ea5f9e-65d6-4031-b810-9415101f2e21" providerId="AD" clId="Web-{B4C2672B-3B0D-4136-B0A3-A01D0671BFC8}" dt="2020-12-21T13:55:22.975" v="345"/>
          <ac:inkMkLst>
            <pc:docMk/>
            <pc:sldMk cId="0" sldId="466"/>
            <ac:inkMk id="48217" creationId="{9E04AEB4-B09B-4186-9C19-4934C7204EF8}"/>
          </ac:inkMkLst>
        </pc:inkChg>
        <pc:inkChg chg="add">
          <ac:chgData name="Md. Nahid Hasan" userId="S::nahid@vu.edu.bd::85ea5f9e-65d6-4031-b810-9415101f2e21" providerId="AD" clId="Web-{B4C2672B-3B0D-4136-B0A3-A01D0671BFC8}" dt="2020-12-21T13:55:23.944" v="346"/>
          <ac:inkMkLst>
            <pc:docMk/>
            <pc:sldMk cId="0" sldId="466"/>
            <ac:inkMk id="48218" creationId="{3A068C84-1119-4878-BFD1-D18D1B5674E9}"/>
          </ac:inkMkLst>
        </pc:inkChg>
        <pc:inkChg chg="add del">
          <ac:chgData name="Md. Nahid Hasan" userId="S::nahid@vu.edu.bd::85ea5f9e-65d6-4031-b810-9415101f2e21" providerId="AD" clId="Web-{B4C2672B-3B0D-4136-B0A3-A01D0671BFC8}" dt="2020-12-21T13:57:59.287" v="455"/>
          <ac:inkMkLst>
            <pc:docMk/>
            <pc:sldMk cId="0" sldId="466"/>
            <ac:inkMk id="48219" creationId="{C772858F-AC7D-4C6F-9E58-E8F00A3F0760}"/>
          </ac:inkMkLst>
        </pc:inkChg>
        <pc:inkChg chg="add del">
          <ac:chgData name="Md. Nahid Hasan" userId="S::nahid@vu.edu.bd::85ea5f9e-65d6-4031-b810-9415101f2e21" providerId="AD" clId="Web-{B4C2672B-3B0D-4136-B0A3-A01D0671BFC8}" dt="2020-12-21T13:57:59.287" v="454"/>
          <ac:inkMkLst>
            <pc:docMk/>
            <pc:sldMk cId="0" sldId="466"/>
            <ac:inkMk id="48220" creationId="{77F66392-6D76-412B-AD29-604DDC4A6C27}"/>
          </ac:inkMkLst>
        </pc:inkChg>
        <pc:inkChg chg="add del">
          <ac:chgData name="Md. Nahid Hasan" userId="S::nahid@vu.edu.bd::85ea5f9e-65d6-4031-b810-9415101f2e21" providerId="AD" clId="Web-{B4C2672B-3B0D-4136-B0A3-A01D0671BFC8}" dt="2020-12-21T13:57:59.287" v="453"/>
          <ac:inkMkLst>
            <pc:docMk/>
            <pc:sldMk cId="0" sldId="466"/>
            <ac:inkMk id="48221" creationId="{10F3A163-1567-494D-BC71-3036D63ED645}"/>
          </ac:inkMkLst>
        </pc:inkChg>
        <pc:inkChg chg="add del">
          <ac:chgData name="Md. Nahid Hasan" userId="S::nahid@vu.edu.bd::85ea5f9e-65d6-4031-b810-9415101f2e21" providerId="AD" clId="Web-{B4C2672B-3B0D-4136-B0A3-A01D0671BFC8}" dt="2020-12-21T13:57:59.287" v="452"/>
          <ac:inkMkLst>
            <pc:docMk/>
            <pc:sldMk cId="0" sldId="466"/>
            <ac:inkMk id="48222" creationId="{86BAC609-E33F-41B6-9C2E-D5E4D7C4584A}"/>
          </ac:inkMkLst>
        </pc:inkChg>
        <pc:inkChg chg="add del">
          <ac:chgData name="Md. Nahid Hasan" userId="S::nahid@vu.edu.bd::85ea5f9e-65d6-4031-b810-9415101f2e21" providerId="AD" clId="Web-{B4C2672B-3B0D-4136-B0A3-A01D0671BFC8}" dt="2020-12-21T13:57:55.490" v="439"/>
          <ac:inkMkLst>
            <pc:docMk/>
            <pc:sldMk cId="0" sldId="466"/>
            <ac:inkMk id="48223" creationId="{54376170-2EE6-4EAB-86CF-B18C27BA68DF}"/>
          </ac:inkMkLst>
        </pc:inkChg>
        <pc:inkChg chg="add del">
          <ac:chgData name="Md. Nahid Hasan" userId="S::nahid@vu.edu.bd::85ea5f9e-65d6-4031-b810-9415101f2e21" providerId="AD" clId="Web-{B4C2672B-3B0D-4136-B0A3-A01D0671BFC8}" dt="2020-12-21T13:57:55.475" v="438"/>
          <ac:inkMkLst>
            <pc:docMk/>
            <pc:sldMk cId="0" sldId="466"/>
            <ac:inkMk id="48224" creationId="{4ABA9585-AD6E-4D88-880C-60EC7188FF51}"/>
          </ac:inkMkLst>
        </pc:inkChg>
        <pc:inkChg chg="add del">
          <ac:chgData name="Md. Nahid Hasan" userId="S::nahid@vu.edu.bd::85ea5f9e-65d6-4031-b810-9415101f2e21" providerId="AD" clId="Web-{B4C2672B-3B0D-4136-B0A3-A01D0671BFC8}" dt="2020-12-21T13:57:55.475" v="437"/>
          <ac:inkMkLst>
            <pc:docMk/>
            <pc:sldMk cId="0" sldId="466"/>
            <ac:inkMk id="48225" creationId="{573D1029-005E-41E7-BE73-BFCE03E92939}"/>
          </ac:inkMkLst>
        </pc:inkChg>
        <pc:inkChg chg="add del">
          <ac:chgData name="Md. Nahid Hasan" userId="S::nahid@vu.edu.bd::85ea5f9e-65d6-4031-b810-9415101f2e21" providerId="AD" clId="Web-{B4C2672B-3B0D-4136-B0A3-A01D0671BFC8}" dt="2020-12-21T13:57:55.475" v="436"/>
          <ac:inkMkLst>
            <pc:docMk/>
            <pc:sldMk cId="0" sldId="466"/>
            <ac:inkMk id="48226" creationId="{A07A4E96-FEBD-4701-882D-A21516133EF4}"/>
          </ac:inkMkLst>
        </pc:inkChg>
        <pc:inkChg chg="add del">
          <ac:chgData name="Md. Nahid Hasan" userId="S::nahid@vu.edu.bd::85ea5f9e-65d6-4031-b810-9415101f2e21" providerId="AD" clId="Web-{B4C2672B-3B0D-4136-B0A3-A01D0671BFC8}" dt="2020-12-21T13:57:55.475" v="435"/>
          <ac:inkMkLst>
            <pc:docMk/>
            <pc:sldMk cId="0" sldId="466"/>
            <ac:inkMk id="48227" creationId="{3BFE390B-0C0D-4548-A0CA-BD6E7871B17E}"/>
          </ac:inkMkLst>
        </pc:inkChg>
        <pc:inkChg chg="add del">
          <ac:chgData name="Md. Nahid Hasan" userId="S::nahid@vu.edu.bd::85ea5f9e-65d6-4031-b810-9415101f2e21" providerId="AD" clId="Web-{B4C2672B-3B0D-4136-B0A3-A01D0671BFC8}" dt="2020-12-21T13:57:55.475" v="434"/>
          <ac:inkMkLst>
            <pc:docMk/>
            <pc:sldMk cId="0" sldId="466"/>
            <ac:inkMk id="48228" creationId="{E3FAA22F-2D7B-4333-9D35-1010640DE5E9}"/>
          </ac:inkMkLst>
        </pc:inkChg>
        <pc:inkChg chg="add del">
          <ac:chgData name="Md. Nahid Hasan" userId="S::nahid@vu.edu.bd::85ea5f9e-65d6-4031-b810-9415101f2e21" providerId="AD" clId="Web-{B4C2672B-3B0D-4136-B0A3-A01D0671BFC8}" dt="2020-12-21T13:57:55.475" v="433"/>
          <ac:inkMkLst>
            <pc:docMk/>
            <pc:sldMk cId="0" sldId="466"/>
            <ac:inkMk id="48229" creationId="{AC36546C-72F6-461E-AFE2-A4191DEC53AE}"/>
          </ac:inkMkLst>
        </pc:inkChg>
        <pc:inkChg chg="add del">
          <ac:chgData name="Md. Nahid Hasan" userId="S::nahid@vu.edu.bd::85ea5f9e-65d6-4031-b810-9415101f2e21" providerId="AD" clId="Web-{B4C2672B-3B0D-4136-B0A3-A01D0671BFC8}" dt="2020-12-21T13:57:55.475" v="432"/>
          <ac:inkMkLst>
            <pc:docMk/>
            <pc:sldMk cId="0" sldId="466"/>
            <ac:inkMk id="48230" creationId="{7CB58003-E979-47E9-B2A4-815705EED07B}"/>
          </ac:inkMkLst>
        </pc:inkChg>
        <pc:inkChg chg="add del">
          <ac:chgData name="Md. Nahid Hasan" userId="S::nahid@vu.edu.bd::85ea5f9e-65d6-4031-b810-9415101f2e21" providerId="AD" clId="Web-{B4C2672B-3B0D-4136-B0A3-A01D0671BFC8}" dt="2020-12-21T13:57:55.459" v="431"/>
          <ac:inkMkLst>
            <pc:docMk/>
            <pc:sldMk cId="0" sldId="466"/>
            <ac:inkMk id="48231" creationId="{486542AC-67EE-4BC5-90AC-F598E8A08C51}"/>
          </ac:inkMkLst>
        </pc:inkChg>
        <pc:inkChg chg="add del">
          <ac:chgData name="Md. Nahid Hasan" userId="S::nahid@vu.edu.bd::85ea5f9e-65d6-4031-b810-9415101f2e21" providerId="AD" clId="Web-{B4C2672B-3B0D-4136-B0A3-A01D0671BFC8}" dt="2020-12-21T13:57:55.459" v="430"/>
          <ac:inkMkLst>
            <pc:docMk/>
            <pc:sldMk cId="0" sldId="466"/>
            <ac:inkMk id="48232" creationId="{4F2BC505-94EE-4636-8A44-1B6FB0C20E0F}"/>
          </ac:inkMkLst>
        </pc:inkChg>
        <pc:inkChg chg="add del">
          <ac:chgData name="Md. Nahid Hasan" userId="S::nahid@vu.edu.bd::85ea5f9e-65d6-4031-b810-9415101f2e21" providerId="AD" clId="Web-{B4C2672B-3B0D-4136-B0A3-A01D0671BFC8}" dt="2020-12-21T13:57:55.459" v="429"/>
          <ac:inkMkLst>
            <pc:docMk/>
            <pc:sldMk cId="0" sldId="466"/>
            <ac:inkMk id="48233" creationId="{876258D9-8E6B-47BE-BE46-765BE1352C0B}"/>
          </ac:inkMkLst>
        </pc:inkChg>
        <pc:inkChg chg="add del">
          <ac:chgData name="Md. Nahid Hasan" userId="S::nahid@vu.edu.bd::85ea5f9e-65d6-4031-b810-9415101f2e21" providerId="AD" clId="Web-{B4C2672B-3B0D-4136-B0A3-A01D0671BFC8}" dt="2020-12-21T13:57:55.459" v="428"/>
          <ac:inkMkLst>
            <pc:docMk/>
            <pc:sldMk cId="0" sldId="466"/>
            <ac:inkMk id="48234" creationId="{35210B5C-3F0B-403B-BE0F-92FF6954AD97}"/>
          </ac:inkMkLst>
        </pc:inkChg>
        <pc:inkChg chg="add del">
          <ac:chgData name="Md. Nahid Hasan" userId="S::nahid@vu.edu.bd::85ea5f9e-65d6-4031-b810-9415101f2e21" providerId="AD" clId="Web-{B4C2672B-3B0D-4136-B0A3-A01D0671BFC8}" dt="2020-12-21T13:57:55.459" v="427"/>
          <ac:inkMkLst>
            <pc:docMk/>
            <pc:sldMk cId="0" sldId="466"/>
            <ac:inkMk id="48235" creationId="{AE7DDAB8-F12B-40A1-B23E-F7C82AEB0128}"/>
          </ac:inkMkLst>
        </pc:inkChg>
        <pc:inkChg chg="add del">
          <ac:chgData name="Md. Nahid Hasan" userId="S::nahid@vu.edu.bd::85ea5f9e-65d6-4031-b810-9415101f2e21" providerId="AD" clId="Web-{B4C2672B-3B0D-4136-B0A3-A01D0671BFC8}" dt="2020-12-21T13:57:55.459" v="426"/>
          <ac:inkMkLst>
            <pc:docMk/>
            <pc:sldMk cId="0" sldId="466"/>
            <ac:inkMk id="48236" creationId="{2036F666-009C-44C0-A70E-EED34B407867}"/>
          </ac:inkMkLst>
        </pc:inkChg>
        <pc:inkChg chg="add del">
          <ac:chgData name="Md. Nahid Hasan" userId="S::nahid@vu.edu.bd::85ea5f9e-65d6-4031-b810-9415101f2e21" providerId="AD" clId="Web-{B4C2672B-3B0D-4136-B0A3-A01D0671BFC8}" dt="2020-12-21T13:57:55.459" v="425"/>
          <ac:inkMkLst>
            <pc:docMk/>
            <pc:sldMk cId="0" sldId="466"/>
            <ac:inkMk id="48237" creationId="{5AFF3554-8DC1-4611-8162-768BBCEE96FC}"/>
          </ac:inkMkLst>
        </pc:inkChg>
        <pc:inkChg chg="add del">
          <ac:chgData name="Md. Nahid Hasan" userId="S::nahid@vu.edu.bd::85ea5f9e-65d6-4031-b810-9415101f2e21" providerId="AD" clId="Web-{B4C2672B-3B0D-4136-B0A3-A01D0671BFC8}" dt="2020-12-21T13:57:55.443" v="424"/>
          <ac:inkMkLst>
            <pc:docMk/>
            <pc:sldMk cId="0" sldId="466"/>
            <ac:inkMk id="48238" creationId="{69CD88AC-D4B3-4129-8707-89CB1D8272AE}"/>
          </ac:inkMkLst>
        </pc:inkChg>
        <pc:inkChg chg="add del">
          <ac:chgData name="Md. Nahid Hasan" userId="S::nahid@vu.edu.bd::85ea5f9e-65d6-4031-b810-9415101f2e21" providerId="AD" clId="Web-{B4C2672B-3B0D-4136-B0A3-A01D0671BFC8}" dt="2020-12-21T13:57:55.443" v="423"/>
          <ac:inkMkLst>
            <pc:docMk/>
            <pc:sldMk cId="0" sldId="466"/>
            <ac:inkMk id="48239" creationId="{0862925C-878A-491A-AADF-2A54590C303A}"/>
          </ac:inkMkLst>
        </pc:inkChg>
        <pc:inkChg chg="add del">
          <ac:chgData name="Md. Nahid Hasan" userId="S::nahid@vu.edu.bd::85ea5f9e-65d6-4031-b810-9415101f2e21" providerId="AD" clId="Web-{B4C2672B-3B0D-4136-B0A3-A01D0671BFC8}" dt="2020-12-21T13:57:55.443" v="422"/>
          <ac:inkMkLst>
            <pc:docMk/>
            <pc:sldMk cId="0" sldId="466"/>
            <ac:inkMk id="48240" creationId="{7646B209-9DB1-4350-919C-BB3A2A1DF0CE}"/>
          </ac:inkMkLst>
        </pc:inkChg>
        <pc:inkChg chg="add del">
          <ac:chgData name="Md. Nahid Hasan" userId="S::nahid@vu.edu.bd::85ea5f9e-65d6-4031-b810-9415101f2e21" providerId="AD" clId="Web-{B4C2672B-3B0D-4136-B0A3-A01D0671BFC8}" dt="2020-12-21T13:57:55.443" v="421"/>
          <ac:inkMkLst>
            <pc:docMk/>
            <pc:sldMk cId="0" sldId="466"/>
            <ac:inkMk id="48241" creationId="{67CAD504-E7F6-4425-BAE1-2D35A0E36CB6}"/>
          </ac:inkMkLst>
        </pc:inkChg>
        <pc:inkChg chg="add del">
          <ac:chgData name="Md. Nahid Hasan" userId="S::nahid@vu.edu.bd::85ea5f9e-65d6-4031-b810-9415101f2e21" providerId="AD" clId="Web-{B4C2672B-3B0D-4136-B0A3-A01D0671BFC8}" dt="2020-12-21T13:57:55.443" v="420"/>
          <ac:inkMkLst>
            <pc:docMk/>
            <pc:sldMk cId="0" sldId="466"/>
            <ac:inkMk id="48242" creationId="{B52A7131-0E1C-4873-96F5-CB48F2B6CD83}"/>
          </ac:inkMkLst>
        </pc:inkChg>
        <pc:inkChg chg="add del">
          <ac:chgData name="Md. Nahid Hasan" userId="S::nahid@vu.edu.bd::85ea5f9e-65d6-4031-b810-9415101f2e21" providerId="AD" clId="Web-{B4C2672B-3B0D-4136-B0A3-A01D0671BFC8}" dt="2020-12-21T13:57:55.443" v="419"/>
          <ac:inkMkLst>
            <pc:docMk/>
            <pc:sldMk cId="0" sldId="466"/>
            <ac:inkMk id="48243" creationId="{42CD1BE3-331A-4BC7-98A9-8CF8F3383729}"/>
          </ac:inkMkLst>
        </pc:inkChg>
        <pc:inkChg chg="add del">
          <ac:chgData name="Md. Nahid Hasan" userId="S::nahid@vu.edu.bd::85ea5f9e-65d6-4031-b810-9415101f2e21" providerId="AD" clId="Web-{B4C2672B-3B0D-4136-B0A3-A01D0671BFC8}" dt="2020-12-21T13:57:55.428" v="418"/>
          <ac:inkMkLst>
            <pc:docMk/>
            <pc:sldMk cId="0" sldId="466"/>
            <ac:inkMk id="48244" creationId="{BA48149E-CCFE-470E-B922-17CF79C11574}"/>
          </ac:inkMkLst>
        </pc:inkChg>
        <pc:inkChg chg="add del">
          <ac:chgData name="Md. Nahid Hasan" userId="S::nahid@vu.edu.bd::85ea5f9e-65d6-4031-b810-9415101f2e21" providerId="AD" clId="Web-{B4C2672B-3B0D-4136-B0A3-A01D0671BFC8}" dt="2020-12-21T13:57:55.428" v="417"/>
          <ac:inkMkLst>
            <pc:docMk/>
            <pc:sldMk cId="0" sldId="466"/>
            <ac:inkMk id="48245" creationId="{6AFEDD6D-6CDA-43FA-8FA6-62995E6F72BF}"/>
          </ac:inkMkLst>
        </pc:inkChg>
        <pc:inkChg chg="add del">
          <ac:chgData name="Md. Nahid Hasan" userId="S::nahid@vu.edu.bd::85ea5f9e-65d6-4031-b810-9415101f2e21" providerId="AD" clId="Web-{B4C2672B-3B0D-4136-B0A3-A01D0671BFC8}" dt="2020-12-21T13:57:55.428" v="416"/>
          <ac:inkMkLst>
            <pc:docMk/>
            <pc:sldMk cId="0" sldId="466"/>
            <ac:inkMk id="48246" creationId="{DC4AEBF0-0555-4FF7-9655-4C853D0F47E5}"/>
          </ac:inkMkLst>
        </pc:inkChg>
        <pc:inkChg chg="add del">
          <ac:chgData name="Md. Nahid Hasan" userId="S::nahid@vu.edu.bd::85ea5f9e-65d6-4031-b810-9415101f2e21" providerId="AD" clId="Web-{B4C2672B-3B0D-4136-B0A3-A01D0671BFC8}" dt="2020-12-21T13:57:55.428" v="415"/>
          <ac:inkMkLst>
            <pc:docMk/>
            <pc:sldMk cId="0" sldId="466"/>
            <ac:inkMk id="48247" creationId="{5A99064A-1B27-450C-BE79-648BC7FCE5F3}"/>
          </ac:inkMkLst>
        </pc:inkChg>
        <pc:inkChg chg="add del">
          <ac:chgData name="Md. Nahid Hasan" userId="S::nahid@vu.edu.bd::85ea5f9e-65d6-4031-b810-9415101f2e21" providerId="AD" clId="Web-{B4C2672B-3B0D-4136-B0A3-A01D0671BFC8}" dt="2020-12-21T13:57:55.428" v="414"/>
          <ac:inkMkLst>
            <pc:docMk/>
            <pc:sldMk cId="0" sldId="466"/>
            <ac:inkMk id="48248" creationId="{DFE823E9-177C-4E6C-9641-D3E945BE9F70}"/>
          </ac:inkMkLst>
        </pc:inkChg>
        <pc:inkChg chg="add del">
          <ac:chgData name="Md. Nahid Hasan" userId="S::nahid@vu.edu.bd::85ea5f9e-65d6-4031-b810-9415101f2e21" providerId="AD" clId="Web-{B4C2672B-3B0D-4136-B0A3-A01D0671BFC8}" dt="2020-12-21T13:57:55.428" v="413"/>
          <ac:inkMkLst>
            <pc:docMk/>
            <pc:sldMk cId="0" sldId="466"/>
            <ac:inkMk id="48249" creationId="{F5EF4EEC-992B-4448-9D4E-AF2E5E150A8D}"/>
          </ac:inkMkLst>
        </pc:inkChg>
        <pc:inkChg chg="add del">
          <ac:chgData name="Md. Nahid Hasan" userId="S::nahid@vu.edu.bd::85ea5f9e-65d6-4031-b810-9415101f2e21" providerId="AD" clId="Web-{B4C2672B-3B0D-4136-B0A3-A01D0671BFC8}" dt="2020-12-21T13:57:59.287" v="451"/>
          <ac:inkMkLst>
            <pc:docMk/>
            <pc:sldMk cId="0" sldId="466"/>
            <ac:inkMk id="48250" creationId="{E61DA634-59CA-4CA7-8EFA-9AA97C874924}"/>
          </ac:inkMkLst>
        </pc:inkChg>
        <pc:inkChg chg="add del">
          <ac:chgData name="Md. Nahid Hasan" userId="S::nahid@vu.edu.bd::85ea5f9e-65d6-4031-b810-9415101f2e21" providerId="AD" clId="Web-{B4C2672B-3B0D-4136-B0A3-A01D0671BFC8}" dt="2020-12-21T13:57:59.287" v="450"/>
          <ac:inkMkLst>
            <pc:docMk/>
            <pc:sldMk cId="0" sldId="466"/>
            <ac:inkMk id="48251" creationId="{D2B4A99F-5FAF-43B8-ADF1-DB1E4C32332B}"/>
          </ac:inkMkLst>
        </pc:inkChg>
        <pc:inkChg chg="add del">
          <ac:chgData name="Md. Nahid Hasan" userId="S::nahid@vu.edu.bd::85ea5f9e-65d6-4031-b810-9415101f2e21" providerId="AD" clId="Web-{B4C2672B-3B0D-4136-B0A3-A01D0671BFC8}" dt="2020-12-21T13:57:59.272" v="449"/>
          <ac:inkMkLst>
            <pc:docMk/>
            <pc:sldMk cId="0" sldId="466"/>
            <ac:inkMk id="48252" creationId="{C762001A-E65B-4288-928C-A357739C438E}"/>
          </ac:inkMkLst>
        </pc:inkChg>
        <pc:inkChg chg="add del">
          <ac:chgData name="Md. Nahid Hasan" userId="S::nahid@vu.edu.bd::85ea5f9e-65d6-4031-b810-9415101f2e21" providerId="AD" clId="Web-{B4C2672B-3B0D-4136-B0A3-A01D0671BFC8}" dt="2020-12-21T13:57:59.272" v="448"/>
          <ac:inkMkLst>
            <pc:docMk/>
            <pc:sldMk cId="0" sldId="466"/>
            <ac:inkMk id="48253" creationId="{058530D3-6535-417C-8971-F3FE7FB2AC3A}"/>
          </ac:inkMkLst>
        </pc:inkChg>
        <pc:inkChg chg="add del">
          <ac:chgData name="Md. Nahid Hasan" userId="S::nahid@vu.edu.bd::85ea5f9e-65d6-4031-b810-9415101f2e21" providerId="AD" clId="Web-{B4C2672B-3B0D-4136-B0A3-A01D0671BFC8}" dt="2020-12-21T13:57:59.272" v="447"/>
          <ac:inkMkLst>
            <pc:docMk/>
            <pc:sldMk cId="0" sldId="466"/>
            <ac:inkMk id="48254" creationId="{3010821C-2039-43D1-AD67-4F4658B17440}"/>
          </ac:inkMkLst>
        </pc:inkChg>
        <pc:inkChg chg="add del">
          <ac:chgData name="Md. Nahid Hasan" userId="S::nahid@vu.edu.bd::85ea5f9e-65d6-4031-b810-9415101f2e21" providerId="AD" clId="Web-{B4C2672B-3B0D-4136-B0A3-A01D0671BFC8}" dt="2020-12-21T13:57:59.272" v="446"/>
          <ac:inkMkLst>
            <pc:docMk/>
            <pc:sldMk cId="0" sldId="466"/>
            <ac:inkMk id="48255" creationId="{30DFC772-8B66-4341-9707-CFAFC52BF538}"/>
          </ac:inkMkLst>
        </pc:inkChg>
        <pc:inkChg chg="add del">
          <ac:chgData name="Md. Nahid Hasan" userId="S::nahid@vu.edu.bd::85ea5f9e-65d6-4031-b810-9415101f2e21" providerId="AD" clId="Web-{B4C2672B-3B0D-4136-B0A3-A01D0671BFC8}" dt="2020-12-21T13:57:59.272" v="445"/>
          <ac:inkMkLst>
            <pc:docMk/>
            <pc:sldMk cId="0" sldId="466"/>
            <ac:inkMk id="48256" creationId="{BBEB11DC-85B0-4267-8C80-B12BA9B2617D}"/>
          </ac:inkMkLst>
        </pc:inkChg>
        <pc:inkChg chg="add del">
          <ac:chgData name="Md. Nahid Hasan" userId="S::nahid@vu.edu.bd::85ea5f9e-65d6-4031-b810-9415101f2e21" providerId="AD" clId="Web-{B4C2672B-3B0D-4136-B0A3-A01D0671BFC8}" dt="2020-12-21T13:57:59.272" v="444"/>
          <ac:inkMkLst>
            <pc:docMk/>
            <pc:sldMk cId="0" sldId="466"/>
            <ac:inkMk id="48257" creationId="{10770BB2-B8B1-4217-BB63-4C5A7D75717D}"/>
          </ac:inkMkLst>
        </pc:inkChg>
        <pc:inkChg chg="add del">
          <ac:chgData name="Md. Nahid Hasan" userId="S::nahid@vu.edu.bd::85ea5f9e-65d6-4031-b810-9415101f2e21" providerId="AD" clId="Web-{B4C2672B-3B0D-4136-B0A3-A01D0671BFC8}" dt="2020-12-21T13:57:59.272" v="443"/>
          <ac:inkMkLst>
            <pc:docMk/>
            <pc:sldMk cId="0" sldId="466"/>
            <ac:inkMk id="48258" creationId="{9671EA76-BE1D-406F-B21E-E9C7C68CAAA6}"/>
          </ac:inkMkLst>
        </pc:inkChg>
        <pc:inkChg chg="add del">
          <ac:chgData name="Md. Nahid Hasan" userId="S::nahid@vu.edu.bd::85ea5f9e-65d6-4031-b810-9415101f2e21" providerId="AD" clId="Web-{B4C2672B-3B0D-4136-B0A3-A01D0671BFC8}" dt="2020-12-21T13:57:59.272" v="442"/>
          <ac:inkMkLst>
            <pc:docMk/>
            <pc:sldMk cId="0" sldId="466"/>
            <ac:inkMk id="48259" creationId="{6BB89BED-BE79-4788-8A42-1AC4CCD5DF31}"/>
          </ac:inkMkLst>
        </pc:inkChg>
        <pc:inkChg chg="add del">
          <ac:chgData name="Md. Nahid Hasan" userId="S::nahid@vu.edu.bd::85ea5f9e-65d6-4031-b810-9415101f2e21" providerId="AD" clId="Web-{B4C2672B-3B0D-4136-B0A3-A01D0671BFC8}" dt="2020-12-21T13:57:59.256" v="441"/>
          <ac:inkMkLst>
            <pc:docMk/>
            <pc:sldMk cId="0" sldId="466"/>
            <ac:inkMk id="48260" creationId="{DBC51F74-B66C-49E3-BE6A-2C31D0296C28}"/>
          </ac:inkMkLst>
        </pc:inkChg>
        <pc:inkChg chg="add">
          <ac:chgData name="Md. Nahid Hasan" userId="S::nahid@vu.edu.bd::85ea5f9e-65d6-4031-b810-9415101f2e21" providerId="AD" clId="Web-{B4C2672B-3B0D-4136-B0A3-A01D0671BFC8}" dt="2020-12-21T13:56:53.912" v="389"/>
          <ac:inkMkLst>
            <pc:docMk/>
            <pc:sldMk cId="0" sldId="466"/>
            <ac:inkMk id="48261" creationId="{3C3D9419-D40E-44E2-B024-DB9D67675781}"/>
          </ac:inkMkLst>
        </pc:inkChg>
        <pc:inkChg chg="add">
          <ac:chgData name="Md. Nahid Hasan" userId="S::nahid@vu.edu.bd::85ea5f9e-65d6-4031-b810-9415101f2e21" providerId="AD" clId="Web-{B4C2672B-3B0D-4136-B0A3-A01D0671BFC8}" dt="2020-12-21T13:56:57.522" v="390"/>
          <ac:inkMkLst>
            <pc:docMk/>
            <pc:sldMk cId="0" sldId="466"/>
            <ac:inkMk id="48262" creationId="{EED216EB-B6F4-46D3-B087-161D62768873}"/>
          </ac:inkMkLst>
        </pc:inkChg>
        <pc:inkChg chg="add">
          <ac:chgData name="Md. Nahid Hasan" userId="S::nahid@vu.edu.bd::85ea5f9e-65d6-4031-b810-9415101f2e21" providerId="AD" clId="Web-{B4C2672B-3B0D-4136-B0A3-A01D0671BFC8}" dt="2020-12-21T13:56:57.522" v="391"/>
          <ac:inkMkLst>
            <pc:docMk/>
            <pc:sldMk cId="0" sldId="466"/>
            <ac:inkMk id="48263" creationId="{E0B27D6F-0877-47BF-ACE3-300D02798355}"/>
          </ac:inkMkLst>
        </pc:inkChg>
        <pc:inkChg chg="add">
          <ac:chgData name="Md. Nahid Hasan" userId="S::nahid@vu.edu.bd::85ea5f9e-65d6-4031-b810-9415101f2e21" providerId="AD" clId="Web-{B4C2672B-3B0D-4136-B0A3-A01D0671BFC8}" dt="2020-12-21T13:56:57.537" v="392"/>
          <ac:inkMkLst>
            <pc:docMk/>
            <pc:sldMk cId="0" sldId="466"/>
            <ac:inkMk id="48264" creationId="{EDBF9FCB-FA61-432A-BE2D-E48A13D8F0FF}"/>
          </ac:inkMkLst>
        </pc:inkChg>
        <pc:inkChg chg="add">
          <ac:chgData name="Md. Nahid Hasan" userId="S::nahid@vu.edu.bd::85ea5f9e-65d6-4031-b810-9415101f2e21" providerId="AD" clId="Web-{B4C2672B-3B0D-4136-B0A3-A01D0671BFC8}" dt="2020-12-21T13:56:57.537" v="393"/>
          <ac:inkMkLst>
            <pc:docMk/>
            <pc:sldMk cId="0" sldId="466"/>
            <ac:inkMk id="48265" creationId="{9B855273-C50C-4796-82E3-6590F1CA1C9E}"/>
          </ac:inkMkLst>
        </pc:inkChg>
        <pc:inkChg chg="add">
          <ac:chgData name="Md. Nahid Hasan" userId="S::nahid@vu.edu.bd::85ea5f9e-65d6-4031-b810-9415101f2e21" providerId="AD" clId="Web-{B4C2672B-3B0D-4136-B0A3-A01D0671BFC8}" dt="2020-12-21T13:56:57.553" v="394"/>
          <ac:inkMkLst>
            <pc:docMk/>
            <pc:sldMk cId="0" sldId="466"/>
            <ac:inkMk id="48266" creationId="{043D474B-7457-4500-8357-0882DEE807AE}"/>
          </ac:inkMkLst>
        </pc:inkChg>
        <pc:inkChg chg="add">
          <ac:chgData name="Md. Nahid Hasan" userId="S::nahid@vu.edu.bd::85ea5f9e-65d6-4031-b810-9415101f2e21" providerId="AD" clId="Web-{B4C2672B-3B0D-4136-B0A3-A01D0671BFC8}" dt="2020-12-21T13:56:59.100" v="395"/>
          <ac:inkMkLst>
            <pc:docMk/>
            <pc:sldMk cId="0" sldId="466"/>
            <ac:inkMk id="48267" creationId="{B3A3EF9C-57CD-46E1-B094-0C5DEC146C3B}"/>
          </ac:inkMkLst>
        </pc:inkChg>
        <pc:inkChg chg="add">
          <ac:chgData name="Md. Nahid Hasan" userId="S::nahid@vu.edu.bd::85ea5f9e-65d6-4031-b810-9415101f2e21" providerId="AD" clId="Web-{B4C2672B-3B0D-4136-B0A3-A01D0671BFC8}" dt="2020-12-21T13:57:04.803" v="396"/>
          <ac:inkMkLst>
            <pc:docMk/>
            <pc:sldMk cId="0" sldId="466"/>
            <ac:inkMk id="48268" creationId="{F159CF52-6E64-4FFF-93F3-209A66CD8EAB}"/>
          </ac:inkMkLst>
        </pc:inkChg>
        <pc:inkChg chg="add">
          <ac:chgData name="Md. Nahid Hasan" userId="S::nahid@vu.edu.bd::85ea5f9e-65d6-4031-b810-9415101f2e21" providerId="AD" clId="Web-{B4C2672B-3B0D-4136-B0A3-A01D0671BFC8}" dt="2020-12-21T13:57:05.787" v="397"/>
          <ac:inkMkLst>
            <pc:docMk/>
            <pc:sldMk cId="0" sldId="466"/>
            <ac:inkMk id="48269" creationId="{6A091A34-5083-45E5-868A-3FCA16811B9B}"/>
          </ac:inkMkLst>
        </pc:inkChg>
        <pc:inkChg chg="add">
          <ac:chgData name="Md. Nahid Hasan" userId="S::nahid@vu.edu.bd::85ea5f9e-65d6-4031-b810-9415101f2e21" providerId="AD" clId="Web-{B4C2672B-3B0D-4136-B0A3-A01D0671BFC8}" dt="2020-12-21T13:57:15.365" v="398"/>
          <ac:inkMkLst>
            <pc:docMk/>
            <pc:sldMk cId="0" sldId="466"/>
            <ac:inkMk id="48270" creationId="{6CCD5B84-D926-4D0F-8CB8-68759AE56134}"/>
          </ac:inkMkLst>
        </pc:inkChg>
        <pc:inkChg chg="add">
          <ac:chgData name="Md. Nahid Hasan" userId="S::nahid@vu.edu.bd::85ea5f9e-65d6-4031-b810-9415101f2e21" providerId="AD" clId="Web-{B4C2672B-3B0D-4136-B0A3-A01D0671BFC8}" dt="2020-12-21T13:57:15.365" v="399"/>
          <ac:inkMkLst>
            <pc:docMk/>
            <pc:sldMk cId="0" sldId="466"/>
            <ac:inkMk id="48271" creationId="{7AE0AF18-51AB-4ED8-8E81-3EE73CFD6034}"/>
          </ac:inkMkLst>
        </pc:inkChg>
        <pc:inkChg chg="add">
          <ac:chgData name="Md. Nahid Hasan" userId="S::nahid@vu.edu.bd::85ea5f9e-65d6-4031-b810-9415101f2e21" providerId="AD" clId="Web-{B4C2672B-3B0D-4136-B0A3-A01D0671BFC8}" dt="2020-12-21T13:57:18.022" v="400"/>
          <ac:inkMkLst>
            <pc:docMk/>
            <pc:sldMk cId="0" sldId="466"/>
            <ac:inkMk id="48272" creationId="{16A4CAEE-94B1-4C55-9E68-385CDA7D11DD}"/>
          </ac:inkMkLst>
        </pc:inkChg>
        <pc:inkChg chg="add">
          <ac:chgData name="Md. Nahid Hasan" userId="S::nahid@vu.edu.bd::85ea5f9e-65d6-4031-b810-9415101f2e21" providerId="AD" clId="Web-{B4C2672B-3B0D-4136-B0A3-A01D0671BFC8}" dt="2020-12-21T13:57:18.037" v="401"/>
          <ac:inkMkLst>
            <pc:docMk/>
            <pc:sldMk cId="0" sldId="466"/>
            <ac:inkMk id="48273" creationId="{F1A6F913-D7DE-44BE-AD92-D3F5760171A2}"/>
          </ac:inkMkLst>
        </pc:inkChg>
        <pc:inkChg chg="add">
          <ac:chgData name="Md. Nahid Hasan" userId="S::nahid@vu.edu.bd::85ea5f9e-65d6-4031-b810-9415101f2e21" providerId="AD" clId="Web-{B4C2672B-3B0D-4136-B0A3-A01D0671BFC8}" dt="2020-12-21T13:57:18.037" v="402"/>
          <ac:inkMkLst>
            <pc:docMk/>
            <pc:sldMk cId="0" sldId="466"/>
            <ac:inkMk id="48274" creationId="{CFA98D31-6436-4B87-B5BE-1A194D4FBC35}"/>
          </ac:inkMkLst>
        </pc:inkChg>
        <pc:inkChg chg="add">
          <ac:chgData name="Md. Nahid Hasan" userId="S::nahid@vu.edu.bd::85ea5f9e-65d6-4031-b810-9415101f2e21" providerId="AD" clId="Web-{B4C2672B-3B0D-4136-B0A3-A01D0671BFC8}" dt="2020-12-21T13:57:18.053" v="403"/>
          <ac:inkMkLst>
            <pc:docMk/>
            <pc:sldMk cId="0" sldId="466"/>
            <ac:inkMk id="48275" creationId="{3E18FDA2-66A8-47C1-8BC3-E043710BC0BB}"/>
          </ac:inkMkLst>
        </pc:inkChg>
        <pc:inkChg chg="add">
          <ac:chgData name="Md. Nahid Hasan" userId="S::nahid@vu.edu.bd::85ea5f9e-65d6-4031-b810-9415101f2e21" providerId="AD" clId="Web-{B4C2672B-3B0D-4136-B0A3-A01D0671BFC8}" dt="2020-12-21T13:57:18.069" v="404"/>
          <ac:inkMkLst>
            <pc:docMk/>
            <pc:sldMk cId="0" sldId="466"/>
            <ac:inkMk id="48276" creationId="{E60C0C12-82DD-4B8D-8A2D-A1AB16292E91}"/>
          </ac:inkMkLst>
        </pc:inkChg>
        <pc:inkChg chg="add">
          <ac:chgData name="Md. Nahid Hasan" userId="S::nahid@vu.edu.bd::85ea5f9e-65d6-4031-b810-9415101f2e21" providerId="AD" clId="Web-{B4C2672B-3B0D-4136-B0A3-A01D0671BFC8}" dt="2020-12-21T13:57:19.490" v="405"/>
          <ac:inkMkLst>
            <pc:docMk/>
            <pc:sldMk cId="0" sldId="466"/>
            <ac:inkMk id="48277" creationId="{15627F95-6620-4CF9-94B0-EB7450560270}"/>
          </ac:inkMkLst>
        </pc:inkChg>
        <pc:inkChg chg="add">
          <ac:chgData name="Md. Nahid Hasan" userId="S::nahid@vu.edu.bd::85ea5f9e-65d6-4031-b810-9415101f2e21" providerId="AD" clId="Web-{B4C2672B-3B0D-4136-B0A3-A01D0671BFC8}" dt="2020-12-21T13:57:37.162" v="406"/>
          <ac:inkMkLst>
            <pc:docMk/>
            <pc:sldMk cId="0" sldId="466"/>
            <ac:inkMk id="48278" creationId="{53619618-A2C2-4EB4-A94E-27E32E1D0A24}"/>
          </ac:inkMkLst>
        </pc:inkChg>
        <pc:inkChg chg="add">
          <ac:chgData name="Md. Nahid Hasan" userId="S::nahid@vu.edu.bd::85ea5f9e-65d6-4031-b810-9415101f2e21" providerId="AD" clId="Web-{B4C2672B-3B0D-4136-B0A3-A01D0671BFC8}" dt="2020-12-21T13:57:37.975" v="407"/>
          <ac:inkMkLst>
            <pc:docMk/>
            <pc:sldMk cId="0" sldId="466"/>
            <ac:inkMk id="48279" creationId="{0EBE1063-0EBF-4145-9EEF-9CB7C77789B5}"/>
          </ac:inkMkLst>
        </pc:inkChg>
        <pc:inkChg chg="add">
          <ac:chgData name="Md. Nahid Hasan" userId="S::nahid@vu.edu.bd::85ea5f9e-65d6-4031-b810-9415101f2e21" providerId="AD" clId="Web-{B4C2672B-3B0D-4136-B0A3-A01D0671BFC8}" dt="2020-12-21T13:57:39.834" v="408"/>
          <ac:inkMkLst>
            <pc:docMk/>
            <pc:sldMk cId="0" sldId="466"/>
            <ac:inkMk id="48280" creationId="{EF8641B0-A703-4E69-85AD-6EDE28683172}"/>
          </ac:inkMkLst>
        </pc:inkChg>
        <pc:inkChg chg="add">
          <ac:chgData name="Md. Nahid Hasan" userId="S::nahid@vu.edu.bd::85ea5f9e-65d6-4031-b810-9415101f2e21" providerId="AD" clId="Web-{B4C2672B-3B0D-4136-B0A3-A01D0671BFC8}" dt="2020-12-21T13:57:40.084" v="409"/>
          <ac:inkMkLst>
            <pc:docMk/>
            <pc:sldMk cId="0" sldId="466"/>
            <ac:inkMk id="48281" creationId="{6189ED7F-9BB5-47BC-9ADC-C71B4C7722DE}"/>
          </ac:inkMkLst>
        </pc:inkChg>
        <pc:inkChg chg="add">
          <ac:chgData name="Md. Nahid Hasan" userId="S::nahid@vu.edu.bd::85ea5f9e-65d6-4031-b810-9415101f2e21" providerId="AD" clId="Web-{B4C2672B-3B0D-4136-B0A3-A01D0671BFC8}" dt="2020-12-21T13:57:43.319" v="410"/>
          <ac:inkMkLst>
            <pc:docMk/>
            <pc:sldMk cId="0" sldId="466"/>
            <ac:inkMk id="48282" creationId="{9ABFB718-62B7-4C81-BDF2-01A718078EE7}"/>
          </ac:inkMkLst>
        </pc:inkChg>
        <pc:inkChg chg="add">
          <ac:chgData name="Md. Nahid Hasan" userId="S::nahid@vu.edu.bd::85ea5f9e-65d6-4031-b810-9415101f2e21" providerId="AD" clId="Web-{B4C2672B-3B0D-4136-B0A3-A01D0671BFC8}" dt="2020-12-21T13:57:49.006" v="411"/>
          <ac:inkMkLst>
            <pc:docMk/>
            <pc:sldMk cId="0" sldId="466"/>
            <ac:inkMk id="48283" creationId="{4D49583B-DF01-4300-B632-3FD1118E8E35}"/>
          </ac:inkMkLst>
        </pc:inkChg>
        <pc:inkChg chg="add">
          <ac:chgData name="Md. Nahid Hasan" userId="S::nahid@vu.edu.bd::85ea5f9e-65d6-4031-b810-9415101f2e21" providerId="AD" clId="Web-{B4C2672B-3B0D-4136-B0A3-A01D0671BFC8}" dt="2020-12-21T13:57:50.053" v="412"/>
          <ac:inkMkLst>
            <pc:docMk/>
            <pc:sldMk cId="0" sldId="466"/>
            <ac:inkMk id="48284" creationId="{649A3E41-5D3C-4521-BFBD-C3392DC21F53}"/>
          </ac:inkMkLst>
        </pc:inkChg>
        <pc:inkChg chg="add del">
          <ac:chgData name="Md. Nahid Hasan" userId="S::nahid@vu.edu.bd::85ea5f9e-65d6-4031-b810-9415101f2e21" providerId="AD" clId="Web-{B4C2672B-3B0D-4136-B0A3-A01D0671BFC8}" dt="2020-12-21T13:58:52.725" v="493"/>
          <ac:inkMkLst>
            <pc:docMk/>
            <pc:sldMk cId="0" sldId="466"/>
            <ac:inkMk id="48285" creationId="{DD751AEE-7B41-4C6C-A019-AF23DF37B690}"/>
          </ac:inkMkLst>
        </pc:inkChg>
        <pc:inkChg chg="add del">
          <ac:chgData name="Md. Nahid Hasan" userId="S::nahid@vu.edu.bd::85ea5f9e-65d6-4031-b810-9415101f2e21" providerId="AD" clId="Web-{B4C2672B-3B0D-4136-B0A3-A01D0671BFC8}" dt="2020-12-21T13:58:52.725" v="492"/>
          <ac:inkMkLst>
            <pc:docMk/>
            <pc:sldMk cId="0" sldId="466"/>
            <ac:inkMk id="48286" creationId="{CC4AF60C-F388-431A-B4B4-2585FE79FBA6}"/>
          </ac:inkMkLst>
        </pc:inkChg>
        <pc:inkChg chg="add del">
          <ac:chgData name="Md. Nahid Hasan" userId="S::nahid@vu.edu.bd::85ea5f9e-65d6-4031-b810-9415101f2e21" providerId="AD" clId="Web-{B4C2672B-3B0D-4136-B0A3-A01D0671BFC8}" dt="2020-12-21T13:58:52.725" v="491"/>
          <ac:inkMkLst>
            <pc:docMk/>
            <pc:sldMk cId="0" sldId="466"/>
            <ac:inkMk id="48287" creationId="{6598F5A9-06E8-45F7-92C7-910B662C0C6B}"/>
          </ac:inkMkLst>
        </pc:inkChg>
        <pc:inkChg chg="add del">
          <ac:chgData name="Md. Nahid Hasan" userId="S::nahid@vu.edu.bd::85ea5f9e-65d6-4031-b810-9415101f2e21" providerId="AD" clId="Web-{B4C2672B-3B0D-4136-B0A3-A01D0671BFC8}" dt="2020-12-21T13:58:52.709" v="490"/>
          <ac:inkMkLst>
            <pc:docMk/>
            <pc:sldMk cId="0" sldId="466"/>
            <ac:inkMk id="48288" creationId="{23BCC0F4-DAA9-49CE-8F10-0DDA221DCBDD}"/>
          </ac:inkMkLst>
        </pc:inkChg>
        <pc:inkChg chg="add del">
          <ac:chgData name="Md. Nahid Hasan" userId="S::nahid@vu.edu.bd::85ea5f9e-65d6-4031-b810-9415101f2e21" providerId="AD" clId="Web-{B4C2672B-3B0D-4136-B0A3-A01D0671BFC8}" dt="2020-12-21T13:58:52.709" v="489"/>
          <ac:inkMkLst>
            <pc:docMk/>
            <pc:sldMk cId="0" sldId="466"/>
            <ac:inkMk id="48289" creationId="{1823769B-E29C-45D6-B277-825D6328B188}"/>
          </ac:inkMkLst>
        </pc:inkChg>
        <pc:inkChg chg="add del">
          <ac:chgData name="Md. Nahid Hasan" userId="S::nahid@vu.edu.bd::85ea5f9e-65d6-4031-b810-9415101f2e21" providerId="AD" clId="Web-{B4C2672B-3B0D-4136-B0A3-A01D0671BFC8}" dt="2020-12-21T13:58:52.709" v="488"/>
          <ac:inkMkLst>
            <pc:docMk/>
            <pc:sldMk cId="0" sldId="466"/>
            <ac:inkMk id="48290" creationId="{E3D09B13-1A10-4684-9EDB-448BCEB1DF57}"/>
          </ac:inkMkLst>
        </pc:inkChg>
        <pc:inkChg chg="add del">
          <ac:chgData name="Md. Nahid Hasan" userId="S::nahid@vu.edu.bd::85ea5f9e-65d6-4031-b810-9415101f2e21" providerId="AD" clId="Web-{B4C2672B-3B0D-4136-B0A3-A01D0671BFC8}" dt="2020-12-21T13:58:52.709" v="487"/>
          <ac:inkMkLst>
            <pc:docMk/>
            <pc:sldMk cId="0" sldId="466"/>
            <ac:inkMk id="48291" creationId="{AFEFCC1E-2874-481D-8C78-C5C03BA4B19B}"/>
          </ac:inkMkLst>
        </pc:inkChg>
        <pc:inkChg chg="add del">
          <ac:chgData name="Md. Nahid Hasan" userId="S::nahid@vu.edu.bd::85ea5f9e-65d6-4031-b810-9415101f2e21" providerId="AD" clId="Web-{B4C2672B-3B0D-4136-B0A3-A01D0671BFC8}" dt="2020-12-21T13:58:52.709" v="486"/>
          <ac:inkMkLst>
            <pc:docMk/>
            <pc:sldMk cId="0" sldId="466"/>
            <ac:inkMk id="48292" creationId="{D0529278-DB59-41DC-B6FB-482F1D1496DE}"/>
          </ac:inkMkLst>
        </pc:inkChg>
        <pc:inkChg chg="add del">
          <ac:chgData name="Md. Nahid Hasan" userId="S::nahid@vu.edu.bd::85ea5f9e-65d6-4031-b810-9415101f2e21" providerId="AD" clId="Web-{B4C2672B-3B0D-4136-B0A3-A01D0671BFC8}" dt="2020-12-21T13:58:52.709" v="485"/>
          <ac:inkMkLst>
            <pc:docMk/>
            <pc:sldMk cId="0" sldId="466"/>
            <ac:inkMk id="48293" creationId="{D769DAA2-20FC-474D-B5AF-54B189A5C566}"/>
          </ac:inkMkLst>
        </pc:inkChg>
        <pc:inkChg chg="add del">
          <ac:chgData name="Md. Nahid Hasan" userId="S::nahid@vu.edu.bd::85ea5f9e-65d6-4031-b810-9415101f2e21" providerId="AD" clId="Web-{B4C2672B-3B0D-4136-B0A3-A01D0671BFC8}" dt="2020-12-21T13:58:52.709" v="484"/>
          <ac:inkMkLst>
            <pc:docMk/>
            <pc:sldMk cId="0" sldId="466"/>
            <ac:inkMk id="48294" creationId="{D72C758D-1AB5-4EE1-A9C2-B0DE4BBF33B7}"/>
          </ac:inkMkLst>
        </pc:inkChg>
        <pc:inkChg chg="add del">
          <ac:chgData name="Md. Nahid Hasan" userId="S::nahid@vu.edu.bd::85ea5f9e-65d6-4031-b810-9415101f2e21" providerId="AD" clId="Web-{B4C2672B-3B0D-4136-B0A3-A01D0671BFC8}" dt="2020-12-21T13:58:52.693" v="483"/>
          <ac:inkMkLst>
            <pc:docMk/>
            <pc:sldMk cId="0" sldId="466"/>
            <ac:inkMk id="48295" creationId="{0B6559D1-328F-4E95-8D3A-096EB60C5DE0}"/>
          </ac:inkMkLst>
        </pc:inkChg>
        <pc:inkChg chg="add del">
          <ac:chgData name="Md. Nahid Hasan" userId="S::nahid@vu.edu.bd::85ea5f9e-65d6-4031-b810-9415101f2e21" providerId="AD" clId="Web-{B4C2672B-3B0D-4136-B0A3-A01D0671BFC8}" dt="2020-12-21T13:58:52.693" v="482"/>
          <ac:inkMkLst>
            <pc:docMk/>
            <pc:sldMk cId="0" sldId="466"/>
            <ac:inkMk id="48296" creationId="{26046524-58AD-4DA8-A965-13BC5A989AFD}"/>
          </ac:inkMkLst>
        </pc:inkChg>
        <pc:inkChg chg="add del">
          <ac:chgData name="Md. Nahid Hasan" userId="S::nahid@vu.edu.bd::85ea5f9e-65d6-4031-b810-9415101f2e21" providerId="AD" clId="Web-{B4C2672B-3B0D-4136-B0A3-A01D0671BFC8}" dt="2020-12-21T13:58:52.693" v="481"/>
          <ac:inkMkLst>
            <pc:docMk/>
            <pc:sldMk cId="0" sldId="466"/>
            <ac:inkMk id="48297" creationId="{4FA61335-1C57-4279-AEC5-32AE5DD7024C}"/>
          </ac:inkMkLst>
        </pc:inkChg>
        <pc:inkChg chg="add del">
          <ac:chgData name="Md. Nahid Hasan" userId="S::nahid@vu.edu.bd::85ea5f9e-65d6-4031-b810-9415101f2e21" providerId="AD" clId="Web-{B4C2672B-3B0D-4136-B0A3-A01D0671BFC8}" dt="2020-12-21T13:58:52.693" v="480"/>
          <ac:inkMkLst>
            <pc:docMk/>
            <pc:sldMk cId="0" sldId="466"/>
            <ac:inkMk id="48298" creationId="{E5059650-2AB0-4BAF-B247-6B9569A73C2E}"/>
          </ac:inkMkLst>
        </pc:inkChg>
        <pc:inkChg chg="add del">
          <ac:chgData name="Md. Nahid Hasan" userId="S::nahid@vu.edu.bd::85ea5f9e-65d6-4031-b810-9415101f2e21" providerId="AD" clId="Web-{B4C2672B-3B0D-4136-B0A3-A01D0671BFC8}" dt="2020-12-21T13:58:52.693" v="479"/>
          <ac:inkMkLst>
            <pc:docMk/>
            <pc:sldMk cId="0" sldId="466"/>
            <ac:inkMk id="48299" creationId="{94217AF6-3952-41B3-9563-BEAA7A8C0D98}"/>
          </ac:inkMkLst>
        </pc:inkChg>
        <pc:inkChg chg="add del">
          <ac:chgData name="Md. Nahid Hasan" userId="S::nahid@vu.edu.bd::85ea5f9e-65d6-4031-b810-9415101f2e21" providerId="AD" clId="Web-{B4C2672B-3B0D-4136-B0A3-A01D0671BFC8}" dt="2020-12-21T13:58:52.693" v="478"/>
          <ac:inkMkLst>
            <pc:docMk/>
            <pc:sldMk cId="0" sldId="466"/>
            <ac:inkMk id="48300" creationId="{5C27D992-9E59-4236-BAC8-CB8D74F2896A}"/>
          </ac:inkMkLst>
        </pc:inkChg>
        <pc:inkChg chg="add del">
          <ac:chgData name="Md. Nahid Hasan" userId="S::nahid@vu.edu.bd::85ea5f9e-65d6-4031-b810-9415101f2e21" providerId="AD" clId="Web-{B4C2672B-3B0D-4136-B0A3-A01D0671BFC8}" dt="2020-12-21T13:58:52.678" v="477"/>
          <ac:inkMkLst>
            <pc:docMk/>
            <pc:sldMk cId="0" sldId="466"/>
            <ac:inkMk id="48301" creationId="{6EBB02E3-5964-4898-ACBB-89C48CD5D398}"/>
          </ac:inkMkLst>
        </pc:inkChg>
        <pc:inkChg chg="add del">
          <ac:chgData name="Md. Nahid Hasan" userId="S::nahid@vu.edu.bd::85ea5f9e-65d6-4031-b810-9415101f2e21" providerId="AD" clId="Web-{B4C2672B-3B0D-4136-B0A3-A01D0671BFC8}" dt="2020-12-21T13:58:52.678" v="476"/>
          <ac:inkMkLst>
            <pc:docMk/>
            <pc:sldMk cId="0" sldId="466"/>
            <ac:inkMk id="48302" creationId="{93BA872D-9347-40BB-9B24-0F0537E1B7A0}"/>
          </ac:inkMkLst>
        </pc:inkChg>
        <pc:inkChg chg="add del">
          <ac:chgData name="Md. Nahid Hasan" userId="S::nahid@vu.edu.bd::85ea5f9e-65d6-4031-b810-9415101f2e21" providerId="AD" clId="Web-{B4C2672B-3B0D-4136-B0A3-A01D0671BFC8}" dt="2020-12-21T13:58:52.678" v="475"/>
          <ac:inkMkLst>
            <pc:docMk/>
            <pc:sldMk cId="0" sldId="466"/>
            <ac:inkMk id="48303" creationId="{891BED8A-FBF4-489F-BCA5-9CF114546B92}"/>
          </ac:inkMkLst>
        </pc:inkChg>
        <pc:inkChg chg="add">
          <ac:chgData name="Md. Nahid Hasan" userId="S::nahid@vu.edu.bd::85ea5f9e-65d6-4031-b810-9415101f2e21" providerId="AD" clId="Web-{B4C2672B-3B0D-4136-B0A3-A01D0671BFC8}" dt="2020-12-21T13:59:07.131" v="494"/>
          <ac:inkMkLst>
            <pc:docMk/>
            <pc:sldMk cId="0" sldId="466"/>
            <ac:inkMk id="48304" creationId="{A3A04B8A-6728-4DF7-B897-CF9535C7E657}"/>
          </ac:inkMkLst>
        </pc:inkChg>
        <pc:inkChg chg="add">
          <ac:chgData name="Md. Nahid Hasan" userId="S::nahid@vu.edu.bd::85ea5f9e-65d6-4031-b810-9415101f2e21" providerId="AD" clId="Web-{B4C2672B-3B0D-4136-B0A3-A01D0671BFC8}" dt="2020-12-21T13:59:08.709" v="495"/>
          <ac:inkMkLst>
            <pc:docMk/>
            <pc:sldMk cId="0" sldId="466"/>
            <ac:inkMk id="48305" creationId="{89626ED1-9DF1-4315-A6E3-DEBEDA7828E8}"/>
          </ac:inkMkLst>
        </pc:inkChg>
        <pc:inkChg chg="add">
          <ac:chgData name="Md. Nahid Hasan" userId="S::nahid@vu.edu.bd::85ea5f9e-65d6-4031-b810-9415101f2e21" providerId="AD" clId="Web-{B4C2672B-3B0D-4136-B0A3-A01D0671BFC8}" dt="2020-12-21T13:59:10.756" v="496"/>
          <ac:inkMkLst>
            <pc:docMk/>
            <pc:sldMk cId="0" sldId="466"/>
            <ac:inkMk id="48306" creationId="{BD2085B1-AA69-434A-A6C1-62B36BA9A7B8}"/>
          </ac:inkMkLst>
        </pc:inkChg>
        <pc:inkChg chg="add">
          <ac:chgData name="Md. Nahid Hasan" userId="S::nahid@vu.edu.bd::85ea5f9e-65d6-4031-b810-9415101f2e21" providerId="AD" clId="Web-{B4C2672B-3B0D-4136-B0A3-A01D0671BFC8}" dt="2020-12-21T13:59:11.928" v="497"/>
          <ac:inkMkLst>
            <pc:docMk/>
            <pc:sldMk cId="0" sldId="466"/>
            <ac:inkMk id="48307" creationId="{B9633853-644A-4CC9-A4D0-FCF4AF8D3979}"/>
          </ac:inkMkLst>
        </pc:inkChg>
        <pc:inkChg chg="add">
          <ac:chgData name="Md. Nahid Hasan" userId="S::nahid@vu.edu.bd::85ea5f9e-65d6-4031-b810-9415101f2e21" providerId="AD" clId="Web-{B4C2672B-3B0D-4136-B0A3-A01D0671BFC8}" dt="2020-12-21T13:59:12.600" v="498"/>
          <ac:inkMkLst>
            <pc:docMk/>
            <pc:sldMk cId="0" sldId="466"/>
            <ac:inkMk id="48308" creationId="{C09A25CE-8490-4ADE-8EB8-1B6A0FA88017}"/>
          </ac:inkMkLst>
        </pc:inkChg>
        <pc:inkChg chg="add">
          <ac:chgData name="Md. Nahid Hasan" userId="S::nahid@vu.edu.bd::85ea5f9e-65d6-4031-b810-9415101f2e21" providerId="AD" clId="Web-{B4C2672B-3B0D-4136-B0A3-A01D0671BFC8}" dt="2020-12-21T13:59:13.584" v="499"/>
          <ac:inkMkLst>
            <pc:docMk/>
            <pc:sldMk cId="0" sldId="466"/>
            <ac:inkMk id="48309" creationId="{75DA728B-1D67-4917-95BC-4339EC83AF66}"/>
          </ac:inkMkLst>
        </pc:inkChg>
        <pc:inkChg chg="add">
          <ac:chgData name="Md. Nahid Hasan" userId="S::nahid@vu.edu.bd::85ea5f9e-65d6-4031-b810-9415101f2e21" providerId="AD" clId="Web-{B4C2672B-3B0D-4136-B0A3-A01D0671BFC8}" dt="2020-12-21T13:59:16.178" v="500"/>
          <ac:inkMkLst>
            <pc:docMk/>
            <pc:sldMk cId="0" sldId="466"/>
            <ac:inkMk id="48310" creationId="{CB494D46-E078-40F7-95C2-A2011FA1CF4E}"/>
          </ac:inkMkLst>
        </pc:inkChg>
        <pc:inkChg chg="add">
          <ac:chgData name="Md. Nahid Hasan" userId="S::nahid@vu.edu.bd::85ea5f9e-65d6-4031-b810-9415101f2e21" providerId="AD" clId="Web-{B4C2672B-3B0D-4136-B0A3-A01D0671BFC8}" dt="2020-12-21T13:59:17.584" v="501"/>
          <ac:inkMkLst>
            <pc:docMk/>
            <pc:sldMk cId="0" sldId="466"/>
            <ac:inkMk id="48311" creationId="{93BBFAFE-3647-4973-A5B8-A094283766E1}"/>
          </ac:inkMkLst>
        </pc:inkChg>
        <pc:inkChg chg="add">
          <ac:chgData name="Md. Nahid Hasan" userId="S::nahid@vu.edu.bd::85ea5f9e-65d6-4031-b810-9415101f2e21" providerId="AD" clId="Web-{B4C2672B-3B0D-4136-B0A3-A01D0671BFC8}" dt="2020-12-21T13:59:21.928" v="502"/>
          <ac:inkMkLst>
            <pc:docMk/>
            <pc:sldMk cId="0" sldId="466"/>
            <ac:inkMk id="48312" creationId="{1D31570B-0396-4779-B3C1-4739687073F5}"/>
          </ac:inkMkLst>
        </pc:inkChg>
        <pc:inkChg chg="add">
          <ac:chgData name="Md. Nahid Hasan" userId="S::nahid@vu.edu.bd::85ea5f9e-65d6-4031-b810-9415101f2e21" providerId="AD" clId="Web-{B4C2672B-3B0D-4136-B0A3-A01D0671BFC8}" dt="2020-12-21T13:59:29.740" v="503"/>
          <ac:inkMkLst>
            <pc:docMk/>
            <pc:sldMk cId="0" sldId="466"/>
            <ac:inkMk id="48313" creationId="{1E686677-B606-4E3D-B661-E65A77F08387}"/>
          </ac:inkMkLst>
        </pc:inkChg>
        <pc:inkChg chg="add">
          <ac:chgData name="Md. Nahid Hasan" userId="S::nahid@vu.edu.bd::85ea5f9e-65d6-4031-b810-9415101f2e21" providerId="AD" clId="Web-{B4C2672B-3B0D-4136-B0A3-A01D0671BFC8}" dt="2020-12-21T13:59:37.428" v="504"/>
          <ac:inkMkLst>
            <pc:docMk/>
            <pc:sldMk cId="0" sldId="466"/>
            <ac:inkMk id="48314" creationId="{0482E1B6-3035-4167-9448-E36B29D0DCC2}"/>
          </ac:inkMkLst>
        </pc:inkChg>
        <pc:inkChg chg="add">
          <ac:chgData name="Md. Nahid Hasan" userId="S::nahid@vu.edu.bd::85ea5f9e-65d6-4031-b810-9415101f2e21" providerId="AD" clId="Web-{B4C2672B-3B0D-4136-B0A3-A01D0671BFC8}" dt="2020-12-21T13:59:40.084" v="505"/>
          <ac:inkMkLst>
            <pc:docMk/>
            <pc:sldMk cId="0" sldId="466"/>
            <ac:inkMk id="48315" creationId="{DA60A1A6-6AFF-41D3-A673-FE07946B6641}"/>
          </ac:inkMkLst>
        </pc:inkChg>
        <pc:inkChg chg="add">
          <ac:chgData name="Md. Nahid Hasan" userId="S::nahid@vu.edu.bd::85ea5f9e-65d6-4031-b810-9415101f2e21" providerId="AD" clId="Web-{B4C2672B-3B0D-4136-B0A3-A01D0671BFC8}" dt="2020-12-21T13:59:56.959" v="506"/>
          <ac:inkMkLst>
            <pc:docMk/>
            <pc:sldMk cId="0" sldId="466"/>
            <ac:inkMk id="48316" creationId="{29DCCF04-A6D7-413C-AE65-9CDF492EFB4D}"/>
          </ac:inkMkLst>
        </pc:inkChg>
        <pc:inkChg chg="add">
          <ac:chgData name="Md. Nahid Hasan" userId="S::nahid@vu.edu.bd::85ea5f9e-65d6-4031-b810-9415101f2e21" providerId="AD" clId="Web-{B4C2672B-3B0D-4136-B0A3-A01D0671BFC8}" dt="2020-12-21T14:00:08.021" v="507"/>
          <ac:inkMkLst>
            <pc:docMk/>
            <pc:sldMk cId="0" sldId="466"/>
            <ac:inkMk id="48317" creationId="{F68F17C3-3BC4-4D32-855B-F97AF85D955B}"/>
          </ac:inkMkLst>
        </pc:inkChg>
        <pc:inkChg chg="add">
          <ac:chgData name="Md. Nahid Hasan" userId="S::nahid@vu.edu.bd::85ea5f9e-65d6-4031-b810-9415101f2e21" providerId="AD" clId="Web-{B4C2672B-3B0D-4136-B0A3-A01D0671BFC8}" dt="2020-12-21T14:00:09.537" v="508"/>
          <ac:inkMkLst>
            <pc:docMk/>
            <pc:sldMk cId="0" sldId="466"/>
            <ac:inkMk id="48318" creationId="{49DDBB9B-6B6F-4D40-9F46-2DEBF2E4F9BE}"/>
          </ac:inkMkLst>
        </pc:inkChg>
        <pc:inkChg chg="add">
          <ac:chgData name="Md. Nahid Hasan" userId="S::nahid@vu.edu.bd::85ea5f9e-65d6-4031-b810-9415101f2e21" providerId="AD" clId="Web-{B4C2672B-3B0D-4136-B0A3-A01D0671BFC8}" dt="2020-12-21T14:00:09.834" v="509"/>
          <ac:inkMkLst>
            <pc:docMk/>
            <pc:sldMk cId="0" sldId="466"/>
            <ac:inkMk id="48319" creationId="{11DA1660-75EB-4A1F-8763-FC69532C878A}"/>
          </ac:inkMkLst>
        </pc:inkChg>
        <pc:inkChg chg="add">
          <ac:chgData name="Md. Nahid Hasan" userId="S::nahid@vu.edu.bd::85ea5f9e-65d6-4031-b810-9415101f2e21" providerId="AD" clId="Web-{B4C2672B-3B0D-4136-B0A3-A01D0671BFC8}" dt="2020-12-21T14:00:10.193" v="510"/>
          <ac:inkMkLst>
            <pc:docMk/>
            <pc:sldMk cId="0" sldId="466"/>
            <ac:inkMk id="48320" creationId="{EEAF8700-B8B4-499A-A36E-76C6F94D2AFB}"/>
          </ac:inkMkLst>
        </pc:inkChg>
        <pc:inkChg chg="add">
          <ac:chgData name="Md. Nahid Hasan" userId="S::nahid@vu.edu.bd::85ea5f9e-65d6-4031-b810-9415101f2e21" providerId="AD" clId="Web-{B4C2672B-3B0D-4136-B0A3-A01D0671BFC8}" dt="2020-12-21T14:00:10.959" v="511"/>
          <ac:inkMkLst>
            <pc:docMk/>
            <pc:sldMk cId="0" sldId="466"/>
            <ac:inkMk id="48321" creationId="{310C2FA1-B7FB-4C15-B277-778F97381529}"/>
          </ac:inkMkLst>
        </pc:inkChg>
        <pc:inkChg chg="add">
          <ac:chgData name="Md. Nahid Hasan" userId="S::nahid@vu.edu.bd::85ea5f9e-65d6-4031-b810-9415101f2e21" providerId="AD" clId="Web-{B4C2672B-3B0D-4136-B0A3-A01D0671BFC8}" dt="2020-12-21T14:00:11.677" v="512"/>
          <ac:inkMkLst>
            <pc:docMk/>
            <pc:sldMk cId="0" sldId="466"/>
            <ac:inkMk id="48322" creationId="{326AF06A-CF93-4573-A1BA-F66A1B9FD72C}"/>
          </ac:inkMkLst>
        </pc:inkChg>
        <pc:inkChg chg="add">
          <ac:chgData name="Md. Nahid Hasan" userId="S::nahid@vu.edu.bd::85ea5f9e-65d6-4031-b810-9415101f2e21" providerId="AD" clId="Web-{B4C2672B-3B0D-4136-B0A3-A01D0671BFC8}" dt="2020-12-21T14:00:16.802" v="513"/>
          <ac:inkMkLst>
            <pc:docMk/>
            <pc:sldMk cId="0" sldId="466"/>
            <ac:inkMk id="48323" creationId="{7D42E09E-5834-4458-9A59-0526D520505F}"/>
          </ac:inkMkLst>
        </pc:inkChg>
        <pc:inkChg chg="add">
          <ac:chgData name="Md. Nahid Hasan" userId="S::nahid@vu.edu.bd::85ea5f9e-65d6-4031-b810-9415101f2e21" providerId="AD" clId="Web-{B4C2672B-3B0D-4136-B0A3-A01D0671BFC8}" dt="2020-12-21T14:00:16.802" v="514"/>
          <ac:inkMkLst>
            <pc:docMk/>
            <pc:sldMk cId="0" sldId="466"/>
            <ac:inkMk id="48324" creationId="{CE4C6CCC-B04C-45F5-BE63-4F2A9430CDE3}"/>
          </ac:inkMkLst>
        </pc:inkChg>
        <pc:inkChg chg="add">
          <ac:chgData name="Md. Nahid Hasan" userId="S::nahid@vu.edu.bd::85ea5f9e-65d6-4031-b810-9415101f2e21" providerId="AD" clId="Web-{B4C2672B-3B0D-4136-B0A3-A01D0671BFC8}" dt="2020-12-21T14:00:16.818" v="515"/>
          <ac:inkMkLst>
            <pc:docMk/>
            <pc:sldMk cId="0" sldId="466"/>
            <ac:inkMk id="48325" creationId="{58E90DD9-F103-4811-BD40-7C8240A97B8D}"/>
          </ac:inkMkLst>
        </pc:inkChg>
        <pc:inkChg chg="add">
          <ac:chgData name="Md. Nahid Hasan" userId="S::nahid@vu.edu.bd::85ea5f9e-65d6-4031-b810-9415101f2e21" providerId="AD" clId="Web-{B4C2672B-3B0D-4136-B0A3-A01D0671BFC8}" dt="2020-12-21T14:00:16.818" v="516"/>
          <ac:inkMkLst>
            <pc:docMk/>
            <pc:sldMk cId="0" sldId="466"/>
            <ac:inkMk id="48326" creationId="{1141B3E6-0963-47A3-B185-850DAB08562A}"/>
          </ac:inkMkLst>
        </pc:inkChg>
        <pc:inkChg chg="add">
          <ac:chgData name="Md. Nahid Hasan" userId="S::nahid@vu.edu.bd::85ea5f9e-65d6-4031-b810-9415101f2e21" providerId="AD" clId="Web-{B4C2672B-3B0D-4136-B0A3-A01D0671BFC8}" dt="2020-12-21T14:00:16.834" v="517"/>
          <ac:inkMkLst>
            <pc:docMk/>
            <pc:sldMk cId="0" sldId="466"/>
            <ac:inkMk id="48327" creationId="{A3AC93BD-B40B-45F8-924D-BB926902578C}"/>
          </ac:inkMkLst>
        </pc:inkChg>
        <pc:inkChg chg="add">
          <ac:chgData name="Md. Nahid Hasan" userId="S::nahid@vu.edu.bd::85ea5f9e-65d6-4031-b810-9415101f2e21" providerId="AD" clId="Web-{B4C2672B-3B0D-4136-B0A3-A01D0671BFC8}" dt="2020-12-21T14:00:20.412" v="518"/>
          <ac:inkMkLst>
            <pc:docMk/>
            <pc:sldMk cId="0" sldId="466"/>
            <ac:inkMk id="48328" creationId="{04CD9655-F327-4B3E-9093-39570A26436E}"/>
          </ac:inkMkLst>
        </pc:inkChg>
        <pc:inkChg chg="add">
          <ac:chgData name="Md. Nahid Hasan" userId="S::nahid@vu.edu.bd::85ea5f9e-65d6-4031-b810-9415101f2e21" providerId="AD" clId="Web-{B4C2672B-3B0D-4136-B0A3-A01D0671BFC8}" dt="2020-12-21T14:00:20.412" v="519"/>
          <ac:inkMkLst>
            <pc:docMk/>
            <pc:sldMk cId="0" sldId="466"/>
            <ac:inkMk id="48329" creationId="{17999F30-F74D-42EB-904E-D320C4E832FE}"/>
          </ac:inkMkLst>
        </pc:inkChg>
        <pc:inkChg chg="add">
          <ac:chgData name="Md. Nahid Hasan" userId="S::nahid@vu.edu.bd::85ea5f9e-65d6-4031-b810-9415101f2e21" providerId="AD" clId="Web-{B4C2672B-3B0D-4136-B0A3-A01D0671BFC8}" dt="2020-12-21T14:00:20.427" v="520"/>
          <ac:inkMkLst>
            <pc:docMk/>
            <pc:sldMk cId="0" sldId="466"/>
            <ac:inkMk id="48330" creationId="{3211659A-7123-4494-A877-2433DD0264E5}"/>
          </ac:inkMkLst>
        </pc:inkChg>
        <pc:inkChg chg="add">
          <ac:chgData name="Md. Nahid Hasan" userId="S::nahid@vu.edu.bd::85ea5f9e-65d6-4031-b810-9415101f2e21" providerId="AD" clId="Web-{B4C2672B-3B0D-4136-B0A3-A01D0671BFC8}" dt="2020-12-21T14:00:20.427" v="521"/>
          <ac:inkMkLst>
            <pc:docMk/>
            <pc:sldMk cId="0" sldId="466"/>
            <ac:inkMk id="48331" creationId="{41477923-9234-42D6-9DE1-0CB5D17473F2}"/>
          </ac:inkMkLst>
        </pc:inkChg>
        <pc:inkChg chg="add">
          <ac:chgData name="Md. Nahid Hasan" userId="S::nahid@vu.edu.bd::85ea5f9e-65d6-4031-b810-9415101f2e21" providerId="AD" clId="Web-{B4C2672B-3B0D-4136-B0A3-A01D0671BFC8}" dt="2020-12-21T14:00:20.443" v="522"/>
          <ac:inkMkLst>
            <pc:docMk/>
            <pc:sldMk cId="0" sldId="466"/>
            <ac:inkMk id="48332" creationId="{EDE0363E-FCCB-4B3C-B766-0DADB6FBCB0D}"/>
          </ac:inkMkLst>
        </pc:inkChg>
        <pc:inkChg chg="add">
          <ac:chgData name="Md. Nahid Hasan" userId="S::nahid@vu.edu.bd::85ea5f9e-65d6-4031-b810-9415101f2e21" providerId="AD" clId="Web-{B4C2672B-3B0D-4136-B0A3-A01D0671BFC8}" dt="2020-12-21T14:00:20.459" v="523"/>
          <ac:inkMkLst>
            <pc:docMk/>
            <pc:sldMk cId="0" sldId="466"/>
            <ac:inkMk id="48333" creationId="{792D9BC1-4193-4168-9F82-CCDC4B727861}"/>
          </ac:inkMkLst>
        </pc:inkChg>
        <pc:inkChg chg="add">
          <ac:chgData name="Md. Nahid Hasan" userId="S::nahid@vu.edu.bd::85ea5f9e-65d6-4031-b810-9415101f2e21" providerId="AD" clId="Web-{B4C2672B-3B0D-4136-B0A3-A01D0671BFC8}" dt="2020-12-21T14:00:21.271" v="524"/>
          <ac:inkMkLst>
            <pc:docMk/>
            <pc:sldMk cId="0" sldId="466"/>
            <ac:inkMk id="48334" creationId="{4885E009-0734-4D37-A37D-6F5B75F4B1D9}"/>
          </ac:inkMkLst>
        </pc:inkChg>
        <pc:inkChg chg="add">
          <ac:chgData name="Md. Nahid Hasan" userId="S::nahid@vu.edu.bd::85ea5f9e-65d6-4031-b810-9415101f2e21" providerId="AD" clId="Web-{B4C2672B-3B0D-4136-B0A3-A01D0671BFC8}" dt="2020-12-21T14:00:22.177" v="525"/>
          <ac:inkMkLst>
            <pc:docMk/>
            <pc:sldMk cId="0" sldId="466"/>
            <ac:inkMk id="48335" creationId="{0FB0FF70-0C99-44B9-94BF-474D60195B6D}"/>
          </ac:inkMkLst>
        </pc:inkChg>
        <pc:inkChg chg="add">
          <ac:chgData name="Md. Nahid Hasan" userId="S::nahid@vu.edu.bd::85ea5f9e-65d6-4031-b810-9415101f2e21" providerId="AD" clId="Web-{B4C2672B-3B0D-4136-B0A3-A01D0671BFC8}" dt="2020-12-21T14:00:23.599" v="526"/>
          <ac:inkMkLst>
            <pc:docMk/>
            <pc:sldMk cId="0" sldId="466"/>
            <ac:inkMk id="48336" creationId="{41A059AD-63FD-4408-A380-46D61869111D}"/>
          </ac:inkMkLst>
        </pc:inkChg>
        <pc:inkChg chg="add">
          <ac:chgData name="Md. Nahid Hasan" userId="S::nahid@vu.edu.bd::85ea5f9e-65d6-4031-b810-9415101f2e21" providerId="AD" clId="Web-{B4C2672B-3B0D-4136-B0A3-A01D0671BFC8}" dt="2020-12-21T14:00:33.381" v="527"/>
          <ac:inkMkLst>
            <pc:docMk/>
            <pc:sldMk cId="0" sldId="466"/>
            <ac:inkMk id="48337" creationId="{36A34F25-6A9C-43D9-8D0F-324AE511E0D0}"/>
          </ac:inkMkLst>
        </pc:inkChg>
        <pc:inkChg chg="add">
          <ac:chgData name="Md. Nahid Hasan" userId="S::nahid@vu.edu.bd::85ea5f9e-65d6-4031-b810-9415101f2e21" providerId="AD" clId="Web-{B4C2672B-3B0D-4136-B0A3-A01D0671BFC8}" dt="2020-12-21T14:00:33.381" v="528"/>
          <ac:inkMkLst>
            <pc:docMk/>
            <pc:sldMk cId="0" sldId="466"/>
            <ac:inkMk id="48338" creationId="{C246E4F6-D207-42C1-84F0-2B5D9A3BBB5D}"/>
          </ac:inkMkLst>
        </pc:inkChg>
        <pc:inkChg chg="add">
          <ac:chgData name="Md. Nahid Hasan" userId="S::nahid@vu.edu.bd::85ea5f9e-65d6-4031-b810-9415101f2e21" providerId="AD" clId="Web-{B4C2672B-3B0D-4136-B0A3-A01D0671BFC8}" dt="2020-12-21T14:00:33.396" v="529"/>
          <ac:inkMkLst>
            <pc:docMk/>
            <pc:sldMk cId="0" sldId="466"/>
            <ac:inkMk id="48339" creationId="{0F2118EB-B887-4DE5-BC36-7C3E5CF39110}"/>
          </ac:inkMkLst>
        </pc:inkChg>
        <pc:inkChg chg="add">
          <ac:chgData name="Md. Nahid Hasan" userId="S::nahid@vu.edu.bd::85ea5f9e-65d6-4031-b810-9415101f2e21" providerId="AD" clId="Web-{B4C2672B-3B0D-4136-B0A3-A01D0671BFC8}" dt="2020-12-21T14:00:33.396" v="530"/>
          <ac:inkMkLst>
            <pc:docMk/>
            <pc:sldMk cId="0" sldId="466"/>
            <ac:inkMk id="48340" creationId="{2E3B00E7-F7B1-461A-B3EF-7ED32AA68920}"/>
          </ac:inkMkLst>
        </pc:inkChg>
        <pc:inkChg chg="add">
          <ac:chgData name="Md. Nahid Hasan" userId="S::nahid@vu.edu.bd::85ea5f9e-65d6-4031-b810-9415101f2e21" providerId="AD" clId="Web-{B4C2672B-3B0D-4136-B0A3-A01D0671BFC8}" dt="2020-12-21T14:00:33.412" v="531"/>
          <ac:inkMkLst>
            <pc:docMk/>
            <pc:sldMk cId="0" sldId="466"/>
            <ac:inkMk id="48341" creationId="{451CB3CD-FCD8-41F6-BB2D-BA966BCE8367}"/>
          </ac:inkMkLst>
        </pc:inkChg>
        <pc:inkChg chg="add">
          <ac:chgData name="Md. Nahid Hasan" userId="S::nahid@vu.edu.bd::85ea5f9e-65d6-4031-b810-9415101f2e21" providerId="AD" clId="Web-{B4C2672B-3B0D-4136-B0A3-A01D0671BFC8}" dt="2020-12-21T14:00:33.412" v="532"/>
          <ac:inkMkLst>
            <pc:docMk/>
            <pc:sldMk cId="0" sldId="466"/>
            <ac:inkMk id="48342" creationId="{7B38CE1C-D900-4A44-8ED8-3BD659B31D08}"/>
          </ac:inkMkLst>
        </pc:inkChg>
        <pc:inkChg chg="add">
          <ac:chgData name="Md. Nahid Hasan" userId="S::nahid@vu.edu.bd::85ea5f9e-65d6-4031-b810-9415101f2e21" providerId="AD" clId="Web-{B4C2672B-3B0D-4136-B0A3-A01D0671BFC8}" dt="2020-12-21T14:00:33.427" v="533"/>
          <ac:inkMkLst>
            <pc:docMk/>
            <pc:sldMk cId="0" sldId="466"/>
            <ac:inkMk id="48343" creationId="{DBE71809-F242-4C49-8F97-8665F7EACA5C}"/>
          </ac:inkMkLst>
        </pc:inkChg>
        <pc:inkChg chg="add">
          <ac:chgData name="Md. Nahid Hasan" userId="S::nahid@vu.edu.bd::85ea5f9e-65d6-4031-b810-9415101f2e21" providerId="AD" clId="Web-{B4C2672B-3B0D-4136-B0A3-A01D0671BFC8}" dt="2020-12-21T14:00:33.443" v="534"/>
          <ac:inkMkLst>
            <pc:docMk/>
            <pc:sldMk cId="0" sldId="466"/>
            <ac:inkMk id="48344" creationId="{E0A72301-80CD-4378-8D70-12F2101C0574}"/>
          </ac:inkMkLst>
        </pc:inkChg>
        <pc:inkChg chg="add">
          <ac:chgData name="Md. Nahid Hasan" userId="S::nahid@vu.edu.bd::85ea5f9e-65d6-4031-b810-9415101f2e21" providerId="AD" clId="Web-{B4C2672B-3B0D-4136-B0A3-A01D0671BFC8}" dt="2020-12-21T14:00:33.443" v="535"/>
          <ac:inkMkLst>
            <pc:docMk/>
            <pc:sldMk cId="0" sldId="466"/>
            <ac:inkMk id="48345" creationId="{CE5E578A-AFB7-42E7-8943-21F3D83A40AE}"/>
          </ac:inkMkLst>
        </pc:inkChg>
        <pc:inkChg chg="add">
          <ac:chgData name="Md. Nahid Hasan" userId="S::nahid@vu.edu.bd::85ea5f9e-65d6-4031-b810-9415101f2e21" providerId="AD" clId="Web-{B4C2672B-3B0D-4136-B0A3-A01D0671BFC8}" dt="2020-12-21T14:00:33.459" v="536"/>
          <ac:inkMkLst>
            <pc:docMk/>
            <pc:sldMk cId="0" sldId="466"/>
            <ac:inkMk id="48346" creationId="{1400468C-FF89-4E9F-AE11-8D592F87CEE5}"/>
          </ac:inkMkLst>
        </pc:inkChg>
        <pc:inkChg chg="add">
          <ac:chgData name="Md. Nahid Hasan" userId="S::nahid@vu.edu.bd::85ea5f9e-65d6-4031-b810-9415101f2e21" providerId="AD" clId="Web-{B4C2672B-3B0D-4136-B0A3-A01D0671BFC8}" dt="2020-12-21T14:00:33.459" v="537"/>
          <ac:inkMkLst>
            <pc:docMk/>
            <pc:sldMk cId="0" sldId="466"/>
            <ac:inkMk id="48347" creationId="{84ADD385-8654-4EF6-A471-0D0A538AE27E}"/>
          </ac:inkMkLst>
        </pc:inkChg>
        <pc:inkChg chg="add">
          <ac:chgData name="Md. Nahid Hasan" userId="S::nahid@vu.edu.bd::85ea5f9e-65d6-4031-b810-9415101f2e21" providerId="AD" clId="Web-{B4C2672B-3B0D-4136-B0A3-A01D0671BFC8}" dt="2020-12-21T14:00:33.474" v="538"/>
          <ac:inkMkLst>
            <pc:docMk/>
            <pc:sldMk cId="0" sldId="466"/>
            <ac:inkMk id="48348" creationId="{7C67A9F0-E300-4FF6-BF14-921D488EA259}"/>
          </ac:inkMkLst>
        </pc:inkChg>
        <pc:inkChg chg="add">
          <ac:chgData name="Md. Nahid Hasan" userId="S::nahid@vu.edu.bd::85ea5f9e-65d6-4031-b810-9415101f2e21" providerId="AD" clId="Web-{B4C2672B-3B0D-4136-B0A3-A01D0671BFC8}" dt="2020-12-21T14:00:33.490" v="539"/>
          <ac:inkMkLst>
            <pc:docMk/>
            <pc:sldMk cId="0" sldId="466"/>
            <ac:inkMk id="48349" creationId="{9C457D59-03F5-40BB-B050-4096EFC7B6DB}"/>
          </ac:inkMkLst>
        </pc:inkChg>
        <pc:inkChg chg="add">
          <ac:chgData name="Md. Nahid Hasan" userId="S::nahid@vu.edu.bd::85ea5f9e-65d6-4031-b810-9415101f2e21" providerId="AD" clId="Web-{B4C2672B-3B0D-4136-B0A3-A01D0671BFC8}" dt="2020-12-21T14:00:33.490" v="540"/>
          <ac:inkMkLst>
            <pc:docMk/>
            <pc:sldMk cId="0" sldId="466"/>
            <ac:inkMk id="48350" creationId="{0D99FFE2-BC4E-445E-BAEF-36FA8BA9B00F}"/>
          </ac:inkMkLst>
        </pc:inkChg>
        <pc:inkChg chg="add">
          <ac:chgData name="Md. Nahid Hasan" userId="S::nahid@vu.edu.bd::85ea5f9e-65d6-4031-b810-9415101f2e21" providerId="AD" clId="Web-{B4C2672B-3B0D-4136-B0A3-A01D0671BFC8}" dt="2020-12-21T14:00:33.506" v="541"/>
          <ac:inkMkLst>
            <pc:docMk/>
            <pc:sldMk cId="0" sldId="466"/>
            <ac:inkMk id="48351" creationId="{6177306D-32A7-4C5A-BB2A-198AADAA4C88}"/>
          </ac:inkMkLst>
        </pc:inkChg>
        <pc:inkChg chg="add">
          <ac:chgData name="Md. Nahid Hasan" userId="S::nahid@vu.edu.bd::85ea5f9e-65d6-4031-b810-9415101f2e21" providerId="AD" clId="Web-{B4C2672B-3B0D-4136-B0A3-A01D0671BFC8}" dt="2020-12-21T14:00:33.506" v="542"/>
          <ac:inkMkLst>
            <pc:docMk/>
            <pc:sldMk cId="0" sldId="466"/>
            <ac:inkMk id="48352" creationId="{0F7821CD-22FE-4EEA-A7C0-3D6C615B63A8}"/>
          </ac:inkMkLst>
        </pc:inkChg>
        <pc:inkChg chg="add">
          <ac:chgData name="Md. Nahid Hasan" userId="S::nahid@vu.edu.bd::85ea5f9e-65d6-4031-b810-9415101f2e21" providerId="AD" clId="Web-{B4C2672B-3B0D-4136-B0A3-A01D0671BFC8}" dt="2020-12-21T14:00:33.521" v="543"/>
          <ac:inkMkLst>
            <pc:docMk/>
            <pc:sldMk cId="0" sldId="466"/>
            <ac:inkMk id="48353" creationId="{8DFB42EF-A836-44CF-BAF7-774484CA3E38}"/>
          </ac:inkMkLst>
        </pc:inkChg>
        <pc:inkChg chg="add">
          <ac:chgData name="Md. Nahid Hasan" userId="S::nahid@vu.edu.bd::85ea5f9e-65d6-4031-b810-9415101f2e21" providerId="AD" clId="Web-{B4C2672B-3B0D-4136-B0A3-A01D0671BFC8}" dt="2020-12-21T14:00:33.521" v="544"/>
          <ac:inkMkLst>
            <pc:docMk/>
            <pc:sldMk cId="0" sldId="466"/>
            <ac:inkMk id="48354" creationId="{FF8F7378-2617-41D9-AA4C-79A943BE9917}"/>
          </ac:inkMkLst>
        </pc:inkChg>
        <pc:inkChg chg="add">
          <ac:chgData name="Md. Nahid Hasan" userId="S::nahid@vu.edu.bd::85ea5f9e-65d6-4031-b810-9415101f2e21" providerId="AD" clId="Web-{B4C2672B-3B0D-4136-B0A3-A01D0671BFC8}" dt="2020-12-21T14:00:36.552" v="545"/>
          <ac:inkMkLst>
            <pc:docMk/>
            <pc:sldMk cId="0" sldId="466"/>
            <ac:inkMk id="48355" creationId="{55795135-BC1F-43D8-9046-4DF2963CDF37}"/>
          </ac:inkMkLst>
        </pc:inkChg>
        <pc:inkChg chg="add">
          <ac:chgData name="Md. Nahid Hasan" userId="S::nahid@vu.edu.bd::85ea5f9e-65d6-4031-b810-9415101f2e21" providerId="AD" clId="Web-{B4C2672B-3B0D-4136-B0A3-A01D0671BFC8}" dt="2020-12-21T14:00:36.568" v="546"/>
          <ac:inkMkLst>
            <pc:docMk/>
            <pc:sldMk cId="0" sldId="466"/>
            <ac:inkMk id="48356" creationId="{F984872C-3687-47E5-BC43-3CCA84329370}"/>
          </ac:inkMkLst>
        </pc:inkChg>
        <pc:inkChg chg="add">
          <ac:chgData name="Md. Nahid Hasan" userId="S::nahid@vu.edu.bd::85ea5f9e-65d6-4031-b810-9415101f2e21" providerId="AD" clId="Web-{B4C2672B-3B0D-4136-B0A3-A01D0671BFC8}" dt="2020-12-21T14:00:36.568" v="547"/>
          <ac:inkMkLst>
            <pc:docMk/>
            <pc:sldMk cId="0" sldId="466"/>
            <ac:inkMk id="48357" creationId="{D56E167B-6DD6-43A8-9A08-58063C23B781}"/>
          </ac:inkMkLst>
        </pc:inkChg>
        <pc:inkChg chg="add">
          <ac:chgData name="Md. Nahid Hasan" userId="S::nahid@vu.edu.bd::85ea5f9e-65d6-4031-b810-9415101f2e21" providerId="AD" clId="Web-{B4C2672B-3B0D-4136-B0A3-A01D0671BFC8}" dt="2020-12-21T14:00:36.584" v="548"/>
          <ac:inkMkLst>
            <pc:docMk/>
            <pc:sldMk cId="0" sldId="466"/>
            <ac:inkMk id="48358" creationId="{26E53B63-AAF9-404C-AE41-D3054FB6EB8C}"/>
          </ac:inkMkLst>
        </pc:inkChg>
        <pc:inkChg chg="add">
          <ac:chgData name="Md. Nahid Hasan" userId="S::nahid@vu.edu.bd::85ea5f9e-65d6-4031-b810-9415101f2e21" providerId="AD" clId="Web-{B4C2672B-3B0D-4136-B0A3-A01D0671BFC8}" dt="2020-12-21T14:00:36.599" v="549"/>
          <ac:inkMkLst>
            <pc:docMk/>
            <pc:sldMk cId="0" sldId="466"/>
            <ac:inkMk id="48359" creationId="{F9D81104-590D-4CDE-971E-CD7C8D2E9A71}"/>
          </ac:inkMkLst>
        </pc:inkChg>
        <pc:inkChg chg="add">
          <ac:chgData name="Md. Nahid Hasan" userId="S::nahid@vu.edu.bd::85ea5f9e-65d6-4031-b810-9415101f2e21" providerId="AD" clId="Web-{B4C2672B-3B0D-4136-B0A3-A01D0671BFC8}" dt="2020-12-21T14:00:38.880" v="550"/>
          <ac:inkMkLst>
            <pc:docMk/>
            <pc:sldMk cId="0" sldId="466"/>
            <ac:inkMk id="48360" creationId="{5C343140-AE6A-4C96-8888-16B98BE5AFD6}"/>
          </ac:inkMkLst>
        </pc:inkChg>
        <pc:inkChg chg="add">
          <ac:chgData name="Md. Nahid Hasan" userId="S::nahid@vu.edu.bd::85ea5f9e-65d6-4031-b810-9415101f2e21" providerId="AD" clId="Web-{B4C2672B-3B0D-4136-B0A3-A01D0671BFC8}" dt="2020-12-21T14:00:40.615" v="551"/>
          <ac:inkMkLst>
            <pc:docMk/>
            <pc:sldMk cId="0" sldId="466"/>
            <ac:inkMk id="48361" creationId="{418A080C-F385-41E4-8036-763316D2E687}"/>
          </ac:inkMkLst>
        </pc:inkChg>
        <pc:inkChg chg="add">
          <ac:chgData name="Md. Nahid Hasan" userId="S::nahid@vu.edu.bd::85ea5f9e-65d6-4031-b810-9415101f2e21" providerId="AD" clId="Web-{B4C2672B-3B0D-4136-B0A3-A01D0671BFC8}" dt="2020-12-21T14:00:40.615" v="552"/>
          <ac:inkMkLst>
            <pc:docMk/>
            <pc:sldMk cId="0" sldId="466"/>
            <ac:inkMk id="48362" creationId="{7D574BD3-807D-4068-AB85-69516C2EF2BD}"/>
          </ac:inkMkLst>
        </pc:inkChg>
        <pc:inkChg chg="add">
          <ac:chgData name="Md. Nahid Hasan" userId="S::nahid@vu.edu.bd::85ea5f9e-65d6-4031-b810-9415101f2e21" providerId="AD" clId="Web-{B4C2672B-3B0D-4136-B0A3-A01D0671BFC8}" dt="2020-12-21T14:00:40.630" v="553"/>
          <ac:inkMkLst>
            <pc:docMk/>
            <pc:sldMk cId="0" sldId="466"/>
            <ac:inkMk id="48363" creationId="{F910F693-D8EC-4515-B86C-60AFD64DB085}"/>
          </ac:inkMkLst>
        </pc:inkChg>
        <pc:inkChg chg="add">
          <ac:chgData name="Md. Nahid Hasan" userId="S::nahid@vu.edu.bd::85ea5f9e-65d6-4031-b810-9415101f2e21" providerId="AD" clId="Web-{B4C2672B-3B0D-4136-B0A3-A01D0671BFC8}" dt="2020-12-21T14:00:40.646" v="554"/>
          <ac:inkMkLst>
            <pc:docMk/>
            <pc:sldMk cId="0" sldId="466"/>
            <ac:inkMk id="48364" creationId="{EE22F780-FE91-4B73-9F9F-E2227FB451F4}"/>
          </ac:inkMkLst>
        </pc:inkChg>
        <pc:inkChg chg="add">
          <ac:chgData name="Md. Nahid Hasan" userId="S::nahid@vu.edu.bd::85ea5f9e-65d6-4031-b810-9415101f2e21" providerId="AD" clId="Web-{B4C2672B-3B0D-4136-B0A3-A01D0671BFC8}" dt="2020-12-21T14:00:49.177" v="555"/>
          <ac:inkMkLst>
            <pc:docMk/>
            <pc:sldMk cId="0" sldId="466"/>
            <ac:inkMk id="48365" creationId="{C34AA2F1-9012-47D1-9FFD-EC164385799D}"/>
          </ac:inkMkLst>
        </pc:inkChg>
        <pc:inkChg chg="add">
          <ac:chgData name="Md. Nahid Hasan" userId="S::nahid@vu.edu.bd::85ea5f9e-65d6-4031-b810-9415101f2e21" providerId="AD" clId="Web-{B4C2672B-3B0D-4136-B0A3-A01D0671BFC8}" dt="2020-12-21T14:00:49.880" v="556"/>
          <ac:inkMkLst>
            <pc:docMk/>
            <pc:sldMk cId="0" sldId="466"/>
            <ac:inkMk id="48366" creationId="{9CBF0990-EB73-41B5-B281-1CB5016B11EE}"/>
          </ac:inkMkLst>
        </pc:inkChg>
        <pc:inkChg chg="add">
          <ac:chgData name="Md. Nahid Hasan" userId="S::nahid@vu.edu.bd::85ea5f9e-65d6-4031-b810-9415101f2e21" providerId="AD" clId="Web-{B4C2672B-3B0D-4136-B0A3-A01D0671BFC8}" dt="2020-12-21T14:00:50.287" v="557"/>
          <ac:inkMkLst>
            <pc:docMk/>
            <pc:sldMk cId="0" sldId="466"/>
            <ac:inkMk id="48367" creationId="{5342E86D-957E-4262-9054-B84CF2C416A2}"/>
          </ac:inkMkLst>
        </pc:inkChg>
        <pc:inkChg chg="add">
          <ac:chgData name="Md. Nahid Hasan" userId="S::nahid@vu.edu.bd::85ea5f9e-65d6-4031-b810-9415101f2e21" providerId="AD" clId="Web-{B4C2672B-3B0D-4136-B0A3-A01D0671BFC8}" dt="2020-12-21T14:00:55.943" v="558"/>
          <ac:inkMkLst>
            <pc:docMk/>
            <pc:sldMk cId="0" sldId="466"/>
            <ac:inkMk id="48368" creationId="{7F431F76-4646-4597-B686-0F789286AE2C}"/>
          </ac:inkMkLst>
        </pc:inkChg>
        <pc:inkChg chg="add">
          <ac:chgData name="Md. Nahid Hasan" userId="S::nahid@vu.edu.bd::85ea5f9e-65d6-4031-b810-9415101f2e21" providerId="AD" clId="Web-{B4C2672B-3B0D-4136-B0A3-A01D0671BFC8}" dt="2020-12-21T14:00:57.209" v="559"/>
          <ac:inkMkLst>
            <pc:docMk/>
            <pc:sldMk cId="0" sldId="466"/>
            <ac:inkMk id="48369" creationId="{A8F427ED-9E9D-4A04-81E9-7F861D0F42EF}"/>
          </ac:inkMkLst>
        </pc:inkChg>
        <pc:inkChg chg="add">
          <ac:chgData name="Md. Nahid Hasan" userId="S::nahid@vu.edu.bd::85ea5f9e-65d6-4031-b810-9415101f2e21" providerId="AD" clId="Web-{B4C2672B-3B0D-4136-B0A3-A01D0671BFC8}" dt="2020-12-21T14:00:57.490" v="560"/>
          <ac:inkMkLst>
            <pc:docMk/>
            <pc:sldMk cId="0" sldId="466"/>
            <ac:inkMk id="48370" creationId="{E9287471-FB45-4138-BAAA-DDFF8CCA70C4}"/>
          </ac:inkMkLst>
        </pc:inkChg>
        <pc:inkChg chg="add">
          <ac:chgData name="Md. Nahid Hasan" userId="S::nahid@vu.edu.bd::85ea5f9e-65d6-4031-b810-9415101f2e21" providerId="AD" clId="Web-{B4C2672B-3B0D-4136-B0A3-A01D0671BFC8}" dt="2020-12-21T14:00:59.271" v="561"/>
          <ac:inkMkLst>
            <pc:docMk/>
            <pc:sldMk cId="0" sldId="466"/>
            <ac:inkMk id="48371" creationId="{47C0EFAB-5A50-4839-A910-1F17EA69EDF5}"/>
          </ac:inkMkLst>
        </pc:inkChg>
        <pc:inkChg chg="add">
          <ac:chgData name="Md. Nahid Hasan" userId="S::nahid@vu.edu.bd::85ea5f9e-65d6-4031-b810-9415101f2e21" providerId="AD" clId="Web-{B4C2672B-3B0D-4136-B0A3-A01D0671BFC8}" dt="2020-12-21T14:00:59.380" v="562"/>
          <ac:inkMkLst>
            <pc:docMk/>
            <pc:sldMk cId="0" sldId="466"/>
            <ac:inkMk id="48372" creationId="{8F76C876-280E-41E6-BC2A-B99D2435A4D3}"/>
          </ac:inkMkLst>
        </pc:inkChg>
        <pc:inkChg chg="add">
          <ac:chgData name="Md. Nahid Hasan" userId="S::nahid@vu.edu.bd::85ea5f9e-65d6-4031-b810-9415101f2e21" providerId="AD" clId="Web-{B4C2672B-3B0D-4136-B0A3-A01D0671BFC8}" dt="2020-12-21T14:01:17.193" v="563"/>
          <ac:inkMkLst>
            <pc:docMk/>
            <pc:sldMk cId="0" sldId="466"/>
            <ac:inkMk id="48373" creationId="{125DC57C-1D49-4C44-A53B-EC1B6FAAA0CB}"/>
          </ac:inkMkLst>
        </pc:inkChg>
        <pc:inkChg chg="add">
          <ac:chgData name="Md. Nahid Hasan" userId="S::nahid@vu.edu.bd::85ea5f9e-65d6-4031-b810-9415101f2e21" providerId="AD" clId="Web-{B4C2672B-3B0D-4136-B0A3-A01D0671BFC8}" dt="2020-12-21T14:01:17.208" v="564"/>
          <ac:inkMkLst>
            <pc:docMk/>
            <pc:sldMk cId="0" sldId="466"/>
            <ac:inkMk id="48374" creationId="{9F573AE1-BAD9-4D80-A595-B78E16BC0F21}"/>
          </ac:inkMkLst>
        </pc:inkChg>
        <pc:inkChg chg="add">
          <ac:chgData name="Md. Nahid Hasan" userId="S::nahid@vu.edu.bd::85ea5f9e-65d6-4031-b810-9415101f2e21" providerId="AD" clId="Web-{B4C2672B-3B0D-4136-B0A3-A01D0671BFC8}" dt="2020-12-21T14:01:17.224" v="565"/>
          <ac:inkMkLst>
            <pc:docMk/>
            <pc:sldMk cId="0" sldId="466"/>
            <ac:inkMk id="48375" creationId="{EBDCECD7-8D58-4A97-8350-84EC6A0924BC}"/>
          </ac:inkMkLst>
        </pc:inkChg>
        <pc:inkChg chg="add">
          <ac:chgData name="Md. Nahid Hasan" userId="S::nahid@vu.edu.bd::85ea5f9e-65d6-4031-b810-9415101f2e21" providerId="AD" clId="Web-{B4C2672B-3B0D-4136-B0A3-A01D0671BFC8}" dt="2020-12-21T14:01:17.224" v="566"/>
          <ac:inkMkLst>
            <pc:docMk/>
            <pc:sldMk cId="0" sldId="466"/>
            <ac:inkMk id="48376" creationId="{91A95CE3-B9C8-40E6-8035-4E24DD5D294D}"/>
          </ac:inkMkLst>
        </pc:inkChg>
        <pc:inkChg chg="add">
          <ac:chgData name="Md. Nahid Hasan" userId="S::nahid@vu.edu.bd::85ea5f9e-65d6-4031-b810-9415101f2e21" providerId="AD" clId="Web-{B4C2672B-3B0D-4136-B0A3-A01D0671BFC8}" dt="2020-12-21T14:01:17.240" v="567"/>
          <ac:inkMkLst>
            <pc:docMk/>
            <pc:sldMk cId="0" sldId="466"/>
            <ac:inkMk id="48377" creationId="{870170BA-BD87-4EA1-A731-4C2CF5AC9C99}"/>
          </ac:inkMkLst>
        </pc:inkChg>
        <pc:inkChg chg="add">
          <ac:chgData name="Md. Nahid Hasan" userId="S::nahid@vu.edu.bd::85ea5f9e-65d6-4031-b810-9415101f2e21" providerId="AD" clId="Web-{B4C2672B-3B0D-4136-B0A3-A01D0671BFC8}" dt="2020-12-21T14:01:17.255" v="568"/>
          <ac:inkMkLst>
            <pc:docMk/>
            <pc:sldMk cId="0" sldId="466"/>
            <ac:inkMk id="48378" creationId="{D9F1140C-EDBF-4FEC-AD54-B6ED16D860D7}"/>
          </ac:inkMkLst>
        </pc:inkChg>
        <pc:inkChg chg="add">
          <ac:chgData name="Md. Nahid Hasan" userId="S::nahid@vu.edu.bd::85ea5f9e-65d6-4031-b810-9415101f2e21" providerId="AD" clId="Web-{B4C2672B-3B0D-4136-B0A3-A01D0671BFC8}" dt="2020-12-21T14:01:17.849" v="569"/>
          <ac:inkMkLst>
            <pc:docMk/>
            <pc:sldMk cId="0" sldId="466"/>
            <ac:inkMk id="48379" creationId="{F12C430B-1180-4F63-BC89-AA9202B0BD89}"/>
          </ac:inkMkLst>
        </pc:inkChg>
        <pc:inkChg chg="add">
          <ac:chgData name="Md. Nahid Hasan" userId="S::nahid@vu.edu.bd::85ea5f9e-65d6-4031-b810-9415101f2e21" providerId="AD" clId="Web-{B4C2672B-3B0D-4136-B0A3-A01D0671BFC8}" dt="2020-12-21T14:01:33.552" v="570"/>
          <ac:inkMkLst>
            <pc:docMk/>
            <pc:sldMk cId="0" sldId="466"/>
            <ac:inkMk id="48380" creationId="{964E62C3-FC77-445D-833F-1483BD99D26D}"/>
          </ac:inkMkLst>
        </pc:inkChg>
        <pc:inkChg chg="add">
          <ac:chgData name="Md. Nahid Hasan" userId="S::nahid@vu.edu.bd::85ea5f9e-65d6-4031-b810-9415101f2e21" providerId="AD" clId="Web-{B4C2672B-3B0D-4136-B0A3-A01D0671BFC8}" dt="2020-12-21T14:01:35.302" v="571"/>
          <ac:inkMkLst>
            <pc:docMk/>
            <pc:sldMk cId="0" sldId="466"/>
            <ac:inkMk id="48381" creationId="{8458A9BA-C553-4A97-A84B-97C974FB6A06}"/>
          </ac:inkMkLst>
        </pc:inkChg>
        <pc:inkChg chg="add">
          <ac:chgData name="Md. Nahid Hasan" userId="S::nahid@vu.edu.bd::85ea5f9e-65d6-4031-b810-9415101f2e21" providerId="AD" clId="Web-{B4C2672B-3B0D-4136-B0A3-A01D0671BFC8}" dt="2020-12-21T14:01:36.068" v="572"/>
          <ac:inkMkLst>
            <pc:docMk/>
            <pc:sldMk cId="0" sldId="466"/>
            <ac:inkMk id="48382" creationId="{B0434C5D-061F-4CFA-8D32-AE9400CDD8A2}"/>
          </ac:inkMkLst>
        </pc:inkChg>
        <pc:inkChg chg="add">
          <ac:chgData name="Md. Nahid Hasan" userId="S::nahid@vu.edu.bd::85ea5f9e-65d6-4031-b810-9415101f2e21" providerId="AD" clId="Web-{B4C2672B-3B0D-4136-B0A3-A01D0671BFC8}" dt="2020-12-21T14:01:37.662" v="573"/>
          <ac:inkMkLst>
            <pc:docMk/>
            <pc:sldMk cId="0" sldId="466"/>
            <ac:inkMk id="48383" creationId="{63CD8FCE-681D-4F1C-96B7-C5555A4C1019}"/>
          </ac:inkMkLst>
        </pc:inkChg>
        <pc:inkChg chg="add">
          <ac:chgData name="Md. Nahid Hasan" userId="S::nahid@vu.edu.bd::85ea5f9e-65d6-4031-b810-9415101f2e21" providerId="AD" clId="Web-{B4C2672B-3B0D-4136-B0A3-A01D0671BFC8}" dt="2020-12-21T14:01:38.302" v="574"/>
          <ac:inkMkLst>
            <pc:docMk/>
            <pc:sldMk cId="0" sldId="466"/>
            <ac:inkMk id="48384" creationId="{88E5153B-3146-4581-BADD-C0DEDABF8864}"/>
          </ac:inkMkLst>
        </pc:inkChg>
        <pc:inkChg chg="add">
          <ac:chgData name="Md. Nahid Hasan" userId="S::nahid@vu.edu.bd::85ea5f9e-65d6-4031-b810-9415101f2e21" providerId="AD" clId="Web-{B4C2672B-3B0D-4136-B0A3-A01D0671BFC8}" dt="2020-12-21T14:01:43.912" v="575"/>
          <ac:inkMkLst>
            <pc:docMk/>
            <pc:sldMk cId="0" sldId="466"/>
            <ac:inkMk id="48385" creationId="{AA2B3395-62C2-458E-8DBC-4C233688D961}"/>
          </ac:inkMkLst>
        </pc:inkChg>
        <pc:inkChg chg="add">
          <ac:chgData name="Md. Nahid Hasan" userId="S::nahid@vu.edu.bd::85ea5f9e-65d6-4031-b810-9415101f2e21" providerId="AD" clId="Web-{B4C2672B-3B0D-4136-B0A3-A01D0671BFC8}" dt="2020-12-21T14:01:43.927" v="576"/>
          <ac:inkMkLst>
            <pc:docMk/>
            <pc:sldMk cId="0" sldId="466"/>
            <ac:inkMk id="48386" creationId="{C21545B3-2E94-4F2F-999A-E0376B7FC3A5}"/>
          </ac:inkMkLst>
        </pc:inkChg>
        <pc:inkChg chg="add">
          <ac:chgData name="Md. Nahid Hasan" userId="S::nahid@vu.edu.bd::85ea5f9e-65d6-4031-b810-9415101f2e21" providerId="AD" clId="Web-{B4C2672B-3B0D-4136-B0A3-A01D0671BFC8}" dt="2020-12-21T14:01:43.927" v="577"/>
          <ac:inkMkLst>
            <pc:docMk/>
            <pc:sldMk cId="0" sldId="466"/>
            <ac:inkMk id="48387" creationId="{E8618F5A-2C50-4000-9C4D-67F3889E2715}"/>
          </ac:inkMkLst>
        </pc:inkChg>
        <pc:inkChg chg="add">
          <ac:chgData name="Md. Nahid Hasan" userId="S::nahid@vu.edu.bd::85ea5f9e-65d6-4031-b810-9415101f2e21" providerId="AD" clId="Web-{B4C2672B-3B0D-4136-B0A3-A01D0671BFC8}" dt="2020-12-21T14:01:43.943" v="578"/>
          <ac:inkMkLst>
            <pc:docMk/>
            <pc:sldMk cId="0" sldId="466"/>
            <ac:inkMk id="48388" creationId="{89296530-19E3-4152-B02F-31FD1B08BC8C}"/>
          </ac:inkMkLst>
        </pc:inkChg>
        <pc:inkChg chg="add">
          <ac:chgData name="Md. Nahid Hasan" userId="S::nahid@vu.edu.bd::85ea5f9e-65d6-4031-b810-9415101f2e21" providerId="AD" clId="Web-{B4C2672B-3B0D-4136-B0A3-A01D0671BFC8}" dt="2020-12-21T14:01:45.583" v="579"/>
          <ac:inkMkLst>
            <pc:docMk/>
            <pc:sldMk cId="0" sldId="466"/>
            <ac:inkMk id="48389" creationId="{3F76A5FE-937E-4B8E-A050-030789AF7EA0}"/>
          </ac:inkMkLst>
        </pc:inkChg>
        <pc:inkChg chg="add">
          <ac:chgData name="Md. Nahid Hasan" userId="S::nahid@vu.edu.bd::85ea5f9e-65d6-4031-b810-9415101f2e21" providerId="AD" clId="Web-{B4C2672B-3B0D-4136-B0A3-A01D0671BFC8}" dt="2020-12-21T14:01:45.583" v="580"/>
          <ac:inkMkLst>
            <pc:docMk/>
            <pc:sldMk cId="0" sldId="466"/>
            <ac:inkMk id="48390" creationId="{E8F40824-1070-4E3C-B931-4F0C022F9F02}"/>
          </ac:inkMkLst>
        </pc:inkChg>
        <pc:inkChg chg="add">
          <ac:chgData name="Md. Nahid Hasan" userId="S::nahid@vu.edu.bd::85ea5f9e-65d6-4031-b810-9415101f2e21" providerId="AD" clId="Web-{B4C2672B-3B0D-4136-B0A3-A01D0671BFC8}" dt="2020-12-21T14:01:45.599" v="581"/>
          <ac:inkMkLst>
            <pc:docMk/>
            <pc:sldMk cId="0" sldId="466"/>
            <ac:inkMk id="48391" creationId="{AA1B5CF2-CA20-4166-ABCB-CE09DA5978A9}"/>
          </ac:inkMkLst>
        </pc:inkChg>
        <pc:inkChg chg="add">
          <ac:chgData name="Md. Nahid Hasan" userId="S::nahid@vu.edu.bd::85ea5f9e-65d6-4031-b810-9415101f2e21" providerId="AD" clId="Web-{B4C2672B-3B0D-4136-B0A3-A01D0671BFC8}" dt="2020-12-21T14:01:47.740" v="582"/>
          <ac:inkMkLst>
            <pc:docMk/>
            <pc:sldMk cId="0" sldId="466"/>
            <ac:inkMk id="48392" creationId="{9013F7C9-3A75-4299-A155-510F8B133D49}"/>
          </ac:inkMkLst>
        </pc:inkChg>
        <pc:inkChg chg="add">
          <ac:chgData name="Md. Nahid Hasan" userId="S::nahid@vu.edu.bd::85ea5f9e-65d6-4031-b810-9415101f2e21" providerId="AD" clId="Web-{B4C2672B-3B0D-4136-B0A3-A01D0671BFC8}" dt="2020-12-21T14:01:47.755" v="583"/>
          <ac:inkMkLst>
            <pc:docMk/>
            <pc:sldMk cId="0" sldId="466"/>
            <ac:inkMk id="48393" creationId="{D06FF4A0-FB19-4352-B2BF-C8F71E8A2490}"/>
          </ac:inkMkLst>
        </pc:inkChg>
        <pc:inkChg chg="add">
          <ac:chgData name="Md. Nahid Hasan" userId="S::nahid@vu.edu.bd::85ea5f9e-65d6-4031-b810-9415101f2e21" providerId="AD" clId="Web-{B4C2672B-3B0D-4136-B0A3-A01D0671BFC8}" dt="2020-12-21T14:01:48.427" v="584"/>
          <ac:inkMkLst>
            <pc:docMk/>
            <pc:sldMk cId="0" sldId="466"/>
            <ac:inkMk id="48394" creationId="{3554AB51-D076-4671-AB2E-ECFAB94AC7A5}"/>
          </ac:inkMkLst>
        </pc:inkChg>
        <pc:inkChg chg="add">
          <ac:chgData name="Md. Nahid Hasan" userId="S::nahid@vu.edu.bd::85ea5f9e-65d6-4031-b810-9415101f2e21" providerId="AD" clId="Web-{B4C2672B-3B0D-4136-B0A3-A01D0671BFC8}" dt="2020-12-21T14:01:51.865" v="585"/>
          <ac:inkMkLst>
            <pc:docMk/>
            <pc:sldMk cId="0" sldId="466"/>
            <ac:inkMk id="48395" creationId="{EDB9DB52-EC6C-464C-9BCE-546B39A485AB}"/>
          </ac:inkMkLst>
        </pc:inkChg>
        <pc:inkChg chg="add">
          <ac:chgData name="Md. Nahid Hasan" userId="S::nahid@vu.edu.bd::85ea5f9e-65d6-4031-b810-9415101f2e21" providerId="AD" clId="Web-{B4C2672B-3B0D-4136-B0A3-A01D0671BFC8}" dt="2020-12-21T14:02:07.880" v="586"/>
          <ac:inkMkLst>
            <pc:docMk/>
            <pc:sldMk cId="0" sldId="466"/>
            <ac:inkMk id="48396" creationId="{0733D755-4483-43AF-85E0-A3EB32B2ADE2}"/>
          </ac:inkMkLst>
        </pc:inkChg>
        <pc:inkChg chg="add">
          <ac:chgData name="Md. Nahid Hasan" userId="S::nahid@vu.edu.bd::85ea5f9e-65d6-4031-b810-9415101f2e21" providerId="AD" clId="Web-{B4C2672B-3B0D-4136-B0A3-A01D0671BFC8}" dt="2020-12-21T14:02:07.896" v="587"/>
          <ac:inkMkLst>
            <pc:docMk/>
            <pc:sldMk cId="0" sldId="466"/>
            <ac:inkMk id="48397" creationId="{6A8291D8-6D6E-49C6-B78E-73564E0F9BDD}"/>
          </ac:inkMkLst>
        </pc:inkChg>
        <pc:inkChg chg="add">
          <ac:chgData name="Md. Nahid Hasan" userId="S::nahid@vu.edu.bd::85ea5f9e-65d6-4031-b810-9415101f2e21" providerId="AD" clId="Web-{B4C2672B-3B0D-4136-B0A3-A01D0671BFC8}" dt="2020-12-21T14:02:07.912" v="588"/>
          <ac:inkMkLst>
            <pc:docMk/>
            <pc:sldMk cId="0" sldId="466"/>
            <ac:inkMk id="48398" creationId="{C05A2BD7-1DE3-4983-98F2-37FB000A620D}"/>
          </ac:inkMkLst>
        </pc:inkChg>
        <pc:inkChg chg="add">
          <ac:chgData name="Md. Nahid Hasan" userId="S::nahid@vu.edu.bd::85ea5f9e-65d6-4031-b810-9415101f2e21" providerId="AD" clId="Web-{B4C2672B-3B0D-4136-B0A3-A01D0671BFC8}" dt="2020-12-21T14:02:09.318" v="589"/>
          <ac:inkMkLst>
            <pc:docMk/>
            <pc:sldMk cId="0" sldId="466"/>
            <ac:inkMk id="48399" creationId="{BE7972E5-0DC3-42C2-B49C-7050EFE156D3}"/>
          </ac:inkMkLst>
        </pc:inkChg>
        <pc:inkChg chg="add">
          <ac:chgData name="Md. Nahid Hasan" userId="S::nahid@vu.edu.bd::85ea5f9e-65d6-4031-b810-9415101f2e21" providerId="AD" clId="Web-{B4C2672B-3B0D-4136-B0A3-A01D0671BFC8}" dt="2020-12-21T14:02:09.333" v="590"/>
          <ac:inkMkLst>
            <pc:docMk/>
            <pc:sldMk cId="0" sldId="466"/>
            <ac:inkMk id="48400" creationId="{3C07C268-1C7E-4EBA-911A-57322C4575B2}"/>
          </ac:inkMkLst>
        </pc:inkChg>
        <pc:inkChg chg="add">
          <ac:chgData name="Md. Nahid Hasan" userId="S::nahid@vu.edu.bd::85ea5f9e-65d6-4031-b810-9415101f2e21" providerId="AD" clId="Web-{B4C2672B-3B0D-4136-B0A3-A01D0671BFC8}" dt="2020-12-21T14:02:15.708" v="591"/>
          <ac:inkMkLst>
            <pc:docMk/>
            <pc:sldMk cId="0" sldId="466"/>
            <ac:inkMk id="48401" creationId="{C71A51BA-9C0A-444C-B70F-8806A5117035}"/>
          </ac:inkMkLst>
        </pc:inkChg>
        <pc:inkChg chg="add">
          <ac:chgData name="Md. Nahid Hasan" userId="S::nahid@vu.edu.bd::85ea5f9e-65d6-4031-b810-9415101f2e21" providerId="AD" clId="Web-{B4C2672B-3B0D-4136-B0A3-A01D0671BFC8}" dt="2020-12-21T14:02:16.193" v="592"/>
          <ac:inkMkLst>
            <pc:docMk/>
            <pc:sldMk cId="0" sldId="466"/>
            <ac:inkMk id="48402" creationId="{1BC85754-B23E-4AF9-BD42-8E70EDF97FB3}"/>
          </ac:inkMkLst>
        </pc:inkChg>
        <pc:inkChg chg="add">
          <ac:chgData name="Md. Nahid Hasan" userId="S::nahid@vu.edu.bd::85ea5f9e-65d6-4031-b810-9415101f2e21" providerId="AD" clId="Web-{B4C2672B-3B0D-4136-B0A3-A01D0671BFC8}" dt="2020-12-21T14:02:19.224" v="593"/>
          <ac:inkMkLst>
            <pc:docMk/>
            <pc:sldMk cId="0" sldId="466"/>
            <ac:inkMk id="48403" creationId="{4A5563A0-FDF0-4A79-A0F0-CDFFDD5A78A2}"/>
          </ac:inkMkLst>
        </pc:inkChg>
        <pc:inkChg chg="add">
          <ac:chgData name="Md. Nahid Hasan" userId="S::nahid@vu.edu.bd::85ea5f9e-65d6-4031-b810-9415101f2e21" providerId="AD" clId="Web-{B4C2672B-3B0D-4136-B0A3-A01D0671BFC8}" dt="2020-12-21T14:02:19.224" v="594"/>
          <ac:inkMkLst>
            <pc:docMk/>
            <pc:sldMk cId="0" sldId="466"/>
            <ac:inkMk id="48404" creationId="{7FF13DC9-1FB0-420A-B683-942DF373E182}"/>
          </ac:inkMkLst>
        </pc:inkChg>
        <pc:inkChg chg="add">
          <ac:chgData name="Md. Nahid Hasan" userId="S::nahid@vu.edu.bd::85ea5f9e-65d6-4031-b810-9415101f2e21" providerId="AD" clId="Web-{B4C2672B-3B0D-4136-B0A3-A01D0671BFC8}" dt="2020-12-21T14:02:19.240" v="595"/>
          <ac:inkMkLst>
            <pc:docMk/>
            <pc:sldMk cId="0" sldId="466"/>
            <ac:inkMk id="48405" creationId="{88C40D0F-407E-40C7-B0F2-B8F312A5513E}"/>
          </ac:inkMkLst>
        </pc:inkChg>
        <pc:inkChg chg="add">
          <ac:chgData name="Md. Nahid Hasan" userId="S::nahid@vu.edu.bd::85ea5f9e-65d6-4031-b810-9415101f2e21" providerId="AD" clId="Web-{B4C2672B-3B0D-4136-B0A3-A01D0671BFC8}" dt="2020-12-21T14:02:19.255" v="596"/>
          <ac:inkMkLst>
            <pc:docMk/>
            <pc:sldMk cId="0" sldId="466"/>
            <ac:inkMk id="48406" creationId="{DDCE30F2-6F47-407A-A393-197DB42EAA99}"/>
          </ac:inkMkLst>
        </pc:inkChg>
        <pc:inkChg chg="add">
          <ac:chgData name="Md. Nahid Hasan" userId="S::nahid@vu.edu.bd::85ea5f9e-65d6-4031-b810-9415101f2e21" providerId="AD" clId="Web-{B4C2672B-3B0D-4136-B0A3-A01D0671BFC8}" dt="2020-12-21T14:02:19.271" v="597"/>
          <ac:inkMkLst>
            <pc:docMk/>
            <pc:sldMk cId="0" sldId="466"/>
            <ac:inkMk id="48407" creationId="{5AFA709C-DD32-49D8-97E5-7C37FFEE5E29}"/>
          </ac:inkMkLst>
        </pc:inkChg>
        <pc:inkChg chg="add">
          <ac:chgData name="Md. Nahid Hasan" userId="S::nahid@vu.edu.bd::85ea5f9e-65d6-4031-b810-9415101f2e21" providerId="AD" clId="Web-{B4C2672B-3B0D-4136-B0A3-A01D0671BFC8}" dt="2020-12-21T14:02:26.036" v="598"/>
          <ac:inkMkLst>
            <pc:docMk/>
            <pc:sldMk cId="0" sldId="466"/>
            <ac:inkMk id="48408" creationId="{6260BBE6-7A07-4C57-B57E-446E729BBCAE}"/>
          </ac:inkMkLst>
        </pc:inkChg>
        <pc:inkChg chg="add">
          <ac:chgData name="Md. Nahid Hasan" userId="S::nahid@vu.edu.bd::85ea5f9e-65d6-4031-b810-9415101f2e21" providerId="AD" clId="Web-{B4C2672B-3B0D-4136-B0A3-A01D0671BFC8}" dt="2020-12-21T14:02:26.052" v="599"/>
          <ac:inkMkLst>
            <pc:docMk/>
            <pc:sldMk cId="0" sldId="466"/>
            <ac:inkMk id="48409" creationId="{38279F21-0E21-4286-9450-0ED2DD5C515D}"/>
          </ac:inkMkLst>
        </pc:inkChg>
        <pc:inkChg chg="add">
          <ac:chgData name="Md. Nahid Hasan" userId="S::nahid@vu.edu.bd::85ea5f9e-65d6-4031-b810-9415101f2e21" providerId="AD" clId="Web-{B4C2672B-3B0D-4136-B0A3-A01D0671BFC8}" dt="2020-12-21T14:02:26.068" v="600"/>
          <ac:inkMkLst>
            <pc:docMk/>
            <pc:sldMk cId="0" sldId="466"/>
            <ac:inkMk id="48410" creationId="{6C6E5813-5065-451F-9891-4C920602BF88}"/>
          </ac:inkMkLst>
        </pc:inkChg>
        <pc:inkChg chg="add">
          <ac:chgData name="Md. Nahid Hasan" userId="S::nahid@vu.edu.bd::85ea5f9e-65d6-4031-b810-9415101f2e21" providerId="AD" clId="Web-{B4C2672B-3B0D-4136-B0A3-A01D0671BFC8}" dt="2020-12-21T14:02:26.083" v="601"/>
          <ac:inkMkLst>
            <pc:docMk/>
            <pc:sldMk cId="0" sldId="466"/>
            <ac:inkMk id="48411" creationId="{A754A43C-4F7E-4221-A9DB-6A92DE791E33}"/>
          </ac:inkMkLst>
        </pc:inkChg>
        <pc:inkChg chg="add">
          <ac:chgData name="Md. Nahid Hasan" userId="S::nahid@vu.edu.bd::85ea5f9e-65d6-4031-b810-9415101f2e21" providerId="AD" clId="Web-{B4C2672B-3B0D-4136-B0A3-A01D0671BFC8}" dt="2020-12-21T14:02:26.083" v="602"/>
          <ac:inkMkLst>
            <pc:docMk/>
            <pc:sldMk cId="0" sldId="466"/>
            <ac:inkMk id="48412" creationId="{EA2F78D6-7B27-4677-990C-90A99CA8F4B9}"/>
          </ac:inkMkLst>
        </pc:inkChg>
        <pc:inkChg chg="add">
          <ac:chgData name="Md. Nahid Hasan" userId="S::nahid@vu.edu.bd::85ea5f9e-65d6-4031-b810-9415101f2e21" providerId="AD" clId="Web-{B4C2672B-3B0D-4136-B0A3-A01D0671BFC8}" dt="2020-12-21T14:02:26.099" v="603"/>
          <ac:inkMkLst>
            <pc:docMk/>
            <pc:sldMk cId="0" sldId="466"/>
            <ac:inkMk id="48413" creationId="{7B5171CF-4ED2-48CC-9019-C3B921E36608}"/>
          </ac:inkMkLst>
        </pc:inkChg>
        <pc:inkChg chg="add">
          <ac:chgData name="Md. Nahid Hasan" userId="S::nahid@vu.edu.bd::85ea5f9e-65d6-4031-b810-9415101f2e21" providerId="AD" clId="Web-{B4C2672B-3B0D-4136-B0A3-A01D0671BFC8}" dt="2020-12-21T14:02:26.114" v="604"/>
          <ac:inkMkLst>
            <pc:docMk/>
            <pc:sldMk cId="0" sldId="466"/>
            <ac:inkMk id="48414" creationId="{7E8AFF06-9838-4767-B93C-82FBCF1D6D8F}"/>
          </ac:inkMkLst>
        </pc:inkChg>
        <pc:inkChg chg="add">
          <ac:chgData name="Md. Nahid Hasan" userId="S::nahid@vu.edu.bd::85ea5f9e-65d6-4031-b810-9415101f2e21" providerId="AD" clId="Web-{B4C2672B-3B0D-4136-B0A3-A01D0671BFC8}" dt="2020-12-21T14:02:26.130" v="605"/>
          <ac:inkMkLst>
            <pc:docMk/>
            <pc:sldMk cId="0" sldId="466"/>
            <ac:inkMk id="48415" creationId="{CFDA1BA2-ACB4-4E87-A1A5-2726D04C603E}"/>
          </ac:inkMkLst>
        </pc:inkChg>
        <pc:inkChg chg="add">
          <ac:chgData name="Md. Nahid Hasan" userId="S::nahid@vu.edu.bd::85ea5f9e-65d6-4031-b810-9415101f2e21" providerId="AD" clId="Web-{B4C2672B-3B0D-4136-B0A3-A01D0671BFC8}" dt="2020-12-21T14:02:26.146" v="606"/>
          <ac:inkMkLst>
            <pc:docMk/>
            <pc:sldMk cId="0" sldId="466"/>
            <ac:inkMk id="48416" creationId="{A6A024ED-B249-4795-B721-AA1C9C886213}"/>
          </ac:inkMkLst>
        </pc:inkChg>
        <pc:inkChg chg="add">
          <ac:chgData name="Md. Nahid Hasan" userId="S::nahid@vu.edu.bd::85ea5f9e-65d6-4031-b810-9415101f2e21" providerId="AD" clId="Web-{B4C2672B-3B0D-4136-B0A3-A01D0671BFC8}" dt="2020-12-21T14:02:39.474" v="607"/>
          <ac:inkMkLst>
            <pc:docMk/>
            <pc:sldMk cId="0" sldId="466"/>
            <ac:inkMk id="48417" creationId="{1F6CB61A-F153-4A70-8FB4-316966D49CD4}"/>
          </ac:inkMkLst>
        </pc:inkChg>
        <pc:inkChg chg="add">
          <ac:chgData name="Md. Nahid Hasan" userId="S::nahid@vu.edu.bd::85ea5f9e-65d6-4031-b810-9415101f2e21" providerId="AD" clId="Web-{B4C2672B-3B0D-4136-B0A3-A01D0671BFC8}" dt="2020-12-21T14:02:40.849" v="608"/>
          <ac:inkMkLst>
            <pc:docMk/>
            <pc:sldMk cId="0" sldId="466"/>
            <ac:inkMk id="48418" creationId="{7C55C62F-B6E9-41E3-94DC-93ED2C71063C}"/>
          </ac:inkMkLst>
        </pc:inkChg>
        <pc:inkChg chg="add">
          <ac:chgData name="Md. Nahid Hasan" userId="S::nahid@vu.edu.bd::85ea5f9e-65d6-4031-b810-9415101f2e21" providerId="AD" clId="Web-{B4C2672B-3B0D-4136-B0A3-A01D0671BFC8}" dt="2020-12-21T14:02:42.739" v="609"/>
          <ac:inkMkLst>
            <pc:docMk/>
            <pc:sldMk cId="0" sldId="466"/>
            <ac:inkMk id="48419" creationId="{CF758211-BF69-459C-9936-BC5FD44C6E32}"/>
          </ac:inkMkLst>
        </pc:inkChg>
        <pc:inkChg chg="add">
          <ac:chgData name="Md. Nahid Hasan" userId="S::nahid@vu.edu.bd::85ea5f9e-65d6-4031-b810-9415101f2e21" providerId="AD" clId="Web-{B4C2672B-3B0D-4136-B0A3-A01D0671BFC8}" dt="2020-12-21T14:02:42.755" v="610"/>
          <ac:inkMkLst>
            <pc:docMk/>
            <pc:sldMk cId="0" sldId="466"/>
            <ac:inkMk id="48420" creationId="{2ABB28A8-7800-4DE6-ADF8-3CA945240BDF}"/>
          </ac:inkMkLst>
        </pc:inkChg>
        <pc:inkChg chg="add">
          <ac:chgData name="Md. Nahid Hasan" userId="S::nahid@vu.edu.bd::85ea5f9e-65d6-4031-b810-9415101f2e21" providerId="AD" clId="Web-{B4C2672B-3B0D-4136-B0A3-A01D0671BFC8}" dt="2020-12-21T14:02:42.755" v="611"/>
          <ac:inkMkLst>
            <pc:docMk/>
            <pc:sldMk cId="0" sldId="466"/>
            <ac:inkMk id="48421" creationId="{07D1F9A5-D59E-418D-8857-E1BFF6BAE199}"/>
          </ac:inkMkLst>
        </pc:inkChg>
        <pc:inkChg chg="add">
          <ac:chgData name="Md. Nahid Hasan" userId="S::nahid@vu.edu.bd::85ea5f9e-65d6-4031-b810-9415101f2e21" providerId="AD" clId="Web-{B4C2672B-3B0D-4136-B0A3-A01D0671BFC8}" dt="2020-12-21T14:02:43.443" v="612"/>
          <ac:inkMkLst>
            <pc:docMk/>
            <pc:sldMk cId="0" sldId="466"/>
            <ac:inkMk id="48422" creationId="{4E2BBC5B-499D-4541-951C-E0FCC69DAAF3}"/>
          </ac:inkMkLst>
        </pc:inkChg>
        <pc:inkChg chg="add">
          <ac:chgData name="Md. Nahid Hasan" userId="S::nahid@vu.edu.bd::85ea5f9e-65d6-4031-b810-9415101f2e21" providerId="AD" clId="Web-{B4C2672B-3B0D-4136-B0A3-A01D0671BFC8}" dt="2020-12-21T14:02:45.114" v="613"/>
          <ac:inkMkLst>
            <pc:docMk/>
            <pc:sldMk cId="0" sldId="466"/>
            <ac:inkMk id="48423" creationId="{3CD112FB-A83E-433D-9A62-4452BD85F29B}"/>
          </ac:inkMkLst>
        </pc:inkChg>
        <pc:inkChg chg="add">
          <ac:chgData name="Md. Nahid Hasan" userId="S::nahid@vu.edu.bd::85ea5f9e-65d6-4031-b810-9415101f2e21" providerId="AD" clId="Web-{B4C2672B-3B0D-4136-B0A3-A01D0671BFC8}" dt="2020-12-21T14:02:45.130" v="614"/>
          <ac:inkMkLst>
            <pc:docMk/>
            <pc:sldMk cId="0" sldId="466"/>
            <ac:inkMk id="48424" creationId="{763CCB36-D3C9-4B0D-BC62-0DE8C9D6B848}"/>
          </ac:inkMkLst>
        </pc:inkChg>
        <pc:inkChg chg="add">
          <ac:chgData name="Md. Nahid Hasan" userId="S::nahid@vu.edu.bd::85ea5f9e-65d6-4031-b810-9415101f2e21" providerId="AD" clId="Web-{B4C2672B-3B0D-4136-B0A3-A01D0671BFC8}" dt="2020-12-21T14:02:46.364" v="615"/>
          <ac:inkMkLst>
            <pc:docMk/>
            <pc:sldMk cId="0" sldId="466"/>
            <ac:inkMk id="48425" creationId="{C7C9E613-97C9-4AD9-BBCA-BCC43D2A3FB5}"/>
          </ac:inkMkLst>
        </pc:inkChg>
        <pc:inkChg chg="add">
          <ac:chgData name="Md. Nahid Hasan" userId="S::nahid@vu.edu.bd::85ea5f9e-65d6-4031-b810-9415101f2e21" providerId="AD" clId="Web-{B4C2672B-3B0D-4136-B0A3-A01D0671BFC8}" dt="2020-12-21T14:02:47.349" v="616"/>
          <ac:inkMkLst>
            <pc:docMk/>
            <pc:sldMk cId="0" sldId="466"/>
            <ac:inkMk id="48426" creationId="{77470ADC-9D9D-443F-87EB-BF1B34F19952}"/>
          </ac:inkMkLst>
        </pc:inkChg>
        <pc:inkChg chg="add">
          <ac:chgData name="Md. Nahid Hasan" userId="S::nahid@vu.edu.bd::85ea5f9e-65d6-4031-b810-9415101f2e21" providerId="AD" clId="Web-{B4C2672B-3B0D-4136-B0A3-A01D0671BFC8}" dt="2020-12-21T14:02:48.068" v="617"/>
          <ac:inkMkLst>
            <pc:docMk/>
            <pc:sldMk cId="0" sldId="466"/>
            <ac:inkMk id="48427" creationId="{E470A07B-0770-4DA4-BA84-5AB373AAE1D0}"/>
          </ac:inkMkLst>
        </pc:inkChg>
        <pc:inkChg chg="add">
          <ac:chgData name="Md. Nahid Hasan" userId="S::nahid@vu.edu.bd::85ea5f9e-65d6-4031-b810-9415101f2e21" providerId="AD" clId="Web-{B4C2672B-3B0D-4136-B0A3-A01D0671BFC8}" dt="2020-12-21T14:02:58.583" v="618"/>
          <ac:inkMkLst>
            <pc:docMk/>
            <pc:sldMk cId="0" sldId="466"/>
            <ac:inkMk id="48428" creationId="{991E3C8E-4CEB-4D40-9E33-384B0EC34F8D}"/>
          </ac:inkMkLst>
        </pc:inkChg>
        <pc:inkChg chg="add">
          <ac:chgData name="Md. Nahid Hasan" userId="S::nahid@vu.edu.bd::85ea5f9e-65d6-4031-b810-9415101f2e21" providerId="AD" clId="Web-{B4C2672B-3B0D-4136-B0A3-A01D0671BFC8}" dt="2020-12-21T14:03:09.005" v="619"/>
          <ac:inkMkLst>
            <pc:docMk/>
            <pc:sldMk cId="0" sldId="466"/>
            <ac:inkMk id="48429" creationId="{53B15A0B-B802-4A14-8F6C-E3219007C788}"/>
          </ac:inkMkLst>
        </pc:inkChg>
        <pc:inkChg chg="add">
          <ac:chgData name="Md. Nahid Hasan" userId="S::nahid@vu.edu.bd::85ea5f9e-65d6-4031-b810-9415101f2e21" providerId="AD" clId="Web-{B4C2672B-3B0D-4136-B0A3-A01D0671BFC8}" dt="2020-12-21T14:03:09.021" v="620"/>
          <ac:inkMkLst>
            <pc:docMk/>
            <pc:sldMk cId="0" sldId="466"/>
            <ac:inkMk id="48430" creationId="{2AC298B6-DCB0-4406-A478-B2DCF6108091}"/>
          </ac:inkMkLst>
        </pc:inkChg>
        <pc:inkChg chg="add">
          <ac:chgData name="Md. Nahid Hasan" userId="S::nahid@vu.edu.bd::85ea5f9e-65d6-4031-b810-9415101f2e21" providerId="AD" clId="Web-{B4C2672B-3B0D-4136-B0A3-A01D0671BFC8}" dt="2020-12-21T14:03:09.021" v="621"/>
          <ac:inkMkLst>
            <pc:docMk/>
            <pc:sldMk cId="0" sldId="466"/>
            <ac:inkMk id="48431" creationId="{842C1F84-A314-4E2E-ADF5-EAB4C4A8AD7A}"/>
          </ac:inkMkLst>
        </pc:inkChg>
        <pc:inkChg chg="add">
          <ac:chgData name="Md. Nahid Hasan" userId="S::nahid@vu.edu.bd::85ea5f9e-65d6-4031-b810-9415101f2e21" providerId="AD" clId="Web-{B4C2672B-3B0D-4136-B0A3-A01D0671BFC8}" dt="2020-12-21T14:03:09.036" v="622"/>
          <ac:inkMkLst>
            <pc:docMk/>
            <pc:sldMk cId="0" sldId="466"/>
            <ac:inkMk id="48432" creationId="{98DD3A94-108D-47F9-9359-93476EEA2F9C}"/>
          </ac:inkMkLst>
        </pc:inkChg>
        <pc:inkChg chg="add">
          <ac:chgData name="Md. Nahid Hasan" userId="S::nahid@vu.edu.bd::85ea5f9e-65d6-4031-b810-9415101f2e21" providerId="AD" clId="Web-{B4C2672B-3B0D-4136-B0A3-A01D0671BFC8}" dt="2020-12-21T14:03:09.052" v="623"/>
          <ac:inkMkLst>
            <pc:docMk/>
            <pc:sldMk cId="0" sldId="466"/>
            <ac:inkMk id="48433" creationId="{5ED64B35-BA7C-4A5B-9C4D-A9D38F6681E5}"/>
          </ac:inkMkLst>
        </pc:inkChg>
        <pc:inkChg chg="add">
          <ac:chgData name="Md. Nahid Hasan" userId="S::nahid@vu.edu.bd::85ea5f9e-65d6-4031-b810-9415101f2e21" providerId="AD" clId="Web-{B4C2672B-3B0D-4136-B0A3-A01D0671BFC8}" dt="2020-12-21T14:03:09.068" v="624"/>
          <ac:inkMkLst>
            <pc:docMk/>
            <pc:sldMk cId="0" sldId="466"/>
            <ac:inkMk id="48434" creationId="{23630697-2CE5-4CC4-B142-7E7ADEE1C4DC}"/>
          </ac:inkMkLst>
        </pc:inkChg>
        <pc:inkChg chg="add">
          <ac:chgData name="Md. Nahid Hasan" userId="S::nahid@vu.edu.bd::85ea5f9e-65d6-4031-b810-9415101f2e21" providerId="AD" clId="Web-{B4C2672B-3B0D-4136-B0A3-A01D0671BFC8}" dt="2020-12-21T14:03:09.068" v="625"/>
          <ac:inkMkLst>
            <pc:docMk/>
            <pc:sldMk cId="0" sldId="466"/>
            <ac:inkMk id="48435" creationId="{A34EB42A-E189-4232-BD5A-B5E6E33C5734}"/>
          </ac:inkMkLst>
        </pc:inkChg>
        <pc:inkChg chg="add">
          <ac:chgData name="Md. Nahid Hasan" userId="S::nahid@vu.edu.bd::85ea5f9e-65d6-4031-b810-9415101f2e21" providerId="AD" clId="Web-{B4C2672B-3B0D-4136-B0A3-A01D0671BFC8}" dt="2020-12-21T14:03:09.083" v="626"/>
          <ac:inkMkLst>
            <pc:docMk/>
            <pc:sldMk cId="0" sldId="466"/>
            <ac:inkMk id="48436" creationId="{FBCCB977-2572-4D33-8C38-53D9DB034DAE}"/>
          </ac:inkMkLst>
        </pc:inkChg>
        <pc:inkChg chg="add">
          <ac:chgData name="Md. Nahid Hasan" userId="S::nahid@vu.edu.bd::85ea5f9e-65d6-4031-b810-9415101f2e21" providerId="AD" clId="Web-{B4C2672B-3B0D-4136-B0A3-A01D0671BFC8}" dt="2020-12-21T14:03:09.099" v="627"/>
          <ac:inkMkLst>
            <pc:docMk/>
            <pc:sldMk cId="0" sldId="466"/>
            <ac:inkMk id="48437" creationId="{EAEFC272-B635-4856-8AD2-324590EB1610}"/>
          </ac:inkMkLst>
        </pc:inkChg>
        <pc:inkChg chg="add">
          <ac:chgData name="Md. Nahid Hasan" userId="S::nahid@vu.edu.bd::85ea5f9e-65d6-4031-b810-9415101f2e21" providerId="AD" clId="Web-{B4C2672B-3B0D-4136-B0A3-A01D0671BFC8}" dt="2020-12-21T14:03:09.099" v="628"/>
          <ac:inkMkLst>
            <pc:docMk/>
            <pc:sldMk cId="0" sldId="466"/>
            <ac:inkMk id="48438" creationId="{849C0B91-06DD-446D-B1A4-BD497FBA915F}"/>
          </ac:inkMkLst>
        </pc:inkChg>
        <pc:inkChg chg="add">
          <ac:chgData name="Md. Nahid Hasan" userId="S::nahid@vu.edu.bd::85ea5f9e-65d6-4031-b810-9415101f2e21" providerId="AD" clId="Web-{B4C2672B-3B0D-4136-B0A3-A01D0671BFC8}" dt="2020-12-21T14:03:09.114" v="629"/>
          <ac:inkMkLst>
            <pc:docMk/>
            <pc:sldMk cId="0" sldId="466"/>
            <ac:inkMk id="48439" creationId="{98D07784-CD5B-4E24-8C39-6E60DD2274E3}"/>
          </ac:inkMkLst>
        </pc:inkChg>
        <pc:inkChg chg="add">
          <ac:chgData name="Md. Nahid Hasan" userId="S::nahid@vu.edu.bd::85ea5f9e-65d6-4031-b810-9415101f2e21" providerId="AD" clId="Web-{B4C2672B-3B0D-4136-B0A3-A01D0671BFC8}" dt="2020-12-21T14:03:09.130" v="630"/>
          <ac:inkMkLst>
            <pc:docMk/>
            <pc:sldMk cId="0" sldId="466"/>
            <ac:inkMk id="48440" creationId="{A423968E-0542-4F15-8620-57FF2D07FB89}"/>
          </ac:inkMkLst>
        </pc:inkChg>
        <pc:inkChg chg="add">
          <ac:chgData name="Md. Nahid Hasan" userId="S::nahid@vu.edu.bd::85ea5f9e-65d6-4031-b810-9415101f2e21" providerId="AD" clId="Web-{B4C2672B-3B0D-4136-B0A3-A01D0671BFC8}" dt="2020-12-21T14:03:19.333" v="631"/>
          <ac:inkMkLst>
            <pc:docMk/>
            <pc:sldMk cId="0" sldId="466"/>
            <ac:inkMk id="48441" creationId="{1E9C8FAC-646F-4526-98A0-1FEF73E74820}"/>
          </ac:inkMkLst>
        </pc:inkChg>
        <pc:inkChg chg="add">
          <ac:chgData name="Md. Nahid Hasan" userId="S::nahid@vu.edu.bd::85ea5f9e-65d6-4031-b810-9415101f2e21" providerId="AD" clId="Web-{B4C2672B-3B0D-4136-B0A3-A01D0671BFC8}" dt="2020-12-21T14:03:24.442" v="632"/>
          <ac:inkMkLst>
            <pc:docMk/>
            <pc:sldMk cId="0" sldId="466"/>
            <ac:inkMk id="48442" creationId="{02E9DBAC-B26A-4641-A510-4AA1D8DD3623}"/>
          </ac:inkMkLst>
        </pc:inkChg>
        <pc:inkChg chg="add">
          <ac:chgData name="Md. Nahid Hasan" userId="S::nahid@vu.edu.bd::85ea5f9e-65d6-4031-b810-9415101f2e21" providerId="AD" clId="Web-{B4C2672B-3B0D-4136-B0A3-A01D0671BFC8}" dt="2020-12-21T14:03:24.458" v="633"/>
          <ac:inkMkLst>
            <pc:docMk/>
            <pc:sldMk cId="0" sldId="466"/>
            <ac:inkMk id="48443" creationId="{5F400C82-4F94-40FD-A6D8-B08187089238}"/>
          </ac:inkMkLst>
        </pc:inkChg>
        <pc:inkChg chg="add">
          <ac:chgData name="Md. Nahid Hasan" userId="S::nahid@vu.edu.bd::85ea5f9e-65d6-4031-b810-9415101f2e21" providerId="AD" clId="Web-{B4C2672B-3B0D-4136-B0A3-A01D0671BFC8}" dt="2020-12-21T14:03:24.474" v="634"/>
          <ac:inkMkLst>
            <pc:docMk/>
            <pc:sldMk cId="0" sldId="466"/>
            <ac:inkMk id="48444" creationId="{99D19DEC-51F0-429D-B8EB-DF248C52D7C2}"/>
          </ac:inkMkLst>
        </pc:inkChg>
        <pc:inkChg chg="add">
          <ac:chgData name="Md. Nahid Hasan" userId="S::nahid@vu.edu.bd::85ea5f9e-65d6-4031-b810-9415101f2e21" providerId="AD" clId="Web-{B4C2672B-3B0D-4136-B0A3-A01D0671BFC8}" dt="2020-12-21T14:03:24.489" v="635"/>
          <ac:inkMkLst>
            <pc:docMk/>
            <pc:sldMk cId="0" sldId="466"/>
            <ac:inkMk id="48445" creationId="{93E73E21-415D-45BD-8361-9A9D51D130B1}"/>
          </ac:inkMkLst>
        </pc:inkChg>
        <pc:inkChg chg="add">
          <ac:chgData name="Md. Nahid Hasan" userId="S::nahid@vu.edu.bd::85ea5f9e-65d6-4031-b810-9415101f2e21" providerId="AD" clId="Web-{B4C2672B-3B0D-4136-B0A3-A01D0671BFC8}" dt="2020-12-21T14:03:27.161" v="636"/>
          <ac:inkMkLst>
            <pc:docMk/>
            <pc:sldMk cId="0" sldId="466"/>
            <ac:inkMk id="48446" creationId="{642C5364-95B7-4803-9CF0-B802254E6FD7}"/>
          </ac:inkMkLst>
        </pc:inkChg>
        <pc:inkChg chg="add">
          <ac:chgData name="Md. Nahid Hasan" userId="S::nahid@vu.edu.bd::85ea5f9e-65d6-4031-b810-9415101f2e21" providerId="AD" clId="Web-{B4C2672B-3B0D-4136-B0A3-A01D0671BFC8}" dt="2020-12-21T14:03:27.161" v="637"/>
          <ac:inkMkLst>
            <pc:docMk/>
            <pc:sldMk cId="0" sldId="466"/>
            <ac:inkMk id="48447" creationId="{BA42E5AB-ECD9-441F-A7D8-EB4BC16A35F7}"/>
          </ac:inkMkLst>
        </pc:inkChg>
        <pc:inkChg chg="add">
          <ac:chgData name="Md. Nahid Hasan" userId="S::nahid@vu.edu.bd::85ea5f9e-65d6-4031-b810-9415101f2e21" providerId="AD" clId="Web-{B4C2672B-3B0D-4136-B0A3-A01D0671BFC8}" dt="2020-12-21T14:03:27.177" v="638"/>
          <ac:inkMkLst>
            <pc:docMk/>
            <pc:sldMk cId="0" sldId="466"/>
            <ac:inkMk id="48448" creationId="{467B55AE-C933-4654-92E3-45F1E1CCAA52}"/>
          </ac:inkMkLst>
        </pc:inkChg>
        <pc:inkChg chg="add">
          <ac:chgData name="Md. Nahid Hasan" userId="S::nahid@vu.edu.bd::85ea5f9e-65d6-4031-b810-9415101f2e21" providerId="AD" clId="Web-{B4C2672B-3B0D-4136-B0A3-A01D0671BFC8}" dt="2020-12-21T14:03:27.192" v="639"/>
          <ac:inkMkLst>
            <pc:docMk/>
            <pc:sldMk cId="0" sldId="466"/>
            <ac:inkMk id="48449" creationId="{F7203C2D-2064-4A37-9783-0C55E16EF0F6}"/>
          </ac:inkMkLst>
        </pc:inkChg>
        <pc:inkChg chg="add">
          <ac:chgData name="Md. Nahid Hasan" userId="S::nahid@vu.edu.bd::85ea5f9e-65d6-4031-b810-9415101f2e21" providerId="AD" clId="Web-{B4C2672B-3B0D-4136-B0A3-A01D0671BFC8}" dt="2020-12-21T14:03:27.817" v="640"/>
          <ac:inkMkLst>
            <pc:docMk/>
            <pc:sldMk cId="0" sldId="466"/>
            <ac:inkMk id="48450" creationId="{0A479A51-A3CC-4092-8477-8016776C6C97}"/>
          </ac:inkMkLst>
        </pc:inkChg>
        <pc:inkChg chg="add">
          <ac:chgData name="Md. Nahid Hasan" userId="S::nahid@vu.edu.bd::85ea5f9e-65d6-4031-b810-9415101f2e21" providerId="AD" clId="Web-{B4C2672B-3B0D-4136-B0A3-A01D0671BFC8}" dt="2020-12-21T14:03:31.411" v="641"/>
          <ac:inkMkLst>
            <pc:docMk/>
            <pc:sldMk cId="0" sldId="466"/>
            <ac:inkMk id="48451" creationId="{34909D7F-3597-40AB-B13A-818DAA1D78EC}"/>
          </ac:inkMkLst>
        </pc:inkChg>
        <pc:inkChg chg="add">
          <ac:chgData name="Md. Nahid Hasan" userId="S::nahid@vu.edu.bd::85ea5f9e-65d6-4031-b810-9415101f2e21" providerId="AD" clId="Web-{B4C2672B-3B0D-4136-B0A3-A01D0671BFC8}" dt="2020-12-21T14:03:31.427" v="642"/>
          <ac:inkMkLst>
            <pc:docMk/>
            <pc:sldMk cId="0" sldId="466"/>
            <ac:inkMk id="48452" creationId="{5ADF9A44-5D52-42DC-8381-699123770A71}"/>
          </ac:inkMkLst>
        </pc:inkChg>
        <pc:inkChg chg="add">
          <ac:chgData name="Md. Nahid Hasan" userId="S::nahid@vu.edu.bd::85ea5f9e-65d6-4031-b810-9415101f2e21" providerId="AD" clId="Web-{B4C2672B-3B0D-4136-B0A3-A01D0671BFC8}" dt="2020-12-21T14:03:32.692" v="643"/>
          <ac:inkMkLst>
            <pc:docMk/>
            <pc:sldMk cId="0" sldId="466"/>
            <ac:inkMk id="48453" creationId="{368A82D3-24B7-4FE4-A49B-CBFEDC50517F}"/>
          </ac:inkMkLst>
        </pc:inkChg>
        <pc:inkChg chg="add">
          <ac:chgData name="Md. Nahid Hasan" userId="S::nahid@vu.edu.bd::85ea5f9e-65d6-4031-b810-9415101f2e21" providerId="AD" clId="Web-{B4C2672B-3B0D-4136-B0A3-A01D0671BFC8}" dt="2020-12-21T14:03:34.083" v="644"/>
          <ac:inkMkLst>
            <pc:docMk/>
            <pc:sldMk cId="0" sldId="466"/>
            <ac:inkMk id="48454" creationId="{142786F4-B225-4D91-B9BD-6443B8283F13}"/>
          </ac:inkMkLst>
        </pc:inkChg>
        <pc:inkChg chg="add">
          <ac:chgData name="Md. Nahid Hasan" userId="S::nahid@vu.edu.bd::85ea5f9e-65d6-4031-b810-9415101f2e21" providerId="AD" clId="Web-{B4C2672B-3B0D-4136-B0A3-A01D0671BFC8}" dt="2020-12-21T14:03:34.099" v="645"/>
          <ac:inkMkLst>
            <pc:docMk/>
            <pc:sldMk cId="0" sldId="466"/>
            <ac:inkMk id="48455" creationId="{D0FCA9BB-75C3-4F6A-97C7-F575A7A8D7FE}"/>
          </ac:inkMkLst>
        </pc:inkChg>
        <pc:inkChg chg="add">
          <ac:chgData name="Md. Nahid Hasan" userId="S::nahid@vu.edu.bd::85ea5f9e-65d6-4031-b810-9415101f2e21" providerId="AD" clId="Web-{B4C2672B-3B0D-4136-B0A3-A01D0671BFC8}" dt="2020-12-21T14:03:43.083" v="646"/>
          <ac:inkMkLst>
            <pc:docMk/>
            <pc:sldMk cId="0" sldId="466"/>
            <ac:inkMk id="48456" creationId="{9EDA98C1-92F5-46C8-B60E-A5D08BC1EA37}"/>
          </ac:inkMkLst>
        </pc:inkChg>
        <pc:inkChg chg="add">
          <ac:chgData name="Md. Nahid Hasan" userId="S::nahid@vu.edu.bd::85ea5f9e-65d6-4031-b810-9415101f2e21" providerId="AD" clId="Web-{B4C2672B-3B0D-4136-B0A3-A01D0671BFC8}" dt="2020-12-21T14:03:55.833" v="647"/>
          <ac:inkMkLst>
            <pc:docMk/>
            <pc:sldMk cId="0" sldId="466"/>
            <ac:inkMk id="48457" creationId="{FA837E86-C152-4EAA-A5AA-F80868BFF6EB}"/>
          </ac:inkMkLst>
        </pc:inkChg>
        <pc:inkChg chg="add">
          <ac:chgData name="Md. Nahid Hasan" userId="S::nahid@vu.edu.bd::85ea5f9e-65d6-4031-b810-9415101f2e21" providerId="AD" clId="Web-{B4C2672B-3B0D-4136-B0A3-A01D0671BFC8}" dt="2020-12-21T14:03:56.849" v="648"/>
          <ac:inkMkLst>
            <pc:docMk/>
            <pc:sldMk cId="0" sldId="466"/>
            <ac:inkMk id="48458" creationId="{D500CF26-99D0-4B1B-A68C-2892C6AEC6BE}"/>
          </ac:inkMkLst>
        </pc:inkChg>
        <pc:inkChg chg="add">
          <ac:chgData name="Md. Nahid Hasan" userId="S::nahid@vu.edu.bd::85ea5f9e-65d6-4031-b810-9415101f2e21" providerId="AD" clId="Web-{B4C2672B-3B0D-4136-B0A3-A01D0671BFC8}" dt="2020-12-21T14:03:58.052" v="649"/>
          <ac:inkMkLst>
            <pc:docMk/>
            <pc:sldMk cId="0" sldId="466"/>
            <ac:inkMk id="48459" creationId="{CC7E9859-ED68-4FBF-BD3F-9CA3B8A70834}"/>
          </ac:inkMkLst>
        </pc:inkChg>
        <pc:inkChg chg="add">
          <ac:chgData name="Md. Nahid Hasan" userId="S::nahid@vu.edu.bd::85ea5f9e-65d6-4031-b810-9415101f2e21" providerId="AD" clId="Web-{B4C2672B-3B0D-4136-B0A3-A01D0671BFC8}" dt="2020-12-21T14:03:58.489" v="650"/>
          <ac:inkMkLst>
            <pc:docMk/>
            <pc:sldMk cId="0" sldId="466"/>
            <ac:inkMk id="48460" creationId="{3D80D475-C659-43E1-A645-9DAB5B851497}"/>
          </ac:inkMkLst>
        </pc:inkChg>
        <pc:inkChg chg="add">
          <ac:chgData name="Md. Nahid Hasan" userId="S::nahid@vu.edu.bd::85ea5f9e-65d6-4031-b810-9415101f2e21" providerId="AD" clId="Web-{B4C2672B-3B0D-4136-B0A3-A01D0671BFC8}" dt="2020-12-21T14:03:58.505" v="651"/>
          <ac:inkMkLst>
            <pc:docMk/>
            <pc:sldMk cId="0" sldId="466"/>
            <ac:inkMk id="48461" creationId="{CBB214EE-915A-4089-9109-663018D04821}"/>
          </ac:inkMkLst>
        </pc:inkChg>
        <pc:inkChg chg="add">
          <ac:chgData name="Md. Nahid Hasan" userId="S::nahid@vu.edu.bd::85ea5f9e-65d6-4031-b810-9415101f2e21" providerId="AD" clId="Web-{B4C2672B-3B0D-4136-B0A3-A01D0671BFC8}" dt="2020-12-21T14:03:59.614" v="652"/>
          <ac:inkMkLst>
            <pc:docMk/>
            <pc:sldMk cId="0" sldId="466"/>
            <ac:inkMk id="48462" creationId="{867A8D16-52E7-4BDF-B2FD-5E7D90B5D252}"/>
          </ac:inkMkLst>
        </pc:inkChg>
        <pc:inkChg chg="add">
          <ac:chgData name="Md. Nahid Hasan" userId="S::nahid@vu.edu.bd::85ea5f9e-65d6-4031-b810-9415101f2e21" providerId="AD" clId="Web-{B4C2672B-3B0D-4136-B0A3-A01D0671BFC8}" dt="2020-12-21T14:04:05.864" v="653"/>
          <ac:inkMkLst>
            <pc:docMk/>
            <pc:sldMk cId="0" sldId="466"/>
            <ac:inkMk id="48463" creationId="{B78102AC-AF9A-4565-B9DD-CF9DF04F20E0}"/>
          </ac:inkMkLst>
        </pc:inkChg>
        <pc:inkChg chg="add">
          <ac:chgData name="Md. Nahid Hasan" userId="S::nahid@vu.edu.bd::85ea5f9e-65d6-4031-b810-9415101f2e21" providerId="AD" clId="Web-{B4C2672B-3B0D-4136-B0A3-A01D0671BFC8}" dt="2020-12-21T14:04:11.661" v="654"/>
          <ac:inkMkLst>
            <pc:docMk/>
            <pc:sldMk cId="0" sldId="466"/>
            <ac:inkMk id="48464" creationId="{2576B331-5CED-483B-B831-3214625BE2BA}"/>
          </ac:inkMkLst>
        </pc:inkChg>
      </pc:sldChg>
      <pc:sldChg chg="addSp">
        <pc:chgData name="Md. Nahid Hasan" userId="S::nahid@vu.edu.bd::85ea5f9e-65d6-4031-b810-9415101f2e21" providerId="AD" clId="Web-{B4C2672B-3B0D-4136-B0A3-A01D0671BFC8}" dt="2020-12-21T14:04:45.911" v="656"/>
        <pc:sldMkLst>
          <pc:docMk/>
          <pc:sldMk cId="0" sldId="467"/>
        </pc:sldMkLst>
        <pc:inkChg chg="add">
          <ac:chgData name="Md. Nahid Hasan" userId="S::nahid@vu.edu.bd::85ea5f9e-65d6-4031-b810-9415101f2e21" providerId="AD" clId="Web-{B4C2672B-3B0D-4136-B0A3-A01D0671BFC8}" dt="2020-12-21T14:04:44.708" v="655"/>
          <ac:inkMkLst>
            <pc:docMk/>
            <pc:sldMk cId="0" sldId="467"/>
            <ac:inkMk id="3" creationId="{AC207BBA-C32C-4ECE-9FEE-3C3F5B72D3EA}"/>
          </ac:inkMkLst>
        </pc:inkChg>
        <pc:inkChg chg="add">
          <ac:chgData name="Md. Nahid Hasan" userId="S::nahid@vu.edu.bd::85ea5f9e-65d6-4031-b810-9415101f2e21" providerId="AD" clId="Web-{B4C2672B-3B0D-4136-B0A3-A01D0671BFC8}" dt="2020-12-21T14:04:45.911" v="656"/>
          <ac:inkMkLst>
            <pc:docMk/>
            <pc:sldMk cId="0" sldId="467"/>
            <ac:inkMk id="4" creationId="{15A76F1A-58EB-4DA5-AA26-E9E03F6F5D20}"/>
          </ac:inkMkLst>
        </pc:inkChg>
      </pc:sldChg>
      <pc:sldChg chg="addSp delSp">
        <pc:chgData name="Md. Nahid Hasan" userId="S::nahid@vu.edu.bd::85ea5f9e-65d6-4031-b810-9415101f2e21" providerId="AD" clId="Web-{B4C2672B-3B0D-4136-B0A3-A01D0671BFC8}" dt="2020-12-21T14:06:56.551" v="820"/>
        <pc:sldMkLst>
          <pc:docMk/>
          <pc:sldMk cId="0" sldId="468"/>
        </pc:sldMkLst>
        <pc:inkChg chg="del">
          <ac:chgData name="Md. Nahid Hasan" userId="S::nahid@vu.edu.bd::85ea5f9e-65d6-4031-b810-9415101f2e21" providerId="AD" clId="Web-{B4C2672B-3B0D-4136-B0A3-A01D0671BFC8}" dt="2020-12-21T14:05:04.442" v="754"/>
          <ac:inkMkLst>
            <pc:docMk/>
            <pc:sldMk cId="0" sldId="468"/>
            <ac:inkMk id="2" creationId="{AA5A9F8E-948D-4676-AD34-D52755FDCD8E}"/>
          </ac:inkMkLst>
        </pc:inkChg>
        <pc:inkChg chg="del">
          <ac:chgData name="Md. Nahid Hasan" userId="S::nahid@vu.edu.bd::85ea5f9e-65d6-4031-b810-9415101f2e21" providerId="AD" clId="Web-{B4C2672B-3B0D-4136-B0A3-A01D0671BFC8}" dt="2020-12-21T14:05:04.442" v="753"/>
          <ac:inkMkLst>
            <pc:docMk/>
            <pc:sldMk cId="0" sldId="468"/>
            <ac:inkMk id="4" creationId="{115CB7F0-BEF7-4A11-936A-3C215F726C76}"/>
          </ac:inkMkLst>
        </pc:inkChg>
        <pc:inkChg chg="del">
          <ac:chgData name="Md. Nahid Hasan" userId="S::nahid@vu.edu.bd::85ea5f9e-65d6-4031-b810-9415101f2e21" providerId="AD" clId="Web-{B4C2672B-3B0D-4136-B0A3-A01D0671BFC8}" dt="2020-12-21T14:05:04.426" v="752"/>
          <ac:inkMkLst>
            <pc:docMk/>
            <pc:sldMk cId="0" sldId="468"/>
            <ac:inkMk id="5" creationId="{747C3DCC-1B03-41F7-B537-8C6AF23BB5F3}"/>
          </ac:inkMkLst>
        </pc:inkChg>
        <pc:inkChg chg="del">
          <ac:chgData name="Md. Nahid Hasan" userId="S::nahid@vu.edu.bd::85ea5f9e-65d6-4031-b810-9415101f2e21" providerId="AD" clId="Web-{B4C2672B-3B0D-4136-B0A3-A01D0671BFC8}" dt="2020-12-21T14:05:04.426" v="751"/>
          <ac:inkMkLst>
            <pc:docMk/>
            <pc:sldMk cId="0" sldId="468"/>
            <ac:inkMk id="6" creationId="{CA932686-7BF0-431B-AE75-F3D4D35565BE}"/>
          </ac:inkMkLst>
        </pc:inkChg>
        <pc:inkChg chg="del">
          <ac:chgData name="Md. Nahid Hasan" userId="S::nahid@vu.edu.bd::85ea5f9e-65d6-4031-b810-9415101f2e21" providerId="AD" clId="Web-{B4C2672B-3B0D-4136-B0A3-A01D0671BFC8}" dt="2020-12-21T14:05:04.426" v="750"/>
          <ac:inkMkLst>
            <pc:docMk/>
            <pc:sldMk cId="0" sldId="468"/>
            <ac:inkMk id="7" creationId="{EC987594-AEF3-4190-ACEE-7560EA234D1D}"/>
          </ac:inkMkLst>
        </pc:inkChg>
        <pc:inkChg chg="del">
          <ac:chgData name="Md. Nahid Hasan" userId="S::nahid@vu.edu.bd::85ea5f9e-65d6-4031-b810-9415101f2e21" providerId="AD" clId="Web-{B4C2672B-3B0D-4136-B0A3-A01D0671BFC8}" dt="2020-12-21T14:05:04.426" v="749"/>
          <ac:inkMkLst>
            <pc:docMk/>
            <pc:sldMk cId="0" sldId="468"/>
            <ac:inkMk id="8" creationId="{D8C55AA7-5BC7-440F-99CA-884453CC9971}"/>
          </ac:inkMkLst>
        </pc:inkChg>
        <pc:inkChg chg="del">
          <ac:chgData name="Md. Nahid Hasan" userId="S::nahid@vu.edu.bd::85ea5f9e-65d6-4031-b810-9415101f2e21" providerId="AD" clId="Web-{B4C2672B-3B0D-4136-B0A3-A01D0671BFC8}" dt="2020-12-21T14:05:04.426" v="748"/>
          <ac:inkMkLst>
            <pc:docMk/>
            <pc:sldMk cId="0" sldId="468"/>
            <ac:inkMk id="10" creationId="{F1182F33-BB96-45CB-B5DF-4B603A8B2E7C}"/>
          </ac:inkMkLst>
        </pc:inkChg>
        <pc:inkChg chg="del">
          <ac:chgData name="Md. Nahid Hasan" userId="S::nahid@vu.edu.bd::85ea5f9e-65d6-4031-b810-9415101f2e21" providerId="AD" clId="Web-{B4C2672B-3B0D-4136-B0A3-A01D0671BFC8}" dt="2020-12-21T14:05:04.426" v="747"/>
          <ac:inkMkLst>
            <pc:docMk/>
            <pc:sldMk cId="0" sldId="468"/>
            <ac:inkMk id="11" creationId="{26C64759-F657-48FD-B17B-1C005B950520}"/>
          </ac:inkMkLst>
        </pc:inkChg>
        <pc:inkChg chg="del">
          <ac:chgData name="Md. Nahid Hasan" userId="S::nahid@vu.edu.bd::85ea5f9e-65d6-4031-b810-9415101f2e21" providerId="AD" clId="Web-{B4C2672B-3B0D-4136-B0A3-A01D0671BFC8}" dt="2020-12-21T14:05:04.426" v="746"/>
          <ac:inkMkLst>
            <pc:docMk/>
            <pc:sldMk cId="0" sldId="468"/>
            <ac:inkMk id="12" creationId="{EDCA4D15-D6E4-4DF3-A87A-F93D2D0543A1}"/>
          </ac:inkMkLst>
        </pc:inkChg>
        <pc:inkChg chg="del">
          <ac:chgData name="Md. Nahid Hasan" userId="S::nahid@vu.edu.bd::85ea5f9e-65d6-4031-b810-9415101f2e21" providerId="AD" clId="Web-{B4C2672B-3B0D-4136-B0A3-A01D0671BFC8}" dt="2020-12-21T14:05:04.411" v="745"/>
          <ac:inkMkLst>
            <pc:docMk/>
            <pc:sldMk cId="0" sldId="468"/>
            <ac:inkMk id="13" creationId="{F75E6023-1E7C-4D0E-8BF6-7FF5EE1CCC25}"/>
          </ac:inkMkLst>
        </pc:inkChg>
        <pc:inkChg chg="del">
          <ac:chgData name="Md. Nahid Hasan" userId="S::nahid@vu.edu.bd::85ea5f9e-65d6-4031-b810-9415101f2e21" providerId="AD" clId="Web-{B4C2672B-3B0D-4136-B0A3-A01D0671BFC8}" dt="2020-12-21T14:05:04.411" v="744"/>
          <ac:inkMkLst>
            <pc:docMk/>
            <pc:sldMk cId="0" sldId="468"/>
            <ac:inkMk id="15" creationId="{05C96486-4A4C-4CFF-92A1-1C8D485559FD}"/>
          </ac:inkMkLst>
        </pc:inkChg>
        <pc:inkChg chg="del">
          <ac:chgData name="Md. Nahid Hasan" userId="S::nahid@vu.edu.bd::85ea5f9e-65d6-4031-b810-9415101f2e21" providerId="AD" clId="Web-{B4C2672B-3B0D-4136-B0A3-A01D0671BFC8}" dt="2020-12-21T14:05:04.411" v="743"/>
          <ac:inkMkLst>
            <pc:docMk/>
            <pc:sldMk cId="0" sldId="468"/>
            <ac:inkMk id="16" creationId="{618473FF-7AA2-40AE-9E37-0F3BABDFDE01}"/>
          </ac:inkMkLst>
        </pc:inkChg>
        <pc:inkChg chg="del">
          <ac:chgData name="Md. Nahid Hasan" userId="S::nahid@vu.edu.bd::85ea5f9e-65d6-4031-b810-9415101f2e21" providerId="AD" clId="Web-{B4C2672B-3B0D-4136-B0A3-A01D0671BFC8}" dt="2020-12-21T14:05:04.411" v="742"/>
          <ac:inkMkLst>
            <pc:docMk/>
            <pc:sldMk cId="0" sldId="468"/>
            <ac:inkMk id="17" creationId="{D07E76A4-0C6E-4775-B329-C3F75EE8643D}"/>
          </ac:inkMkLst>
        </pc:inkChg>
        <pc:inkChg chg="del">
          <ac:chgData name="Md. Nahid Hasan" userId="S::nahid@vu.edu.bd::85ea5f9e-65d6-4031-b810-9415101f2e21" providerId="AD" clId="Web-{B4C2672B-3B0D-4136-B0A3-A01D0671BFC8}" dt="2020-12-21T14:05:04.411" v="741"/>
          <ac:inkMkLst>
            <pc:docMk/>
            <pc:sldMk cId="0" sldId="468"/>
            <ac:inkMk id="18" creationId="{546BE47E-C89F-40DB-983C-8B8669F86865}"/>
          </ac:inkMkLst>
        </pc:inkChg>
        <pc:inkChg chg="del">
          <ac:chgData name="Md. Nahid Hasan" userId="S::nahid@vu.edu.bd::85ea5f9e-65d6-4031-b810-9415101f2e21" providerId="AD" clId="Web-{B4C2672B-3B0D-4136-B0A3-A01D0671BFC8}" dt="2020-12-21T14:05:04.411" v="740"/>
          <ac:inkMkLst>
            <pc:docMk/>
            <pc:sldMk cId="0" sldId="468"/>
            <ac:inkMk id="19" creationId="{142D7CF4-541E-4331-AB9F-FAAFE7D693C9}"/>
          </ac:inkMkLst>
        </pc:inkChg>
        <pc:inkChg chg="del">
          <ac:chgData name="Md. Nahid Hasan" userId="S::nahid@vu.edu.bd::85ea5f9e-65d6-4031-b810-9415101f2e21" providerId="AD" clId="Web-{B4C2672B-3B0D-4136-B0A3-A01D0671BFC8}" dt="2020-12-21T14:05:04.411" v="739"/>
          <ac:inkMkLst>
            <pc:docMk/>
            <pc:sldMk cId="0" sldId="468"/>
            <ac:inkMk id="20" creationId="{CFFC8AF6-BE12-45FD-89D5-7AFA9E39735B}"/>
          </ac:inkMkLst>
        </pc:inkChg>
        <pc:inkChg chg="del">
          <ac:chgData name="Md. Nahid Hasan" userId="S::nahid@vu.edu.bd::85ea5f9e-65d6-4031-b810-9415101f2e21" providerId="AD" clId="Web-{B4C2672B-3B0D-4136-B0A3-A01D0671BFC8}" dt="2020-12-21T14:05:04.395" v="738"/>
          <ac:inkMkLst>
            <pc:docMk/>
            <pc:sldMk cId="0" sldId="468"/>
            <ac:inkMk id="21" creationId="{C5777405-F68A-4CEC-923B-F812BD2CA06E}"/>
          </ac:inkMkLst>
        </pc:inkChg>
        <pc:inkChg chg="del">
          <ac:chgData name="Md. Nahid Hasan" userId="S::nahid@vu.edu.bd::85ea5f9e-65d6-4031-b810-9415101f2e21" providerId="AD" clId="Web-{B4C2672B-3B0D-4136-B0A3-A01D0671BFC8}" dt="2020-12-21T14:05:04.395" v="737"/>
          <ac:inkMkLst>
            <pc:docMk/>
            <pc:sldMk cId="0" sldId="468"/>
            <ac:inkMk id="22" creationId="{13B3D54E-7E0E-4698-8F28-AA60D3CC5A8A}"/>
          </ac:inkMkLst>
        </pc:inkChg>
        <pc:inkChg chg="del">
          <ac:chgData name="Md. Nahid Hasan" userId="S::nahid@vu.edu.bd::85ea5f9e-65d6-4031-b810-9415101f2e21" providerId="AD" clId="Web-{B4C2672B-3B0D-4136-B0A3-A01D0671BFC8}" dt="2020-12-21T14:05:04.395" v="736"/>
          <ac:inkMkLst>
            <pc:docMk/>
            <pc:sldMk cId="0" sldId="468"/>
            <ac:inkMk id="23" creationId="{33758EA4-1B9F-4FE7-9F21-B19155B8248B}"/>
          </ac:inkMkLst>
        </pc:inkChg>
        <pc:inkChg chg="del">
          <ac:chgData name="Md. Nahid Hasan" userId="S::nahid@vu.edu.bd::85ea5f9e-65d6-4031-b810-9415101f2e21" providerId="AD" clId="Web-{B4C2672B-3B0D-4136-B0A3-A01D0671BFC8}" dt="2020-12-21T14:05:04.395" v="735"/>
          <ac:inkMkLst>
            <pc:docMk/>
            <pc:sldMk cId="0" sldId="468"/>
            <ac:inkMk id="24" creationId="{9998263A-612F-40BF-8BA4-78B1FFC22EFD}"/>
          </ac:inkMkLst>
        </pc:inkChg>
        <pc:inkChg chg="del">
          <ac:chgData name="Md. Nahid Hasan" userId="S::nahid@vu.edu.bd::85ea5f9e-65d6-4031-b810-9415101f2e21" providerId="AD" clId="Web-{B4C2672B-3B0D-4136-B0A3-A01D0671BFC8}" dt="2020-12-21T14:05:04.395" v="734"/>
          <ac:inkMkLst>
            <pc:docMk/>
            <pc:sldMk cId="0" sldId="468"/>
            <ac:inkMk id="25" creationId="{4E300A43-E374-446C-AF55-CCFE6395DD4E}"/>
          </ac:inkMkLst>
        </pc:inkChg>
        <pc:inkChg chg="del">
          <ac:chgData name="Md. Nahid Hasan" userId="S::nahid@vu.edu.bd::85ea5f9e-65d6-4031-b810-9415101f2e21" providerId="AD" clId="Web-{B4C2672B-3B0D-4136-B0A3-A01D0671BFC8}" dt="2020-12-21T14:05:04.395" v="733"/>
          <ac:inkMkLst>
            <pc:docMk/>
            <pc:sldMk cId="0" sldId="468"/>
            <ac:inkMk id="26" creationId="{09A0E931-99D1-4824-AC95-527A1B585345}"/>
          </ac:inkMkLst>
        </pc:inkChg>
        <pc:inkChg chg="del">
          <ac:chgData name="Md. Nahid Hasan" userId="S::nahid@vu.edu.bd::85ea5f9e-65d6-4031-b810-9415101f2e21" providerId="AD" clId="Web-{B4C2672B-3B0D-4136-B0A3-A01D0671BFC8}" dt="2020-12-21T14:05:04.380" v="732"/>
          <ac:inkMkLst>
            <pc:docMk/>
            <pc:sldMk cId="0" sldId="468"/>
            <ac:inkMk id="27" creationId="{92388F38-0EF7-4B50-AADC-42B10E95902A}"/>
          </ac:inkMkLst>
        </pc:inkChg>
        <pc:inkChg chg="del">
          <ac:chgData name="Md. Nahid Hasan" userId="S::nahid@vu.edu.bd::85ea5f9e-65d6-4031-b810-9415101f2e21" providerId="AD" clId="Web-{B4C2672B-3B0D-4136-B0A3-A01D0671BFC8}" dt="2020-12-21T14:05:04.380" v="731"/>
          <ac:inkMkLst>
            <pc:docMk/>
            <pc:sldMk cId="0" sldId="468"/>
            <ac:inkMk id="28" creationId="{A2D05431-78B2-4569-BCA8-2485916060D1}"/>
          </ac:inkMkLst>
        </pc:inkChg>
        <pc:inkChg chg="del">
          <ac:chgData name="Md. Nahid Hasan" userId="S::nahid@vu.edu.bd::85ea5f9e-65d6-4031-b810-9415101f2e21" providerId="AD" clId="Web-{B4C2672B-3B0D-4136-B0A3-A01D0671BFC8}" dt="2020-12-21T14:05:04.380" v="730"/>
          <ac:inkMkLst>
            <pc:docMk/>
            <pc:sldMk cId="0" sldId="468"/>
            <ac:inkMk id="29" creationId="{770FCF39-7C40-4D47-BE3B-4947604C2A49}"/>
          </ac:inkMkLst>
        </pc:inkChg>
        <pc:inkChg chg="del">
          <ac:chgData name="Md. Nahid Hasan" userId="S::nahid@vu.edu.bd::85ea5f9e-65d6-4031-b810-9415101f2e21" providerId="AD" clId="Web-{B4C2672B-3B0D-4136-B0A3-A01D0671BFC8}" dt="2020-12-21T14:05:04.380" v="729"/>
          <ac:inkMkLst>
            <pc:docMk/>
            <pc:sldMk cId="0" sldId="468"/>
            <ac:inkMk id="30" creationId="{4DAFA88C-842D-4768-B2FD-FB8982B9D942}"/>
          </ac:inkMkLst>
        </pc:inkChg>
        <pc:inkChg chg="del">
          <ac:chgData name="Md. Nahid Hasan" userId="S::nahid@vu.edu.bd::85ea5f9e-65d6-4031-b810-9415101f2e21" providerId="AD" clId="Web-{B4C2672B-3B0D-4136-B0A3-A01D0671BFC8}" dt="2020-12-21T14:05:04.380" v="728"/>
          <ac:inkMkLst>
            <pc:docMk/>
            <pc:sldMk cId="0" sldId="468"/>
            <ac:inkMk id="31" creationId="{31D4A129-B1B4-47B8-8262-2A105BCF4BD5}"/>
          </ac:inkMkLst>
        </pc:inkChg>
        <pc:inkChg chg="del">
          <ac:chgData name="Md. Nahid Hasan" userId="S::nahid@vu.edu.bd::85ea5f9e-65d6-4031-b810-9415101f2e21" providerId="AD" clId="Web-{B4C2672B-3B0D-4136-B0A3-A01D0671BFC8}" dt="2020-12-21T14:05:04.380" v="727"/>
          <ac:inkMkLst>
            <pc:docMk/>
            <pc:sldMk cId="0" sldId="468"/>
            <ac:inkMk id="32" creationId="{B7B4E072-327F-4C3A-9F83-0A13B67AAADB}"/>
          </ac:inkMkLst>
        </pc:inkChg>
        <pc:inkChg chg="del">
          <ac:chgData name="Md. Nahid Hasan" userId="S::nahid@vu.edu.bd::85ea5f9e-65d6-4031-b810-9415101f2e21" providerId="AD" clId="Web-{B4C2672B-3B0D-4136-B0A3-A01D0671BFC8}" dt="2020-12-21T14:05:04.380" v="726"/>
          <ac:inkMkLst>
            <pc:docMk/>
            <pc:sldMk cId="0" sldId="468"/>
            <ac:inkMk id="33" creationId="{932C7633-8B10-42F6-AA45-30D9A380F3EA}"/>
          </ac:inkMkLst>
        </pc:inkChg>
        <pc:inkChg chg="del">
          <ac:chgData name="Md. Nahid Hasan" userId="S::nahid@vu.edu.bd::85ea5f9e-65d6-4031-b810-9415101f2e21" providerId="AD" clId="Web-{B4C2672B-3B0D-4136-B0A3-A01D0671BFC8}" dt="2020-12-21T14:05:04.364" v="725"/>
          <ac:inkMkLst>
            <pc:docMk/>
            <pc:sldMk cId="0" sldId="468"/>
            <ac:inkMk id="34" creationId="{A75D5FE1-AFE7-4F0F-B696-305A4D70F590}"/>
          </ac:inkMkLst>
        </pc:inkChg>
        <pc:inkChg chg="del">
          <ac:chgData name="Md. Nahid Hasan" userId="S::nahid@vu.edu.bd::85ea5f9e-65d6-4031-b810-9415101f2e21" providerId="AD" clId="Web-{B4C2672B-3B0D-4136-B0A3-A01D0671BFC8}" dt="2020-12-21T14:05:04.364" v="724"/>
          <ac:inkMkLst>
            <pc:docMk/>
            <pc:sldMk cId="0" sldId="468"/>
            <ac:inkMk id="35" creationId="{4E345A1F-DCE0-4530-8D51-B821A2600233}"/>
          </ac:inkMkLst>
        </pc:inkChg>
        <pc:inkChg chg="del">
          <ac:chgData name="Md. Nahid Hasan" userId="S::nahid@vu.edu.bd::85ea5f9e-65d6-4031-b810-9415101f2e21" providerId="AD" clId="Web-{B4C2672B-3B0D-4136-B0A3-A01D0671BFC8}" dt="2020-12-21T14:05:04.364" v="723"/>
          <ac:inkMkLst>
            <pc:docMk/>
            <pc:sldMk cId="0" sldId="468"/>
            <ac:inkMk id="37" creationId="{56EEEFB9-2970-4D9C-9254-5A9DB10DD6FE}"/>
          </ac:inkMkLst>
        </pc:inkChg>
        <pc:inkChg chg="del">
          <ac:chgData name="Md. Nahid Hasan" userId="S::nahid@vu.edu.bd::85ea5f9e-65d6-4031-b810-9415101f2e21" providerId="AD" clId="Web-{B4C2672B-3B0D-4136-B0A3-A01D0671BFC8}" dt="2020-12-21T14:05:04.364" v="722"/>
          <ac:inkMkLst>
            <pc:docMk/>
            <pc:sldMk cId="0" sldId="468"/>
            <ac:inkMk id="38" creationId="{B35301D5-387E-42B9-9697-44D4A984DD54}"/>
          </ac:inkMkLst>
        </pc:inkChg>
        <pc:inkChg chg="del">
          <ac:chgData name="Md. Nahid Hasan" userId="S::nahid@vu.edu.bd::85ea5f9e-65d6-4031-b810-9415101f2e21" providerId="AD" clId="Web-{B4C2672B-3B0D-4136-B0A3-A01D0671BFC8}" dt="2020-12-21T14:05:04.364" v="721"/>
          <ac:inkMkLst>
            <pc:docMk/>
            <pc:sldMk cId="0" sldId="468"/>
            <ac:inkMk id="39" creationId="{49227411-927B-42F7-B3BC-36536C725F0E}"/>
          </ac:inkMkLst>
        </pc:inkChg>
        <pc:inkChg chg="del">
          <ac:chgData name="Md. Nahid Hasan" userId="S::nahid@vu.edu.bd::85ea5f9e-65d6-4031-b810-9415101f2e21" providerId="AD" clId="Web-{B4C2672B-3B0D-4136-B0A3-A01D0671BFC8}" dt="2020-12-21T14:05:04.364" v="720"/>
          <ac:inkMkLst>
            <pc:docMk/>
            <pc:sldMk cId="0" sldId="468"/>
            <ac:inkMk id="40" creationId="{E2A9D803-81D8-4FB0-8C4B-49B91C07F144}"/>
          </ac:inkMkLst>
        </pc:inkChg>
        <pc:inkChg chg="del">
          <ac:chgData name="Md. Nahid Hasan" userId="S::nahid@vu.edu.bd::85ea5f9e-65d6-4031-b810-9415101f2e21" providerId="AD" clId="Web-{B4C2672B-3B0D-4136-B0A3-A01D0671BFC8}" dt="2020-12-21T14:05:04.348" v="719"/>
          <ac:inkMkLst>
            <pc:docMk/>
            <pc:sldMk cId="0" sldId="468"/>
            <ac:inkMk id="41" creationId="{D66A4E4D-BC85-4BCC-9EC7-69F23C54645A}"/>
          </ac:inkMkLst>
        </pc:inkChg>
        <pc:inkChg chg="del">
          <ac:chgData name="Md. Nahid Hasan" userId="S::nahid@vu.edu.bd::85ea5f9e-65d6-4031-b810-9415101f2e21" providerId="AD" clId="Web-{B4C2672B-3B0D-4136-B0A3-A01D0671BFC8}" dt="2020-12-21T14:05:04.348" v="718"/>
          <ac:inkMkLst>
            <pc:docMk/>
            <pc:sldMk cId="0" sldId="468"/>
            <ac:inkMk id="42" creationId="{F7910101-B22A-4583-8908-D280A1391FC6}"/>
          </ac:inkMkLst>
        </pc:inkChg>
        <pc:inkChg chg="del">
          <ac:chgData name="Md. Nahid Hasan" userId="S::nahid@vu.edu.bd::85ea5f9e-65d6-4031-b810-9415101f2e21" providerId="AD" clId="Web-{B4C2672B-3B0D-4136-B0A3-A01D0671BFC8}" dt="2020-12-21T14:05:04.348" v="717"/>
          <ac:inkMkLst>
            <pc:docMk/>
            <pc:sldMk cId="0" sldId="468"/>
            <ac:inkMk id="43" creationId="{A6952C46-2054-48B1-9057-2C690147805D}"/>
          </ac:inkMkLst>
        </pc:inkChg>
        <pc:inkChg chg="del">
          <ac:chgData name="Md. Nahid Hasan" userId="S::nahid@vu.edu.bd::85ea5f9e-65d6-4031-b810-9415101f2e21" providerId="AD" clId="Web-{B4C2672B-3B0D-4136-B0A3-A01D0671BFC8}" dt="2020-12-21T14:05:04.348" v="716"/>
          <ac:inkMkLst>
            <pc:docMk/>
            <pc:sldMk cId="0" sldId="468"/>
            <ac:inkMk id="44" creationId="{4E8B1B4F-5738-4B4B-9906-12EF8DFFC7DB}"/>
          </ac:inkMkLst>
        </pc:inkChg>
        <pc:inkChg chg="del">
          <ac:chgData name="Md. Nahid Hasan" userId="S::nahid@vu.edu.bd::85ea5f9e-65d6-4031-b810-9415101f2e21" providerId="AD" clId="Web-{B4C2672B-3B0D-4136-B0A3-A01D0671BFC8}" dt="2020-12-21T14:05:04.348" v="715"/>
          <ac:inkMkLst>
            <pc:docMk/>
            <pc:sldMk cId="0" sldId="468"/>
            <ac:inkMk id="45" creationId="{B07FD8C8-D10C-4C6E-A717-034ECCD60B06}"/>
          </ac:inkMkLst>
        </pc:inkChg>
        <pc:inkChg chg="del">
          <ac:chgData name="Md. Nahid Hasan" userId="S::nahid@vu.edu.bd::85ea5f9e-65d6-4031-b810-9415101f2e21" providerId="AD" clId="Web-{B4C2672B-3B0D-4136-B0A3-A01D0671BFC8}" dt="2020-12-21T14:05:04.348" v="714"/>
          <ac:inkMkLst>
            <pc:docMk/>
            <pc:sldMk cId="0" sldId="468"/>
            <ac:inkMk id="46" creationId="{F37CE9EE-0AAC-48E7-BBAC-D28006FA6E6E}"/>
          </ac:inkMkLst>
        </pc:inkChg>
        <pc:inkChg chg="del">
          <ac:chgData name="Md. Nahid Hasan" userId="S::nahid@vu.edu.bd::85ea5f9e-65d6-4031-b810-9415101f2e21" providerId="AD" clId="Web-{B4C2672B-3B0D-4136-B0A3-A01D0671BFC8}" dt="2020-12-21T14:05:04.333" v="713"/>
          <ac:inkMkLst>
            <pc:docMk/>
            <pc:sldMk cId="0" sldId="468"/>
            <ac:inkMk id="47" creationId="{CFFC34B2-8446-4717-AD5F-42389975DC10}"/>
          </ac:inkMkLst>
        </pc:inkChg>
        <pc:inkChg chg="del">
          <ac:chgData name="Md. Nahid Hasan" userId="S::nahid@vu.edu.bd::85ea5f9e-65d6-4031-b810-9415101f2e21" providerId="AD" clId="Web-{B4C2672B-3B0D-4136-B0A3-A01D0671BFC8}" dt="2020-12-21T14:05:04.333" v="712"/>
          <ac:inkMkLst>
            <pc:docMk/>
            <pc:sldMk cId="0" sldId="468"/>
            <ac:inkMk id="48" creationId="{EB421A0C-234C-4921-9E4E-7A2FFF41D054}"/>
          </ac:inkMkLst>
        </pc:inkChg>
        <pc:inkChg chg="del">
          <ac:chgData name="Md. Nahid Hasan" userId="S::nahid@vu.edu.bd::85ea5f9e-65d6-4031-b810-9415101f2e21" providerId="AD" clId="Web-{B4C2672B-3B0D-4136-B0A3-A01D0671BFC8}" dt="2020-12-21T14:05:04.333" v="711"/>
          <ac:inkMkLst>
            <pc:docMk/>
            <pc:sldMk cId="0" sldId="468"/>
            <ac:inkMk id="49" creationId="{4FEFE6B9-CACF-4CC0-ACA4-8CBBC3FEFFEC}"/>
          </ac:inkMkLst>
        </pc:inkChg>
        <pc:inkChg chg="del">
          <ac:chgData name="Md. Nahid Hasan" userId="S::nahid@vu.edu.bd::85ea5f9e-65d6-4031-b810-9415101f2e21" providerId="AD" clId="Web-{B4C2672B-3B0D-4136-B0A3-A01D0671BFC8}" dt="2020-12-21T14:05:04.333" v="710"/>
          <ac:inkMkLst>
            <pc:docMk/>
            <pc:sldMk cId="0" sldId="468"/>
            <ac:inkMk id="51" creationId="{20C5A8E7-7352-461C-BE1C-850F0D3E39A8}"/>
          </ac:inkMkLst>
        </pc:inkChg>
        <pc:inkChg chg="del">
          <ac:chgData name="Md. Nahid Hasan" userId="S::nahid@vu.edu.bd::85ea5f9e-65d6-4031-b810-9415101f2e21" providerId="AD" clId="Web-{B4C2672B-3B0D-4136-B0A3-A01D0671BFC8}" dt="2020-12-21T14:05:04.333" v="709"/>
          <ac:inkMkLst>
            <pc:docMk/>
            <pc:sldMk cId="0" sldId="468"/>
            <ac:inkMk id="55" creationId="{83A1447F-E3E7-40D8-A7F7-808E13B0ED6A}"/>
          </ac:inkMkLst>
        </pc:inkChg>
        <pc:inkChg chg="del">
          <ac:chgData name="Md. Nahid Hasan" userId="S::nahid@vu.edu.bd::85ea5f9e-65d6-4031-b810-9415101f2e21" providerId="AD" clId="Web-{B4C2672B-3B0D-4136-B0A3-A01D0671BFC8}" dt="2020-12-21T14:05:04.333" v="708"/>
          <ac:inkMkLst>
            <pc:docMk/>
            <pc:sldMk cId="0" sldId="468"/>
            <ac:inkMk id="56" creationId="{9D453595-C634-4110-9CB7-A6242388EB22}"/>
          </ac:inkMkLst>
        </pc:inkChg>
        <pc:inkChg chg="del">
          <ac:chgData name="Md. Nahid Hasan" userId="S::nahid@vu.edu.bd::85ea5f9e-65d6-4031-b810-9415101f2e21" providerId="AD" clId="Web-{B4C2672B-3B0D-4136-B0A3-A01D0671BFC8}" dt="2020-12-21T14:05:04.317" v="707"/>
          <ac:inkMkLst>
            <pc:docMk/>
            <pc:sldMk cId="0" sldId="468"/>
            <ac:inkMk id="57" creationId="{04340CF4-65D2-48D4-9DE8-6FA10E1B17AF}"/>
          </ac:inkMkLst>
        </pc:inkChg>
        <pc:inkChg chg="del">
          <ac:chgData name="Md. Nahid Hasan" userId="S::nahid@vu.edu.bd::85ea5f9e-65d6-4031-b810-9415101f2e21" providerId="AD" clId="Web-{B4C2672B-3B0D-4136-B0A3-A01D0671BFC8}" dt="2020-12-21T14:05:04.317" v="706"/>
          <ac:inkMkLst>
            <pc:docMk/>
            <pc:sldMk cId="0" sldId="468"/>
            <ac:inkMk id="58" creationId="{6CDC90F5-52EB-42A9-A714-874C9B418871}"/>
          </ac:inkMkLst>
        </pc:inkChg>
        <pc:inkChg chg="del">
          <ac:chgData name="Md. Nahid Hasan" userId="S::nahid@vu.edu.bd::85ea5f9e-65d6-4031-b810-9415101f2e21" providerId="AD" clId="Web-{B4C2672B-3B0D-4136-B0A3-A01D0671BFC8}" dt="2020-12-21T14:05:04.317" v="705"/>
          <ac:inkMkLst>
            <pc:docMk/>
            <pc:sldMk cId="0" sldId="468"/>
            <ac:inkMk id="59" creationId="{C5CFA724-C358-4406-83B9-EB2502657AA4}"/>
          </ac:inkMkLst>
        </pc:inkChg>
        <pc:inkChg chg="del">
          <ac:chgData name="Md. Nahid Hasan" userId="S::nahid@vu.edu.bd::85ea5f9e-65d6-4031-b810-9415101f2e21" providerId="AD" clId="Web-{B4C2672B-3B0D-4136-B0A3-A01D0671BFC8}" dt="2020-12-21T14:05:04.442" v="755"/>
          <ac:inkMkLst>
            <pc:docMk/>
            <pc:sldMk cId="0" sldId="468"/>
            <ac:inkMk id="60" creationId="{C8FBC938-06BD-4412-BD5D-08A7082BB9E7}"/>
          </ac:inkMkLst>
        </pc:inkChg>
        <pc:inkChg chg="del">
          <ac:chgData name="Md. Nahid Hasan" userId="S::nahid@vu.edu.bd::85ea5f9e-65d6-4031-b810-9415101f2e21" providerId="AD" clId="Web-{B4C2672B-3B0D-4136-B0A3-A01D0671BFC8}" dt="2020-12-21T14:05:04.317" v="704"/>
          <ac:inkMkLst>
            <pc:docMk/>
            <pc:sldMk cId="0" sldId="468"/>
            <ac:inkMk id="61" creationId="{C4C5BACB-5F3C-4D1C-9EAF-6D64EA65D1E6}"/>
          </ac:inkMkLst>
        </pc:inkChg>
        <pc:inkChg chg="del">
          <ac:chgData name="Md. Nahid Hasan" userId="S::nahid@vu.edu.bd::85ea5f9e-65d6-4031-b810-9415101f2e21" providerId="AD" clId="Web-{B4C2672B-3B0D-4136-B0A3-A01D0671BFC8}" dt="2020-12-21T14:05:04.317" v="703"/>
          <ac:inkMkLst>
            <pc:docMk/>
            <pc:sldMk cId="0" sldId="468"/>
            <ac:inkMk id="62" creationId="{D3CC5BB2-4C9C-4F13-AC80-6C76D048FECA}"/>
          </ac:inkMkLst>
        </pc:inkChg>
        <pc:inkChg chg="del">
          <ac:chgData name="Md. Nahid Hasan" userId="S::nahid@vu.edu.bd::85ea5f9e-65d6-4031-b810-9415101f2e21" providerId="AD" clId="Web-{B4C2672B-3B0D-4136-B0A3-A01D0671BFC8}" dt="2020-12-21T14:05:04.317" v="702"/>
          <ac:inkMkLst>
            <pc:docMk/>
            <pc:sldMk cId="0" sldId="468"/>
            <ac:inkMk id="63" creationId="{356F9B87-B2BE-4D1F-B6BB-F2BACF91137C}"/>
          </ac:inkMkLst>
        </pc:inkChg>
        <pc:inkChg chg="del">
          <ac:chgData name="Md. Nahid Hasan" userId="S::nahid@vu.edu.bd::85ea5f9e-65d6-4031-b810-9415101f2e21" providerId="AD" clId="Web-{B4C2672B-3B0D-4136-B0A3-A01D0671BFC8}" dt="2020-12-21T14:05:04.317" v="701"/>
          <ac:inkMkLst>
            <pc:docMk/>
            <pc:sldMk cId="0" sldId="468"/>
            <ac:inkMk id="51200" creationId="{3A070E48-14BF-4A18-913F-DE6C94B1AC69}"/>
          </ac:inkMkLst>
        </pc:inkChg>
        <pc:inkChg chg="del">
          <ac:chgData name="Md. Nahid Hasan" userId="S::nahid@vu.edu.bd::85ea5f9e-65d6-4031-b810-9415101f2e21" providerId="AD" clId="Web-{B4C2672B-3B0D-4136-B0A3-A01D0671BFC8}" dt="2020-12-21T14:05:04.301" v="700"/>
          <ac:inkMkLst>
            <pc:docMk/>
            <pc:sldMk cId="0" sldId="468"/>
            <ac:inkMk id="51201" creationId="{4B8FEDA6-DBCF-4A69-B2BA-67CB8073E5E5}"/>
          </ac:inkMkLst>
        </pc:inkChg>
        <pc:inkChg chg="del">
          <ac:chgData name="Md. Nahid Hasan" userId="S::nahid@vu.edu.bd::85ea5f9e-65d6-4031-b810-9415101f2e21" providerId="AD" clId="Web-{B4C2672B-3B0D-4136-B0A3-A01D0671BFC8}" dt="2020-12-21T14:05:04.301" v="699"/>
          <ac:inkMkLst>
            <pc:docMk/>
            <pc:sldMk cId="0" sldId="468"/>
            <ac:inkMk id="51203" creationId="{6DD6A2E0-637C-4053-94E6-C7ECC1B54AB7}"/>
          </ac:inkMkLst>
        </pc:inkChg>
        <pc:inkChg chg="del">
          <ac:chgData name="Md. Nahid Hasan" userId="S::nahid@vu.edu.bd::85ea5f9e-65d6-4031-b810-9415101f2e21" providerId="AD" clId="Web-{B4C2672B-3B0D-4136-B0A3-A01D0671BFC8}" dt="2020-12-21T14:05:04.301" v="698"/>
          <ac:inkMkLst>
            <pc:docMk/>
            <pc:sldMk cId="0" sldId="468"/>
            <ac:inkMk id="51204" creationId="{AFEBDAD9-7040-4A69-B304-583A1099BA4B}"/>
          </ac:inkMkLst>
        </pc:inkChg>
        <pc:inkChg chg="del">
          <ac:chgData name="Md. Nahid Hasan" userId="S::nahid@vu.edu.bd::85ea5f9e-65d6-4031-b810-9415101f2e21" providerId="AD" clId="Web-{B4C2672B-3B0D-4136-B0A3-A01D0671BFC8}" dt="2020-12-21T14:05:04.301" v="697"/>
          <ac:inkMkLst>
            <pc:docMk/>
            <pc:sldMk cId="0" sldId="468"/>
            <ac:inkMk id="51205" creationId="{8822D0D7-3FBC-4A98-BB4F-F1DA296C5A4B}"/>
          </ac:inkMkLst>
        </pc:inkChg>
        <pc:inkChg chg="del">
          <ac:chgData name="Md. Nahid Hasan" userId="S::nahid@vu.edu.bd::85ea5f9e-65d6-4031-b810-9415101f2e21" providerId="AD" clId="Web-{B4C2672B-3B0D-4136-B0A3-A01D0671BFC8}" dt="2020-12-21T14:05:04.301" v="696"/>
          <ac:inkMkLst>
            <pc:docMk/>
            <pc:sldMk cId="0" sldId="468"/>
            <ac:inkMk id="51206" creationId="{74056920-4528-4BBF-BAE6-92A5D960F36A}"/>
          </ac:inkMkLst>
        </pc:inkChg>
        <pc:inkChg chg="del">
          <ac:chgData name="Md. Nahid Hasan" userId="S::nahid@vu.edu.bd::85ea5f9e-65d6-4031-b810-9415101f2e21" providerId="AD" clId="Web-{B4C2672B-3B0D-4136-B0A3-A01D0671BFC8}" dt="2020-12-21T14:05:04.301" v="695"/>
          <ac:inkMkLst>
            <pc:docMk/>
            <pc:sldMk cId="0" sldId="468"/>
            <ac:inkMk id="51207" creationId="{6EB3B538-EE9B-4437-95CE-011F93E6056B}"/>
          </ac:inkMkLst>
        </pc:inkChg>
        <pc:inkChg chg="del">
          <ac:chgData name="Md. Nahid Hasan" userId="S::nahid@vu.edu.bd::85ea5f9e-65d6-4031-b810-9415101f2e21" providerId="AD" clId="Web-{B4C2672B-3B0D-4136-B0A3-A01D0671BFC8}" dt="2020-12-21T14:05:04.301" v="694"/>
          <ac:inkMkLst>
            <pc:docMk/>
            <pc:sldMk cId="0" sldId="468"/>
            <ac:inkMk id="51208" creationId="{1014EFAF-CB7A-4F7E-AAD8-960CA7DA74DB}"/>
          </ac:inkMkLst>
        </pc:inkChg>
        <pc:inkChg chg="del">
          <ac:chgData name="Md. Nahid Hasan" userId="S::nahid@vu.edu.bd::85ea5f9e-65d6-4031-b810-9415101f2e21" providerId="AD" clId="Web-{B4C2672B-3B0D-4136-B0A3-A01D0671BFC8}" dt="2020-12-21T14:05:04.286" v="693"/>
          <ac:inkMkLst>
            <pc:docMk/>
            <pc:sldMk cId="0" sldId="468"/>
            <ac:inkMk id="51209" creationId="{2326A6FC-3A5D-4BB8-B42C-D5D4C201AFCC}"/>
          </ac:inkMkLst>
        </pc:inkChg>
        <pc:inkChg chg="del">
          <ac:chgData name="Md. Nahid Hasan" userId="S::nahid@vu.edu.bd::85ea5f9e-65d6-4031-b810-9415101f2e21" providerId="AD" clId="Web-{B4C2672B-3B0D-4136-B0A3-A01D0671BFC8}" dt="2020-12-21T14:05:04.286" v="692"/>
          <ac:inkMkLst>
            <pc:docMk/>
            <pc:sldMk cId="0" sldId="468"/>
            <ac:inkMk id="51210" creationId="{E4C16B36-5B37-462F-A24B-947A0C2F49E9}"/>
          </ac:inkMkLst>
        </pc:inkChg>
        <pc:inkChg chg="del">
          <ac:chgData name="Md. Nahid Hasan" userId="S::nahid@vu.edu.bd::85ea5f9e-65d6-4031-b810-9415101f2e21" providerId="AD" clId="Web-{B4C2672B-3B0D-4136-B0A3-A01D0671BFC8}" dt="2020-12-21T14:05:04.286" v="691"/>
          <ac:inkMkLst>
            <pc:docMk/>
            <pc:sldMk cId="0" sldId="468"/>
            <ac:inkMk id="51211" creationId="{13EC7CFF-4B28-4C3F-8418-365AC46BE904}"/>
          </ac:inkMkLst>
        </pc:inkChg>
        <pc:inkChg chg="del">
          <ac:chgData name="Md. Nahid Hasan" userId="S::nahid@vu.edu.bd::85ea5f9e-65d6-4031-b810-9415101f2e21" providerId="AD" clId="Web-{B4C2672B-3B0D-4136-B0A3-A01D0671BFC8}" dt="2020-12-21T14:05:04.286" v="690"/>
          <ac:inkMkLst>
            <pc:docMk/>
            <pc:sldMk cId="0" sldId="468"/>
            <ac:inkMk id="51212" creationId="{3FD3668F-5258-40B4-856D-2BA5C7E9AF4A}"/>
          </ac:inkMkLst>
        </pc:inkChg>
        <pc:inkChg chg="del">
          <ac:chgData name="Md. Nahid Hasan" userId="S::nahid@vu.edu.bd::85ea5f9e-65d6-4031-b810-9415101f2e21" providerId="AD" clId="Web-{B4C2672B-3B0D-4136-B0A3-A01D0671BFC8}" dt="2020-12-21T14:05:04.286" v="689"/>
          <ac:inkMkLst>
            <pc:docMk/>
            <pc:sldMk cId="0" sldId="468"/>
            <ac:inkMk id="51213" creationId="{85596B54-EAB4-4D70-B6EE-C6891B17556E}"/>
          </ac:inkMkLst>
        </pc:inkChg>
        <pc:inkChg chg="del">
          <ac:chgData name="Md. Nahid Hasan" userId="S::nahid@vu.edu.bd::85ea5f9e-65d6-4031-b810-9415101f2e21" providerId="AD" clId="Web-{B4C2672B-3B0D-4136-B0A3-A01D0671BFC8}" dt="2020-12-21T14:05:04.286" v="688"/>
          <ac:inkMkLst>
            <pc:docMk/>
            <pc:sldMk cId="0" sldId="468"/>
            <ac:inkMk id="51214" creationId="{74C6E83D-5D18-4FD3-8D18-4AEFD47A9FAA}"/>
          </ac:inkMkLst>
        </pc:inkChg>
        <pc:inkChg chg="del">
          <ac:chgData name="Md. Nahid Hasan" userId="S::nahid@vu.edu.bd::85ea5f9e-65d6-4031-b810-9415101f2e21" providerId="AD" clId="Web-{B4C2672B-3B0D-4136-B0A3-A01D0671BFC8}" dt="2020-12-21T14:05:04.270" v="687"/>
          <ac:inkMkLst>
            <pc:docMk/>
            <pc:sldMk cId="0" sldId="468"/>
            <ac:inkMk id="51215" creationId="{DE23CEA6-CBB1-4C1B-B7B9-D984D0C3150C}"/>
          </ac:inkMkLst>
        </pc:inkChg>
        <pc:inkChg chg="del">
          <ac:chgData name="Md. Nahid Hasan" userId="S::nahid@vu.edu.bd::85ea5f9e-65d6-4031-b810-9415101f2e21" providerId="AD" clId="Web-{B4C2672B-3B0D-4136-B0A3-A01D0671BFC8}" dt="2020-12-21T14:05:04.270" v="686"/>
          <ac:inkMkLst>
            <pc:docMk/>
            <pc:sldMk cId="0" sldId="468"/>
            <ac:inkMk id="51216" creationId="{9ACD6801-DDE7-4C77-A52F-281CF8973FC8}"/>
          </ac:inkMkLst>
        </pc:inkChg>
        <pc:inkChg chg="del">
          <ac:chgData name="Md. Nahid Hasan" userId="S::nahid@vu.edu.bd::85ea5f9e-65d6-4031-b810-9415101f2e21" providerId="AD" clId="Web-{B4C2672B-3B0D-4136-B0A3-A01D0671BFC8}" dt="2020-12-21T14:05:04.270" v="685"/>
          <ac:inkMkLst>
            <pc:docMk/>
            <pc:sldMk cId="0" sldId="468"/>
            <ac:inkMk id="51217" creationId="{E2FED491-C71A-47A0-98EF-0E891B3173A4}"/>
          </ac:inkMkLst>
        </pc:inkChg>
        <pc:inkChg chg="del">
          <ac:chgData name="Md. Nahid Hasan" userId="S::nahid@vu.edu.bd::85ea5f9e-65d6-4031-b810-9415101f2e21" providerId="AD" clId="Web-{B4C2672B-3B0D-4136-B0A3-A01D0671BFC8}" dt="2020-12-21T14:05:04.270" v="684"/>
          <ac:inkMkLst>
            <pc:docMk/>
            <pc:sldMk cId="0" sldId="468"/>
            <ac:inkMk id="51218" creationId="{F08A0C0C-2675-4C83-8E4E-BE8EF4873F4C}"/>
          </ac:inkMkLst>
        </pc:inkChg>
        <pc:inkChg chg="del">
          <ac:chgData name="Md. Nahid Hasan" userId="S::nahid@vu.edu.bd::85ea5f9e-65d6-4031-b810-9415101f2e21" providerId="AD" clId="Web-{B4C2672B-3B0D-4136-B0A3-A01D0671BFC8}" dt="2020-12-21T14:05:04.270" v="683"/>
          <ac:inkMkLst>
            <pc:docMk/>
            <pc:sldMk cId="0" sldId="468"/>
            <ac:inkMk id="51219" creationId="{5223000A-3049-49CB-8A97-37630678FF2D}"/>
          </ac:inkMkLst>
        </pc:inkChg>
        <pc:inkChg chg="del">
          <ac:chgData name="Md. Nahid Hasan" userId="S::nahid@vu.edu.bd::85ea5f9e-65d6-4031-b810-9415101f2e21" providerId="AD" clId="Web-{B4C2672B-3B0D-4136-B0A3-A01D0671BFC8}" dt="2020-12-21T14:05:04.270" v="682"/>
          <ac:inkMkLst>
            <pc:docMk/>
            <pc:sldMk cId="0" sldId="468"/>
            <ac:inkMk id="51220" creationId="{3A9B604F-21D5-450E-ADED-B16489517CE8}"/>
          </ac:inkMkLst>
        </pc:inkChg>
        <pc:inkChg chg="del">
          <ac:chgData name="Md. Nahid Hasan" userId="S::nahid@vu.edu.bd::85ea5f9e-65d6-4031-b810-9415101f2e21" providerId="AD" clId="Web-{B4C2672B-3B0D-4136-B0A3-A01D0671BFC8}" dt="2020-12-21T14:05:04.270" v="681"/>
          <ac:inkMkLst>
            <pc:docMk/>
            <pc:sldMk cId="0" sldId="468"/>
            <ac:inkMk id="51221" creationId="{7C37C96E-9E30-4FCF-8825-FA81EC6A5AB9}"/>
          </ac:inkMkLst>
        </pc:inkChg>
        <pc:inkChg chg="del">
          <ac:chgData name="Md. Nahid Hasan" userId="S::nahid@vu.edu.bd::85ea5f9e-65d6-4031-b810-9415101f2e21" providerId="AD" clId="Web-{B4C2672B-3B0D-4136-B0A3-A01D0671BFC8}" dt="2020-12-21T14:05:04.255" v="680"/>
          <ac:inkMkLst>
            <pc:docMk/>
            <pc:sldMk cId="0" sldId="468"/>
            <ac:inkMk id="51222" creationId="{CBEFEA2A-D7D7-4677-A569-C2CAE1905F7C}"/>
          </ac:inkMkLst>
        </pc:inkChg>
        <pc:inkChg chg="del">
          <ac:chgData name="Md. Nahid Hasan" userId="S::nahid@vu.edu.bd::85ea5f9e-65d6-4031-b810-9415101f2e21" providerId="AD" clId="Web-{B4C2672B-3B0D-4136-B0A3-A01D0671BFC8}" dt="2020-12-21T14:05:04.255" v="679"/>
          <ac:inkMkLst>
            <pc:docMk/>
            <pc:sldMk cId="0" sldId="468"/>
            <ac:inkMk id="51223" creationId="{77B29A6F-876F-4EE6-9EBD-74284CFDEEE3}"/>
          </ac:inkMkLst>
        </pc:inkChg>
        <pc:inkChg chg="del">
          <ac:chgData name="Md. Nahid Hasan" userId="S::nahid@vu.edu.bd::85ea5f9e-65d6-4031-b810-9415101f2e21" providerId="AD" clId="Web-{B4C2672B-3B0D-4136-B0A3-A01D0671BFC8}" dt="2020-12-21T14:05:04.255" v="678"/>
          <ac:inkMkLst>
            <pc:docMk/>
            <pc:sldMk cId="0" sldId="468"/>
            <ac:inkMk id="51224" creationId="{E062E179-2D2E-4B74-91E3-6A033101978A}"/>
          </ac:inkMkLst>
        </pc:inkChg>
        <pc:inkChg chg="del">
          <ac:chgData name="Md. Nahid Hasan" userId="S::nahid@vu.edu.bd::85ea5f9e-65d6-4031-b810-9415101f2e21" providerId="AD" clId="Web-{B4C2672B-3B0D-4136-B0A3-A01D0671BFC8}" dt="2020-12-21T14:05:04.255" v="677"/>
          <ac:inkMkLst>
            <pc:docMk/>
            <pc:sldMk cId="0" sldId="468"/>
            <ac:inkMk id="51225" creationId="{016D4127-7841-45E3-B072-DE9A870798CC}"/>
          </ac:inkMkLst>
        </pc:inkChg>
        <pc:inkChg chg="del">
          <ac:chgData name="Md. Nahid Hasan" userId="S::nahid@vu.edu.bd::85ea5f9e-65d6-4031-b810-9415101f2e21" providerId="AD" clId="Web-{B4C2672B-3B0D-4136-B0A3-A01D0671BFC8}" dt="2020-12-21T14:05:04.255" v="676"/>
          <ac:inkMkLst>
            <pc:docMk/>
            <pc:sldMk cId="0" sldId="468"/>
            <ac:inkMk id="51226" creationId="{A58038E1-1135-4F5F-8592-CE8EB65F95FA}"/>
          </ac:inkMkLst>
        </pc:inkChg>
        <pc:inkChg chg="del">
          <ac:chgData name="Md. Nahid Hasan" userId="S::nahid@vu.edu.bd::85ea5f9e-65d6-4031-b810-9415101f2e21" providerId="AD" clId="Web-{B4C2672B-3B0D-4136-B0A3-A01D0671BFC8}" dt="2020-12-21T14:05:04.255" v="675"/>
          <ac:inkMkLst>
            <pc:docMk/>
            <pc:sldMk cId="0" sldId="468"/>
            <ac:inkMk id="51227" creationId="{8E0FC992-EEB2-4E57-A67A-5F22FAE31AF1}"/>
          </ac:inkMkLst>
        </pc:inkChg>
        <pc:inkChg chg="del">
          <ac:chgData name="Md. Nahid Hasan" userId="S::nahid@vu.edu.bd::85ea5f9e-65d6-4031-b810-9415101f2e21" providerId="AD" clId="Web-{B4C2672B-3B0D-4136-B0A3-A01D0671BFC8}" dt="2020-12-21T14:05:04.239" v="674"/>
          <ac:inkMkLst>
            <pc:docMk/>
            <pc:sldMk cId="0" sldId="468"/>
            <ac:inkMk id="51228" creationId="{32D34C29-7511-4E0F-9C26-D16D8BC6D9A5}"/>
          </ac:inkMkLst>
        </pc:inkChg>
        <pc:inkChg chg="del">
          <ac:chgData name="Md. Nahid Hasan" userId="S::nahid@vu.edu.bd::85ea5f9e-65d6-4031-b810-9415101f2e21" providerId="AD" clId="Web-{B4C2672B-3B0D-4136-B0A3-A01D0671BFC8}" dt="2020-12-21T14:05:04.239" v="673"/>
          <ac:inkMkLst>
            <pc:docMk/>
            <pc:sldMk cId="0" sldId="468"/>
            <ac:inkMk id="51229" creationId="{986D3958-79BE-4D10-A4F8-E3BA5211B8D3}"/>
          </ac:inkMkLst>
        </pc:inkChg>
        <pc:inkChg chg="del">
          <ac:chgData name="Md. Nahid Hasan" userId="S::nahid@vu.edu.bd::85ea5f9e-65d6-4031-b810-9415101f2e21" providerId="AD" clId="Web-{B4C2672B-3B0D-4136-B0A3-A01D0671BFC8}" dt="2020-12-21T14:05:04.239" v="672"/>
          <ac:inkMkLst>
            <pc:docMk/>
            <pc:sldMk cId="0" sldId="468"/>
            <ac:inkMk id="51230" creationId="{8B85EB4A-C317-4235-9CE5-1BBF7A3545C4}"/>
          </ac:inkMkLst>
        </pc:inkChg>
        <pc:inkChg chg="del">
          <ac:chgData name="Md. Nahid Hasan" userId="S::nahid@vu.edu.bd::85ea5f9e-65d6-4031-b810-9415101f2e21" providerId="AD" clId="Web-{B4C2672B-3B0D-4136-B0A3-A01D0671BFC8}" dt="2020-12-21T14:05:04.239" v="671"/>
          <ac:inkMkLst>
            <pc:docMk/>
            <pc:sldMk cId="0" sldId="468"/>
            <ac:inkMk id="51231" creationId="{D2F295EF-079F-44CB-82F4-B4BE4C9E5540}"/>
          </ac:inkMkLst>
        </pc:inkChg>
        <pc:inkChg chg="del">
          <ac:chgData name="Md. Nahid Hasan" userId="S::nahid@vu.edu.bd::85ea5f9e-65d6-4031-b810-9415101f2e21" providerId="AD" clId="Web-{B4C2672B-3B0D-4136-B0A3-A01D0671BFC8}" dt="2020-12-21T14:05:04.239" v="670"/>
          <ac:inkMkLst>
            <pc:docMk/>
            <pc:sldMk cId="0" sldId="468"/>
            <ac:inkMk id="51232" creationId="{FAA5AD45-CF8C-4C59-8BB5-0AEB52AB9FD3}"/>
          </ac:inkMkLst>
        </pc:inkChg>
        <pc:inkChg chg="del">
          <ac:chgData name="Md. Nahid Hasan" userId="S::nahid@vu.edu.bd::85ea5f9e-65d6-4031-b810-9415101f2e21" providerId="AD" clId="Web-{B4C2672B-3B0D-4136-B0A3-A01D0671BFC8}" dt="2020-12-21T14:05:04.239" v="669"/>
          <ac:inkMkLst>
            <pc:docMk/>
            <pc:sldMk cId="0" sldId="468"/>
            <ac:inkMk id="51233" creationId="{AD72E06D-69BB-4DB5-9A27-1B4402C9AB40}"/>
          </ac:inkMkLst>
        </pc:inkChg>
        <pc:inkChg chg="del">
          <ac:chgData name="Md. Nahid Hasan" userId="S::nahid@vu.edu.bd::85ea5f9e-65d6-4031-b810-9415101f2e21" providerId="AD" clId="Web-{B4C2672B-3B0D-4136-B0A3-A01D0671BFC8}" dt="2020-12-21T14:05:04.223" v="668"/>
          <ac:inkMkLst>
            <pc:docMk/>
            <pc:sldMk cId="0" sldId="468"/>
            <ac:inkMk id="51234" creationId="{623F9540-FCD6-4034-8476-618F503FE245}"/>
          </ac:inkMkLst>
        </pc:inkChg>
        <pc:inkChg chg="del">
          <ac:chgData name="Md. Nahid Hasan" userId="S::nahid@vu.edu.bd::85ea5f9e-65d6-4031-b810-9415101f2e21" providerId="AD" clId="Web-{B4C2672B-3B0D-4136-B0A3-A01D0671BFC8}" dt="2020-12-21T14:05:04.223" v="667"/>
          <ac:inkMkLst>
            <pc:docMk/>
            <pc:sldMk cId="0" sldId="468"/>
            <ac:inkMk id="51235" creationId="{47E90352-FA8B-4C89-B371-CEDCF5A93327}"/>
          </ac:inkMkLst>
        </pc:inkChg>
        <pc:inkChg chg="del">
          <ac:chgData name="Md. Nahid Hasan" userId="S::nahid@vu.edu.bd::85ea5f9e-65d6-4031-b810-9415101f2e21" providerId="AD" clId="Web-{B4C2672B-3B0D-4136-B0A3-A01D0671BFC8}" dt="2020-12-21T14:05:04.223" v="666"/>
          <ac:inkMkLst>
            <pc:docMk/>
            <pc:sldMk cId="0" sldId="468"/>
            <ac:inkMk id="51236" creationId="{8B4DCAF5-0601-4D8D-9A74-D0ABF4A66A21}"/>
          </ac:inkMkLst>
        </pc:inkChg>
        <pc:inkChg chg="del">
          <ac:chgData name="Md. Nahid Hasan" userId="S::nahid@vu.edu.bd::85ea5f9e-65d6-4031-b810-9415101f2e21" providerId="AD" clId="Web-{B4C2672B-3B0D-4136-B0A3-A01D0671BFC8}" dt="2020-12-21T14:05:04.223" v="665"/>
          <ac:inkMkLst>
            <pc:docMk/>
            <pc:sldMk cId="0" sldId="468"/>
            <ac:inkMk id="51237" creationId="{82498E6E-CBD7-4FDF-BC9A-684A072B6C97}"/>
          </ac:inkMkLst>
        </pc:inkChg>
        <pc:inkChg chg="del">
          <ac:chgData name="Md. Nahid Hasan" userId="S::nahid@vu.edu.bd::85ea5f9e-65d6-4031-b810-9415101f2e21" providerId="AD" clId="Web-{B4C2672B-3B0D-4136-B0A3-A01D0671BFC8}" dt="2020-12-21T14:05:04.223" v="664"/>
          <ac:inkMkLst>
            <pc:docMk/>
            <pc:sldMk cId="0" sldId="468"/>
            <ac:inkMk id="51238" creationId="{23A3C3E3-6482-4C8D-BC84-EE05BD73A351}"/>
          </ac:inkMkLst>
        </pc:inkChg>
        <pc:inkChg chg="del">
          <ac:chgData name="Md. Nahid Hasan" userId="S::nahid@vu.edu.bd::85ea5f9e-65d6-4031-b810-9415101f2e21" providerId="AD" clId="Web-{B4C2672B-3B0D-4136-B0A3-A01D0671BFC8}" dt="2020-12-21T14:05:04.223" v="663"/>
          <ac:inkMkLst>
            <pc:docMk/>
            <pc:sldMk cId="0" sldId="468"/>
            <ac:inkMk id="51239" creationId="{2181265C-47F5-4FAB-A7BC-AE108FEA1BFC}"/>
          </ac:inkMkLst>
        </pc:inkChg>
        <pc:inkChg chg="del">
          <ac:chgData name="Md. Nahid Hasan" userId="S::nahid@vu.edu.bd::85ea5f9e-65d6-4031-b810-9415101f2e21" providerId="AD" clId="Web-{B4C2672B-3B0D-4136-B0A3-A01D0671BFC8}" dt="2020-12-21T14:05:04.208" v="662"/>
          <ac:inkMkLst>
            <pc:docMk/>
            <pc:sldMk cId="0" sldId="468"/>
            <ac:inkMk id="51240" creationId="{863476CB-F21C-44BC-9242-8C74E844B8B9}"/>
          </ac:inkMkLst>
        </pc:inkChg>
        <pc:inkChg chg="del">
          <ac:chgData name="Md. Nahid Hasan" userId="S::nahid@vu.edu.bd::85ea5f9e-65d6-4031-b810-9415101f2e21" providerId="AD" clId="Web-{B4C2672B-3B0D-4136-B0A3-A01D0671BFC8}" dt="2020-12-21T14:05:04.208" v="661"/>
          <ac:inkMkLst>
            <pc:docMk/>
            <pc:sldMk cId="0" sldId="468"/>
            <ac:inkMk id="51241" creationId="{BD9E1B8F-F46E-4148-A2F8-8966EEB23E58}"/>
          </ac:inkMkLst>
        </pc:inkChg>
        <pc:inkChg chg="del">
          <ac:chgData name="Md. Nahid Hasan" userId="S::nahid@vu.edu.bd::85ea5f9e-65d6-4031-b810-9415101f2e21" providerId="AD" clId="Web-{B4C2672B-3B0D-4136-B0A3-A01D0671BFC8}" dt="2020-12-21T14:05:04.208" v="660"/>
          <ac:inkMkLst>
            <pc:docMk/>
            <pc:sldMk cId="0" sldId="468"/>
            <ac:inkMk id="51242" creationId="{29499439-EC37-4081-B1D0-EDB153770B5B}"/>
          </ac:inkMkLst>
        </pc:inkChg>
        <pc:inkChg chg="del">
          <ac:chgData name="Md. Nahid Hasan" userId="S::nahid@vu.edu.bd::85ea5f9e-65d6-4031-b810-9415101f2e21" providerId="AD" clId="Web-{B4C2672B-3B0D-4136-B0A3-A01D0671BFC8}" dt="2020-12-21T14:05:04.208" v="659"/>
          <ac:inkMkLst>
            <pc:docMk/>
            <pc:sldMk cId="0" sldId="468"/>
            <ac:inkMk id="51243" creationId="{049BD676-4D68-4692-9108-D1CCE49A6C45}"/>
          </ac:inkMkLst>
        </pc:inkChg>
        <pc:inkChg chg="add del">
          <ac:chgData name="Md. Nahid Hasan" userId="S::nahid@vu.edu.bd::85ea5f9e-65d6-4031-b810-9415101f2e21" providerId="AD" clId="Web-{B4C2672B-3B0D-4136-B0A3-A01D0671BFC8}" dt="2020-12-21T14:05:04.208" v="658"/>
          <ac:inkMkLst>
            <pc:docMk/>
            <pc:sldMk cId="0" sldId="468"/>
            <ac:inkMk id="51244" creationId="{263A8334-7BF7-411E-A566-F4FB7D59EF12}"/>
          </ac:inkMkLst>
        </pc:inkChg>
        <pc:inkChg chg="add">
          <ac:chgData name="Md. Nahid Hasan" userId="S::nahid@vu.edu.bd::85ea5f9e-65d6-4031-b810-9415101f2e21" providerId="AD" clId="Web-{B4C2672B-3B0D-4136-B0A3-A01D0671BFC8}" dt="2020-12-21T14:05:09.598" v="756"/>
          <ac:inkMkLst>
            <pc:docMk/>
            <pc:sldMk cId="0" sldId="468"/>
            <ac:inkMk id="51245" creationId="{EF276CC7-81D4-4DE8-81F5-27C094C585BC}"/>
          </ac:inkMkLst>
        </pc:inkChg>
        <pc:inkChg chg="add">
          <ac:chgData name="Md. Nahid Hasan" userId="S::nahid@vu.edu.bd::85ea5f9e-65d6-4031-b810-9415101f2e21" providerId="AD" clId="Web-{B4C2672B-3B0D-4136-B0A3-A01D0671BFC8}" dt="2020-12-21T14:05:16.442" v="757"/>
          <ac:inkMkLst>
            <pc:docMk/>
            <pc:sldMk cId="0" sldId="468"/>
            <ac:inkMk id="51246" creationId="{6EDE865E-688E-41A9-962D-01255D660C0B}"/>
          </ac:inkMkLst>
        </pc:inkChg>
        <pc:inkChg chg="add">
          <ac:chgData name="Md. Nahid Hasan" userId="S::nahid@vu.edu.bd::85ea5f9e-65d6-4031-b810-9415101f2e21" providerId="AD" clId="Web-{B4C2672B-3B0D-4136-B0A3-A01D0671BFC8}" dt="2020-12-21T14:05:20.880" v="758"/>
          <ac:inkMkLst>
            <pc:docMk/>
            <pc:sldMk cId="0" sldId="468"/>
            <ac:inkMk id="51247" creationId="{9871460D-DC30-4983-B5F3-2FC4BA641BB3}"/>
          </ac:inkMkLst>
        </pc:inkChg>
        <pc:inkChg chg="add">
          <ac:chgData name="Md. Nahid Hasan" userId="S::nahid@vu.edu.bd::85ea5f9e-65d6-4031-b810-9415101f2e21" providerId="AD" clId="Web-{B4C2672B-3B0D-4136-B0A3-A01D0671BFC8}" dt="2020-12-21T14:05:21.926" v="759"/>
          <ac:inkMkLst>
            <pc:docMk/>
            <pc:sldMk cId="0" sldId="468"/>
            <ac:inkMk id="51248" creationId="{56DC8114-2736-4E6C-996D-7B77E210A939}"/>
          </ac:inkMkLst>
        </pc:inkChg>
        <pc:inkChg chg="add">
          <ac:chgData name="Md. Nahid Hasan" userId="S::nahid@vu.edu.bd::85ea5f9e-65d6-4031-b810-9415101f2e21" providerId="AD" clId="Web-{B4C2672B-3B0D-4136-B0A3-A01D0671BFC8}" dt="2020-12-21T14:05:24.176" v="760"/>
          <ac:inkMkLst>
            <pc:docMk/>
            <pc:sldMk cId="0" sldId="468"/>
            <ac:inkMk id="51249" creationId="{3FA500BE-F37A-4A43-B30D-96EC92191088}"/>
          </ac:inkMkLst>
        </pc:inkChg>
        <pc:inkChg chg="add">
          <ac:chgData name="Md. Nahid Hasan" userId="S::nahid@vu.edu.bd::85ea5f9e-65d6-4031-b810-9415101f2e21" providerId="AD" clId="Web-{B4C2672B-3B0D-4136-B0A3-A01D0671BFC8}" dt="2020-12-21T14:05:25.176" v="761"/>
          <ac:inkMkLst>
            <pc:docMk/>
            <pc:sldMk cId="0" sldId="468"/>
            <ac:inkMk id="51250" creationId="{3F0A798E-3626-42CE-8DEB-BE82DB6C0390}"/>
          </ac:inkMkLst>
        </pc:inkChg>
        <pc:inkChg chg="add">
          <ac:chgData name="Md. Nahid Hasan" userId="S::nahid@vu.edu.bd::85ea5f9e-65d6-4031-b810-9415101f2e21" providerId="AD" clId="Web-{B4C2672B-3B0D-4136-B0A3-A01D0671BFC8}" dt="2020-12-21T14:05:26.630" v="762"/>
          <ac:inkMkLst>
            <pc:docMk/>
            <pc:sldMk cId="0" sldId="468"/>
            <ac:inkMk id="51251" creationId="{9310C142-36DC-4649-94FA-3F137D6DCA70}"/>
          </ac:inkMkLst>
        </pc:inkChg>
        <pc:inkChg chg="add">
          <ac:chgData name="Md. Nahid Hasan" userId="S::nahid@vu.edu.bd::85ea5f9e-65d6-4031-b810-9415101f2e21" providerId="AD" clId="Web-{B4C2672B-3B0D-4136-B0A3-A01D0671BFC8}" dt="2020-12-21T14:05:26.645" v="763"/>
          <ac:inkMkLst>
            <pc:docMk/>
            <pc:sldMk cId="0" sldId="468"/>
            <ac:inkMk id="51252" creationId="{DF479BD9-930F-45A1-B16B-CDCFE60F0400}"/>
          </ac:inkMkLst>
        </pc:inkChg>
        <pc:inkChg chg="add">
          <ac:chgData name="Md. Nahid Hasan" userId="S::nahid@vu.edu.bd::85ea5f9e-65d6-4031-b810-9415101f2e21" providerId="AD" clId="Web-{B4C2672B-3B0D-4136-B0A3-A01D0671BFC8}" dt="2020-12-21T14:05:27.770" v="764"/>
          <ac:inkMkLst>
            <pc:docMk/>
            <pc:sldMk cId="0" sldId="468"/>
            <ac:inkMk id="51253" creationId="{6F5CE3A4-D8BA-45FC-8DB0-7D23078EC9C0}"/>
          </ac:inkMkLst>
        </pc:inkChg>
        <pc:inkChg chg="add">
          <ac:chgData name="Md. Nahid Hasan" userId="S::nahid@vu.edu.bd::85ea5f9e-65d6-4031-b810-9415101f2e21" providerId="AD" clId="Web-{B4C2672B-3B0D-4136-B0A3-A01D0671BFC8}" dt="2020-12-21T14:05:27.786" v="765"/>
          <ac:inkMkLst>
            <pc:docMk/>
            <pc:sldMk cId="0" sldId="468"/>
            <ac:inkMk id="51254" creationId="{665971EF-050A-4C48-B408-6ED35D972A8D}"/>
          </ac:inkMkLst>
        </pc:inkChg>
        <pc:inkChg chg="add">
          <ac:chgData name="Md. Nahid Hasan" userId="S::nahid@vu.edu.bd::85ea5f9e-65d6-4031-b810-9415101f2e21" providerId="AD" clId="Web-{B4C2672B-3B0D-4136-B0A3-A01D0671BFC8}" dt="2020-12-21T14:05:34.630" v="766"/>
          <ac:inkMkLst>
            <pc:docMk/>
            <pc:sldMk cId="0" sldId="468"/>
            <ac:inkMk id="51255" creationId="{F920DCF5-D909-4F41-BFF7-557000F13355}"/>
          </ac:inkMkLst>
        </pc:inkChg>
        <pc:inkChg chg="add">
          <ac:chgData name="Md. Nahid Hasan" userId="S::nahid@vu.edu.bd::85ea5f9e-65d6-4031-b810-9415101f2e21" providerId="AD" clId="Web-{B4C2672B-3B0D-4136-B0A3-A01D0671BFC8}" dt="2020-12-21T14:05:46.098" v="767"/>
          <ac:inkMkLst>
            <pc:docMk/>
            <pc:sldMk cId="0" sldId="468"/>
            <ac:inkMk id="51256" creationId="{EFDF7236-8E7E-4E28-9DC9-006D21FB04DC}"/>
          </ac:inkMkLst>
        </pc:inkChg>
        <pc:inkChg chg="add">
          <ac:chgData name="Md. Nahid Hasan" userId="S::nahid@vu.edu.bd::85ea5f9e-65d6-4031-b810-9415101f2e21" providerId="AD" clId="Web-{B4C2672B-3B0D-4136-B0A3-A01D0671BFC8}" dt="2020-12-21T14:05:46.114" v="768"/>
          <ac:inkMkLst>
            <pc:docMk/>
            <pc:sldMk cId="0" sldId="468"/>
            <ac:inkMk id="51257" creationId="{A9EC5BC9-48B0-41AF-A7EF-43FDFEB1E697}"/>
          </ac:inkMkLst>
        </pc:inkChg>
        <pc:inkChg chg="add">
          <ac:chgData name="Md. Nahid Hasan" userId="S::nahid@vu.edu.bd::85ea5f9e-65d6-4031-b810-9415101f2e21" providerId="AD" clId="Web-{B4C2672B-3B0D-4136-B0A3-A01D0671BFC8}" dt="2020-12-21T14:05:46.129" v="769"/>
          <ac:inkMkLst>
            <pc:docMk/>
            <pc:sldMk cId="0" sldId="468"/>
            <ac:inkMk id="51258" creationId="{DA1928BF-5A90-4573-863B-622BF07D8403}"/>
          </ac:inkMkLst>
        </pc:inkChg>
        <pc:inkChg chg="add">
          <ac:chgData name="Md. Nahid Hasan" userId="S::nahid@vu.edu.bd::85ea5f9e-65d6-4031-b810-9415101f2e21" providerId="AD" clId="Web-{B4C2672B-3B0D-4136-B0A3-A01D0671BFC8}" dt="2020-12-21T14:05:46.145" v="770"/>
          <ac:inkMkLst>
            <pc:docMk/>
            <pc:sldMk cId="0" sldId="468"/>
            <ac:inkMk id="51259" creationId="{862B6C53-6696-4098-81A0-5D98F3432592}"/>
          </ac:inkMkLst>
        </pc:inkChg>
        <pc:inkChg chg="add">
          <ac:chgData name="Md. Nahid Hasan" userId="S::nahid@vu.edu.bd::85ea5f9e-65d6-4031-b810-9415101f2e21" providerId="AD" clId="Web-{B4C2672B-3B0D-4136-B0A3-A01D0671BFC8}" dt="2020-12-21T14:05:46.161" v="771"/>
          <ac:inkMkLst>
            <pc:docMk/>
            <pc:sldMk cId="0" sldId="468"/>
            <ac:inkMk id="51260" creationId="{453A0178-5546-4CA9-BFA5-C12DE41D1C0B}"/>
          </ac:inkMkLst>
        </pc:inkChg>
        <pc:inkChg chg="add">
          <ac:chgData name="Md. Nahid Hasan" userId="S::nahid@vu.edu.bd::85ea5f9e-65d6-4031-b810-9415101f2e21" providerId="AD" clId="Web-{B4C2672B-3B0D-4136-B0A3-A01D0671BFC8}" dt="2020-12-21T14:05:46.176" v="772"/>
          <ac:inkMkLst>
            <pc:docMk/>
            <pc:sldMk cId="0" sldId="468"/>
            <ac:inkMk id="51261" creationId="{798D45B4-5E22-42B0-A591-48681F0D5A8F}"/>
          </ac:inkMkLst>
        </pc:inkChg>
        <pc:inkChg chg="add">
          <ac:chgData name="Md. Nahid Hasan" userId="S::nahid@vu.edu.bd::85ea5f9e-65d6-4031-b810-9415101f2e21" providerId="AD" clId="Web-{B4C2672B-3B0D-4136-B0A3-A01D0671BFC8}" dt="2020-12-21T14:05:46.192" v="773"/>
          <ac:inkMkLst>
            <pc:docMk/>
            <pc:sldMk cId="0" sldId="468"/>
            <ac:inkMk id="51262" creationId="{B7C3EEE4-67D9-4BA2-A32B-5266290A84CC}"/>
          </ac:inkMkLst>
        </pc:inkChg>
        <pc:inkChg chg="add">
          <ac:chgData name="Md. Nahid Hasan" userId="S::nahid@vu.edu.bd::85ea5f9e-65d6-4031-b810-9415101f2e21" providerId="AD" clId="Web-{B4C2672B-3B0D-4136-B0A3-A01D0671BFC8}" dt="2020-12-21T14:05:46.192" v="774"/>
          <ac:inkMkLst>
            <pc:docMk/>
            <pc:sldMk cId="0" sldId="468"/>
            <ac:inkMk id="51263" creationId="{B8056E92-C3E5-4664-B391-E2925ADE75CD}"/>
          </ac:inkMkLst>
        </pc:inkChg>
        <pc:inkChg chg="add">
          <ac:chgData name="Md. Nahid Hasan" userId="S::nahid@vu.edu.bd::85ea5f9e-65d6-4031-b810-9415101f2e21" providerId="AD" clId="Web-{B4C2672B-3B0D-4136-B0A3-A01D0671BFC8}" dt="2020-12-21T14:05:49.239" v="775"/>
          <ac:inkMkLst>
            <pc:docMk/>
            <pc:sldMk cId="0" sldId="468"/>
            <ac:inkMk id="51264" creationId="{7E8A3B91-A1AE-44FF-9D54-46660885D919}"/>
          </ac:inkMkLst>
        </pc:inkChg>
        <pc:inkChg chg="add">
          <ac:chgData name="Md. Nahid Hasan" userId="S::nahid@vu.edu.bd::85ea5f9e-65d6-4031-b810-9415101f2e21" providerId="AD" clId="Web-{B4C2672B-3B0D-4136-B0A3-A01D0671BFC8}" dt="2020-12-21T14:05:53.442" v="776"/>
          <ac:inkMkLst>
            <pc:docMk/>
            <pc:sldMk cId="0" sldId="468"/>
            <ac:inkMk id="51265" creationId="{C55DE748-72E5-4DD3-9168-A0E919BB92F6}"/>
          </ac:inkMkLst>
        </pc:inkChg>
        <pc:inkChg chg="add">
          <ac:chgData name="Md. Nahid Hasan" userId="S::nahid@vu.edu.bd::85ea5f9e-65d6-4031-b810-9415101f2e21" providerId="AD" clId="Web-{B4C2672B-3B0D-4136-B0A3-A01D0671BFC8}" dt="2020-12-21T14:05:54.926" v="777"/>
          <ac:inkMkLst>
            <pc:docMk/>
            <pc:sldMk cId="0" sldId="468"/>
            <ac:inkMk id="51266" creationId="{03C533F4-D89E-4A98-9AD0-6FD9A5D1F533}"/>
          </ac:inkMkLst>
        </pc:inkChg>
        <pc:inkChg chg="add">
          <ac:chgData name="Md. Nahid Hasan" userId="S::nahid@vu.edu.bd::85ea5f9e-65d6-4031-b810-9415101f2e21" providerId="AD" clId="Web-{B4C2672B-3B0D-4136-B0A3-A01D0671BFC8}" dt="2020-12-21T14:05:54.942" v="778"/>
          <ac:inkMkLst>
            <pc:docMk/>
            <pc:sldMk cId="0" sldId="468"/>
            <ac:inkMk id="51267" creationId="{CE471E32-886C-47C4-8B8F-F50601EDE2A2}"/>
          </ac:inkMkLst>
        </pc:inkChg>
        <pc:inkChg chg="add">
          <ac:chgData name="Md. Nahid Hasan" userId="S::nahid@vu.edu.bd::85ea5f9e-65d6-4031-b810-9415101f2e21" providerId="AD" clId="Web-{B4C2672B-3B0D-4136-B0A3-A01D0671BFC8}" dt="2020-12-21T14:05:57.879" v="779"/>
          <ac:inkMkLst>
            <pc:docMk/>
            <pc:sldMk cId="0" sldId="468"/>
            <ac:inkMk id="51268" creationId="{1A6DD8D5-AC38-4197-A8F9-A54F26D0F3DA}"/>
          </ac:inkMkLst>
        </pc:inkChg>
        <pc:inkChg chg="add">
          <ac:chgData name="Md. Nahid Hasan" userId="S::nahid@vu.edu.bd::85ea5f9e-65d6-4031-b810-9415101f2e21" providerId="AD" clId="Web-{B4C2672B-3B0D-4136-B0A3-A01D0671BFC8}" dt="2020-12-21T14:05:57.895" v="780"/>
          <ac:inkMkLst>
            <pc:docMk/>
            <pc:sldMk cId="0" sldId="468"/>
            <ac:inkMk id="51269" creationId="{B2B80B4E-067E-42E1-AA78-413326DC4046}"/>
          </ac:inkMkLst>
        </pc:inkChg>
        <pc:inkChg chg="add">
          <ac:chgData name="Md. Nahid Hasan" userId="S::nahid@vu.edu.bd::85ea5f9e-65d6-4031-b810-9415101f2e21" providerId="AD" clId="Web-{B4C2672B-3B0D-4136-B0A3-A01D0671BFC8}" dt="2020-12-21T14:05:59.989" v="781"/>
          <ac:inkMkLst>
            <pc:docMk/>
            <pc:sldMk cId="0" sldId="468"/>
            <ac:inkMk id="51270" creationId="{8F02F820-69D8-44D3-9946-A3692CEBE1AA}"/>
          </ac:inkMkLst>
        </pc:inkChg>
        <pc:inkChg chg="add">
          <ac:chgData name="Md. Nahid Hasan" userId="S::nahid@vu.edu.bd::85ea5f9e-65d6-4031-b810-9415101f2e21" providerId="AD" clId="Web-{B4C2672B-3B0D-4136-B0A3-A01D0671BFC8}" dt="2020-12-21T14:06:08.629" v="782"/>
          <ac:inkMkLst>
            <pc:docMk/>
            <pc:sldMk cId="0" sldId="468"/>
            <ac:inkMk id="51271" creationId="{8DC68463-8A52-4F0D-B445-E97F165469B6}"/>
          </ac:inkMkLst>
        </pc:inkChg>
        <pc:inkChg chg="add">
          <ac:chgData name="Md. Nahid Hasan" userId="S::nahid@vu.edu.bd::85ea5f9e-65d6-4031-b810-9415101f2e21" providerId="AD" clId="Web-{B4C2672B-3B0D-4136-B0A3-A01D0671BFC8}" dt="2020-12-21T14:06:09.692" v="783"/>
          <ac:inkMkLst>
            <pc:docMk/>
            <pc:sldMk cId="0" sldId="468"/>
            <ac:inkMk id="51272" creationId="{6CD21AB6-313A-47BF-9DC5-4A912F31119F}"/>
          </ac:inkMkLst>
        </pc:inkChg>
        <pc:inkChg chg="add">
          <ac:chgData name="Md. Nahid Hasan" userId="S::nahid@vu.edu.bd::85ea5f9e-65d6-4031-b810-9415101f2e21" providerId="AD" clId="Web-{B4C2672B-3B0D-4136-B0A3-A01D0671BFC8}" dt="2020-12-21T14:06:15.848" v="784"/>
          <ac:inkMkLst>
            <pc:docMk/>
            <pc:sldMk cId="0" sldId="468"/>
            <ac:inkMk id="51273" creationId="{EF1E319C-BC74-4D1A-86B9-FFD8F392571F}"/>
          </ac:inkMkLst>
        </pc:inkChg>
        <pc:inkChg chg="add">
          <ac:chgData name="Md. Nahid Hasan" userId="S::nahid@vu.edu.bd::85ea5f9e-65d6-4031-b810-9415101f2e21" providerId="AD" clId="Web-{B4C2672B-3B0D-4136-B0A3-A01D0671BFC8}" dt="2020-12-21T14:06:15.864" v="785"/>
          <ac:inkMkLst>
            <pc:docMk/>
            <pc:sldMk cId="0" sldId="468"/>
            <ac:inkMk id="51274" creationId="{B31FA68C-5C34-4745-8407-AE4B11EC4897}"/>
          </ac:inkMkLst>
        </pc:inkChg>
        <pc:inkChg chg="add">
          <ac:chgData name="Md. Nahid Hasan" userId="S::nahid@vu.edu.bd::85ea5f9e-65d6-4031-b810-9415101f2e21" providerId="AD" clId="Web-{B4C2672B-3B0D-4136-B0A3-A01D0671BFC8}" dt="2020-12-21T14:06:15.879" v="786"/>
          <ac:inkMkLst>
            <pc:docMk/>
            <pc:sldMk cId="0" sldId="468"/>
            <ac:inkMk id="51275" creationId="{2C3DD0BF-371F-483D-9A01-A86957A838B1}"/>
          </ac:inkMkLst>
        </pc:inkChg>
        <pc:inkChg chg="add">
          <ac:chgData name="Md. Nahid Hasan" userId="S::nahid@vu.edu.bd::85ea5f9e-65d6-4031-b810-9415101f2e21" providerId="AD" clId="Web-{B4C2672B-3B0D-4136-B0A3-A01D0671BFC8}" dt="2020-12-21T14:06:15.895" v="787"/>
          <ac:inkMkLst>
            <pc:docMk/>
            <pc:sldMk cId="0" sldId="468"/>
            <ac:inkMk id="51276" creationId="{F61F024C-E301-4D52-8AA5-8D58F6D132B7}"/>
          </ac:inkMkLst>
        </pc:inkChg>
        <pc:inkChg chg="add">
          <ac:chgData name="Md. Nahid Hasan" userId="S::nahid@vu.edu.bd::85ea5f9e-65d6-4031-b810-9415101f2e21" providerId="AD" clId="Web-{B4C2672B-3B0D-4136-B0A3-A01D0671BFC8}" dt="2020-12-21T14:06:15.911" v="788"/>
          <ac:inkMkLst>
            <pc:docMk/>
            <pc:sldMk cId="0" sldId="468"/>
            <ac:inkMk id="51277" creationId="{F77D92C4-BA60-44DE-A167-E8722D3D28C1}"/>
          </ac:inkMkLst>
        </pc:inkChg>
        <pc:inkChg chg="add">
          <ac:chgData name="Md. Nahid Hasan" userId="S::nahid@vu.edu.bd::85ea5f9e-65d6-4031-b810-9415101f2e21" providerId="AD" clId="Web-{B4C2672B-3B0D-4136-B0A3-A01D0671BFC8}" dt="2020-12-21T14:06:18.395" v="789"/>
          <ac:inkMkLst>
            <pc:docMk/>
            <pc:sldMk cId="0" sldId="468"/>
            <ac:inkMk id="51278" creationId="{5465F078-61E5-441C-A1B7-C117EC4B21BF}"/>
          </ac:inkMkLst>
        </pc:inkChg>
        <pc:inkChg chg="add">
          <ac:chgData name="Md. Nahid Hasan" userId="S::nahid@vu.edu.bd::85ea5f9e-65d6-4031-b810-9415101f2e21" providerId="AD" clId="Web-{B4C2672B-3B0D-4136-B0A3-A01D0671BFC8}" dt="2020-12-21T14:06:18.411" v="790"/>
          <ac:inkMkLst>
            <pc:docMk/>
            <pc:sldMk cId="0" sldId="468"/>
            <ac:inkMk id="51279" creationId="{C64F88F1-2095-42C9-AF01-32FF140A3F81}"/>
          </ac:inkMkLst>
        </pc:inkChg>
        <pc:inkChg chg="add">
          <ac:chgData name="Md. Nahid Hasan" userId="S::nahid@vu.edu.bd::85ea5f9e-65d6-4031-b810-9415101f2e21" providerId="AD" clId="Web-{B4C2672B-3B0D-4136-B0A3-A01D0671BFC8}" dt="2020-12-21T14:06:18.426" v="791"/>
          <ac:inkMkLst>
            <pc:docMk/>
            <pc:sldMk cId="0" sldId="468"/>
            <ac:inkMk id="51280" creationId="{9259972E-2159-4622-873A-80D2DD730D66}"/>
          </ac:inkMkLst>
        </pc:inkChg>
        <pc:inkChg chg="add">
          <ac:chgData name="Md. Nahid Hasan" userId="S::nahid@vu.edu.bd::85ea5f9e-65d6-4031-b810-9415101f2e21" providerId="AD" clId="Web-{B4C2672B-3B0D-4136-B0A3-A01D0671BFC8}" dt="2020-12-21T14:06:18.442" v="792"/>
          <ac:inkMkLst>
            <pc:docMk/>
            <pc:sldMk cId="0" sldId="468"/>
            <ac:inkMk id="51281" creationId="{E709D1D6-14F0-4F24-9B29-740E3F005F86}"/>
          </ac:inkMkLst>
        </pc:inkChg>
        <pc:inkChg chg="add">
          <ac:chgData name="Md. Nahid Hasan" userId="S::nahid@vu.edu.bd::85ea5f9e-65d6-4031-b810-9415101f2e21" providerId="AD" clId="Web-{B4C2672B-3B0D-4136-B0A3-A01D0671BFC8}" dt="2020-12-21T14:06:18.457" v="793"/>
          <ac:inkMkLst>
            <pc:docMk/>
            <pc:sldMk cId="0" sldId="468"/>
            <ac:inkMk id="51282" creationId="{FCF73614-8D8A-453F-BDE9-59A4BC27CAE7}"/>
          </ac:inkMkLst>
        </pc:inkChg>
        <pc:inkChg chg="add">
          <ac:chgData name="Md. Nahid Hasan" userId="S::nahid@vu.edu.bd::85ea5f9e-65d6-4031-b810-9415101f2e21" providerId="AD" clId="Web-{B4C2672B-3B0D-4136-B0A3-A01D0671BFC8}" dt="2020-12-21T14:06:20.348" v="794"/>
          <ac:inkMkLst>
            <pc:docMk/>
            <pc:sldMk cId="0" sldId="468"/>
            <ac:inkMk id="51283" creationId="{FC9D50FB-F585-409C-AEA1-265819F80F25}"/>
          </ac:inkMkLst>
        </pc:inkChg>
        <pc:inkChg chg="add">
          <ac:chgData name="Md. Nahid Hasan" userId="S::nahid@vu.edu.bd::85ea5f9e-65d6-4031-b810-9415101f2e21" providerId="AD" clId="Web-{B4C2672B-3B0D-4136-B0A3-A01D0671BFC8}" dt="2020-12-21T14:06:20.364" v="795"/>
          <ac:inkMkLst>
            <pc:docMk/>
            <pc:sldMk cId="0" sldId="468"/>
            <ac:inkMk id="51284" creationId="{A0745A6D-7D3E-4F93-94E0-37DB1520DA62}"/>
          </ac:inkMkLst>
        </pc:inkChg>
        <pc:inkChg chg="add">
          <ac:chgData name="Md. Nahid Hasan" userId="S::nahid@vu.edu.bd::85ea5f9e-65d6-4031-b810-9415101f2e21" providerId="AD" clId="Web-{B4C2672B-3B0D-4136-B0A3-A01D0671BFC8}" dt="2020-12-21T14:06:20.379" v="796"/>
          <ac:inkMkLst>
            <pc:docMk/>
            <pc:sldMk cId="0" sldId="468"/>
            <ac:inkMk id="51285" creationId="{FFD86BE1-1AE9-49C4-B41C-F8F138FB9A60}"/>
          </ac:inkMkLst>
        </pc:inkChg>
        <pc:inkChg chg="add">
          <ac:chgData name="Md. Nahid Hasan" userId="S::nahid@vu.edu.bd::85ea5f9e-65d6-4031-b810-9415101f2e21" providerId="AD" clId="Web-{B4C2672B-3B0D-4136-B0A3-A01D0671BFC8}" dt="2020-12-21T14:06:20.379" v="797"/>
          <ac:inkMkLst>
            <pc:docMk/>
            <pc:sldMk cId="0" sldId="468"/>
            <ac:inkMk id="51286" creationId="{8F13C0F4-C692-4E81-A355-81FA91E8670B}"/>
          </ac:inkMkLst>
        </pc:inkChg>
        <pc:inkChg chg="add">
          <ac:chgData name="Md. Nahid Hasan" userId="S::nahid@vu.edu.bd::85ea5f9e-65d6-4031-b810-9415101f2e21" providerId="AD" clId="Web-{B4C2672B-3B0D-4136-B0A3-A01D0671BFC8}" dt="2020-12-21T14:06:22.708" v="798"/>
          <ac:inkMkLst>
            <pc:docMk/>
            <pc:sldMk cId="0" sldId="468"/>
            <ac:inkMk id="51287" creationId="{30F6B026-C3D3-48B5-986E-C50D31DB77F4}"/>
          </ac:inkMkLst>
        </pc:inkChg>
        <pc:inkChg chg="add">
          <ac:chgData name="Md. Nahid Hasan" userId="S::nahid@vu.edu.bd::85ea5f9e-65d6-4031-b810-9415101f2e21" providerId="AD" clId="Web-{B4C2672B-3B0D-4136-B0A3-A01D0671BFC8}" dt="2020-12-21T14:06:22.723" v="799"/>
          <ac:inkMkLst>
            <pc:docMk/>
            <pc:sldMk cId="0" sldId="468"/>
            <ac:inkMk id="51288" creationId="{E2DED1CF-5AC9-4AE0-AA80-EEE3D80F5E80}"/>
          </ac:inkMkLst>
        </pc:inkChg>
        <pc:inkChg chg="add">
          <ac:chgData name="Md. Nahid Hasan" userId="S::nahid@vu.edu.bd::85ea5f9e-65d6-4031-b810-9415101f2e21" providerId="AD" clId="Web-{B4C2672B-3B0D-4136-B0A3-A01D0671BFC8}" dt="2020-12-21T14:06:22.739" v="800"/>
          <ac:inkMkLst>
            <pc:docMk/>
            <pc:sldMk cId="0" sldId="468"/>
            <ac:inkMk id="51289" creationId="{DB5C2546-437C-4630-BB49-F92B800152B2}"/>
          </ac:inkMkLst>
        </pc:inkChg>
        <pc:inkChg chg="add">
          <ac:chgData name="Md. Nahid Hasan" userId="S::nahid@vu.edu.bd::85ea5f9e-65d6-4031-b810-9415101f2e21" providerId="AD" clId="Web-{B4C2672B-3B0D-4136-B0A3-A01D0671BFC8}" dt="2020-12-21T14:06:22.755" v="801"/>
          <ac:inkMkLst>
            <pc:docMk/>
            <pc:sldMk cId="0" sldId="468"/>
            <ac:inkMk id="51290" creationId="{15273028-23DA-4D86-952E-6868AD62CE2A}"/>
          </ac:inkMkLst>
        </pc:inkChg>
        <pc:inkChg chg="add">
          <ac:chgData name="Md. Nahid Hasan" userId="S::nahid@vu.edu.bd::85ea5f9e-65d6-4031-b810-9415101f2e21" providerId="AD" clId="Web-{B4C2672B-3B0D-4136-B0A3-A01D0671BFC8}" dt="2020-12-21T14:06:22.770" v="802"/>
          <ac:inkMkLst>
            <pc:docMk/>
            <pc:sldMk cId="0" sldId="468"/>
            <ac:inkMk id="51291" creationId="{2C5F4030-8FFA-49A4-A0A4-FF3FE2A2D441}"/>
          </ac:inkMkLst>
        </pc:inkChg>
        <pc:inkChg chg="add">
          <ac:chgData name="Md. Nahid Hasan" userId="S::nahid@vu.edu.bd::85ea5f9e-65d6-4031-b810-9415101f2e21" providerId="AD" clId="Web-{B4C2672B-3B0D-4136-B0A3-A01D0671BFC8}" dt="2020-12-21T14:06:28.676" v="803"/>
          <ac:inkMkLst>
            <pc:docMk/>
            <pc:sldMk cId="0" sldId="468"/>
            <ac:inkMk id="51292" creationId="{37F26085-5BD2-427D-AC6D-3A08AB09622D}"/>
          </ac:inkMkLst>
        </pc:inkChg>
        <pc:inkChg chg="add">
          <ac:chgData name="Md. Nahid Hasan" userId="S::nahid@vu.edu.bd::85ea5f9e-65d6-4031-b810-9415101f2e21" providerId="AD" clId="Web-{B4C2672B-3B0D-4136-B0A3-A01D0671BFC8}" dt="2020-12-21T14:06:28.692" v="804"/>
          <ac:inkMkLst>
            <pc:docMk/>
            <pc:sldMk cId="0" sldId="468"/>
            <ac:inkMk id="51293" creationId="{A703D95B-6E89-4F80-B638-9E37AAEF63A1}"/>
          </ac:inkMkLst>
        </pc:inkChg>
        <pc:inkChg chg="add">
          <ac:chgData name="Md. Nahid Hasan" userId="S::nahid@vu.edu.bd::85ea5f9e-65d6-4031-b810-9415101f2e21" providerId="AD" clId="Web-{B4C2672B-3B0D-4136-B0A3-A01D0671BFC8}" dt="2020-12-21T14:06:28.692" v="805"/>
          <ac:inkMkLst>
            <pc:docMk/>
            <pc:sldMk cId="0" sldId="468"/>
            <ac:inkMk id="51294" creationId="{4A27C36E-7321-4726-AE1D-56B6E9A411A1}"/>
          </ac:inkMkLst>
        </pc:inkChg>
        <pc:inkChg chg="add">
          <ac:chgData name="Md. Nahid Hasan" userId="S::nahid@vu.edu.bd::85ea5f9e-65d6-4031-b810-9415101f2e21" providerId="AD" clId="Web-{B4C2672B-3B0D-4136-B0A3-A01D0671BFC8}" dt="2020-12-21T14:06:28.707" v="806"/>
          <ac:inkMkLst>
            <pc:docMk/>
            <pc:sldMk cId="0" sldId="468"/>
            <ac:inkMk id="51295" creationId="{80371DFD-0A22-4970-9300-34B98F7444AA}"/>
          </ac:inkMkLst>
        </pc:inkChg>
        <pc:inkChg chg="add">
          <ac:chgData name="Md. Nahid Hasan" userId="S::nahid@vu.edu.bd::85ea5f9e-65d6-4031-b810-9415101f2e21" providerId="AD" clId="Web-{B4C2672B-3B0D-4136-B0A3-A01D0671BFC8}" dt="2020-12-21T14:06:28.723" v="807"/>
          <ac:inkMkLst>
            <pc:docMk/>
            <pc:sldMk cId="0" sldId="468"/>
            <ac:inkMk id="51296" creationId="{8BE6816A-358C-4BA5-AE17-4158C2F5969C}"/>
          </ac:inkMkLst>
        </pc:inkChg>
        <pc:inkChg chg="add">
          <ac:chgData name="Md. Nahid Hasan" userId="S::nahid@vu.edu.bd::85ea5f9e-65d6-4031-b810-9415101f2e21" providerId="AD" clId="Web-{B4C2672B-3B0D-4136-B0A3-A01D0671BFC8}" dt="2020-12-21T14:06:28.739" v="808"/>
          <ac:inkMkLst>
            <pc:docMk/>
            <pc:sldMk cId="0" sldId="468"/>
            <ac:inkMk id="51297" creationId="{C07413A6-D86F-498C-8D7E-05C322ABB363}"/>
          </ac:inkMkLst>
        </pc:inkChg>
        <pc:inkChg chg="add">
          <ac:chgData name="Md. Nahid Hasan" userId="S::nahid@vu.edu.bd::85ea5f9e-65d6-4031-b810-9415101f2e21" providerId="AD" clId="Web-{B4C2672B-3B0D-4136-B0A3-A01D0671BFC8}" dt="2020-12-21T14:06:45.457" v="809"/>
          <ac:inkMkLst>
            <pc:docMk/>
            <pc:sldMk cId="0" sldId="468"/>
            <ac:inkMk id="51298" creationId="{0B325E52-2B4A-45E9-A517-3BA7B26BAD6C}"/>
          </ac:inkMkLst>
        </pc:inkChg>
        <pc:inkChg chg="add">
          <ac:chgData name="Md. Nahid Hasan" userId="S::nahid@vu.edu.bd::85ea5f9e-65d6-4031-b810-9415101f2e21" providerId="AD" clId="Web-{B4C2672B-3B0D-4136-B0A3-A01D0671BFC8}" dt="2020-12-21T14:06:45.473" v="810"/>
          <ac:inkMkLst>
            <pc:docMk/>
            <pc:sldMk cId="0" sldId="468"/>
            <ac:inkMk id="51299" creationId="{0228BB3B-563A-4B18-AE90-A63816C82D11}"/>
          </ac:inkMkLst>
        </pc:inkChg>
        <pc:inkChg chg="add">
          <ac:chgData name="Md. Nahid Hasan" userId="S::nahid@vu.edu.bd::85ea5f9e-65d6-4031-b810-9415101f2e21" providerId="AD" clId="Web-{B4C2672B-3B0D-4136-B0A3-A01D0671BFC8}" dt="2020-12-21T14:06:45.473" v="811"/>
          <ac:inkMkLst>
            <pc:docMk/>
            <pc:sldMk cId="0" sldId="468"/>
            <ac:inkMk id="51300" creationId="{20B4A3A6-AB9D-4E43-AFA0-B7B04A5240E5}"/>
          </ac:inkMkLst>
        </pc:inkChg>
        <pc:inkChg chg="add">
          <ac:chgData name="Md. Nahid Hasan" userId="S::nahid@vu.edu.bd::85ea5f9e-65d6-4031-b810-9415101f2e21" providerId="AD" clId="Web-{B4C2672B-3B0D-4136-B0A3-A01D0671BFC8}" dt="2020-12-21T14:06:52.895" v="812"/>
          <ac:inkMkLst>
            <pc:docMk/>
            <pc:sldMk cId="0" sldId="468"/>
            <ac:inkMk id="51301" creationId="{30BCDDC2-D0B7-4EC2-BCCA-5B2DE793F318}"/>
          </ac:inkMkLst>
        </pc:inkChg>
        <pc:inkChg chg="add">
          <ac:chgData name="Md. Nahid Hasan" userId="S::nahid@vu.edu.bd::85ea5f9e-65d6-4031-b810-9415101f2e21" providerId="AD" clId="Web-{B4C2672B-3B0D-4136-B0A3-A01D0671BFC8}" dt="2020-12-21T14:06:52.910" v="813"/>
          <ac:inkMkLst>
            <pc:docMk/>
            <pc:sldMk cId="0" sldId="468"/>
            <ac:inkMk id="51302" creationId="{1ACE8DB0-94BC-499C-87CC-5BBE810D78B8}"/>
          </ac:inkMkLst>
        </pc:inkChg>
        <pc:inkChg chg="add">
          <ac:chgData name="Md. Nahid Hasan" userId="S::nahid@vu.edu.bd::85ea5f9e-65d6-4031-b810-9415101f2e21" providerId="AD" clId="Web-{B4C2672B-3B0D-4136-B0A3-A01D0671BFC8}" dt="2020-12-21T14:06:52.926" v="814"/>
          <ac:inkMkLst>
            <pc:docMk/>
            <pc:sldMk cId="0" sldId="468"/>
            <ac:inkMk id="51303" creationId="{6D00397B-27C0-430F-AEB9-B865EBBD2A21}"/>
          </ac:inkMkLst>
        </pc:inkChg>
        <pc:inkChg chg="add">
          <ac:chgData name="Md. Nahid Hasan" userId="S::nahid@vu.edu.bd::85ea5f9e-65d6-4031-b810-9415101f2e21" providerId="AD" clId="Web-{B4C2672B-3B0D-4136-B0A3-A01D0671BFC8}" dt="2020-12-21T14:06:53.754" v="815"/>
          <ac:inkMkLst>
            <pc:docMk/>
            <pc:sldMk cId="0" sldId="468"/>
            <ac:inkMk id="51304" creationId="{DC5187BD-801E-47A4-BAC5-E9FE47BBD990}"/>
          </ac:inkMkLst>
        </pc:inkChg>
        <pc:inkChg chg="add">
          <ac:chgData name="Md. Nahid Hasan" userId="S::nahid@vu.edu.bd::85ea5f9e-65d6-4031-b810-9415101f2e21" providerId="AD" clId="Web-{B4C2672B-3B0D-4136-B0A3-A01D0671BFC8}" dt="2020-12-21T14:06:53.770" v="816"/>
          <ac:inkMkLst>
            <pc:docMk/>
            <pc:sldMk cId="0" sldId="468"/>
            <ac:inkMk id="51305" creationId="{71D277C2-6958-4D4C-A7C5-8D2903D09134}"/>
          </ac:inkMkLst>
        </pc:inkChg>
        <pc:inkChg chg="add">
          <ac:chgData name="Md. Nahid Hasan" userId="S::nahid@vu.edu.bd::85ea5f9e-65d6-4031-b810-9415101f2e21" providerId="AD" clId="Web-{B4C2672B-3B0D-4136-B0A3-A01D0671BFC8}" dt="2020-12-21T14:06:56.504" v="817"/>
          <ac:inkMkLst>
            <pc:docMk/>
            <pc:sldMk cId="0" sldId="468"/>
            <ac:inkMk id="51306" creationId="{032DB932-F9EE-4DEE-B248-9AAFD79BBF1B}"/>
          </ac:inkMkLst>
        </pc:inkChg>
        <pc:inkChg chg="add">
          <ac:chgData name="Md. Nahid Hasan" userId="S::nahid@vu.edu.bd::85ea5f9e-65d6-4031-b810-9415101f2e21" providerId="AD" clId="Web-{B4C2672B-3B0D-4136-B0A3-A01D0671BFC8}" dt="2020-12-21T14:06:56.520" v="818"/>
          <ac:inkMkLst>
            <pc:docMk/>
            <pc:sldMk cId="0" sldId="468"/>
            <ac:inkMk id="51307" creationId="{5F0E442D-65EC-4225-9500-AB85D1120D95}"/>
          </ac:inkMkLst>
        </pc:inkChg>
        <pc:inkChg chg="add">
          <ac:chgData name="Md. Nahid Hasan" userId="S::nahid@vu.edu.bd::85ea5f9e-65d6-4031-b810-9415101f2e21" providerId="AD" clId="Web-{B4C2672B-3B0D-4136-B0A3-A01D0671BFC8}" dt="2020-12-21T14:06:56.536" v="819"/>
          <ac:inkMkLst>
            <pc:docMk/>
            <pc:sldMk cId="0" sldId="468"/>
            <ac:inkMk id="51308" creationId="{3F7C16BE-48B3-4800-8323-D50E5079A0AB}"/>
          </ac:inkMkLst>
        </pc:inkChg>
        <pc:inkChg chg="add">
          <ac:chgData name="Md. Nahid Hasan" userId="S::nahid@vu.edu.bd::85ea5f9e-65d6-4031-b810-9415101f2e21" providerId="AD" clId="Web-{B4C2672B-3B0D-4136-B0A3-A01D0671BFC8}" dt="2020-12-21T14:06:56.551" v="820"/>
          <ac:inkMkLst>
            <pc:docMk/>
            <pc:sldMk cId="0" sldId="468"/>
            <ac:inkMk id="51309" creationId="{6254A467-E584-4EC9-BCAB-A466955E38B9}"/>
          </ac:inkMkLst>
        </pc:inkChg>
      </pc:sldChg>
      <pc:sldChg chg="addSp">
        <pc:chgData name="Md. Nahid Hasan" userId="S::nahid@vu.edu.bd::85ea5f9e-65d6-4031-b810-9415101f2e21" providerId="AD" clId="Web-{B4C2672B-3B0D-4136-B0A3-A01D0671BFC8}" dt="2020-12-21T14:07:05.770" v="821"/>
        <pc:sldMkLst>
          <pc:docMk/>
          <pc:sldMk cId="0" sldId="469"/>
        </pc:sldMkLst>
        <pc:inkChg chg="add">
          <ac:chgData name="Md. Nahid Hasan" userId="S::nahid@vu.edu.bd::85ea5f9e-65d6-4031-b810-9415101f2e21" providerId="AD" clId="Web-{B4C2672B-3B0D-4136-B0A3-A01D0671BFC8}" dt="2020-12-21T14:07:05.770" v="821"/>
          <ac:inkMkLst>
            <pc:docMk/>
            <pc:sldMk cId="0" sldId="469"/>
            <ac:inkMk id="2" creationId="{CDDA4C48-1BEB-4914-A38C-C0DE91C2A977}"/>
          </ac:inkMkLst>
        </pc:inkChg>
      </pc:sldChg>
      <pc:sldChg chg="addSp">
        <pc:chgData name="Md. Nahid Hasan" userId="S::nahid@vu.edu.bd::85ea5f9e-65d6-4031-b810-9415101f2e21" providerId="AD" clId="Web-{B4C2672B-3B0D-4136-B0A3-A01D0671BFC8}" dt="2020-12-21T14:08:44.519" v="860"/>
        <pc:sldMkLst>
          <pc:docMk/>
          <pc:sldMk cId="0" sldId="470"/>
        </pc:sldMkLst>
        <pc:inkChg chg="add">
          <ac:chgData name="Md. Nahid Hasan" userId="S::nahid@vu.edu.bd::85ea5f9e-65d6-4031-b810-9415101f2e21" providerId="AD" clId="Web-{B4C2672B-3B0D-4136-B0A3-A01D0671BFC8}" dt="2020-12-21T14:07:18.239" v="822"/>
          <ac:inkMkLst>
            <pc:docMk/>
            <pc:sldMk cId="0" sldId="470"/>
            <ac:inkMk id="2" creationId="{659B5287-12E1-4428-A276-FC49BD11D421}"/>
          </ac:inkMkLst>
        </pc:inkChg>
        <pc:inkChg chg="add">
          <ac:chgData name="Md. Nahid Hasan" userId="S::nahid@vu.edu.bd::85ea5f9e-65d6-4031-b810-9415101f2e21" providerId="AD" clId="Web-{B4C2672B-3B0D-4136-B0A3-A01D0671BFC8}" dt="2020-12-21T14:07:20.410" v="823"/>
          <ac:inkMkLst>
            <pc:docMk/>
            <pc:sldMk cId="0" sldId="470"/>
            <ac:inkMk id="4" creationId="{695465F8-6F30-42A7-B870-F955606161EF}"/>
          </ac:inkMkLst>
        </pc:inkChg>
        <pc:inkChg chg="add">
          <ac:chgData name="Md. Nahid Hasan" userId="S::nahid@vu.edu.bd::85ea5f9e-65d6-4031-b810-9415101f2e21" providerId="AD" clId="Web-{B4C2672B-3B0D-4136-B0A3-A01D0671BFC8}" dt="2020-12-21T14:07:20.457" v="824"/>
          <ac:inkMkLst>
            <pc:docMk/>
            <pc:sldMk cId="0" sldId="470"/>
            <ac:inkMk id="5" creationId="{1C8C7DA6-C5FC-43A8-9065-A7AD903B7A95}"/>
          </ac:inkMkLst>
        </pc:inkChg>
        <pc:inkChg chg="add">
          <ac:chgData name="Md. Nahid Hasan" userId="S::nahid@vu.edu.bd::85ea5f9e-65d6-4031-b810-9415101f2e21" providerId="AD" clId="Web-{B4C2672B-3B0D-4136-B0A3-A01D0671BFC8}" dt="2020-12-21T14:07:24.942" v="825"/>
          <ac:inkMkLst>
            <pc:docMk/>
            <pc:sldMk cId="0" sldId="470"/>
            <ac:inkMk id="6" creationId="{798A0623-A528-4EAA-A95C-3E6773C06F5E}"/>
          </ac:inkMkLst>
        </pc:inkChg>
        <pc:inkChg chg="add">
          <ac:chgData name="Md. Nahid Hasan" userId="S::nahid@vu.edu.bd::85ea5f9e-65d6-4031-b810-9415101f2e21" providerId="AD" clId="Web-{B4C2672B-3B0D-4136-B0A3-A01D0671BFC8}" dt="2020-12-21T14:07:31.551" v="826"/>
          <ac:inkMkLst>
            <pc:docMk/>
            <pc:sldMk cId="0" sldId="470"/>
            <ac:inkMk id="7" creationId="{DFB7F89C-F5AE-43E5-B1B8-D8645D2DCF09}"/>
          </ac:inkMkLst>
        </pc:inkChg>
        <pc:inkChg chg="add">
          <ac:chgData name="Md. Nahid Hasan" userId="S::nahid@vu.edu.bd::85ea5f9e-65d6-4031-b810-9415101f2e21" providerId="AD" clId="Web-{B4C2672B-3B0D-4136-B0A3-A01D0671BFC8}" dt="2020-12-21T14:07:52.113" v="827"/>
          <ac:inkMkLst>
            <pc:docMk/>
            <pc:sldMk cId="0" sldId="470"/>
            <ac:inkMk id="8" creationId="{2A176810-A7FB-410C-9410-9DA9F2C17A03}"/>
          </ac:inkMkLst>
        </pc:inkChg>
        <pc:inkChg chg="add">
          <ac:chgData name="Md. Nahid Hasan" userId="S::nahid@vu.edu.bd::85ea5f9e-65d6-4031-b810-9415101f2e21" providerId="AD" clId="Web-{B4C2672B-3B0D-4136-B0A3-A01D0671BFC8}" dt="2020-12-21T14:07:54.410" v="828"/>
          <ac:inkMkLst>
            <pc:docMk/>
            <pc:sldMk cId="0" sldId="470"/>
            <ac:inkMk id="9" creationId="{BE6E702F-DF58-4EAF-9D25-5A332DDADEA4}"/>
          </ac:inkMkLst>
        </pc:inkChg>
        <pc:inkChg chg="add">
          <ac:chgData name="Md. Nahid Hasan" userId="S::nahid@vu.edu.bd::85ea5f9e-65d6-4031-b810-9415101f2e21" providerId="AD" clId="Web-{B4C2672B-3B0D-4136-B0A3-A01D0671BFC8}" dt="2020-12-21T14:07:54.410" v="829"/>
          <ac:inkMkLst>
            <pc:docMk/>
            <pc:sldMk cId="0" sldId="470"/>
            <ac:inkMk id="10" creationId="{7C7304CC-1FF4-495A-A649-149FEB3246EA}"/>
          </ac:inkMkLst>
        </pc:inkChg>
        <pc:inkChg chg="add">
          <ac:chgData name="Md. Nahid Hasan" userId="S::nahid@vu.edu.bd::85ea5f9e-65d6-4031-b810-9415101f2e21" providerId="AD" clId="Web-{B4C2672B-3B0D-4136-B0A3-A01D0671BFC8}" dt="2020-12-21T14:07:54.426" v="830"/>
          <ac:inkMkLst>
            <pc:docMk/>
            <pc:sldMk cId="0" sldId="470"/>
            <ac:inkMk id="11" creationId="{8E1C5A02-D27D-4431-A5BB-D9D63A6C9DBE}"/>
          </ac:inkMkLst>
        </pc:inkChg>
        <pc:inkChg chg="add">
          <ac:chgData name="Md. Nahid Hasan" userId="S::nahid@vu.edu.bd::85ea5f9e-65d6-4031-b810-9415101f2e21" providerId="AD" clId="Web-{B4C2672B-3B0D-4136-B0A3-A01D0671BFC8}" dt="2020-12-21T14:07:54.426" v="831"/>
          <ac:inkMkLst>
            <pc:docMk/>
            <pc:sldMk cId="0" sldId="470"/>
            <ac:inkMk id="12" creationId="{D88AFB55-2DF5-424D-BB7F-2F2CBC597FDE}"/>
          </ac:inkMkLst>
        </pc:inkChg>
        <pc:inkChg chg="add">
          <ac:chgData name="Md. Nahid Hasan" userId="S::nahid@vu.edu.bd::85ea5f9e-65d6-4031-b810-9415101f2e21" providerId="AD" clId="Web-{B4C2672B-3B0D-4136-B0A3-A01D0671BFC8}" dt="2020-12-21T14:07:57.238" v="832"/>
          <ac:inkMkLst>
            <pc:docMk/>
            <pc:sldMk cId="0" sldId="470"/>
            <ac:inkMk id="13" creationId="{F006D4FC-D1A2-4C66-B268-3288448237D0}"/>
          </ac:inkMkLst>
        </pc:inkChg>
        <pc:inkChg chg="add">
          <ac:chgData name="Md. Nahid Hasan" userId="S::nahid@vu.edu.bd::85ea5f9e-65d6-4031-b810-9415101f2e21" providerId="AD" clId="Web-{B4C2672B-3B0D-4136-B0A3-A01D0671BFC8}" dt="2020-12-21T14:07:57.254" v="833"/>
          <ac:inkMkLst>
            <pc:docMk/>
            <pc:sldMk cId="0" sldId="470"/>
            <ac:inkMk id="14" creationId="{FD7614F4-7E4F-46ED-AF19-FBFE156235D7}"/>
          </ac:inkMkLst>
        </pc:inkChg>
        <pc:inkChg chg="add">
          <ac:chgData name="Md. Nahid Hasan" userId="S::nahid@vu.edu.bd::85ea5f9e-65d6-4031-b810-9415101f2e21" providerId="AD" clId="Web-{B4C2672B-3B0D-4136-B0A3-A01D0671BFC8}" dt="2020-12-21T14:08:04.192" v="834"/>
          <ac:inkMkLst>
            <pc:docMk/>
            <pc:sldMk cId="0" sldId="470"/>
            <ac:inkMk id="15" creationId="{58E5E0CA-3D72-4F40-81F9-C228673F5523}"/>
          </ac:inkMkLst>
        </pc:inkChg>
        <pc:inkChg chg="add">
          <ac:chgData name="Md. Nahid Hasan" userId="S::nahid@vu.edu.bd::85ea5f9e-65d6-4031-b810-9415101f2e21" providerId="AD" clId="Web-{B4C2672B-3B0D-4136-B0A3-A01D0671BFC8}" dt="2020-12-21T14:08:10.832" v="835"/>
          <ac:inkMkLst>
            <pc:docMk/>
            <pc:sldMk cId="0" sldId="470"/>
            <ac:inkMk id="16" creationId="{B895B71C-3344-4AF4-B5B9-B7EB663D3794}"/>
          </ac:inkMkLst>
        </pc:inkChg>
        <pc:inkChg chg="add">
          <ac:chgData name="Md. Nahid Hasan" userId="S::nahid@vu.edu.bd::85ea5f9e-65d6-4031-b810-9415101f2e21" providerId="AD" clId="Web-{B4C2672B-3B0D-4136-B0A3-A01D0671BFC8}" dt="2020-12-21T14:08:12.113" v="836"/>
          <ac:inkMkLst>
            <pc:docMk/>
            <pc:sldMk cId="0" sldId="470"/>
            <ac:inkMk id="17" creationId="{359F83FA-9316-40D7-AF6C-E3EEDBF585C5}"/>
          </ac:inkMkLst>
        </pc:inkChg>
        <pc:inkChg chg="add">
          <ac:chgData name="Md. Nahid Hasan" userId="S::nahid@vu.edu.bd::85ea5f9e-65d6-4031-b810-9415101f2e21" providerId="AD" clId="Web-{B4C2672B-3B0D-4136-B0A3-A01D0671BFC8}" dt="2020-12-21T14:08:12.129" v="837"/>
          <ac:inkMkLst>
            <pc:docMk/>
            <pc:sldMk cId="0" sldId="470"/>
            <ac:inkMk id="18" creationId="{1423A318-6E19-4186-99B3-FCB6B25ED00F}"/>
          </ac:inkMkLst>
        </pc:inkChg>
        <pc:inkChg chg="add">
          <ac:chgData name="Md. Nahid Hasan" userId="S::nahid@vu.edu.bd::85ea5f9e-65d6-4031-b810-9415101f2e21" providerId="AD" clId="Web-{B4C2672B-3B0D-4136-B0A3-A01D0671BFC8}" dt="2020-12-21T14:08:12.129" v="838"/>
          <ac:inkMkLst>
            <pc:docMk/>
            <pc:sldMk cId="0" sldId="470"/>
            <ac:inkMk id="19" creationId="{B1B0F3D7-126F-4529-AD1C-5BEA69830520}"/>
          </ac:inkMkLst>
        </pc:inkChg>
        <pc:inkChg chg="add">
          <ac:chgData name="Md. Nahid Hasan" userId="S::nahid@vu.edu.bd::85ea5f9e-65d6-4031-b810-9415101f2e21" providerId="AD" clId="Web-{B4C2672B-3B0D-4136-B0A3-A01D0671BFC8}" dt="2020-12-21T14:08:14.317" v="839"/>
          <ac:inkMkLst>
            <pc:docMk/>
            <pc:sldMk cId="0" sldId="470"/>
            <ac:inkMk id="20" creationId="{E3A0058D-AC40-47F9-9283-02F71655F32F}"/>
          </ac:inkMkLst>
        </pc:inkChg>
        <pc:inkChg chg="add">
          <ac:chgData name="Md. Nahid Hasan" userId="S::nahid@vu.edu.bd::85ea5f9e-65d6-4031-b810-9415101f2e21" providerId="AD" clId="Web-{B4C2672B-3B0D-4136-B0A3-A01D0671BFC8}" dt="2020-12-21T14:08:14.332" v="840"/>
          <ac:inkMkLst>
            <pc:docMk/>
            <pc:sldMk cId="0" sldId="470"/>
            <ac:inkMk id="21" creationId="{31C2606B-1CEA-4A69-8803-DB8F2F166433}"/>
          </ac:inkMkLst>
        </pc:inkChg>
        <pc:inkChg chg="add">
          <ac:chgData name="Md. Nahid Hasan" userId="S::nahid@vu.edu.bd::85ea5f9e-65d6-4031-b810-9415101f2e21" providerId="AD" clId="Web-{B4C2672B-3B0D-4136-B0A3-A01D0671BFC8}" dt="2020-12-21T14:08:22.645" v="841"/>
          <ac:inkMkLst>
            <pc:docMk/>
            <pc:sldMk cId="0" sldId="470"/>
            <ac:inkMk id="22" creationId="{AD4605FE-A41E-4205-9BEF-CA5D00719159}"/>
          </ac:inkMkLst>
        </pc:inkChg>
        <pc:inkChg chg="add">
          <ac:chgData name="Md. Nahid Hasan" userId="S::nahid@vu.edu.bd::85ea5f9e-65d6-4031-b810-9415101f2e21" providerId="AD" clId="Web-{B4C2672B-3B0D-4136-B0A3-A01D0671BFC8}" dt="2020-12-21T14:08:23.582" v="842"/>
          <ac:inkMkLst>
            <pc:docMk/>
            <pc:sldMk cId="0" sldId="470"/>
            <ac:inkMk id="23" creationId="{30550826-82D9-439F-9A4C-5E197A8B90B3}"/>
          </ac:inkMkLst>
        </pc:inkChg>
        <pc:inkChg chg="add">
          <ac:chgData name="Md. Nahid Hasan" userId="S::nahid@vu.edu.bd::85ea5f9e-65d6-4031-b810-9415101f2e21" providerId="AD" clId="Web-{B4C2672B-3B0D-4136-B0A3-A01D0671BFC8}" dt="2020-12-21T14:08:28.832" v="843"/>
          <ac:inkMkLst>
            <pc:docMk/>
            <pc:sldMk cId="0" sldId="470"/>
            <ac:inkMk id="24" creationId="{34005F76-BB48-4AA5-803D-E1E26FFDB9C8}"/>
          </ac:inkMkLst>
        </pc:inkChg>
        <pc:inkChg chg="add">
          <ac:chgData name="Md. Nahid Hasan" userId="S::nahid@vu.edu.bd::85ea5f9e-65d6-4031-b810-9415101f2e21" providerId="AD" clId="Web-{B4C2672B-3B0D-4136-B0A3-A01D0671BFC8}" dt="2020-12-21T14:08:28.848" v="844"/>
          <ac:inkMkLst>
            <pc:docMk/>
            <pc:sldMk cId="0" sldId="470"/>
            <ac:inkMk id="25" creationId="{36EB3B8A-2B52-4520-A330-A10E8811F165}"/>
          </ac:inkMkLst>
        </pc:inkChg>
        <pc:inkChg chg="add">
          <ac:chgData name="Md. Nahid Hasan" userId="S::nahid@vu.edu.bd::85ea5f9e-65d6-4031-b810-9415101f2e21" providerId="AD" clId="Web-{B4C2672B-3B0D-4136-B0A3-A01D0671BFC8}" dt="2020-12-21T14:08:28.848" v="845"/>
          <ac:inkMkLst>
            <pc:docMk/>
            <pc:sldMk cId="0" sldId="470"/>
            <ac:inkMk id="26" creationId="{5D385889-1058-4F92-BDDF-A56DB6DB01F6}"/>
          </ac:inkMkLst>
        </pc:inkChg>
        <pc:inkChg chg="add">
          <ac:chgData name="Md. Nahid Hasan" userId="S::nahid@vu.edu.bd::85ea5f9e-65d6-4031-b810-9415101f2e21" providerId="AD" clId="Web-{B4C2672B-3B0D-4136-B0A3-A01D0671BFC8}" dt="2020-12-21T14:08:28.863" v="846"/>
          <ac:inkMkLst>
            <pc:docMk/>
            <pc:sldMk cId="0" sldId="470"/>
            <ac:inkMk id="27" creationId="{78BFB483-16FB-479E-9EE6-D3A2F9B07588}"/>
          </ac:inkMkLst>
        </pc:inkChg>
        <pc:inkChg chg="add">
          <ac:chgData name="Md. Nahid Hasan" userId="S::nahid@vu.edu.bd::85ea5f9e-65d6-4031-b810-9415101f2e21" providerId="AD" clId="Web-{B4C2672B-3B0D-4136-B0A3-A01D0671BFC8}" dt="2020-12-21T14:08:31.332" v="847"/>
          <ac:inkMkLst>
            <pc:docMk/>
            <pc:sldMk cId="0" sldId="470"/>
            <ac:inkMk id="28" creationId="{C36C0FC9-7259-474E-8A4E-F181E89E73DB}"/>
          </ac:inkMkLst>
        </pc:inkChg>
        <pc:inkChg chg="add">
          <ac:chgData name="Md. Nahid Hasan" userId="S::nahid@vu.edu.bd::85ea5f9e-65d6-4031-b810-9415101f2e21" providerId="AD" clId="Web-{B4C2672B-3B0D-4136-B0A3-A01D0671BFC8}" dt="2020-12-21T14:08:31.348" v="848"/>
          <ac:inkMkLst>
            <pc:docMk/>
            <pc:sldMk cId="0" sldId="470"/>
            <ac:inkMk id="29" creationId="{552DCC45-E983-4FB2-B8F5-DCB0ED3C5F06}"/>
          </ac:inkMkLst>
        </pc:inkChg>
        <pc:inkChg chg="add">
          <ac:chgData name="Md. Nahid Hasan" userId="S::nahid@vu.edu.bd::85ea5f9e-65d6-4031-b810-9415101f2e21" providerId="AD" clId="Web-{B4C2672B-3B0D-4136-B0A3-A01D0671BFC8}" dt="2020-12-21T14:08:31.348" v="849"/>
          <ac:inkMkLst>
            <pc:docMk/>
            <pc:sldMk cId="0" sldId="470"/>
            <ac:inkMk id="30" creationId="{A88AD728-619E-4821-A6D3-626534063056}"/>
          </ac:inkMkLst>
        </pc:inkChg>
        <pc:inkChg chg="add">
          <ac:chgData name="Md. Nahid Hasan" userId="S::nahid@vu.edu.bd::85ea5f9e-65d6-4031-b810-9415101f2e21" providerId="AD" clId="Web-{B4C2672B-3B0D-4136-B0A3-A01D0671BFC8}" dt="2020-12-21T14:08:36.926" v="850"/>
          <ac:inkMkLst>
            <pc:docMk/>
            <pc:sldMk cId="0" sldId="470"/>
            <ac:inkMk id="31" creationId="{2B7A6BF1-B8FF-4E91-A744-710680AA5C2F}"/>
          </ac:inkMkLst>
        </pc:inkChg>
        <pc:inkChg chg="add">
          <ac:chgData name="Md. Nahid Hasan" userId="S::nahid@vu.edu.bd::85ea5f9e-65d6-4031-b810-9415101f2e21" providerId="AD" clId="Web-{B4C2672B-3B0D-4136-B0A3-A01D0671BFC8}" dt="2020-12-21T14:08:38.379" v="851"/>
          <ac:inkMkLst>
            <pc:docMk/>
            <pc:sldMk cId="0" sldId="470"/>
            <ac:inkMk id="32" creationId="{9B17439E-2BDA-4912-99CF-1E4953B7815A}"/>
          </ac:inkMkLst>
        </pc:inkChg>
        <pc:inkChg chg="add">
          <ac:chgData name="Md. Nahid Hasan" userId="S::nahid@vu.edu.bd::85ea5f9e-65d6-4031-b810-9415101f2e21" providerId="AD" clId="Web-{B4C2672B-3B0D-4136-B0A3-A01D0671BFC8}" dt="2020-12-21T14:08:44.473" v="852"/>
          <ac:inkMkLst>
            <pc:docMk/>
            <pc:sldMk cId="0" sldId="470"/>
            <ac:inkMk id="33" creationId="{1D314091-E575-44E3-8DAA-0CD7AA6E7665}"/>
          </ac:inkMkLst>
        </pc:inkChg>
        <pc:inkChg chg="add">
          <ac:chgData name="Md. Nahid Hasan" userId="S::nahid@vu.edu.bd::85ea5f9e-65d6-4031-b810-9415101f2e21" providerId="AD" clId="Web-{B4C2672B-3B0D-4136-B0A3-A01D0671BFC8}" dt="2020-12-21T14:08:44.473" v="853"/>
          <ac:inkMkLst>
            <pc:docMk/>
            <pc:sldMk cId="0" sldId="470"/>
            <ac:inkMk id="34" creationId="{0BAABB43-DD1E-4435-927B-38C5A689D0A9}"/>
          </ac:inkMkLst>
        </pc:inkChg>
        <pc:inkChg chg="add">
          <ac:chgData name="Md. Nahid Hasan" userId="S::nahid@vu.edu.bd::85ea5f9e-65d6-4031-b810-9415101f2e21" providerId="AD" clId="Web-{B4C2672B-3B0D-4136-B0A3-A01D0671BFC8}" dt="2020-12-21T14:08:44.488" v="854"/>
          <ac:inkMkLst>
            <pc:docMk/>
            <pc:sldMk cId="0" sldId="470"/>
            <ac:inkMk id="35" creationId="{6CA489F7-E758-4EB2-9556-4E7995149631}"/>
          </ac:inkMkLst>
        </pc:inkChg>
        <pc:inkChg chg="add">
          <ac:chgData name="Md. Nahid Hasan" userId="S::nahid@vu.edu.bd::85ea5f9e-65d6-4031-b810-9415101f2e21" providerId="AD" clId="Web-{B4C2672B-3B0D-4136-B0A3-A01D0671BFC8}" dt="2020-12-21T14:08:44.488" v="855"/>
          <ac:inkMkLst>
            <pc:docMk/>
            <pc:sldMk cId="0" sldId="470"/>
            <ac:inkMk id="36" creationId="{9B005CF7-3BA9-4EAD-AE9E-37D45E87436D}"/>
          </ac:inkMkLst>
        </pc:inkChg>
        <pc:inkChg chg="add">
          <ac:chgData name="Md. Nahid Hasan" userId="S::nahid@vu.edu.bd::85ea5f9e-65d6-4031-b810-9415101f2e21" providerId="AD" clId="Web-{B4C2672B-3B0D-4136-B0A3-A01D0671BFC8}" dt="2020-12-21T14:08:44.488" v="856"/>
          <ac:inkMkLst>
            <pc:docMk/>
            <pc:sldMk cId="0" sldId="470"/>
            <ac:inkMk id="37" creationId="{BED24ABE-02DD-4D59-A88B-1B6A42F7E4B2}"/>
          </ac:inkMkLst>
        </pc:inkChg>
        <pc:inkChg chg="add">
          <ac:chgData name="Md. Nahid Hasan" userId="S::nahid@vu.edu.bd::85ea5f9e-65d6-4031-b810-9415101f2e21" providerId="AD" clId="Web-{B4C2672B-3B0D-4136-B0A3-A01D0671BFC8}" dt="2020-12-21T14:08:44.504" v="857"/>
          <ac:inkMkLst>
            <pc:docMk/>
            <pc:sldMk cId="0" sldId="470"/>
            <ac:inkMk id="38" creationId="{CF28CC3B-42F5-4564-B112-45491D131B17}"/>
          </ac:inkMkLst>
        </pc:inkChg>
        <pc:inkChg chg="add">
          <ac:chgData name="Md. Nahid Hasan" userId="S::nahid@vu.edu.bd::85ea5f9e-65d6-4031-b810-9415101f2e21" providerId="AD" clId="Web-{B4C2672B-3B0D-4136-B0A3-A01D0671BFC8}" dt="2020-12-21T14:08:44.504" v="858"/>
          <ac:inkMkLst>
            <pc:docMk/>
            <pc:sldMk cId="0" sldId="470"/>
            <ac:inkMk id="39" creationId="{1340A329-865E-4525-B310-AEA11F213CD9}"/>
          </ac:inkMkLst>
        </pc:inkChg>
        <pc:inkChg chg="add">
          <ac:chgData name="Md. Nahid Hasan" userId="S::nahid@vu.edu.bd::85ea5f9e-65d6-4031-b810-9415101f2e21" providerId="AD" clId="Web-{B4C2672B-3B0D-4136-B0A3-A01D0671BFC8}" dt="2020-12-21T14:08:44.519" v="859"/>
          <ac:inkMkLst>
            <pc:docMk/>
            <pc:sldMk cId="0" sldId="470"/>
            <ac:inkMk id="40" creationId="{90003D00-D93E-433B-B8AC-E2A08A52AB00}"/>
          </ac:inkMkLst>
        </pc:inkChg>
        <pc:inkChg chg="add">
          <ac:chgData name="Md. Nahid Hasan" userId="S::nahid@vu.edu.bd::85ea5f9e-65d6-4031-b810-9415101f2e21" providerId="AD" clId="Web-{B4C2672B-3B0D-4136-B0A3-A01D0671BFC8}" dt="2020-12-21T14:08:44.519" v="860"/>
          <ac:inkMkLst>
            <pc:docMk/>
            <pc:sldMk cId="0" sldId="470"/>
            <ac:inkMk id="41" creationId="{AF7F40B2-A95F-409C-81AB-BD3124898EEA}"/>
          </ac:inkMkLst>
        </pc:inkChg>
      </pc:sldChg>
      <pc:sldChg chg="addSp">
        <pc:chgData name="Md. Nahid Hasan" userId="S::nahid@vu.edu.bd::85ea5f9e-65d6-4031-b810-9415101f2e21" providerId="AD" clId="Web-{B4C2672B-3B0D-4136-B0A3-A01D0671BFC8}" dt="2020-12-21T14:08:53.176" v="861"/>
        <pc:sldMkLst>
          <pc:docMk/>
          <pc:sldMk cId="0" sldId="472"/>
        </pc:sldMkLst>
        <pc:inkChg chg="add">
          <ac:chgData name="Md. Nahid Hasan" userId="S::nahid@vu.edu.bd::85ea5f9e-65d6-4031-b810-9415101f2e21" providerId="AD" clId="Web-{B4C2672B-3B0D-4136-B0A3-A01D0671BFC8}" dt="2020-12-21T14:08:53.176" v="861"/>
          <ac:inkMkLst>
            <pc:docMk/>
            <pc:sldMk cId="0" sldId="472"/>
            <ac:inkMk id="2" creationId="{11E5C513-29F9-4D10-81CD-549D7BF63752}"/>
          </ac:inkMkLst>
        </pc:inkChg>
      </pc:sldChg>
      <pc:sldChg chg="addSp">
        <pc:chgData name="Md. Nahid Hasan" userId="S::nahid@vu.edu.bd::85ea5f9e-65d6-4031-b810-9415101f2e21" providerId="AD" clId="Web-{B4C2672B-3B0D-4136-B0A3-A01D0671BFC8}" dt="2020-12-21T14:09:24.629" v="865"/>
        <pc:sldMkLst>
          <pc:docMk/>
          <pc:sldMk cId="0" sldId="473"/>
        </pc:sldMkLst>
        <pc:inkChg chg="add">
          <ac:chgData name="Md. Nahid Hasan" userId="S::nahid@vu.edu.bd::85ea5f9e-65d6-4031-b810-9415101f2e21" providerId="AD" clId="Web-{B4C2672B-3B0D-4136-B0A3-A01D0671BFC8}" dt="2020-12-21T14:09:17.832" v="863"/>
          <ac:inkMkLst>
            <pc:docMk/>
            <pc:sldMk cId="0" sldId="473"/>
            <ac:inkMk id="2" creationId="{8284EB5F-9D74-4F4C-B3D5-AAE008FB7AA6}"/>
          </ac:inkMkLst>
        </pc:inkChg>
        <pc:inkChg chg="add">
          <ac:chgData name="Md. Nahid Hasan" userId="S::nahid@vu.edu.bd::85ea5f9e-65d6-4031-b810-9415101f2e21" providerId="AD" clId="Web-{B4C2672B-3B0D-4136-B0A3-A01D0671BFC8}" dt="2020-12-21T14:09:20.723" v="864"/>
          <ac:inkMkLst>
            <pc:docMk/>
            <pc:sldMk cId="0" sldId="473"/>
            <ac:inkMk id="3" creationId="{28370B8F-408D-48D8-AF18-018AEDB156A8}"/>
          </ac:inkMkLst>
        </pc:inkChg>
        <pc:inkChg chg="add">
          <ac:chgData name="Md. Nahid Hasan" userId="S::nahid@vu.edu.bd::85ea5f9e-65d6-4031-b810-9415101f2e21" providerId="AD" clId="Web-{B4C2672B-3B0D-4136-B0A3-A01D0671BFC8}" dt="2020-12-21T14:09:24.629" v="865"/>
          <ac:inkMkLst>
            <pc:docMk/>
            <pc:sldMk cId="0" sldId="473"/>
            <ac:inkMk id="4" creationId="{0513A85E-CC85-4B7A-B2CF-A0A2E8016BB2}"/>
          </ac:inkMkLst>
        </pc:inkChg>
      </pc:sldChg>
    </pc:docChg>
  </pc:docChgLst>
  <pc:docChgLst>
    <pc:chgData name="Md. Nahid Hasan" userId="S::nahid@vu.edu.bd::85ea5f9e-65d6-4031-b810-9415101f2e21" providerId="AD" clId="Web-{1CBDCBC6-480A-467A-61FA-40BDC829E86F}"/>
    <pc:docChg chg="modSld">
      <pc:chgData name="Md. Nahid Hasan" userId="S::nahid@vu.edu.bd::85ea5f9e-65d6-4031-b810-9415101f2e21" providerId="AD" clId="Web-{1CBDCBC6-480A-467A-61FA-40BDC829E86F}" dt="2020-09-01T05:02:16.212" v="528"/>
      <pc:docMkLst>
        <pc:docMk/>
      </pc:docMkLst>
      <pc:sldChg chg="addSp delSp modSp">
        <pc:chgData name="Md. Nahid Hasan" userId="S::nahid@vu.edu.bd::85ea5f9e-65d6-4031-b810-9415101f2e21" providerId="AD" clId="Web-{1CBDCBC6-480A-467A-61FA-40BDC829E86F}" dt="2020-09-01T05:02:16.212" v="528"/>
        <pc:sldMkLst>
          <pc:docMk/>
          <pc:sldMk cId="0" sldId="468"/>
        </pc:sldMkLst>
        <pc:spChg chg="mod">
          <ac:chgData name="Md. Nahid Hasan" userId="S::nahid@vu.edu.bd::85ea5f9e-65d6-4031-b810-9415101f2e21" providerId="AD" clId="Web-{1CBDCBC6-480A-467A-61FA-40BDC829E86F}" dt="2020-09-01T04:36:04.314" v="0" actId="20577"/>
          <ac:spMkLst>
            <pc:docMk/>
            <pc:sldMk cId="0" sldId="468"/>
            <ac:spMk id="51202" creationId="{2690B284-538D-4959-94C5-D4CB17371671}"/>
          </ac:spMkLst>
        </pc:spChg>
        <pc:inkChg chg="del">
          <ac:chgData name="Md. Nahid Hasan" userId="S::nahid@vu.edu.bd::85ea5f9e-65d6-4031-b810-9415101f2e21" providerId="AD" clId="Web-{1CBDCBC6-480A-467A-61FA-40BDC829E86F}" dt="2020-09-01T04:45:37.941" v="262"/>
          <ac:inkMkLst>
            <pc:docMk/>
            <pc:sldMk cId="0" sldId="468"/>
            <ac:inkMk id="2" creationId="{2EBE9069-21F0-489D-9AF4-89E3E8EF9EC6}"/>
          </ac:inkMkLst>
        </pc:inkChg>
        <pc:inkChg chg="del">
          <ac:chgData name="Md. Nahid Hasan" userId="S::nahid@vu.edu.bd::85ea5f9e-65d6-4031-b810-9415101f2e21" providerId="AD" clId="Web-{1CBDCBC6-480A-467A-61FA-40BDC829E86F}" dt="2020-09-01T04:45:38.805" v="263"/>
          <ac:inkMkLst>
            <pc:docMk/>
            <pc:sldMk cId="0" sldId="468"/>
            <ac:inkMk id="4" creationId="{5A52906B-2E4A-4F65-82C1-5628CA47A2C6}"/>
          </ac:inkMkLst>
        </pc:inkChg>
        <pc:inkChg chg="add del">
          <ac:chgData name="Md. Nahid Hasan" userId="S::nahid@vu.edu.bd::85ea5f9e-65d6-4031-b810-9415101f2e21" providerId="AD" clId="Web-{1CBDCBC6-480A-467A-61FA-40BDC829E86F}" dt="2020-09-01T04:45:37.941" v="261"/>
          <ac:inkMkLst>
            <pc:docMk/>
            <pc:sldMk cId="0" sldId="468"/>
            <ac:inkMk id="5" creationId="{7C507594-4E13-4353-B2F4-6C71BF269578}"/>
          </ac:inkMkLst>
        </pc:inkChg>
        <pc:inkChg chg="add del">
          <ac:chgData name="Md. Nahid Hasan" userId="S::nahid@vu.edu.bd::85ea5f9e-65d6-4031-b810-9415101f2e21" providerId="AD" clId="Web-{1CBDCBC6-480A-467A-61FA-40BDC829E86F}" dt="2020-09-01T04:45:37.926" v="260"/>
          <ac:inkMkLst>
            <pc:docMk/>
            <pc:sldMk cId="0" sldId="468"/>
            <ac:inkMk id="6" creationId="{91E4650E-C7B7-4DD5-A8AA-8D37DF0C91B5}"/>
          </ac:inkMkLst>
        </pc:inkChg>
        <pc:inkChg chg="add del">
          <ac:chgData name="Md. Nahid Hasan" userId="S::nahid@vu.edu.bd::85ea5f9e-65d6-4031-b810-9415101f2e21" providerId="AD" clId="Web-{1CBDCBC6-480A-467A-61FA-40BDC829E86F}" dt="2020-09-01T04:45:37.926" v="259"/>
          <ac:inkMkLst>
            <pc:docMk/>
            <pc:sldMk cId="0" sldId="468"/>
            <ac:inkMk id="7" creationId="{3E1BACDA-8469-40F4-8C03-8FF7A089743C}"/>
          </ac:inkMkLst>
        </pc:inkChg>
        <pc:inkChg chg="add del">
          <ac:chgData name="Md. Nahid Hasan" userId="S::nahid@vu.edu.bd::85ea5f9e-65d6-4031-b810-9415101f2e21" providerId="AD" clId="Web-{1CBDCBC6-480A-467A-61FA-40BDC829E86F}" dt="2020-09-01T04:45:37.926" v="258"/>
          <ac:inkMkLst>
            <pc:docMk/>
            <pc:sldMk cId="0" sldId="468"/>
            <ac:inkMk id="8" creationId="{F67AD263-AC8C-4C9F-862C-89CD2F82F2B5}"/>
          </ac:inkMkLst>
        </pc:inkChg>
        <pc:inkChg chg="add del">
          <ac:chgData name="Md. Nahid Hasan" userId="S::nahid@vu.edu.bd::85ea5f9e-65d6-4031-b810-9415101f2e21" providerId="AD" clId="Web-{1CBDCBC6-480A-467A-61FA-40BDC829E86F}" dt="2020-09-01T04:45:37.926" v="257"/>
          <ac:inkMkLst>
            <pc:docMk/>
            <pc:sldMk cId="0" sldId="468"/>
            <ac:inkMk id="9" creationId="{C99D75CA-6DAB-42D2-9B70-4B4AA61FAD71}"/>
          </ac:inkMkLst>
        </pc:inkChg>
        <pc:inkChg chg="add del">
          <ac:chgData name="Md. Nahid Hasan" userId="S::nahid@vu.edu.bd::85ea5f9e-65d6-4031-b810-9415101f2e21" providerId="AD" clId="Web-{1CBDCBC6-480A-467A-61FA-40BDC829E86F}" dt="2020-09-01T04:45:37.926" v="256"/>
          <ac:inkMkLst>
            <pc:docMk/>
            <pc:sldMk cId="0" sldId="468"/>
            <ac:inkMk id="10" creationId="{A4C0D89A-1F4C-44E7-BEF4-74A1E0DB7075}"/>
          </ac:inkMkLst>
        </pc:inkChg>
        <pc:inkChg chg="add del">
          <ac:chgData name="Md. Nahid Hasan" userId="S::nahid@vu.edu.bd::85ea5f9e-65d6-4031-b810-9415101f2e21" providerId="AD" clId="Web-{1CBDCBC6-480A-467A-61FA-40BDC829E86F}" dt="2020-09-01T04:45:37.926" v="255"/>
          <ac:inkMkLst>
            <pc:docMk/>
            <pc:sldMk cId="0" sldId="468"/>
            <ac:inkMk id="11" creationId="{7E9A9035-0AD5-4994-A7B3-9F53B1F29759}"/>
          </ac:inkMkLst>
        </pc:inkChg>
        <pc:inkChg chg="add del">
          <ac:chgData name="Md. Nahid Hasan" userId="S::nahid@vu.edu.bd::85ea5f9e-65d6-4031-b810-9415101f2e21" providerId="AD" clId="Web-{1CBDCBC6-480A-467A-61FA-40BDC829E86F}" dt="2020-09-01T04:45:37.926" v="254"/>
          <ac:inkMkLst>
            <pc:docMk/>
            <pc:sldMk cId="0" sldId="468"/>
            <ac:inkMk id="12" creationId="{B4A134D6-51AE-4D8A-8701-567FFD7DBC69}"/>
          </ac:inkMkLst>
        </pc:inkChg>
        <pc:inkChg chg="add del">
          <ac:chgData name="Md. Nahid Hasan" userId="S::nahid@vu.edu.bd::85ea5f9e-65d6-4031-b810-9415101f2e21" providerId="AD" clId="Web-{1CBDCBC6-480A-467A-61FA-40BDC829E86F}" dt="2020-09-01T04:45:37.926" v="253"/>
          <ac:inkMkLst>
            <pc:docMk/>
            <pc:sldMk cId="0" sldId="468"/>
            <ac:inkMk id="13" creationId="{A8113674-6BD6-4D25-96C3-EA0D464CD5B9}"/>
          </ac:inkMkLst>
        </pc:inkChg>
        <pc:inkChg chg="add del">
          <ac:chgData name="Md. Nahid Hasan" userId="S::nahid@vu.edu.bd::85ea5f9e-65d6-4031-b810-9415101f2e21" providerId="AD" clId="Web-{1CBDCBC6-480A-467A-61FA-40BDC829E86F}" dt="2020-09-01T04:45:37.926" v="252"/>
          <ac:inkMkLst>
            <pc:docMk/>
            <pc:sldMk cId="0" sldId="468"/>
            <ac:inkMk id="14" creationId="{98F1A192-7466-41C9-98EC-F972C5FA31F7}"/>
          </ac:inkMkLst>
        </pc:inkChg>
        <pc:inkChg chg="add del">
          <ac:chgData name="Md. Nahid Hasan" userId="S::nahid@vu.edu.bd::85ea5f9e-65d6-4031-b810-9415101f2e21" providerId="AD" clId="Web-{1CBDCBC6-480A-467A-61FA-40BDC829E86F}" dt="2020-09-01T04:45:37.926" v="251"/>
          <ac:inkMkLst>
            <pc:docMk/>
            <pc:sldMk cId="0" sldId="468"/>
            <ac:inkMk id="15" creationId="{41D97C2C-32CF-4FBD-9690-2D8201EE5E2E}"/>
          </ac:inkMkLst>
        </pc:inkChg>
        <pc:inkChg chg="add del">
          <ac:chgData name="Md. Nahid Hasan" userId="S::nahid@vu.edu.bd::85ea5f9e-65d6-4031-b810-9415101f2e21" providerId="AD" clId="Web-{1CBDCBC6-480A-467A-61FA-40BDC829E86F}" dt="2020-09-01T04:45:37.910" v="250"/>
          <ac:inkMkLst>
            <pc:docMk/>
            <pc:sldMk cId="0" sldId="468"/>
            <ac:inkMk id="16" creationId="{4E42E035-D4B4-41F9-B53E-A12CA4C47878}"/>
          </ac:inkMkLst>
        </pc:inkChg>
        <pc:inkChg chg="add del">
          <ac:chgData name="Md. Nahid Hasan" userId="S::nahid@vu.edu.bd::85ea5f9e-65d6-4031-b810-9415101f2e21" providerId="AD" clId="Web-{1CBDCBC6-480A-467A-61FA-40BDC829E86F}" dt="2020-09-01T04:45:37.910" v="249"/>
          <ac:inkMkLst>
            <pc:docMk/>
            <pc:sldMk cId="0" sldId="468"/>
            <ac:inkMk id="17" creationId="{607F13E0-45B0-4430-94D0-2CBBC9E4C949}"/>
          </ac:inkMkLst>
        </pc:inkChg>
        <pc:inkChg chg="add del">
          <ac:chgData name="Md. Nahid Hasan" userId="S::nahid@vu.edu.bd::85ea5f9e-65d6-4031-b810-9415101f2e21" providerId="AD" clId="Web-{1CBDCBC6-480A-467A-61FA-40BDC829E86F}" dt="2020-09-01T04:45:37.910" v="248"/>
          <ac:inkMkLst>
            <pc:docMk/>
            <pc:sldMk cId="0" sldId="468"/>
            <ac:inkMk id="18" creationId="{439F888B-5206-418C-B2B3-CA671C674E98}"/>
          </ac:inkMkLst>
        </pc:inkChg>
        <pc:inkChg chg="add del">
          <ac:chgData name="Md. Nahid Hasan" userId="S::nahid@vu.edu.bd::85ea5f9e-65d6-4031-b810-9415101f2e21" providerId="AD" clId="Web-{1CBDCBC6-480A-467A-61FA-40BDC829E86F}" dt="2020-09-01T04:45:37.910" v="247"/>
          <ac:inkMkLst>
            <pc:docMk/>
            <pc:sldMk cId="0" sldId="468"/>
            <ac:inkMk id="19" creationId="{21FD7B14-46B4-4A98-AA6B-CF320188B6CE}"/>
          </ac:inkMkLst>
        </pc:inkChg>
        <pc:inkChg chg="add del">
          <ac:chgData name="Md. Nahid Hasan" userId="S::nahid@vu.edu.bd::85ea5f9e-65d6-4031-b810-9415101f2e21" providerId="AD" clId="Web-{1CBDCBC6-480A-467A-61FA-40BDC829E86F}" dt="2020-09-01T04:45:37.910" v="246"/>
          <ac:inkMkLst>
            <pc:docMk/>
            <pc:sldMk cId="0" sldId="468"/>
            <ac:inkMk id="20" creationId="{A388CC7B-D48A-432D-AC82-0F7ECAF6595E}"/>
          </ac:inkMkLst>
        </pc:inkChg>
        <pc:inkChg chg="add del">
          <ac:chgData name="Md. Nahid Hasan" userId="S::nahid@vu.edu.bd::85ea5f9e-65d6-4031-b810-9415101f2e21" providerId="AD" clId="Web-{1CBDCBC6-480A-467A-61FA-40BDC829E86F}" dt="2020-09-01T04:45:37.910" v="245"/>
          <ac:inkMkLst>
            <pc:docMk/>
            <pc:sldMk cId="0" sldId="468"/>
            <ac:inkMk id="21" creationId="{E72D33FA-5D64-4336-9578-76EDB898565A}"/>
          </ac:inkMkLst>
        </pc:inkChg>
        <pc:inkChg chg="add del">
          <ac:chgData name="Md. Nahid Hasan" userId="S::nahid@vu.edu.bd::85ea5f9e-65d6-4031-b810-9415101f2e21" providerId="AD" clId="Web-{1CBDCBC6-480A-467A-61FA-40BDC829E86F}" dt="2020-09-01T04:45:37.910" v="244"/>
          <ac:inkMkLst>
            <pc:docMk/>
            <pc:sldMk cId="0" sldId="468"/>
            <ac:inkMk id="22" creationId="{D5DC2797-21C5-472C-894E-FE1E69E88B9D}"/>
          </ac:inkMkLst>
        </pc:inkChg>
        <pc:inkChg chg="add del">
          <ac:chgData name="Md. Nahid Hasan" userId="S::nahid@vu.edu.bd::85ea5f9e-65d6-4031-b810-9415101f2e21" providerId="AD" clId="Web-{1CBDCBC6-480A-467A-61FA-40BDC829E86F}" dt="2020-09-01T04:45:37.910" v="243"/>
          <ac:inkMkLst>
            <pc:docMk/>
            <pc:sldMk cId="0" sldId="468"/>
            <ac:inkMk id="23" creationId="{70AD687A-CC78-4C14-B201-C5F223151EC6}"/>
          </ac:inkMkLst>
        </pc:inkChg>
        <pc:inkChg chg="add del">
          <ac:chgData name="Md. Nahid Hasan" userId="S::nahid@vu.edu.bd::85ea5f9e-65d6-4031-b810-9415101f2e21" providerId="AD" clId="Web-{1CBDCBC6-480A-467A-61FA-40BDC829E86F}" dt="2020-09-01T04:45:37.910" v="242"/>
          <ac:inkMkLst>
            <pc:docMk/>
            <pc:sldMk cId="0" sldId="468"/>
            <ac:inkMk id="24" creationId="{38491D20-4AB9-4332-B5A5-820C7433596F}"/>
          </ac:inkMkLst>
        </pc:inkChg>
        <pc:inkChg chg="add del">
          <ac:chgData name="Md. Nahid Hasan" userId="S::nahid@vu.edu.bd::85ea5f9e-65d6-4031-b810-9415101f2e21" providerId="AD" clId="Web-{1CBDCBC6-480A-467A-61FA-40BDC829E86F}" dt="2020-09-01T04:45:37.895" v="241"/>
          <ac:inkMkLst>
            <pc:docMk/>
            <pc:sldMk cId="0" sldId="468"/>
            <ac:inkMk id="25" creationId="{FEE5A460-84A5-4F3B-A8D0-04FA021DBFEE}"/>
          </ac:inkMkLst>
        </pc:inkChg>
        <pc:inkChg chg="add del">
          <ac:chgData name="Md. Nahid Hasan" userId="S::nahid@vu.edu.bd::85ea5f9e-65d6-4031-b810-9415101f2e21" providerId="AD" clId="Web-{1CBDCBC6-480A-467A-61FA-40BDC829E86F}" dt="2020-09-01T04:45:37.895" v="240"/>
          <ac:inkMkLst>
            <pc:docMk/>
            <pc:sldMk cId="0" sldId="468"/>
            <ac:inkMk id="26" creationId="{C0C19EAB-281D-4C0B-B658-BB24BA964EC8}"/>
          </ac:inkMkLst>
        </pc:inkChg>
        <pc:inkChg chg="add del">
          <ac:chgData name="Md. Nahid Hasan" userId="S::nahid@vu.edu.bd::85ea5f9e-65d6-4031-b810-9415101f2e21" providerId="AD" clId="Web-{1CBDCBC6-480A-467A-61FA-40BDC829E86F}" dt="2020-09-01T04:45:37.895" v="239"/>
          <ac:inkMkLst>
            <pc:docMk/>
            <pc:sldMk cId="0" sldId="468"/>
            <ac:inkMk id="27" creationId="{09D66AB7-E9FC-4A67-ADC3-9832B32D8AA8}"/>
          </ac:inkMkLst>
        </pc:inkChg>
        <pc:inkChg chg="add del">
          <ac:chgData name="Md. Nahid Hasan" userId="S::nahid@vu.edu.bd::85ea5f9e-65d6-4031-b810-9415101f2e21" providerId="AD" clId="Web-{1CBDCBC6-480A-467A-61FA-40BDC829E86F}" dt="2020-09-01T04:38:20.033" v="29"/>
          <ac:inkMkLst>
            <pc:docMk/>
            <pc:sldMk cId="0" sldId="468"/>
            <ac:inkMk id="28" creationId="{F31D09C7-8536-4833-AE63-618181AB8855}"/>
          </ac:inkMkLst>
        </pc:inkChg>
        <pc:inkChg chg="add del">
          <ac:chgData name="Md. Nahid Hasan" userId="S::nahid@vu.edu.bd::85ea5f9e-65d6-4031-b810-9415101f2e21" providerId="AD" clId="Web-{1CBDCBC6-480A-467A-61FA-40BDC829E86F}" dt="2020-09-01T04:38:20.033" v="28"/>
          <ac:inkMkLst>
            <pc:docMk/>
            <pc:sldMk cId="0" sldId="468"/>
            <ac:inkMk id="29" creationId="{9DD05F15-0671-4CE2-BE95-D6E68C32B544}"/>
          </ac:inkMkLst>
        </pc:inkChg>
        <pc:inkChg chg="add del">
          <ac:chgData name="Md. Nahid Hasan" userId="S::nahid@vu.edu.bd::85ea5f9e-65d6-4031-b810-9415101f2e21" providerId="AD" clId="Web-{1CBDCBC6-480A-467A-61FA-40BDC829E86F}" dt="2020-09-01T04:38:20.018" v="27"/>
          <ac:inkMkLst>
            <pc:docMk/>
            <pc:sldMk cId="0" sldId="468"/>
            <ac:inkMk id="30" creationId="{3E8660C7-0619-454E-8434-132C63699109}"/>
          </ac:inkMkLst>
        </pc:inkChg>
        <pc:inkChg chg="add del">
          <ac:chgData name="Md. Nahid Hasan" userId="S::nahid@vu.edu.bd::85ea5f9e-65d6-4031-b810-9415101f2e21" providerId="AD" clId="Web-{1CBDCBC6-480A-467A-61FA-40BDC829E86F}" dt="2020-09-01T04:45:37.895" v="238"/>
          <ac:inkMkLst>
            <pc:docMk/>
            <pc:sldMk cId="0" sldId="468"/>
            <ac:inkMk id="31" creationId="{09ADF405-B522-44AD-9738-20BEE4ED88C3}"/>
          </ac:inkMkLst>
        </pc:inkChg>
        <pc:inkChg chg="add del">
          <ac:chgData name="Md. Nahid Hasan" userId="S::nahid@vu.edu.bd::85ea5f9e-65d6-4031-b810-9415101f2e21" providerId="AD" clId="Web-{1CBDCBC6-480A-467A-61FA-40BDC829E86F}" dt="2020-09-01T04:45:37.895" v="237"/>
          <ac:inkMkLst>
            <pc:docMk/>
            <pc:sldMk cId="0" sldId="468"/>
            <ac:inkMk id="32" creationId="{A2133430-6A1C-44A9-ACFA-782020D0C7F2}"/>
          </ac:inkMkLst>
        </pc:inkChg>
        <pc:inkChg chg="add del">
          <ac:chgData name="Md. Nahid Hasan" userId="S::nahid@vu.edu.bd::85ea5f9e-65d6-4031-b810-9415101f2e21" providerId="AD" clId="Web-{1CBDCBC6-480A-467A-61FA-40BDC829E86F}" dt="2020-09-01T04:45:37.895" v="236"/>
          <ac:inkMkLst>
            <pc:docMk/>
            <pc:sldMk cId="0" sldId="468"/>
            <ac:inkMk id="33" creationId="{9112FD7D-3D6D-49D1-A537-9C2EA7F840A5}"/>
          </ac:inkMkLst>
        </pc:inkChg>
        <pc:inkChg chg="add del">
          <ac:chgData name="Md. Nahid Hasan" userId="S::nahid@vu.edu.bd::85ea5f9e-65d6-4031-b810-9415101f2e21" providerId="AD" clId="Web-{1CBDCBC6-480A-467A-61FA-40BDC829E86F}" dt="2020-09-01T04:45:37.895" v="235"/>
          <ac:inkMkLst>
            <pc:docMk/>
            <pc:sldMk cId="0" sldId="468"/>
            <ac:inkMk id="34" creationId="{48916C40-AD36-4AB9-B276-A58B4B94D472}"/>
          </ac:inkMkLst>
        </pc:inkChg>
        <pc:inkChg chg="add del">
          <ac:chgData name="Md. Nahid Hasan" userId="S::nahid@vu.edu.bd::85ea5f9e-65d6-4031-b810-9415101f2e21" providerId="AD" clId="Web-{1CBDCBC6-480A-467A-61FA-40BDC829E86F}" dt="2020-09-01T04:45:37.895" v="234"/>
          <ac:inkMkLst>
            <pc:docMk/>
            <pc:sldMk cId="0" sldId="468"/>
            <ac:inkMk id="35" creationId="{4AA80E0D-6CA1-4F88-A525-1CF561039A94}"/>
          </ac:inkMkLst>
        </pc:inkChg>
        <pc:inkChg chg="add del">
          <ac:chgData name="Md. Nahid Hasan" userId="S::nahid@vu.edu.bd::85ea5f9e-65d6-4031-b810-9415101f2e21" providerId="AD" clId="Web-{1CBDCBC6-480A-467A-61FA-40BDC829E86F}" dt="2020-09-01T04:45:37.895" v="233"/>
          <ac:inkMkLst>
            <pc:docMk/>
            <pc:sldMk cId="0" sldId="468"/>
            <ac:inkMk id="36" creationId="{546D0144-578B-4D75-B3FB-1E829D356BBA}"/>
          </ac:inkMkLst>
        </pc:inkChg>
        <pc:inkChg chg="add del">
          <ac:chgData name="Md. Nahid Hasan" userId="S::nahid@vu.edu.bd::85ea5f9e-65d6-4031-b810-9415101f2e21" providerId="AD" clId="Web-{1CBDCBC6-480A-467A-61FA-40BDC829E86F}" dt="2020-09-01T04:45:37.895" v="232"/>
          <ac:inkMkLst>
            <pc:docMk/>
            <pc:sldMk cId="0" sldId="468"/>
            <ac:inkMk id="37" creationId="{57CA2645-A23F-4F69-81E6-4D4D54BEA6B5}"/>
          </ac:inkMkLst>
        </pc:inkChg>
        <pc:inkChg chg="add del">
          <ac:chgData name="Md. Nahid Hasan" userId="S::nahid@vu.edu.bd::85ea5f9e-65d6-4031-b810-9415101f2e21" providerId="AD" clId="Web-{1CBDCBC6-480A-467A-61FA-40BDC829E86F}" dt="2020-09-01T04:45:37.879" v="231"/>
          <ac:inkMkLst>
            <pc:docMk/>
            <pc:sldMk cId="0" sldId="468"/>
            <ac:inkMk id="38" creationId="{14AF7A72-F33F-4151-8FED-43C251B20AF4}"/>
          </ac:inkMkLst>
        </pc:inkChg>
        <pc:inkChg chg="add del">
          <ac:chgData name="Md. Nahid Hasan" userId="S::nahid@vu.edu.bd::85ea5f9e-65d6-4031-b810-9415101f2e21" providerId="AD" clId="Web-{1CBDCBC6-480A-467A-61FA-40BDC829E86F}" dt="2020-09-01T04:45:37.879" v="230"/>
          <ac:inkMkLst>
            <pc:docMk/>
            <pc:sldMk cId="0" sldId="468"/>
            <ac:inkMk id="39" creationId="{34F00266-21DC-4650-86B6-93A17CE0583A}"/>
          </ac:inkMkLst>
        </pc:inkChg>
        <pc:inkChg chg="add del">
          <ac:chgData name="Md. Nahid Hasan" userId="S::nahid@vu.edu.bd::85ea5f9e-65d6-4031-b810-9415101f2e21" providerId="AD" clId="Web-{1CBDCBC6-480A-467A-61FA-40BDC829E86F}" dt="2020-09-01T04:45:37.879" v="229"/>
          <ac:inkMkLst>
            <pc:docMk/>
            <pc:sldMk cId="0" sldId="468"/>
            <ac:inkMk id="40" creationId="{6D37CCF9-A780-4CFC-BD8C-34E6D7C358F5}"/>
          </ac:inkMkLst>
        </pc:inkChg>
        <pc:inkChg chg="add del">
          <ac:chgData name="Md. Nahid Hasan" userId="S::nahid@vu.edu.bd::85ea5f9e-65d6-4031-b810-9415101f2e21" providerId="AD" clId="Web-{1CBDCBC6-480A-467A-61FA-40BDC829E86F}" dt="2020-09-01T04:45:37.879" v="228"/>
          <ac:inkMkLst>
            <pc:docMk/>
            <pc:sldMk cId="0" sldId="468"/>
            <ac:inkMk id="41" creationId="{E7207CD6-8137-4777-B513-436E223BA085}"/>
          </ac:inkMkLst>
        </pc:inkChg>
        <pc:inkChg chg="add del">
          <ac:chgData name="Md. Nahid Hasan" userId="S::nahid@vu.edu.bd::85ea5f9e-65d6-4031-b810-9415101f2e21" providerId="AD" clId="Web-{1CBDCBC6-480A-467A-61FA-40BDC829E86F}" dt="2020-09-01T04:45:37.879" v="227"/>
          <ac:inkMkLst>
            <pc:docMk/>
            <pc:sldMk cId="0" sldId="468"/>
            <ac:inkMk id="42" creationId="{E40D7B12-1562-4159-8824-3A8D6F4C6BCA}"/>
          </ac:inkMkLst>
        </pc:inkChg>
        <pc:inkChg chg="add del">
          <ac:chgData name="Md. Nahid Hasan" userId="S::nahid@vu.edu.bd::85ea5f9e-65d6-4031-b810-9415101f2e21" providerId="AD" clId="Web-{1CBDCBC6-480A-467A-61FA-40BDC829E86F}" dt="2020-09-01T04:45:37.879" v="226"/>
          <ac:inkMkLst>
            <pc:docMk/>
            <pc:sldMk cId="0" sldId="468"/>
            <ac:inkMk id="43" creationId="{979DFF53-7BA4-4756-85CA-F7D4A3E39918}"/>
          </ac:inkMkLst>
        </pc:inkChg>
        <pc:inkChg chg="add del">
          <ac:chgData name="Md. Nahid Hasan" userId="S::nahid@vu.edu.bd::85ea5f9e-65d6-4031-b810-9415101f2e21" providerId="AD" clId="Web-{1CBDCBC6-480A-467A-61FA-40BDC829E86F}" dt="2020-09-01T04:45:37.879" v="225"/>
          <ac:inkMkLst>
            <pc:docMk/>
            <pc:sldMk cId="0" sldId="468"/>
            <ac:inkMk id="44" creationId="{18370E55-B7A0-4463-BBC6-7634CC8BC3D7}"/>
          </ac:inkMkLst>
        </pc:inkChg>
        <pc:inkChg chg="add del">
          <ac:chgData name="Md. Nahid Hasan" userId="S::nahid@vu.edu.bd::85ea5f9e-65d6-4031-b810-9415101f2e21" providerId="AD" clId="Web-{1CBDCBC6-480A-467A-61FA-40BDC829E86F}" dt="2020-09-01T04:45:37.879" v="224"/>
          <ac:inkMkLst>
            <pc:docMk/>
            <pc:sldMk cId="0" sldId="468"/>
            <ac:inkMk id="45" creationId="{A35E346B-3C59-4CA7-8131-973155BA0663}"/>
          </ac:inkMkLst>
        </pc:inkChg>
        <pc:inkChg chg="add del">
          <ac:chgData name="Md. Nahid Hasan" userId="S::nahid@vu.edu.bd::85ea5f9e-65d6-4031-b810-9415101f2e21" providerId="AD" clId="Web-{1CBDCBC6-480A-467A-61FA-40BDC829E86F}" dt="2020-09-01T04:45:37.863" v="223"/>
          <ac:inkMkLst>
            <pc:docMk/>
            <pc:sldMk cId="0" sldId="468"/>
            <ac:inkMk id="46" creationId="{68A75E37-17A2-45C6-B9CF-D807C52B6A19}"/>
          </ac:inkMkLst>
        </pc:inkChg>
        <pc:inkChg chg="add del">
          <ac:chgData name="Md. Nahid Hasan" userId="S::nahid@vu.edu.bd::85ea5f9e-65d6-4031-b810-9415101f2e21" providerId="AD" clId="Web-{1CBDCBC6-480A-467A-61FA-40BDC829E86F}" dt="2020-09-01T04:45:37.863" v="222"/>
          <ac:inkMkLst>
            <pc:docMk/>
            <pc:sldMk cId="0" sldId="468"/>
            <ac:inkMk id="47" creationId="{943B789C-3908-4851-8719-F04A76C34F90}"/>
          </ac:inkMkLst>
        </pc:inkChg>
        <pc:inkChg chg="add del">
          <ac:chgData name="Md. Nahid Hasan" userId="S::nahid@vu.edu.bd::85ea5f9e-65d6-4031-b810-9415101f2e21" providerId="AD" clId="Web-{1CBDCBC6-480A-467A-61FA-40BDC829E86F}" dt="2020-09-01T04:45:37.863" v="221"/>
          <ac:inkMkLst>
            <pc:docMk/>
            <pc:sldMk cId="0" sldId="468"/>
            <ac:inkMk id="48" creationId="{149D21A2-79B4-4083-B5BB-C90255DE3F49}"/>
          </ac:inkMkLst>
        </pc:inkChg>
        <pc:inkChg chg="add del">
          <ac:chgData name="Md. Nahid Hasan" userId="S::nahid@vu.edu.bd::85ea5f9e-65d6-4031-b810-9415101f2e21" providerId="AD" clId="Web-{1CBDCBC6-480A-467A-61FA-40BDC829E86F}" dt="2020-09-01T04:45:37.863" v="220"/>
          <ac:inkMkLst>
            <pc:docMk/>
            <pc:sldMk cId="0" sldId="468"/>
            <ac:inkMk id="49" creationId="{B273575E-B5E8-4022-9C9F-24648E5D32E3}"/>
          </ac:inkMkLst>
        </pc:inkChg>
        <pc:inkChg chg="add del">
          <ac:chgData name="Md. Nahid Hasan" userId="S::nahid@vu.edu.bd::85ea5f9e-65d6-4031-b810-9415101f2e21" providerId="AD" clId="Web-{1CBDCBC6-480A-467A-61FA-40BDC829E86F}" dt="2020-09-01T04:45:37.863" v="219"/>
          <ac:inkMkLst>
            <pc:docMk/>
            <pc:sldMk cId="0" sldId="468"/>
            <ac:inkMk id="50" creationId="{A08BFEC4-1E55-463F-A843-04D92FDCDDC6}"/>
          </ac:inkMkLst>
        </pc:inkChg>
        <pc:inkChg chg="add del">
          <ac:chgData name="Md. Nahid Hasan" userId="S::nahid@vu.edu.bd::85ea5f9e-65d6-4031-b810-9415101f2e21" providerId="AD" clId="Web-{1CBDCBC6-480A-467A-61FA-40BDC829E86F}" dt="2020-09-01T04:45:37.863" v="218"/>
          <ac:inkMkLst>
            <pc:docMk/>
            <pc:sldMk cId="0" sldId="468"/>
            <ac:inkMk id="51" creationId="{57CF35AB-B71C-4B36-88AE-0B85E3C29C3B}"/>
          </ac:inkMkLst>
        </pc:inkChg>
        <pc:inkChg chg="add del">
          <ac:chgData name="Md. Nahid Hasan" userId="S::nahid@vu.edu.bd::85ea5f9e-65d6-4031-b810-9415101f2e21" providerId="AD" clId="Web-{1CBDCBC6-480A-467A-61FA-40BDC829E86F}" dt="2020-09-01T04:45:37.863" v="217"/>
          <ac:inkMkLst>
            <pc:docMk/>
            <pc:sldMk cId="0" sldId="468"/>
            <ac:inkMk id="52" creationId="{8590446D-8DFF-4576-89A2-4E301D1D443F}"/>
          </ac:inkMkLst>
        </pc:inkChg>
        <pc:inkChg chg="add del">
          <ac:chgData name="Md. Nahid Hasan" userId="S::nahid@vu.edu.bd::85ea5f9e-65d6-4031-b810-9415101f2e21" providerId="AD" clId="Web-{1CBDCBC6-480A-467A-61FA-40BDC829E86F}" dt="2020-09-01T04:45:37.863" v="216"/>
          <ac:inkMkLst>
            <pc:docMk/>
            <pc:sldMk cId="0" sldId="468"/>
            <ac:inkMk id="53" creationId="{5CAC320F-A256-4089-8257-6D9802BD4EBF}"/>
          </ac:inkMkLst>
        </pc:inkChg>
        <pc:inkChg chg="add del">
          <ac:chgData name="Md. Nahid Hasan" userId="S::nahid@vu.edu.bd::85ea5f9e-65d6-4031-b810-9415101f2e21" providerId="AD" clId="Web-{1CBDCBC6-480A-467A-61FA-40BDC829E86F}" dt="2020-09-01T04:45:37.863" v="215"/>
          <ac:inkMkLst>
            <pc:docMk/>
            <pc:sldMk cId="0" sldId="468"/>
            <ac:inkMk id="54" creationId="{E36568B6-A28E-48F7-988E-7ABEA449DE7B}"/>
          </ac:inkMkLst>
        </pc:inkChg>
        <pc:inkChg chg="add del">
          <ac:chgData name="Md. Nahid Hasan" userId="S::nahid@vu.edu.bd::85ea5f9e-65d6-4031-b810-9415101f2e21" providerId="AD" clId="Web-{1CBDCBC6-480A-467A-61FA-40BDC829E86F}" dt="2020-09-01T04:45:37.863" v="214"/>
          <ac:inkMkLst>
            <pc:docMk/>
            <pc:sldMk cId="0" sldId="468"/>
            <ac:inkMk id="55" creationId="{E96649FC-CAE1-4E8E-A117-B54AAE0EA3B3}"/>
          </ac:inkMkLst>
        </pc:inkChg>
        <pc:inkChg chg="add del">
          <ac:chgData name="Md. Nahid Hasan" userId="S::nahid@vu.edu.bd::85ea5f9e-65d6-4031-b810-9415101f2e21" providerId="AD" clId="Web-{1CBDCBC6-480A-467A-61FA-40BDC829E86F}" dt="2020-09-01T04:45:37.848" v="213"/>
          <ac:inkMkLst>
            <pc:docMk/>
            <pc:sldMk cId="0" sldId="468"/>
            <ac:inkMk id="56" creationId="{3234C7FD-3986-4535-B7CC-A007138523BD}"/>
          </ac:inkMkLst>
        </pc:inkChg>
        <pc:inkChg chg="add del">
          <ac:chgData name="Md. Nahid Hasan" userId="S::nahid@vu.edu.bd::85ea5f9e-65d6-4031-b810-9415101f2e21" providerId="AD" clId="Web-{1CBDCBC6-480A-467A-61FA-40BDC829E86F}" dt="2020-09-01T04:45:37.848" v="212"/>
          <ac:inkMkLst>
            <pc:docMk/>
            <pc:sldMk cId="0" sldId="468"/>
            <ac:inkMk id="57" creationId="{DB7160DA-BF29-4537-8D76-C5D46B20F7F7}"/>
          </ac:inkMkLst>
        </pc:inkChg>
        <pc:inkChg chg="add del">
          <ac:chgData name="Md. Nahid Hasan" userId="S::nahid@vu.edu.bd::85ea5f9e-65d6-4031-b810-9415101f2e21" providerId="AD" clId="Web-{1CBDCBC6-480A-467A-61FA-40BDC829E86F}" dt="2020-09-01T04:45:37.848" v="211"/>
          <ac:inkMkLst>
            <pc:docMk/>
            <pc:sldMk cId="0" sldId="468"/>
            <ac:inkMk id="58" creationId="{E694AF64-C7A7-4E77-B5EA-EED03865C8A8}"/>
          </ac:inkMkLst>
        </pc:inkChg>
        <pc:inkChg chg="add del">
          <ac:chgData name="Md. Nahid Hasan" userId="S::nahid@vu.edu.bd::85ea5f9e-65d6-4031-b810-9415101f2e21" providerId="AD" clId="Web-{1CBDCBC6-480A-467A-61FA-40BDC829E86F}" dt="2020-09-01T04:45:37.848" v="210"/>
          <ac:inkMkLst>
            <pc:docMk/>
            <pc:sldMk cId="0" sldId="468"/>
            <ac:inkMk id="59" creationId="{2D0FA07C-8968-439A-B9E5-4F57180C0070}"/>
          </ac:inkMkLst>
        </pc:inkChg>
        <pc:inkChg chg="add del">
          <ac:chgData name="Md. Nahid Hasan" userId="S::nahid@vu.edu.bd::85ea5f9e-65d6-4031-b810-9415101f2e21" providerId="AD" clId="Web-{1CBDCBC6-480A-467A-61FA-40BDC829E86F}" dt="2020-09-01T04:45:37.848" v="209"/>
          <ac:inkMkLst>
            <pc:docMk/>
            <pc:sldMk cId="0" sldId="468"/>
            <ac:inkMk id="60" creationId="{76A62117-E41A-4BE5-A2DB-D8BA3E3D313B}"/>
          </ac:inkMkLst>
        </pc:inkChg>
        <pc:inkChg chg="add del">
          <ac:chgData name="Md. Nahid Hasan" userId="S::nahid@vu.edu.bd::85ea5f9e-65d6-4031-b810-9415101f2e21" providerId="AD" clId="Web-{1CBDCBC6-480A-467A-61FA-40BDC829E86F}" dt="2020-09-01T04:45:37.848" v="208"/>
          <ac:inkMkLst>
            <pc:docMk/>
            <pc:sldMk cId="0" sldId="468"/>
            <ac:inkMk id="61" creationId="{F2D3177D-64B7-424A-916C-93DEBB2F3D93}"/>
          </ac:inkMkLst>
        </pc:inkChg>
        <pc:inkChg chg="add del">
          <ac:chgData name="Md. Nahid Hasan" userId="S::nahid@vu.edu.bd::85ea5f9e-65d6-4031-b810-9415101f2e21" providerId="AD" clId="Web-{1CBDCBC6-480A-467A-61FA-40BDC829E86F}" dt="2020-09-01T04:45:37.848" v="207"/>
          <ac:inkMkLst>
            <pc:docMk/>
            <pc:sldMk cId="0" sldId="468"/>
            <ac:inkMk id="62" creationId="{6F71A102-103A-4AF1-9738-CB6CB97ABE37}"/>
          </ac:inkMkLst>
        </pc:inkChg>
        <pc:inkChg chg="add del">
          <ac:chgData name="Md. Nahid Hasan" userId="S::nahid@vu.edu.bd::85ea5f9e-65d6-4031-b810-9415101f2e21" providerId="AD" clId="Web-{1CBDCBC6-480A-467A-61FA-40BDC829E86F}" dt="2020-09-01T04:45:37.848" v="206"/>
          <ac:inkMkLst>
            <pc:docMk/>
            <pc:sldMk cId="0" sldId="468"/>
            <ac:inkMk id="63" creationId="{CBA4C471-370A-45E4-907C-B71899A227EA}"/>
          </ac:inkMkLst>
        </pc:inkChg>
        <pc:inkChg chg="add del">
          <ac:chgData name="Md. Nahid Hasan" userId="S::nahid@vu.edu.bd::85ea5f9e-65d6-4031-b810-9415101f2e21" providerId="AD" clId="Web-{1CBDCBC6-480A-467A-61FA-40BDC829E86F}" dt="2020-09-01T04:45:37.848" v="205"/>
          <ac:inkMkLst>
            <pc:docMk/>
            <pc:sldMk cId="0" sldId="468"/>
            <ac:inkMk id="51200" creationId="{58EC0F08-1B97-428C-9AFE-DC1865CCFB44}"/>
          </ac:inkMkLst>
        </pc:inkChg>
        <pc:inkChg chg="add del">
          <ac:chgData name="Md. Nahid Hasan" userId="S::nahid@vu.edu.bd::85ea5f9e-65d6-4031-b810-9415101f2e21" providerId="AD" clId="Web-{1CBDCBC6-480A-467A-61FA-40BDC829E86F}" dt="2020-09-01T04:45:37.848" v="204"/>
          <ac:inkMkLst>
            <pc:docMk/>
            <pc:sldMk cId="0" sldId="468"/>
            <ac:inkMk id="51201" creationId="{DB976E1B-3FD6-42DB-B107-110877538511}"/>
          </ac:inkMkLst>
        </pc:inkChg>
        <pc:inkChg chg="add del">
          <ac:chgData name="Md. Nahid Hasan" userId="S::nahid@vu.edu.bd::85ea5f9e-65d6-4031-b810-9415101f2e21" providerId="AD" clId="Web-{1CBDCBC6-480A-467A-61FA-40BDC829E86F}" dt="2020-09-01T04:45:37.832" v="203"/>
          <ac:inkMkLst>
            <pc:docMk/>
            <pc:sldMk cId="0" sldId="468"/>
            <ac:inkMk id="51203" creationId="{26C2C195-9EEB-4386-A0CC-8146B7820C3E}"/>
          </ac:inkMkLst>
        </pc:inkChg>
        <pc:inkChg chg="add del">
          <ac:chgData name="Md. Nahid Hasan" userId="S::nahid@vu.edu.bd::85ea5f9e-65d6-4031-b810-9415101f2e21" providerId="AD" clId="Web-{1CBDCBC6-480A-467A-61FA-40BDC829E86F}" dt="2020-09-01T04:45:37.832" v="202"/>
          <ac:inkMkLst>
            <pc:docMk/>
            <pc:sldMk cId="0" sldId="468"/>
            <ac:inkMk id="51204" creationId="{AF0E14C9-E757-4EAC-99BB-EB659CA92B01}"/>
          </ac:inkMkLst>
        </pc:inkChg>
        <pc:inkChg chg="add del">
          <ac:chgData name="Md. Nahid Hasan" userId="S::nahid@vu.edu.bd::85ea5f9e-65d6-4031-b810-9415101f2e21" providerId="AD" clId="Web-{1CBDCBC6-480A-467A-61FA-40BDC829E86F}" dt="2020-09-01T04:45:37.832" v="201"/>
          <ac:inkMkLst>
            <pc:docMk/>
            <pc:sldMk cId="0" sldId="468"/>
            <ac:inkMk id="51205" creationId="{C5AF737C-F614-4719-BA23-52A463B792AD}"/>
          </ac:inkMkLst>
        </pc:inkChg>
        <pc:inkChg chg="add del">
          <ac:chgData name="Md. Nahid Hasan" userId="S::nahid@vu.edu.bd::85ea5f9e-65d6-4031-b810-9415101f2e21" providerId="AD" clId="Web-{1CBDCBC6-480A-467A-61FA-40BDC829E86F}" dt="2020-09-01T04:45:37.832" v="200"/>
          <ac:inkMkLst>
            <pc:docMk/>
            <pc:sldMk cId="0" sldId="468"/>
            <ac:inkMk id="51206" creationId="{D89107B3-8048-4A91-A6F0-0923FDC3C890}"/>
          </ac:inkMkLst>
        </pc:inkChg>
        <pc:inkChg chg="add del">
          <ac:chgData name="Md. Nahid Hasan" userId="S::nahid@vu.edu.bd::85ea5f9e-65d6-4031-b810-9415101f2e21" providerId="AD" clId="Web-{1CBDCBC6-480A-467A-61FA-40BDC829E86F}" dt="2020-09-01T04:45:37.832" v="199"/>
          <ac:inkMkLst>
            <pc:docMk/>
            <pc:sldMk cId="0" sldId="468"/>
            <ac:inkMk id="51207" creationId="{51BC18A7-46CF-42A6-9AA4-DEAB018B27D1}"/>
          </ac:inkMkLst>
        </pc:inkChg>
        <pc:inkChg chg="add del">
          <ac:chgData name="Md. Nahid Hasan" userId="S::nahid@vu.edu.bd::85ea5f9e-65d6-4031-b810-9415101f2e21" providerId="AD" clId="Web-{1CBDCBC6-480A-467A-61FA-40BDC829E86F}" dt="2020-09-01T04:45:37.832" v="198"/>
          <ac:inkMkLst>
            <pc:docMk/>
            <pc:sldMk cId="0" sldId="468"/>
            <ac:inkMk id="51208" creationId="{61A44C0F-6457-4728-86E5-031131C68D78}"/>
          </ac:inkMkLst>
        </pc:inkChg>
        <pc:inkChg chg="add del">
          <ac:chgData name="Md. Nahid Hasan" userId="S::nahid@vu.edu.bd::85ea5f9e-65d6-4031-b810-9415101f2e21" providerId="AD" clId="Web-{1CBDCBC6-480A-467A-61FA-40BDC829E86F}" dt="2020-09-01T04:45:37.832" v="197"/>
          <ac:inkMkLst>
            <pc:docMk/>
            <pc:sldMk cId="0" sldId="468"/>
            <ac:inkMk id="51209" creationId="{8321B199-E6AE-4A7E-80D8-A7831C0F03E5}"/>
          </ac:inkMkLst>
        </pc:inkChg>
        <pc:inkChg chg="add del">
          <ac:chgData name="Md. Nahid Hasan" userId="S::nahid@vu.edu.bd::85ea5f9e-65d6-4031-b810-9415101f2e21" providerId="AD" clId="Web-{1CBDCBC6-480A-467A-61FA-40BDC829E86F}" dt="2020-09-01T04:45:37.832" v="196"/>
          <ac:inkMkLst>
            <pc:docMk/>
            <pc:sldMk cId="0" sldId="468"/>
            <ac:inkMk id="51210" creationId="{0CD7CE2C-5FB6-4AB1-9E0D-D14D36E02265}"/>
          </ac:inkMkLst>
        </pc:inkChg>
        <pc:inkChg chg="add del">
          <ac:chgData name="Md. Nahid Hasan" userId="S::nahid@vu.edu.bd::85ea5f9e-65d6-4031-b810-9415101f2e21" providerId="AD" clId="Web-{1CBDCBC6-480A-467A-61FA-40BDC829E86F}" dt="2020-09-01T04:45:37.832" v="195"/>
          <ac:inkMkLst>
            <pc:docMk/>
            <pc:sldMk cId="0" sldId="468"/>
            <ac:inkMk id="51211" creationId="{9ADD3519-F31E-4296-97B1-B6D61B8E2CB1}"/>
          </ac:inkMkLst>
        </pc:inkChg>
        <pc:inkChg chg="add del">
          <ac:chgData name="Md. Nahid Hasan" userId="S::nahid@vu.edu.bd::85ea5f9e-65d6-4031-b810-9415101f2e21" providerId="AD" clId="Web-{1CBDCBC6-480A-467A-61FA-40BDC829E86F}" dt="2020-09-01T04:45:37.817" v="194"/>
          <ac:inkMkLst>
            <pc:docMk/>
            <pc:sldMk cId="0" sldId="468"/>
            <ac:inkMk id="51212" creationId="{8E822CB4-0647-4BBB-81FF-921005C5CE08}"/>
          </ac:inkMkLst>
        </pc:inkChg>
        <pc:inkChg chg="add del">
          <ac:chgData name="Md. Nahid Hasan" userId="S::nahid@vu.edu.bd::85ea5f9e-65d6-4031-b810-9415101f2e21" providerId="AD" clId="Web-{1CBDCBC6-480A-467A-61FA-40BDC829E86F}" dt="2020-09-01T04:45:37.817" v="193"/>
          <ac:inkMkLst>
            <pc:docMk/>
            <pc:sldMk cId="0" sldId="468"/>
            <ac:inkMk id="51213" creationId="{0118B740-66F5-4DD2-A231-6EF8EE709C7D}"/>
          </ac:inkMkLst>
        </pc:inkChg>
        <pc:inkChg chg="add del">
          <ac:chgData name="Md. Nahid Hasan" userId="S::nahid@vu.edu.bd::85ea5f9e-65d6-4031-b810-9415101f2e21" providerId="AD" clId="Web-{1CBDCBC6-480A-467A-61FA-40BDC829E86F}" dt="2020-09-01T04:45:37.817" v="192"/>
          <ac:inkMkLst>
            <pc:docMk/>
            <pc:sldMk cId="0" sldId="468"/>
            <ac:inkMk id="51214" creationId="{AE8FA33D-4600-4649-80AE-378284FC541B}"/>
          </ac:inkMkLst>
        </pc:inkChg>
        <pc:inkChg chg="add del">
          <ac:chgData name="Md. Nahid Hasan" userId="S::nahid@vu.edu.bd::85ea5f9e-65d6-4031-b810-9415101f2e21" providerId="AD" clId="Web-{1CBDCBC6-480A-467A-61FA-40BDC829E86F}" dt="2020-09-01T04:45:37.817" v="191"/>
          <ac:inkMkLst>
            <pc:docMk/>
            <pc:sldMk cId="0" sldId="468"/>
            <ac:inkMk id="51215" creationId="{7EA175A2-7E4C-4B23-B786-4877A0C995AB}"/>
          </ac:inkMkLst>
        </pc:inkChg>
        <pc:inkChg chg="add del">
          <ac:chgData name="Md. Nahid Hasan" userId="S::nahid@vu.edu.bd::85ea5f9e-65d6-4031-b810-9415101f2e21" providerId="AD" clId="Web-{1CBDCBC6-480A-467A-61FA-40BDC829E86F}" dt="2020-09-01T04:45:37.817" v="190"/>
          <ac:inkMkLst>
            <pc:docMk/>
            <pc:sldMk cId="0" sldId="468"/>
            <ac:inkMk id="51216" creationId="{1F39EDB0-08FE-4829-B6F5-4BDBF42BCB7D}"/>
          </ac:inkMkLst>
        </pc:inkChg>
        <pc:inkChg chg="add del">
          <ac:chgData name="Md. Nahid Hasan" userId="S::nahid@vu.edu.bd::85ea5f9e-65d6-4031-b810-9415101f2e21" providerId="AD" clId="Web-{1CBDCBC6-480A-467A-61FA-40BDC829E86F}" dt="2020-09-01T04:45:37.817" v="189"/>
          <ac:inkMkLst>
            <pc:docMk/>
            <pc:sldMk cId="0" sldId="468"/>
            <ac:inkMk id="51217" creationId="{14A7AA7E-6408-4B6E-B908-76883C5B3BA5}"/>
          </ac:inkMkLst>
        </pc:inkChg>
        <pc:inkChg chg="add del">
          <ac:chgData name="Md. Nahid Hasan" userId="S::nahid@vu.edu.bd::85ea5f9e-65d6-4031-b810-9415101f2e21" providerId="AD" clId="Web-{1CBDCBC6-480A-467A-61FA-40BDC829E86F}" dt="2020-09-01T04:45:37.817" v="188"/>
          <ac:inkMkLst>
            <pc:docMk/>
            <pc:sldMk cId="0" sldId="468"/>
            <ac:inkMk id="51218" creationId="{EED63CDD-EB86-4EC0-BA00-98620C03A037}"/>
          </ac:inkMkLst>
        </pc:inkChg>
        <pc:inkChg chg="add del">
          <ac:chgData name="Md. Nahid Hasan" userId="S::nahid@vu.edu.bd::85ea5f9e-65d6-4031-b810-9415101f2e21" providerId="AD" clId="Web-{1CBDCBC6-480A-467A-61FA-40BDC829E86F}" dt="2020-09-01T04:45:37.817" v="187"/>
          <ac:inkMkLst>
            <pc:docMk/>
            <pc:sldMk cId="0" sldId="468"/>
            <ac:inkMk id="51219" creationId="{C6BDD850-F900-4517-A7BB-E0794AEDB821}"/>
          </ac:inkMkLst>
        </pc:inkChg>
        <pc:inkChg chg="add del">
          <ac:chgData name="Md. Nahid Hasan" userId="S::nahid@vu.edu.bd::85ea5f9e-65d6-4031-b810-9415101f2e21" providerId="AD" clId="Web-{1CBDCBC6-480A-467A-61FA-40BDC829E86F}" dt="2020-09-01T04:45:37.801" v="186"/>
          <ac:inkMkLst>
            <pc:docMk/>
            <pc:sldMk cId="0" sldId="468"/>
            <ac:inkMk id="51220" creationId="{8D46628C-2F71-4C65-82DF-5B3892457D6B}"/>
          </ac:inkMkLst>
        </pc:inkChg>
        <pc:inkChg chg="add del">
          <ac:chgData name="Md. Nahid Hasan" userId="S::nahid@vu.edu.bd::85ea5f9e-65d6-4031-b810-9415101f2e21" providerId="AD" clId="Web-{1CBDCBC6-480A-467A-61FA-40BDC829E86F}" dt="2020-09-01T04:45:37.801" v="185"/>
          <ac:inkMkLst>
            <pc:docMk/>
            <pc:sldMk cId="0" sldId="468"/>
            <ac:inkMk id="51221" creationId="{D1C1A0FD-86DB-490A-8169-34868F5F8F89}"/>
          </ac:inkMkLst>
        </pc:inkChg>
        <pc:inkChg chg="add del">
          <ac:chgData name="Md. Nahid Hasan" userId="S::nahid@vu.edu.bd::85ea5f9e-65d6-4031-b810-9415101f2e21" providerId="AD" clId="Web-{1CBDCBC6-480A-467A-61FA-40BDC829E86F}" dt="2020-09-01T04:45:37.801" v="184"/>
          <ac:inkMkLst>
            <pc:docMk/>
            <pc:sldMk cId="0" sldId="468"/>
            <ac:inkMk id="51222" creationId="{709A3B77-F854-4511-94E7-EA5B18F2D80F}"/>
          </ac:inkMkLst>
        </pc:inkChg>
        <pc:inkChg chg="add del">
          <ac:chgData name="Md. Nahid Hasan" userId="S::nahid@vu.edu.bd::85ea5f9e-65d6-4031-b810-9415101f2e21" providerId="AD" clId="Web-{1CBDCBC6-480A-467A-61FA-40BDC829E86F}" dt="2020-09-01T04:45:37.801" v="183"/>
          <ac:inkMkLst>
            <pc:docMk/>
            <pc:sldMk cId="0" sldId="468"/>
            <ac:inkMk id="51223" creationId="{02E45CC7-6AD8-47DC-A8E0-517B5D621664}"/>
          </ac:inkMkLst>
        </pc:inkChg>
        <pc:inkChg chg="add del">
          <ac:chgData name="Md. Nahid Hasan" userId="S::nahid@vu.edu.bd::85ea5f9e-65d6-4031-b810-9415101f2e21" providerId="AD" clId="Web-{1CBDCBC6-480A-467A-61FA-40BDC829E86F}" dt="2020-09-01T04:45:37.801" v="182"/>
          <ac:inkMkLst>
            <pc:docMk/>
            <pc:sldMk cId="0" sldId="468"/>
            <ac:inkMk id="51224" creationId="{778D4FAC-8997-44AD-BE27-9A6518AF7479}"/>
          </ac:inkMkLst>
        </pc:inkChg>
        <pc:inkChg chg="add del">
          <ac:chgData name="Md. Nahid Hasan" userId="S::nahid@vu.edu.bd::85ea5f9e-65d6-4031-b810-9415101f2e21" providerId="AD" clId="Web-{1CBDCBC6-480A-467A-61FA-40BDC829E86F}" dt="2020-09-01T04:45:37.801" v="181"/>
          <ac:inkMkLst>
            <pc:docMk/>
            <pc:sldMk cId="0" sldId="468"/>
            <ac:inkMk id="51225" creationId="{24A0DF48-A77C-4FE7-82CE-C6C41EB5F24D}"/>
          </ac:inkMkLst>
        </pc:inkChg>
        <pc:inkChg chg="add del">
          <ac:chgData name="Md. Nahid Hasan" userId="S::nahid@vu.edu.bd::85ea5f9e-65d6-4031-b810-9415101f2e21" providerId="AD" clId="Web-{1CBDCBC6-480A-467A-61FA-40BDC829E86F}" dt="2020-09-01T04:45:37.801" v="180"/>
          <ac:inkMkLst>
            <pc:docMk/>
            <pc:sldMk cId="0" sldId="468"/>
            <ac:inkMk id="51226" creationId="{B494A940-DC68-49F1-A902-40EC1F450D28}"/>
          </ac:inkMkLst>
        </pc:inkChg>
        <pc:inkChg chg="add del">
          <ac:chgData name="Md. Nahid Hasan" userId="S::nahid@vu.edu.bd::85ea5f9e-65d6-4031-b810-9415101f2e21" providerId="AD" clId="Web-{1CBDCBC6-480A-467A-61FA-40BDC829E86F}" dt="2020-09-01T04:45:37.801" v="179"/>
          <ac:inkMkLst>
            <pc:docMk/>
            <pc:sldMk cId="0" sldId="468"/>
            <ac:inkMk id="51227" creationId="{84273EC6-FBE4-4A20-998A-65FA721F97C4}"/>
          </ac:inkMkLst>
        </pc:inkChg>
        <pc:inkChg chg="add del">
          <ac:chgData name="Md. Nahid Hasan" userId="S::nahid@vu.edu.bd::85ea5f9e-65d6-4031-b810-9415101f2e21" providerId="AD" clId="Web-{1CBDCBC6-480A-467A-61FA-40BDC829E86F}" dt="2020-09-01T04:45:37.801" v="178"/>
          <ac:inkMkLst>
            <pc:docMk/>
            <pc:sldMk cId="0" sldId="468"/>
            <ac:inkMk id="51228" creationId="{953BB543-9A68-4726-A392-2837578CF054}"/>
          </ac:inkMkLst>
        </pc:inkChg>
        <pc:inkChg chg="add del">
          <ac:chgData name="Md. Nahid Hasan" userId="S::nahid@vu.edu.bd::85ea5f9e-65d6-4031-b810-9415101f2e21" providerId="AD" clId="Web-{1CBDCBC6-480A-467A-61FA-40BDC829E86F}" dt="2020-09-01T04:45:37.785" v="177"/>
          <ac:inkMkLst>
            <pc:docMk/>
            <pc:sldMk cId="0" sldId="468"/>
            <ac:inkMk id="51229" creationId="{B9F99AB1-92CE-42C0-8A3A-5A8F297CAFAA}"/>
          </ac:inkMkLst>
        </pc:inkChg>
        <pc:inkChg chg="add del">
          <ac:chgData name="Md. Nahid Hasan" userId="S::nahid@vu.edu.bd::85ea5f9e-65d6-4031-b810-9415101f2e21" providerId="AD" clId="Web-{1CBDCBC6-480A-467A-61FA-40BDC829E86F}" dt="2020-09-01T04:45:37.785" v="176"/>
          <ac:inkMkLst>
            <pc:docMk/>
            <pc:sldMk cId="0" sldId="468"/>
            <ac:inkMk id="51230" creationId="{287A41DF-95E1-4BBE-9C31-CBB72F301E01}"/>
          </ac:inkMkLst>
        </pc:inkChg>
        <pc:inkChg chg="add del">
          <ac:chgData name="Md. Nahid Hasan" userId="S::nahid@vu.edu.bd::85ea5f9e-65d6-4031-b810-9415101f2e21" providerId="AD" clId="Web-{1CBDCBC6-480A-467A-61FA-40BDC829E86F}" dt="2020-09-01T04:45:37.785" v="175"/>
          <ac:inkMkLst>
            <pc:docMk/>
            <pc:sldMk cId="0" sldId="468"/>
            <ac:inkMk id="51231" creationId="{CE6D62EE-BA28-4D09-863D-0DCD75F80C4F}"/>
          </ac:inkMkLst>
        </pc:inkChg>
        <pc:inkChg chg="add del">
          <ac:chgData name="Md. Nahid Hasan" userId="S::nahid@vu.edu.bd::85ea5f9e-65d6-4031-b810-9415101f2e21" providerId="AD" clId="Web-{1CBDCBC6-480A-467A-61FA-40BDC829E86F}" dt="2020-09-01T04:45:37.785" v="174"/>
          <ac:inkMkLst>
            <pc:docMk/>
            <pc:sldMk cId="0" sldId="468"/>
            <ac:inkMk id="51232" creationId="{320B9088-B843-4DEA-8B46-3DD77DA5370D}"/>
          </ac:inkMkLst>
        </pc:inkChg>
        <pc:inkChg chg="add del">
          <ac:chgData name="Md. Nahid Hasan" userId="S::nahid@vu.edu.bd::85ea5f9e-65d6-4031-b810-9415101f2e21" providerId="AD" clId="Web-{1CBDCBC6-480A-467A-61FA-40BDC829E86F}" dt="2020-09-01T04:45:37.785" v="173"/>
          <ac:inkMkLst>
            <pc:docMk/>
            <pc:sldMk cId="0" sldId="468"/>
            <ac:inkMk id="51233" creationId="{BDE23B1C-B1FD-4D05-BC46-383F5D36D2E7}"/>
          </ac:inkMkLst>
        </pc:inkChg>
        <pc:inkChg chg="add del">
          <ac:chgData name="Md. Nahid Hasan" userId="S::nahid@vu.edu.bd::85ea5f9e-65d6-4031-b810-9415101f2e21" providerId="AD" clId="Web-{1CBDCBC6-480A-467A-61FA-40BDC829E86F}" dt="2020-09-01T04:45:37.785" v="172"/>
          <ac:inkMkLst>
            <pc:docMk/>
            <pc:sldMk cId="0" sldId="468"/>
            <ac:inkMk id="51234" creationId="{4FAD50E4-C67B-4BB2-B766-E27457E01543}"/>
          </ac:inkMkLst>
        </pc:inkChg>
        <pc:inkChg chg="add del">
          <ac:chgData name="Md. Nahid Hasan" userId="S::nahid@vu.edu.bd::85ea5f9e-65d6-4031-b810-9415101f2e21" providerId="AD" clId="Web-{1CBDCBC6-480A-467A-61FA-40BDC829E86F}" dt="2020-09-01T04:45:37.785" v="171"/>
          <ac:inkMkLst>
            <pc:docMk/>
            <pc:sldMk cId="0" sldId="468"/>
            <ac:inkMk id="51235" creationId="{01501B59-953A-4DE8-9FD3-9445C41235D7}"/>
          </ac:inkMkLst>
        </pc:inkChg>
        <pc:inkChg chg="add del">
          <ac:chgData name="Md. Nahid Hasan" userId="S::nahid@vu.edu.bd::85ea5f9e-65d6-4031-b810-9415101f2e21" providerId="AD" clId="Web-{1CBDCBC6-480A-467A-61FA-40BDC829E86F}" dt="2020-09-01T04:45:37.785" v="170"/>
          <ac:inkMkLst>
            <pc:docMk/>
            <pc:sldMk cId="0" sldId="468"/>
            <ac:inkMk id="51236" creationId="{26038F5B-BEE8-423F-A738-6FCB2C28AED3}"/>
          </ac:inkMkLst>
        </pc:inkChg>
        <pc:inkChg chg="add del">
          <ac:chgData name="Md. Nahid Hasan" userId="S::nahid@vu.edu.bd::85ea5f9e-65d6-4031-b810-9415101f2e21" providerId="AD" clId="Web-{1CBDCBC6-480A-467A-61FA-40BDC829E86F}" dt="2020-09-01T04:45:37.770" v="169"/>
          <ac:inkMkLst>
            <pc:docMk/>
            <pc:sldMk cId="0" sldId="468"/>
            <ac:inkMk id="51237" creationId="{65295AA7-9370-43C6-ACB2-C30964A2FBAE}"/>
          </ac:inkMkLst>
        </pc:inkChg>
        <pc:inkChg chg="add del">
          <ac:chgData name="Md. Nahid Hasan" userId="S::nahid@vu.edu.bd::85ea5f9e-65d6-4031-b810-9415101f2e21" providerId="AD" clId="Web-{1CBDCBC6-480A-467A-61FA-40BDC829E86F}" dt="2020-09-01T04:45:37.770" v="168"/>
          <ac:inkMkLst>
            <pc:docMk/>
            <pc:sldMk cId="0" sldId="468"/>
            <ac:inkMk id="51238" creationId="{0AAE7884-4A35-4DDB-8AF2-0A01D414F370}"/>
          </ac:inkMkLst>
        </pc:inkChg>
        <pc:inkChg chg="add del">
          <ac:chgData name="Md. Nahid Hasan" userId="S::nahid@vu.edu.bd::85ea5f9e-65d6-4031-b810-9415101f2e21" providerId="AD" clId="Web-{1CBDCBC6-480A-467A-61FA-40BDC829E86F}" dt="2020-09-01T04:45:37.770" v="167"/>
          <ac:inkMkLst>
            <pc:docMk/>
            <pc:sldMk cId="0" sldId="468"/>
            <ac:inkMk id="51239" creationId="{9E6B7567-4F53-475B-8A50-0776D76D8892}"/>
          </ac:inkMkLst>
        </pc:inkChg>
        <pc:inkChg chg="add del">
          <ac:chgData name="Md. Nahid Hasan" userId="S::nahid@vu.edu.bd::85ea5f9e-65d6-4031-b810-9415101f2e21" providerId="AD" clId="Web-{1CBDCBC6-480A-467A-61FA-40BDC829E86F}" dt="2020-09-01T04:45:37.770" v="166"/>
          <ac:inkMkLst>
            <pc:docMk/>
            <pc:sldMk cId="0" sldId="468"/>
            <ac:inkMk id="51240" creationId="{14E30A20-AE2C-49ED-8B6D-0DD572E19747}"/>
          </ac:inkMkLst>
        </pc:inkChg>
        <pc:inkChg chg="add del">
          <ac:chgData name="Md. Nahid Hasan" userId="S::nahid@vu.edu.bd::85ea5f9e-65d6-4031-b810-9415101f2e21" providerId="AD" clId="Web-{1CBDCBC6-480A-467A-61FA-40BDC829E86F}" dt="2020-09-01T04:45:37.770" v="165"/>
          <ac:inkMkLst>
            <pc:docMk/>
            <pc:sldMk cId="0" sldId="468"/>
            <ac:inkMk id="51241" creationId="{B9702AA5-29BE-40C5-ADBE-4E1D8232ACB7}"/>
          </ac:inkMkLst>
        </pc:inkChg>
        <pc:inkChg chg="add del">
          <ac:chgData name="Md. Nahid Hasan" userId="S::nahid@vu.edu.bd::85ea5f9e-65d6-4031-b810-9415101f2e21" providerId="AD" clId="Web-{1CBDCBC6-480A-467A-61FA-40BDC829E86F}" dt="2020-09-01T04:45:37.770" v="164"/>
          <ac:inkMkLst>
            <pc:docMk/>
            <pc:sldMk cId="0" sldId="468"/>
            <ac:inkMk id="51242" creationId="{3EA95482-C1A7-48F7-A795-C88A45BAA927}"/>
          </ac:inkMkLst>
        </pc:inkChg>
        <pc:inkChg chg="add del">
          <ac:chgData name="Md. Nahid Hasan" userId="S::nahid@vu.edu.bd::85ea5f9e-65d6-4031-b810-9415101f2e21" providerId="AD" clId="Web-{1CBDCBC6-480A-467A-61FA-40BDC829E86F}" dt="2020-09-01T04:45:37.770" v="163"/>
          <ac:inkMkLst>
            <pc:docMk/>
            <pc:sldMk cId="0" sldId="468"/>
            <ac:inkMk id="51243" creationId="{03DE5AEB-6A63-43ED-9A96-7304395BA8F3}"/>
          </ac:inkMkLst>
        </pc:inkChg>
        <pc:inkChg chg="add del">
          <ac:chgData name="Md. Nahid Hasan" userId="S::nahid@vu.edu.bd::85ea5f9e-65d6-4031-b810-9415101f2e21" providerId="AD" clId="Web-{1CBDCBC6-480A-467A-61FA-40BDC829E86F}" dt="2020-09-01T04:45:37.770" v="162"/>
          <ac:inkMkLst>
            <pc:docMk/>
            <pc:sldMk cId="0" sldId="468"/>
            <ac:inkMk id="51244" creationId="{A70731AB-05E5-4A5A-A43F-709A6013066A}"/>
          </ac:inkMkLst>
        </pc:inkChg>
        <pc:inkChg chg="add del">
          <ac:chgData name="Md. Nahid Hasan" userId="S::nahid@vu.edu.bd::85ea5f9e-65d6-4031-b810-9415101f2e21" providerId="AD" clId="Web-{1CBDCBC6-480A-467A-61FA-40BDC829E86F}" dt="2020-09-01T04:45:37.770" v="161"/>
          <ac:inkMkLst>
            <pc:docMk/>
            <pc:sldMk cId="0" sldId="468"/>
            <ac:inkMk id="51245" creationId="{C3470391-040C-4581-98D4-16634C1669BD}"/>
          </ac:inkMkLst>
        </pc:inkChg>
        <pc:inkChg chg="add del">
          <ac:chgData name="Md. Nahid Hasan" userId="S::nahid@vu.edu.bd::85ea5f9e-65d6-4031-b810-9415101f2e21" providerId="AD" clId="Web-{1CBDCBC6-480A-467A-61FA-40BDC829E86F}" dt="2020-09-01T04:45:37.754" v="160"/>
          <ac:inkMkLst>
            <pc:docMk/>
            <pc:sldMk cId="0" sldId="468"/>
            <ac:inkMk id="51246" creationId="{C9901826-BF5F-40BC-AF8D-227545B08264}"/>
          </ac:inkMkLst>
        </pc:inkChg>
        <pc:inkChg chg="add del">
          <ac:chgData name="Md. Nahid Hasan" userId="S::nahid@vu.edu.bd::85ea5f9e-65d6-4031-b810-9415101f2e21" providerId="AD" clId="Web-{1CBDCBC6-480A-467A-61FA-40BDC829E86F}" dt="2020-09-01T04:45:37.754" v="159"/>
          <ac:inkMkLst>
            <pc:docMk/>
            <pc:sldMk cId="0" sldId="468"/>
            <ac:inkMk id="51247" creationId="{B2B2F7E2-A2E6-4E7F-A407-3B7699CBD9BA}"/>
          </ac:inkMkLst>
        </pc:inkChg>
        <pc:inkChg chg="add del">
          <ac:chgData name="Md. Nahid Hasan" userId="S::nahid@vu.edu.bd::85ea5f9e-65d6-4031-b810-9415101f2e21" providerId="AD" clId="Web-{1CBDCBC6-480A-467A-61FA-40BDC829E86F}" dt="2020-09-01T04:45:37.754" v="158"/>
          <ac:inkMkLst>
            <pc:docMk/>
            <pc:sldMk cId="0" sldId="468"/>
            <ac:inkMk id="51248" creationId="{2C33E033-F749-42A0-BA7E-DA9EE3202132}"/>
          </ac:inkMkLst>
        </pc:inkChg>
        <pc:inkChg chg="add del">
          <ac:chgData name="Md. Nahid Hasan" userId="S::nahid@vu.edu.bd::85ea5f9e-65d6-4031-b810-9415101f2e21" providerId="AD" clId="Web-{1CBDCBC6-480A-467A-61FA-40BDC829E86F}" dt="2020-09-01T04:45:37.754" v="157"/>
          <ac:inkMkLst>
            <pc:docMk/>
            <pc:sldMk cId="0" sldId="468"/>
            <ac:inkMk id="51249" creationId="{2F3DFAFB-A947-47C0-8A82-CE54EBF3EC47}"/>
          </ac:inkMkLst>
        </pc:inkChg>
        <pc:inkChg chg="add del">
          <ac:chgData name="Md. Nahid Hasan" userId="S::nahid@vu.edu.bd::85ea5f9e-65d6-4031-b810-9415101f2e21" providerId="AD" clId="Web-{1CBDCBC6-480A-467A-61FA-40BDC829E86F}" dt="2020-09-01T04:45:37.754" v="156"/>
          <ac:inkMkLst>
            <pc:docMk/>
            <pc:sldMk cId="0" sldId="468"/>
            <ac:inkMk id="51250" creationId="{CC08977C-2BD1-4B70-A8F1-05C1FC7740F7}"/>
          </ac:inkMkLst>
        </pc:inkChg>
        <pc:inkChg chg="add del">
          <ac:chgData name="Md. Nahid Hasan" userId="S::nahid@vu.edu.bd::85ea5f9e-65d6-4031-b810-9415101f2e21" providerId="AD" clId="Web-{1CBDCBC6-480A-467A-61FA-40BDC829E86F}" dt="2020-09-01T04:45:37.754" v="155"/>
          <ac:inkMkLst>
            <pc:docMk/>
            <pc:sldMk cId="0" sldId="468"/>
            <ac:inkMk id="51251" creationId="{277CB9C6-ABD8-41E0-AAB1-4F4F0F84B7FF}"/>
          </ac:inkMkLst>
        </pc:inkChg>
        <pc:inkChg chg="add del">
          <ac:chgData name="Md. Nahid Hasan" userId="S::nahid@vu.edu.bd::85ea5f9e-65d6-4031-b810-9415101f2e21" providerId="AD" clId="Web-{1CBDCBC6-480A-467A-61FA-40BDC829E86F}" dt="2020-09-01T04:45:37.754" v="154"/>
          <ac:inkMkLst>
            <pc:docMk/>
            <pc:sldMk cId="0" sldId="468"/>
            <ac:inkMk id="51252" creationId="{E2A63FC7-2E29-4A6B-9FAE-153B4CF7E778}"/>
          </ac:inkMkLst>
        </pc:inkChg>
        <pc:inkChg chg="add del">
          <ac:chgData name="Md. Nahid Hasan" userId="S::nahid@vu.edu.bd::85ea5f9e-65d6-4031-b810-9415101f2e21" providerId="AD" clId="Web-{1CBDCBC6-480A-467A-61FA-40BDC829E86F}" dt="2020-09-01T04:45:37.754" v="153"/>
          <ac:inkMkLst>
            <pc:docMk/>
            <pc:sldMk cId="0" sldId="468"/>
            <ac:inkMk id="51253" creationId="{DFF84FFC-9B52-4221-8795-7538C8BF1656}"/>
          </ac:inkMkLst>
        </pc:inkChg>
        <pc:inkChg chg="add del">
          <ac:chgData name="Md. Nahid Hasan" userId="S::nahid@vu.edu.bd::85ea5f9e-65d6-4031-b810-9415101f2e21" providerId="AD" clId="Web-{1CBDCBC6-480A-467A-61FA-40BDC829E86F}" dt="2020-09-01T04:45:37.738" v="152"/>
          <ac:inkMkLst>
            <pc:docMk/>
            <pc:sldMk cId="0" sldId="468"/>
            <ac:inkMk id="51254" creationId="{C003E198-9408-43F2-A602-45229438A3E5}"/>
          </ac:inkMkLst>
        </pc:inkChg>
        <pc:inkChg chg="add del">
          <ac:chgData name="Md. Nahid Hasan" userId="S::nahid@vu.edu.bd::85ea5f9e-65d6-4031-b810-9415101f2e21" providerId="AD" clId="Web-{1CBDCBC6-480A-467A-61FA-40BDC829E86F}" dt="2020-09-01T04:45:37.738" v="151"/>
          <ac:inkMkLst>
            <pc:docMk/>
            <pc:sldMk cId="0" sldId="468"/>
            <ac:inkMk id="51255" creationId="{D946BDF2-FB41-4599-AC3F-B9EFE96F96C0}"/>
          </ac:inkMkLst>
        </pc:inkChg>
        <pc:inkChg chg="add del">
          <ac:chgData name="Md. Nahid Hasan" userId="S::nahid@vu.edu.bd::85ea5f9e-65d6-4031-b810-9415101f2e21" providerId="AD" clId="Web-{1CBDCBC6-480A-467A-61FA-40BDC829E86F}" dt="2020-09-01T04:45:37.738" v="150"/>
          <ac:inkMkLst>
            <pc:docMk/>
            <pc:sldMk cId="0" sldId="468"/>
            <ac:inkMk id="51256" creationId="{3EC8EDF5-52F4-4BAE-ADFA-9BFF689A66A8}"/>
          </ac:inkMkLst>
        </pc:inkChg>
        <pc:inkChg chg="add del">
          <ac:chgData name="Md. Nahid Hasan" userId="S::nahid@vu.edu.bd::85ea5f9e-65d6-4031-b810-9415101f2e21" providerId="AD" clId="Web-{1CBDCBC6-480A-467A-61FA-40BDC829E86F}" dt="2020-09-01T04:45:37.738" v="149"/>
          <ac:inkMkLst>
            <pc:docMk/>
            <pc:sldMk cId="0" sldId="468"/>
            <ac:inkMk id="51257" creationId="{095DCC92-82BC-4BCA-9194-F67F7E4C8508}"/>
          </ac:inkMkLst>
        </pc:inkChg>
        <pc:inkChg chg="add del">
          <ac:chgData name="Md. Nahid Hasan" userId="S::nahid@vu.edu.bd::85ea5f9e-65d6-4031-b810-9415101f2e21" providerId="AD" clId="Web-{1CBDCBC6-480A-467A-61FA-40BDC829E86F}" dt="2020-09-01T04:45:37.738" v="148"/>
          <ac:inkMkLst>
            <pc:docMk/>
            <pc:sldMk cId="0" sldId="468"/>
            <ac:inkMk id="51258" creationId="{CFCBF77E-DF10-4B46-B2E3-1ABB1633B457}"/>
          </ac:inkMkLst>
        </pc:inkChg>
        <pc:inkChg chg="add del">
          <ac:chgData name="Md. Nahid Hasan" userId="S::nahid@vu.edu.bd::85ea5f9e-65d6-4031-b810-9415101f2e21" providerId="AD" clId="Web-{1CBDCBC6-480A-467A-61FA-40BDC829E86F}" dt="2020-09-01T04:45:37.738" v="147"/>
          <ac:inkMkLst>
            <pc:docMk/>
            <pc:sldMk cId="0" sldId="468"/>
            <ac:inkMk id="51259" creationId="{1FF172B6-50F3-4113-AF26-43EE575EF0DB}"/>
          </ac:inkMkLst>
        </pc:inkChg>
        <pc:inkChg chg="add">
          <ac:chgData name="Md. Nahid Hasan" userId="S::nahid@vu.edu.bd::85ea5f9e-65d6-4031-b810-9415101f2e21" providerId="AD" clId="Web-{1CBDCBC6-480A-467A-61FA-40BDC829E86F}" dt="2020-09-01T04:42:44.613" v="122"/>
          <ac:inkMkLst>
            <pc:docMk/>
            <pc:sldMk cId="0" sldId="468"/>
            <ac:inkMk id="51260" creationId="{6DD3DBB4-8968-42FA-B573-A2F783A184FE}"/>
          </ac:inkMkLst>
        </pc:inkChg>
        <pc:inkChg chg="add del">
          <ac:chgData name="Md. Nahid Hasan" userId="S::nahid@vu.edu.bd::85ea5f9e-65d6-4031-b810-9415101f2e21" providerId="AD" clId="Web-{1CBDCBC6-480A-467A-61FA-40BDC829E86F}" dt="2020-09-01T04:45:37.738" v="146"/>
          <ac:inkMkLst>
            <pc:docMk/>
            <pc:sldMk cId="0" sldId="468"/>
            <ac:inkMk id="51261" creationId="{A7965F6B-B5A2-4860-8CCB-B4ED586B2C69}"/>
          </ac:inkMkLst>
        </pc:inkChg>
        <pc:inkChg chg="add del">
          <ac:chgData name="Md. Nahid Hasan" userId="S::nahid@vu.edu.bd::85ea5f9e-65d6-4031-b810-9415101f2e21" providerId="AD" clId="Web-{1CBDCBC6-480A-467A-61FA-40BDC829E86F}" dt="2020-09-01T04:45:37.738" v="145"/>
          <ac:inkMkLst>
            <pc:docMk/>
            <pc:sldMk cId="0" sldId="468"/>
            <ac:inkMk id="51262" creationId="{8E6F8076-6BA5-4545-B505-26491E70D585}"/>
          </ac:inkMkLst>
        </pc:inkChg>
        <pc:inkChg chg="add del">
          <ac:chgData name="Md. Nahid Hasan" userId="S::nahid@vu.edu.bd::85ea5f9e-65d6-4031-b810-9415101f2e21" providerId="AD" clId="Web-{1CBDCBC6-480A-467A-61FA-40BDC829E86F}" dt="2020-09-01T04:45:37.738" v="144"/>
          <ac:inkMkLst>
            <pc:docMk/>
            <pc:sldMk cId="0" sldId="468"/>
            <ac:inkMk id="51263" creationId="{C29EF0EB-1B28-475A-A923-44C6DB6DB104}"/>
          </ac:inkMkLst>
        </pc:inkChg>
        <pc:inkChg chg="add del">
          <ac:chgData name="Md. Nahid Hasan" userId="S::nahid@vu.edu.bd::85ea5f9e-65d6-4031-b810-9415101f2e21" providerId="AD" clId="Web-{1CBDCBC6-480A-467A-61FA-40BDC829E86F}" dt="2020-09-01T04:45:37.723" v="143"/>
          <ac:inkMkLst>
            <pc:docMk/>
            <pc:sldMk cId="0" sldId="468"/>
            <ac:inkMk id="51264" creationId="{926C99E7-2E77-45B5-8DCF-D00943AFA110}"/>
          </ac:inkMkLst>
        </pc:inkChg>
        <pc:inkChg chg="add del">
          <ac:chgData name="Md. Nahid Hasan" userId="S::nahid@vu.edu.bd::85ea5f9e-65d6-4031-b810-9415101f2e21" providerId="AD" clId="Web-{1CBDCBC6-480A-467A-61FA-40BDC829E86F}" dt="2020-09-01T04:45:37.723" v="142"/>
          <ac:inkMkLst>
            <pc:docMk/>
            <pc:sldMk cId="0" sldId="468"/>
            <ac:inkMk id="51265" creationId="{1C959310-AFA4-4CEA-AB8B-3A958DACB84C}"/>
          </ac:inkMkLst>
        </pc:inkChg>
        <pc:inkChg chg="add del">
          <ac:chgData name="Md. Nahid Hasan" userId="S::nahid@vu.edu.bd::85ea5f9e-65d6-4031-b810-9415101f2e21" providerId="AD" clId="Web-{1CBDCBC6-480A-467A-61FA-40BDC829E86F}" dt="2020-09-01T04:45:37.723" v="141"/>
          <ac:inkMkLst>
            <pc:docMk/>
            <pc:sldMk cId="0" sldId="468"/>
            <ac:inkMk id="51266" creationId="{06D8BBA0-2582-4023-B23D-48CCB9A5F63C}"/>
          </ac:inkMkLst>
        </pc:inkChg>
        <pc:inkChg chg="add del">
          <ac:chgData name="Md. Nahid Hasan" userId="S::nahid@vu.edu.bd::85ea5f9e-65d6-4031-b810-9415101f2e21" providerId="AD" clId="Web-{1CBDCBC6-480A-467A-61FA-40BDC829E86F}" dt="2020-09-01T04:45:37.723" v="140"/>
          <ac:inkMkLst>
            <pc:docMk/>
            <pc:sldMk cId="0" sldId="468"/>
            <ac:inkMk id="51267" creationId="{744A72EB-D462-4059-BD3F-E112E7993052}"/>
          </ac:inkMkLst>
        </pc:inkChg>
        <pc:inkChg chg="add del">
          <ac:chgData name="Md. Nahid Hasan" userId="S::nahid@vu.edu.bd::85ea5f9e-65d6-4031-b810-9415101f2e21" providerId="AD" clId="Web-{1CBDCBC6-480A-467A-61FA-40BDC829E86F}" dt="2020-09-01T04:45:37.723" v="139"/>
          <ac:inkMkLst>
            <pc:docMk/>
            <pc:sldMk cId="0" sldId="468"/>
            <ac:inkMk id="51268" creationId="{97F7A53E-FCD5-4CFE-9C99-B02C54689989}"/>
          </ac:inkMkLst>
        </pc:inkChg>
        <pc:inkChg chg="add del">
          <ac:chgData name="Md. Nahid Hasan" userId="S::nahid@vu.edu.bd::85ea5f9e-65d6-4031-b810-9415101f2e21" providerId="AD" clId="Web-{1CBDCBC6-480A-467A-61FA-40BDC829E86F}" dt="2020-09-01T04:45:37.723" v="138"/>
          <ac:inkMkLst>
            <pc:docMk/>
            <pc:sldMk cId="0" sldId="468"/>
            <ac:inkMk id="51269" creationId="{924B6816-88B8-43CA-8F3A-FFD5038A2F06}"/>
          </ac:inkMkLst>
        </pc:inkChg>
        <pc:inkChg chg="add del">
          <ac:chgData name="Md. Nahid Hasan" userId="S::nahid@vu.edu.bd::85ea5f9e-65d6-4031-b810-9415101f2e21" providerId="AD" clId="Web-{1CBDCBC6-480A-467A-61FA-40BDC829E86F}" dt="2020-09-01T04:45:37.723" v="137"/>
          <ac:inkMkLst>
            <pc:docMk/>
            <pc:sldMk cId="0" sldId="468"/>
            <ac:inkMk id="51270" creationId="{A44507EB-5C73-47ED-B0BF-1470736E48E8}"/>
          </ac:inkMkLst>
        </pc:inkChg>
        <pc:inkChg chg="add del">
          <ac:chgData name="Md. Nahid Hasan" userId="S::nahid@vu.edu.bd::85ea5f9e-65d6-4031-b810-9415101f2e21" providerId="AD" clId="Web-{1CBDCBC6-480A-467A-61FA-40BDC829E86F}" dt="2020-09-01T04:45:37.723" v="136"/>
          <ac:inkMkLst>
            <pc:docMk/>
            <pc:sldMk cId="0" sldId="468"/>
            <ac:inkMk id="51271" creationId="{78560EB5-1323-4CE3-8E90-D8ABEF2C1A2D}"/>
          </ac:inkMkLst>
        </pc:inkChg>
        <pc:inkChg chg="add del">
          <ac:chgData name="Md. Nahid Hasan" userId="S::nahid@vu.edu.bd::85ea5f9e-65d6-4031-b810-9415101f2e21" providerId="AD" clId="Web-{1CBDCBC6-480A-467A-61FA-40BDC829E86F}" dt="2020-09-01T04:45:37.707" v="135"/>
          <ac:inkMkLst>
            <pc:docMk/>
            <pc:sldMk cId="0" sldId="468"/>
            <ac:inkMk id="51272" creationId="{E1A4093E-750B-429B-9A2D-1C81E9129430}"/>
          </ac:inkMkLst>
        </pc:inkChg>
        <pc:inkChg chg="add">
          <ac:chgData name="Md. Nahid Hasan" userId="S::nahid@vu.edu.bd::85ea5f9e-65d6-4031-b810-9415101f2e21" providerId="AD" clId="Web-{1CBDCBC6-480A-467A-61FA-40BDC829E86F}" dt="2020-09-01T04:46:04.770" v="264"/>
          <ac:inkMkLst>
            <pc:docMk/>
            <pc:sldMk cId="0" sldId="468"/>
            <ac:inkMk id="51273" creationId="{79B5B804-F224-4B72-8207-80928F2C0FDA}"/>
          </ac:inkMkLst>
        </pc:inkChg>
        <pc:inkChg chg="add">
          <ac:chgData name="Md. Nahid Hasan" userId="S::nahid@vu.edu.bd::85ea5f9e-65d6-4031-b810-9415101f2e21" providerId="AD" clId="Web-{1CBDCBC6-480A-467A-61FA-40BDC829E86F}" dt="2020-09-01T04:46:43.442" v="265"/>
          <ac:inkMkLst>
            <pc:docMk/>
            <pc:sldMk cId="0" sldId="468"/>
            <ac:inkMk id="51274" creationId="{B0460A9C-6E91-47BC-B560-2010A80553A5}"/>
          </ac:inkMkLst>
        </pc:inkChg>
        <pc:inkChg chg="add del">
          <ac:chgData name="Md. Nahid Hasan" userId="S::nahid@vu.edu.bd::85ea5f9e-65d6-4031-b810-9415101f2e21" providerId="AD" clId="Web-{1CBDCBC6-480A-467A-61FA-40BDC829E86F}" dt="2020-09-01T04:50:16.146" v="351"/>
          <ac:inkMkLst>
            <pc:docMk/>
            <pc:sldMk cId="0" sldId="468"/>
            <ac:inkMk id="51275" creationId="{5C0120B2-FC16-44AD-BF49-3381D411F382}"/>
          </ac:inkMkLst>
        </pc:inkChg>
        <pc:inkChg chg="add del">
          <ac:chgData name="Md. Nahid Hasan" userId="S::nahid@vu.edu.bd::85ea5f9e-65d6-4031-b810-9415101f2e21" providerId="AD" clId="Web-{1CBDCBC6-480A-467A-61FA-40BDC829E86F}" dt="2020-09-01T04:50:16.146" v="350"/>
          <ac:inkMkLst>
            <pc:docMk/>
            <pc:sldMk cId="0" sldId="468"/>
            <ac:inkMk id="51276" creationId="{E005C044-F140-420E-8970-236A5126191C}"/>
          </ac:inkMkLst>
        </pc:inkChg>
        <pc:inkChg chg="add del">
          <ac:chgData name="Md. Nahid Hasan" userId="S::nahid@vu.edu.bd::85ea5f9e-65d6-4031-b810-9415101f2e21" providerId="AD" clId="Web-{1CBDCBC6-480A-467A-61FA-40BDC829E86F}" dt="2020-09-01T04:50:16.146" v="349"/>
          <ac:inkMkLst>
            <pc:docMk/>
            <pc:sldMk cId="0" sldId="468"/>
            <ac:inkMk id="51277" creationId="{A0AA8958-7872-4CED-BD3E-E7CB0D145D0A}"/>
          </ac:inkMkLst>
        </pc:inkChg>
        <pc:inkChg chg="add">
          <ac:chgData name="Md. Nahid Hasan" userId="S::nahid@vu.edu.bd::85ea5f9e-65d6-4031-b810-9415101f2e21" providerId="AD" clId="Web-{1CBDCBC6-480A-467A-61FA-40BDC829E86F}" dt="2020-09-01T04:47:31.442" v="269"/>
          <ac:inkMkLst>
            <pc:docMk/>
            <pc:sldMk cId="0" sldId="468"/>
            <ac:inkMk id="51278" creationId="{8AA24780-5F8D-46F8-A8D9-3F176D35212E}"/>
          </ac:inkMkLst>
        </pc:inkChg>
        <pc:inkChg chg="add del">
          <ac:chgData name="Md. Nahid Hasan" userId="S::nahid@vu.edu.bd::85ea5f9e-65d6-4031-b810-9415101f2e21" providerId="AD" clId="Web-{1CBDCBC6-480A-467A-61FA-40BDC829E86F}" dt="2020-09-01T04:50:16.146" v="348"/>
          <ac:inkMkLst>
            <pc:docMk/>
            <pc:sldMk cId="0" sldId="468"/>
            <ac:inkMk id="51279" creationId="{DFB1F27E-146E-44C0-992C-E6DF811317C1}"/>
          </ac:inkMkLst>
        </pc:inkChg>
        <pc:inkChg chg="add del">
          <ac:chgData name="Md. Nahid Hasan" userId="S::nahid@vu.edu.bd::85ea5f9e-65d6-4031-b810-9415101f2e21" providerId="AD" clId="Web-{1CBDCBC6-480A-467A-61FA-40BDC829E86F}" dt="2020-09-01T04:50:16.146" v="347"/>
          <ac:inkMkLst>
            <pc:docMk/>
            <pc:sldMk cId="0" sldId="468"/>
            <ac:inkMk id="51280" creationId="{A71FA5D6-1BAC-4886-BB92-D2A881C7A4D0}"/>
          </ac:inkMkLst>
        </pc:inkChg>
        <pc:inkChg chg="add del">
          <ac:chgData name="Md. Nahid Hasan" userId="S::nahid@vu.edu.bd::85ea5f9e-65d6-4031-b810-9415101f2e21" providerId="AD" clId="Web-{1CBDCBC6-480A-467A-61FA-40BDC829E86F}" dt="2020-09-01T04:50:16.146" v="346"/>
          <ac:inkMkLst>
            <pc:docMk/>
            <pc:sldMk cId="0" sldId="468"/>
            <ac:inkMk id="51281" creationId="{CA0FFCFE-367E-473D-924B-3418AAB8B3C1}"/>
          </ac:inkMkLst>
        </pc:inkChg>
        <pc:inkChg chg="add del">
          <ac:chgData name="Md. Nahid Hasan" userId="S::nahid@vu.edu.bd::85ea5f9e-65d6-4031-b810-9415101f2e21" providerId="AD" clId="Web-{1CBDCBC6-480A-467A-61FA-40BDC829E86F}" dt="2020-09-01T04:50:16.146" v="345"/>
          <ac:inkMkLst>
            <pc:docMk/>
            <pc:sldMk cId="0" sldId="468"/>
            <ac:inkMk id="51282" creationId="{A2BCD085-CD8F-4833-BDDB-CCDBF6907FA0}"/>
          </ac:inkMkLst>
        </pc:inkChg>
        <pc:inkChg chg="add del">
          <ac:chgData name="Md. Nahid Hasan" userId="S::nahid@vu.edu.bd::85ea5f9e-65d6-4031-b810-9415101f2e21" providerId="AD" clId="Web-{1CBDCBC6-480A-467A-61FA-40BDC829E86F}" dt="2020-09-01T04:50:16.146" v="344"/>
          <ac:inkMkLst>
            <pc:docMk/>
            <pc:sldMk cId="0" sldId="468"/>
            <ac:inkMk id="51283" creationId="{96097EA7-29C2-4483-BFB8-5C6A4FD7B597}"/>
          </ac:inkMkLst>
        </pc:inkChg>
        <pc:inkChg chg="add del">
          <ac:chgData name="Md. Nahid Hasan" userId="S::nahid@vu.edu.bd::85ea5f9e-65d6-4031-b810-9415101f2e21" providerId="AD" clId="Web-{1CBDCBC6-480A-467A-61FA-40BDC829E86F}" dt="2020-09-01T04:50:16.130" v="343"/>
          <ac:inkMkLst>
            <pc:docMk/>
            <pc:sldMk cId="0" sldId="468"/>
            <ac:inkMk id="51284" creationId="{1372F36F-BA4C-4771-A658-4E3AB8F1E593}"/>
          </ac:inkMkLst>
        </pc:inkChg>
        <pc:inkChg chg="add del">
          <ac:chgData name="Md. Nahid Hasan" userId="S::nahid@vu.edu.bd::85ea5f9e-65d6-4031-b810-9415101f2e21" providerId="AD" clId="Web-{1CBDCBC6-480A-467A-61FA-40BDC829E86F}" dt="2020-09-01T04:50:16.130" v="342"/>
          <ac:inkMkLst>
            <pc:docMk/>
            <pc:sldMk cId="0" sldId="468"/>
            <ac:inkMk id="51285" creationId="{86C5F801-DD80-4052-8CDE-831F66E9BACB}"/>
          </ac:inkMkLst>
        </pc:inkChg>
        <pc:inkChg chg="add del">
          <ac:chgData name="Md. Nahid Hasan" userId="S::nahid@vu.edu.bd::85ea5f9e-65d6-4031-b810-9415101f2e21" providerId="AD" clId="Web-{1CBDCBC6-480A-467A-61FA-40BDC829E86F}" dt="2020-09-01T04:50:16.130" v="341"/>
          <ac:inkMkLst>
            <pc:docMk/>
            <pc:sldMk cId="0" sldId="468"/>
            <ac:inkMk id="51286" creationId="{68AFEBBE-7869-4396-8893-65519AA4EDE3}"/>
          </ac:inkMkLst>
        </pc:inkChg>
        <pc:inkChg chg="add del">
          <ac:chgData name="Md. Nahid Hasan" userId="S::nahid@vu.edu.bd::85ea5f9e-65d6-4031-b810-9415101f2e21" providerId="AD" clId="Web-{1CBDCBC6-480A-467A-61FA-40BDC829E86F}" dt="2020-09-01T04:50:16.130" v="340"/>
          <ac:inkMkLst>
            <pc:docMk/>
            <pc:sldMk cId="0" sldId="468"/>
            <ac:inkMk id="51287" creationId="{E20FD9CF-441E-477F-BA10-D56E7ED4C322}"/>
          </ac:inkMkLst>
        </pc:inkChg>
        <pc:inkChg chg="add del">
          <ac:chgData name="Md. Nahid Hasan" userId="S::nahid@vu.edu.bd::85ea5f9e-65d6-4031-b810-9415101f2e21" providerId="AD" clId="Web-{1CBDCBC6-480A-467A-61FA-40BDC829E86F}" dt="2020-09-01T04:50:16.130" v="339"/>
          <ac:inkMkLst>
            <pc:docMk/>
            <pc:sldMk cId="0" sldId="468"/>
            <ac:inkMk id="51288" creationId="{15C94D51-F3E4-450F-8A8F-8102E7FB85C0}"/>
          </ac:inkMkLst>
        </pc:inkChg>
        <pc:inkChg chg="add del">
          <ac:chgData name="Md. Nahid Hasan" userId="S::nahid@vu.edu.bd::85ea5f9e-65d6-4031-b810-9415101f2e21" providerId="AD" clId="Web-{1CBDCBC6-480A-467A-61FA-40BDC829E86F}" dt="2020-09-01T04:50:16.130" v="338"/>
          <ac:inkMkLst>
            <pc:docMk/>
            <pc:sldMk cId="0" sldId="468"/>
            <ac:inkMk id="51289" creationId="{21FF3B37-F9E5-4AC0-9E60-8D5C1902B4C5}"/>
          </ac:inkMkLst>
        </pc:inkChg>
        <pc:inkChg chg="add del">
          <ac:chgData name="Md. Nahid Hasan" userId="S::nahid@vu.edu.bd::85ea5f9e-65d6-4031-b810-9415101f2e21" providerId="AD" clId="Web-{1CBDCBC6-480A-467A-61FA-40BDC829E86F}" dt="2020-09-01T04:50:16.130" v="337"/>
          <ac:inkMkLst>
            <pc:docMk/>
            <pc:sldMk cId="0" sldId="468"/>
            <ac:inkMk id="51290" creationId="{2CC7E229-73D8-4359-9B24-21F773EA2C7A}"/>
          </ac:inkMkLst>
        </pc:inkChg>
        <pc:inkChg chg="add del">
          <ac:chgData name="Md. Nahid Hasan" userId="S::nahid@vu.edu.bd::85ea5f9e-65d6-4031-b810-9415101f2e21" providerId="AD" clId="Web-{1CBDCBC6-480A-467A-61FA-40BDC829E86F}" dt="2020-09-01T04:50:16.130" v="336"/>
          <ac:inkMkLst>
            <pc:docMk/>
            <pc:sldMk cId="0" sldId="468"/>
            <ac:inkMk id="51291" creationId="{D520CF4E-B080-48F5-8F73-002BAA60F660}"/>
          </ac:inkMkLst>
        </pc:inkChg>
        <pc:inkChg chg="add del">
          <ac:chgData name="Md. Nahid Hasan" userId="S::nahid@vu.edu.bd::85ea5f9e-65d6-4031-b810-9415101f2e21" providerId="AD" clId="Web-{1CBDCBC6-480A-467A-61FA-40BDC829E86F}" dt="2020-09-01T04:50:16.130" v="335"/>
          <ac:inkMkLst>
            <pc:docMk/>
            <pc:sldMk cId="0" sldId="468"/>
            <ac:inkMk id="51292" creationId="{9C692C6E-F189-4957-A2FE-FA1F1CFF3246}"/>
          </ac:inkMkLst>
        </pc:inkChg>
        <pc:inkChg chg="add del">
          <ac:chgData name="Md. Nahid Hasan" userId="S::nahid@vu.edu.bd::85ea5f9e-65d6-4031-b810-9415101f2e21" providerId="AD" clId="Web-{1CBDCBC6-480A-467A-61FA-40BDC829E86F}" dt="2020-09-01T04:50:16.115" v="334"/>
          <ac:inkMkLst>
            <pc:docMk/>
            <pc:sldMk cId="0" sldId="468"/>
            <ac:inkMk id="51293" creationId="{E7A8C04E-DB54-4307-B964-180071DFD66C}"/>
          </ac:inkMkLst>
        </pc:inkChg>
        <pc:inkChg chg="add del">
          <ac:chgData name="Md. Nahid Hasan" userId="S::nahid@vu.edu.bd::85ea5f9e-65d6-4031-b810-9415101f2e21" providerId="AD" clId="Web-{1CBDCBC6-480A-467A-61FA-40BDC829E86F}" dt="2020-09-01T04:50:16.115" v="333"/>
          <ac:inkMkLst>
            <pc:docMk/>
            <pc:sldMk cId="0" sldId="468"/>
            <ac:inkMk id="51294" creationId="{82F43AC8-A59B-45A7-9194-01356D1AEDB8}"/>
          </ac:inkMkLst>
        </pc:inkChg>
        <pc:inkChg chg="add del">
          <ac:chgData name="Md. Nahid Hasan" userId="S::nahid@vu.edu.bd::85ea5f9e-65d6-4031-b810-9415101f2e21" providerId="AD" clId="Web-{1CBDCBC6-480A-467A-61FA-40BDC829E86F}" dt="2020-09-01T04:50:16.115" v="332"/>
          <ac:inkMkLst>
            <pc:docMk/>
            <pc:sldMk cId="0" sldId="468"/>
            <ac:inkMk id="51295" creationId="{7057602E-2576-4CF1-BCAB-19184005583A}"/>
          </ac:inkMkLst>
        </pc:inkChg>
        <pc:inkChg chg="add del">
          <ac:chgData name="Md. Nahid Hasan" userId="S::nahid@vu.edu.bd::85ea5f9e-65d6-4031-b810-9415101f2e21" providerId="AD" clId="Web-{1CBDCBC6-480A-467A-61FA-40BDC829E86F}" dt="2020-09-01T04:50:16.115" v="331"/>
          <ac:inkMkLst>
            <pc:docMk/>
            <pc:sldMk cId="0" sldId="468"/>
            <ac:inkMk id="51296" creationId="{C5386AA2-F840-4902-8CFA-1C52B9B21914}"/>
          </ac:inkMkLst>
        </pc:inkChg>
        <pc:inkChg chg="add del">
          <ac:chgData name="Md. Nahid Hasan" userId="S::nahid@vu.edu.bd::85ea5f9e-65d6-4031-b810-9415101f2e21" providerId="AD" clId="Web-{1CBDCBC6-480A-467A-61FA-40BDC829E86F}" dt="2020-09-01T04:50:16.115" v="330"/>
          <ac:inkMkLst>
            <pc:docMk/>
            <pc:sldMk cId="0" sldId="468"/>
            <ac:inkMk id="51297" creationId="{57AE1616-1DC8-480A-94DF-B22A331717A4}"/>
          </ac:inkMkLst>
        </pc:inkChg>
        <pc:inkChg chg="add del">
          <ac:chgData name="Md. Nahid Hasan" userId="S::nahid@vu.edu.bd::85ea5f9e-65d6-4031-b810-9415101f2e21" providerId="AD" clId="Web-{1CBDCBC6-480A-467A-61FA-40BDC829E86F}" dt="2020-09-01T04:50:16.115" v="329"/>
          <ac:inkMkLst>
            <pc:docMk/>
            <pc:sldMk cId="0" sldId="468"/>
            <ac:inkMk id="51298" creationId="{8D9EDC7E-972C-4853-9BA8-DA10F625A54A}"/>
          </ac:inkMkLst>
        </pc:inkChg>
        <pc:inkChg chg="add del">
          <ac:chgData name="Md. Nahid Hasan" userId="S::nahid@vu.edu.bd::85ea5f9e-65d6-4031-b810-9415101f2e21" providerId="AD" clId="Web-{1CBDCBC6-480A-467A-61FA-40BDC829E86F}" dt="2020-09-01T04:50:16.115" v="328"/>
          <ac:inkMkLst>
            <pc:docMk/>
            <pc:sldMk cId="0" sldId="468"/>
            <ac:inkMk id="51299" creationId="{9B91F93B-87A3-4C63-A0A8-9C9BF0B1545C}"/>
          </ac:inkMkLst>
        </pc:inkChg>
        <pc:inkChg chg="add del">
          <ac:chgData name="Md. Nahid Hasan" userId="S::nahid@vu.edu.bd::85ea5f9e-65d6-4031-b810-9415101f2e21" providerId="AD" clId="Web-{1CBDCBC6-480A-467A-61FA-40BDC829E86F}" dt="2020-09-01T04:50:16.115" v="327"/>
          <ac:inkMkLst>
            <pc:docMk/>
            <pc:sldMk cId="0" sldId="468"/>
            <ac:inkMk id="51300" creationId="{22F5A1A2-8776-4F9D-A1A5-70C30740983C}"/>
          </ac:inkMkLst>
        </pc:inkChg>
        <pc:inkChg chg="add del">
          <ac:chgData name="Md. Nahid Hasan" userId="S::nahid@vu.edu.bd::85ea5f9e-65d6-4031-b810-9415101f2e21" providerId="AD" clId="Web-{1CBDCBC6-480A-467A-61FA-40BDC829E86F}" dt="2020-09-01T04:50:16.099" v="326"/>
          <ac:inkMkLst>
            <pc:docMk/>
            <pc:sldMk cId="0" sldId="468"/>
            <ac:inkMk id="51301" creationId="{D0CCD0CD-7756-4AD9-8423-0D9E23027100}"/>
          </ac:inkMkLst>
        </pc:inkChg>
        <pc:inkChg chg="add del">
          <ac:chgData name="Md. Nahid Hasan" userId="S::nahid@vu.edu.bd::85ea5f9e-65d6-4031-b810-9415101f2e21" providerId="AD" clId="Web-{1CBDCBC6-480A-467A-61FA-40BDC829E86F}" dt="2020-09-01T04:50:16.099" v="325"/>
          <ac:inkMkLst>
            <pc:docMk/>
            <pc:sldMk cId="0" sldId="468"/>
            <ac:inkMk id="51302" creationId="{997FBF92-FD4A-41EA-AE77-538B0E631094}"/>
          </ac:inkMkLst>
        </pc:inkChg>
        <pc:inkChg chg="add del">
          <ac:chgData name="Md. Nahid Hasan" userId="S::nahid@vu.edu.bd::85ea5f9e-65d6-4031-b810-9415101f2e21" providerId="AD" clId="Web-{1CBDCBC6-480A-467A-61FA-40BDC829E86F}" dt="2020-09-01T04:50:16.099" v="324"/>
          <ac:inkMkLst>
            <pc:docMk/>
            <pc:sldMk cId="0" sldId="468"/>
            <ac:inkMk id="51303" creationId="{08B6C8DB-59EC-4ACF-8A76-B31F3F1C871C}"/>
          </ac:inkMkLst>
        </pc:inkChg>
        <pc:inkChg chg="add del">
          <ac:chgData name="Md. Nahid Hasan" userId="S::nahid@vu.edu.bd::85ea5f9e-65d6-4031-b810-9415101f2e21" providerId="AD" clId="Web-{1CBDCBC6-480A-467A-61FA-40BDC829E86F}" dt="2020-09-01T04:50:16.099" v="323"/>
          <ac:inkMkLst>
            <pc:docMk/>
            <pc:sldMk cId="0" sldId="468"/>
            <ac:inkMk id="51304" creationId="{72A4D4C7-AD9F-456C-85DA-E458272E9217}"/>
          </ac:inkMkLst>
        </pc:inkChg>
        <pc:inkChg chg="add">
          <ac:chgData name="Md. Nahid Hasan" userId="S::nahid@vu.edu.bd::85ea5f9e-65d6-4031-b810-9415101f2e21" providerId="AD" clId="Web-{1CBDCBC6-480A-467A-61FA-40BDC829E86F}" dt="2020-09-01T04:48:38.630" v="296"/>
          <ac:inkMkLst>
            <pc:docMk/>
            <pc:sldMk cId="0" sldId="468"/>
            <ac:inkMk id="51305" creationId="{F6773110-5844-498A-AA24-BB9DB0A2C0A1}"/>
          </ac:inkMkLst>
        </pc:inkChg>
        <pc:inkChg chg="add">
          <ac:chgData name="Md. Nahid Hasan" userId="S::nahid@vu.edu.bd::85ea5f9e-65d6-4031-b810-9415101f2e21" providerId="AD" clId="Web-{1CBDCBC6-480A-467A-61FA-40BDC829E86F}" dt="2020-09-01T04:48:40.817" v="297"/>
          <ac:inkMkLst>
            <pc:docMk/>
            <pc:sldMk cId="0" sldId="468"/>
            <ac:inkMk id="51306" creationId="{FA7DF87D-835F-4FF0-B189-839B0F23821D}"/>
          </ac:inkMkLst>
        </pc:inkChg>
        <pc:inkChg chg="add">
          <ac:chgData name="Md. Nahid Hasan" userId="S::nahid@vu.edu.bd::85ea5f9e-65d6-4031-b810-9415101f2e21" providerId="AD" clId="Web-{1CBDCBC6-480A-467A-61FA-40BDC829E86F}" dt="2020-09-01T04:48:42.505" v="298"/>
          <ac:inkMkLst>
            <pc:docMk/>
            <pc:sldMk cId="0" sldId="468"/>
            <ac:inkMk id="51307" creationId="{5BB15EC0-6E45-45CC-BC7C-104B12C4A135}"/>
          </ac:inkMkLst>
        </pc:inkChg>
        <pc:inkChg chg="add">
          <ac:chgData name="Md. Nahid Hasan" userId="S::nahid@vu.edu.bd::85ea5f9e-65d6-4031-b810-9415101f2e21" providerId="AD" clId="Web-{1CBDCBC6-480A-467A-61FA-40BDC829E86F}" dt="2020-09-01T04:48:43.067" v="299"/>
          <ac:inkMkLst>
            <pc:docMk/>
            <pc:sldMk cId="0" sldId="468"/>
            <ac:inkMk id="51308" creationId="{148C6CB2-2B4F-4CB6-B362-BF189C7124D9}"/>
          </ac:inkMkLst>
        </pc:inkChg>
        <pc:inkChg chg="add">
          <ac:chgData name="Md. Nahid Hasan" userId="S::nahid@vu.edu.bd::85ea5f9e-65d6-4031-b810-9415101f2e21" providerId="AD" clId="Web-{1CBDCBC6-480A-467A-61FA-40BDC829E86F}" dt="2020-09-01T04:48:44.442" v="300"/>
          <ac:inkMkLst>
            <pc:docMk/>
            <pc:sldMk cId="0" sldId="468"/>
            <ac:inkMk id="51309" creationId="{913CFE4F-F755-4BA7-83A2-00322597D4EA}"/>
          </ac:inkMkLst>
        </pc:inkChg>
        <pc:inkChg chg="add">
          <ac:chgData name="Md. Nahid Hasan" userId="S::nahid@vu.edu.bd::85ea5f9e-65d6-4031-b810-9415101f2e21" providerId="AD" clId="Web-{1CBDCBC6-480A-467A-61FA-40BDC829E86F}" dt="2020-09-01T04:48:46.505" v="301"/>
          <ac:inkMkLst>
            <pc:docMk/>
            <pc:sldMk cId="0" sldId="468"/>
            <ac:inkMk id="51310" creationId="{EE50AB1E-0344-4256-BC9D-2DBB368A0141}"/>
          </ac:inkMkLst>
        </pc:inkChg>
        <pc:inkChg chg="add">
          <ac:chgData name="Md. Nahid Hasan" userId="S::nahid@vu.edu.bd::85ea5f9e-65d6-4031-b810-9415101f2e21" providerId="AD" clId="Web-{1CBDCBC6-480A-467A-61FA-40BDC829E86F}" dt="2020-09-01T04:48:48.099" v="302"/>
          <ac:inkMkLst>
            <pc:docMk/>
            <pc:sldMk cId="0" sldId="468"/>
            <ac:inkMk id="51311" creationId="{1993FD06-C9EC-4A08-A8D8-41785E137E51}"/>
          </ac:inkMkLst>
        </pc:inkChg>
        <pc:inkChg chg="add">
          <ac:chgData name="Md. Nahid Hasan" userId="S::nahid@vu.edu.bd::85ea5f9e-65d6-4031-b810-9415101f2e21" providerId="AD" clId="Web-{1CBDCBC6-480A-467A-61FA-40BDC829E86F}" dt="2020-09-01T04:48:48.786" v="303"/>
          <ac:inkMkLst>
            <pc:docMk/>
            <pc:sldMk cId="0" sldId="468"/>
            <ac:inkMk id="51312" creationId="{131EA23A-422D-4765-9718-84A6FA3E23A5}"/>
          </ac:inkMkLst>
        </pc:inkChg>
        <pc:inkChg chg="add">
          <ac:chgData name="Md. Nahid Hasan" userId="S::nahid@vu.edu.bd::85ea5f9e-65d6-4031-b810-9415101f2e21" providerId="AD" clId="Web-{1CBDCBC6-480A-467A-61FA-40BDC829E86F}" dt="2020-09-01T04:48:53.224" v="304"/>
          <ac:inkMkLst>
            <pc:docMk/>
            <pc:sldMk cId="0" sldId="468"/>
            <ac:inkMk id="51313" creationId="{5A7694EE-0C58-4CA2-A07B-ACB3362C5E32}"/>
          </ac:inkMkLst>
        </pc:inkChg>
        <pc:inkChg chg="add">
          <ac:chgData name="Md. Nahid Hasan" userId="S::nahid@vu.edu.bd::85ea5f9e-65d6-4031-b810-9415101f2e21" providerId="AD" clId="Web-{1CBDCBC6-480A-467A-61FA-40BDC829E86F}" dt="2020-09-01T04:48:54.708" v="305"/>
          <ac:inkMkLst>
            <pc:docMk/>
            <pc:sldMk cId="0" sldId="468"/>
            <ac:inkMk id="51314" creationId="{F5D3B936-0EFF-4F9F-9775-15FC2CAD8E4D}"/>
          </ac:inkMkLst>
        </pc:inkChg>
        <pc:inkChg chg="add">
          <ac:chgData name="Md. Nahid Hasan" userId="S::nahid@vu.edu.bd::85ea5f9e-65d6-4031-b810-9415101f2e21" providerId="AD" clId="Web-{1CBDCBC6-480A-467A-61FA-40BDC829E86F}" dt="2020-09-01T04:48:56.333" v="306"/>
          <ac:inkMkLst>
            <pc:docMk/>
            <pc:sldMk cId="0" sldId="468"/>
            <ac:inkMk id="51315" creationId="{D532D51B-E505-48A4-8D57-EC199D1F3F2B}"/>
          </ac:inkMkLst>
        </pc:inkChg>
        <pc:inkChg chg="add">
          <ac:chgData name="Md. Nahid Hasan" userId="S::nahid@vu.edu.bd::85ea5f9e-65d6-4031-b810-9415101f2e21" providerId="AD" clId="Web-{1CBDCBC6-480A-467A-61FA-40BDC829E86F}" dt="2020-09-01T04:48:57.380" v="307"/>
          <ac:inkMkLst>
            <pc:docMk/>
            <pc:sldMk cId="0" sldId="468"/>
            <ac:inkMk id="51316" creationId="{555F08B8-F8F9-418A-B809-78643BCF7B8A}"/>
          </ac:inkMkLst>
        </pc:inkChg>
        <pc:inkChg chg="add">
          <ac:chgData name="Md. Nahid Hasan" userId="S::nahid@vu.edu.bd::85ea5f9e-65d6-4031-b810-9415101f2e21" providerId="AD" clId="Web-{1CBDCBC6-480A-467A-61FA-40BDC829E86F}" dt="2020-09-01T04:48:58.849" v="308"/>
          <ac:inkMkLst>
            <pc:docMk/>
            <pc:sldMk cId="0" sldId="468"/>
            <ac:inkMk id="51317" creationId="{BF50CE7F-C062-4CBA-ABB9-5FC66CE25142}"/>
          </ac:inkMkLst>
        </pc:inkChg>
        <pc:inkChg chg="add">
          <ac:chgData name="Md. Nahid Hasan" userId="S::nahid@vu.edu.bd::85ea5f9e-65d6-4031-b810-9415101f2e21" providerId="AD" clId="Web-{1CBDCBC6-480A-467A-61FA-40BDC829E86F}" dt="2020-09-01T04:49:00.239" v="309"/>
          <ac:inkMkLst>
            <pc:docMk/>
            <pc:sldMk cId="0" sldId="468"/>
            <ac:inkMk id="51318" creationId="{06C66CD8-E30F-4445-A147-3CCAEF17199E}"/>
          </ac:inkMkLst>
        </pc:inkChg>
        <pc:inkChg chg="add">
          <ac:chgData name="Md. Nahid Hasan" userId="S::nahid@vu.edu.bd::85ea5f9e-65d6-4031-b810-9415101f2e21" providerId="AD" clId="Web-{1CBDCBC6-480A-467A-61FA-40BDC829E86F}" dt="2020-09-01T04:49:01.552" v="310"/>
          <ac:inkMkLst>
            <pc:docMk/>
            <pc:sldMk cId="0" sldId="468"/>
            <ac:inkMk id="51319" creationId="{144BD9A6-F4DF-4719-8375-D3B0894E7C45}"/>
          </ac:inkMkLst>
        </pc:inkChg>
        <pc:inkChg chg="add">
          <ac:chgData name="Md. Nahid Hasan" userId="S::nahid@vu.edu.bd::85ea5f9e-65d6-4031-b810-9415101f2e21" providerId="AD" clId="Web-{1CBDCBC6-480A-467A-61FA-40BDC829E86F}" dt="2020-09-01T04:49:05.192" v="311"/>
          <ac:inkMkLst>
            <pc:docMk/>
            <pc:sldMk cId="0" sldId="468"/>
            <ac:inkMk id="51320" creationId="{3EC7541C-C1C2-4C20-ACE9-4D0AE2E549F2}"/>
          </ac:inkMkLst>
        </pc:inkChg>
        <pc:inkChg chg="add">
          <ac:chgData name="Md. Nahid Hasan" userId="S::nahid@vu.edu.bd::85ea5f9e-65d6-4031-b810-9415101f2e21" providerId="AD" clId="Web-{1CBDCBC6-480A-467A-61FA-40BDC829E86F}" dt="2020-09-01T04:49:06.583" v="312"/>
          <ac:inkMkLst>
            <pc:docMk/>
            <pc:sldMk cId="0" sldId="468"/>
            <ac:inkMk id="51321" creationId="{A43F6A3B-2630-4197-BEB8-E7E742A5C6D6}"/>
          </ac:inkMkLst>
        </pc:inkChg>
        <pc:inkChg chg="add">
          <ac:chgData name="Md. Nahid Hasan" userId="S::nahid@vu.edu.bd::85ea5f9e-65d6-4031-b810-9415101f2e21" providerId="AD" clId="Web-{1CBDCBC6-480A-467A-61FA-40BDC829E86F}" dt="2020-09-01T04:49:10.067" v="313"/>
          <ac:inkMkLst>
            <pc:docMk/>
            <pc:sldMk cId="0" sldId="468"/>
            <ac:inkMk id="51322" creationId="{BD092A02-A36E-4DA9-A79F-79101D6BBE93}"/>
          </ac:inkMkLst>
        </pc:inkChg>
        <pc:inkChg chg="add">
          <ac:chgData name="Md. Nahid Hasan" userId="S::nahid@vu.edu.bd::85ea5f9e-65d6-4031-b810-9415101f2e21" providerId="AD" clId="Web-{1CBDCBC6-480A-467A-61FA-40BDC829E86F}" dt="2020-09-01T04:49:15.084" v="314"/>
          <ac:inkMkLst>
            <pc:docMk/>
            <pc:sldMk cId="0" sldId="468"/>
            <ac:inkMk id="51323" creationId="{F57F895A-EAE1-4EE4-9933-C15E8E4FFA45}"/>
          </ac:inkMkLst>
        </pc:inkChg>
        <pc:inkChg chg="add">
          <ac:chgData name="Md. Nahid Hasan" userId="S::nahid@vu.edu.bd::85ea5f9e-65d6-4031-b810-9415101f2e21" providerId="AD" clId="Web-{1CBDCBC6-480A-467A-61FA-40BDC829E86F}" dt="2020-09-01T04:49:16.989" v="315"/>
          <ac:inkMkLst>
            <pc:docMk/>
            <pc:sldMk cId="0" sldId="468"/>
            <ac:inkMk id="51324" creationId="{1BF7DF86-4973-4361-A829-2E13571EDA21}"/>
          </ac:inkMkLst>
        </pc:inkChg>
        <pc:inkChg chg="add">
          <ac:chgData name="Md. Nahid Hasan" userId="S::nahid@vu.edu.bd::85ea5f9e-65d6-4031-b810-9415101f2e21" providerId="AD" clId="Web-{1CBDCBC6-480A-467A-61FA-40BDC829E86F}" dt="2020-09-01T04:49:18.130" v="316"/>
          <ac:inkMkLst>
            <pc:docMk/>
            <pc:sldMk cId="0" sldId="468"/>
            <ac:inkMk id="51325" creationId="{FE9569D0-9182-4B5A-9F4B-61565C527B12}"/>
          </ac:inkMkLst>
        </pc:inkChg>
        <pc:inkChg chg="add">
          <ac:chgData name="Md. Nahid Hasan" userId="S::nahid@vu.edu.bd::85ea5f9e-65d6-4031-b810-9415101f2e21" providerId="AD" clId="Web-{1CBDCBC6-480A-467A-61FA-40BDC829E86F}" dt="2020-09-01T04:49:19.505" v="317"/>
          <ac:inkMkLst>
            <pc:docMk/>
            <pc:sldMk cId="0" sldId="468"/>
            <ac:inkMk id="51326" creationId="{208D2D54-C935-4D18-898C-F9E3F0F7397D}"/>
          </ac:inkMkLst>
        </pc:inkChg>
        <pc:inkChg chg="add">
          <ac:chgData name="Md. Nahid Hasan" userId="S::nahid@vu.edu.bd::85ea5f9e-65d6-4031-b810-9415101f2e21" providerId="AD" clId="Web-{1CBDCBC6-480A-467A-61FA-40BDC829E86F}" dt="2020-09-01T04:49:20.911" v="318"/>
          <ac:inkMkLst>
            <pc:docMk/>
            <pc:sldMk cId="0" sldId="468"/>
            <ac:inkMk id="51327" creationId="{0D08FEE3-1088-4D50-B0CC-1C599CDCF866}"/>
          </ac:inkMkLst>
        </pc:inkChg>
        <pc:inkChg chg="add">
          <ac:chgData name="Md. Nahid Hasan" userId="S::nahid@vu.edu.bd::85ea5f9e-65d6-4031-b810-9415101f2e21" providerId="AD" clId="Web-{1CBDCBC6-480A-467A-61FA-40BDC829E86F}" dt="2020-09-01T04:49:22.209" v="319"/>
          <ac:inkMkLst>
            <pc:docMk/>
            <pc:sldMk cId="0" sldId="468"/>
            <ac:inkMk id="51328" creationId="{9D49B751-6758-4172-849D-C0EF53FECD0D}"/>
          </ac:inkMkLst>
        </pc:inkChg>
        <pc:inkChg chg="add">
          <ac:chgData name="Md. Nahid Hasan" userId="S::nahid@vu.edu.bd::85ea5f9e-65d6-4031-b810-9415101f2e21" providerId="AD" clId="Web-{1CBDCBC6-480A-467A-61FA-40BDC829E86F}" dt="2020-09-01T04:49:23.838" v="320"/>
          <ac:inkMkLst>
            <pc:docMk/>
            <pc:sldMk cId="0" sldId="468"/>
            <ac:inkMk id="51329" creationId="{690EAB21-5324-4C51-8811-7841CAF042B6}"/>
          </ac:inkMkLst>
        </pc:inkChg>
        <pc:inkChg chg="add">
          <ac:chgData name="Md. Nahid Hasan" userId="S::nahid@vu.edu.bd::85ea5f9e-65d6-4031-b810-9415101f2e21" providerId="AD" clId="Web-{1CBDCBC6-480A-467A-61FA-40BDC829E86F}" dt="2020-09-01T04:49:25.490" v="321"/>
          <ac:inkMkLst>
            <pc:docMk/>
            <pc:sldMk cId="0" sldId="468"/>
            <ac:inkMk id="51330" creationId="{4629C068-57E9-4603-A1D5-6E2DD0A1CDEC}"/>
          </ac:inkMkLst>
        </pc:inkChg>
        <pc:inkChg chg="add">
          <ac:chgData name="Md. Nahid Hasan" userId="S::nahid@vu.edu.bd::85ea5f9e-65d6-4031-b810-9415101f2e21" providerId="AD" clId="Web-{1CBDCBC6-480A-467A-61FA-40BDC829E86F}" dt="2020-09-01T04:49:52.130" v="322"/>
          <ac:inkMkLst>
            <pc:docMk/>
            <pc:sldMk cId="0" sldId="468"/>
            <ac:inkMk id="51331" creationId="{363680F3-1D6F-4296-B76E-058E4108BE3C}"/>
          </ac:inkMkLst>
        </pc:inkChg>
        <pc:inkChg chg="add">
          <ac:chgData name="Md. Nahid Hasan" userId="S::nahid@vu.edu.bd::85ea5f9e-65d6-4031-b810-9415101f2e21" providerId="AD" clId="Web-{1CBDCBC6-480A-467A-61FA-40BDC829E86F}" dt="2020-09-01T04:50:21.146" v="352"/>
          <ac:inkMkLst>
            <pc:docMk/>
            <pc:sldMk cId="0" sldId="468"/>
            <ac:inkMk id="51332" creationId="{F13AB007-6637-4820-AE4B-EC614ADBCED6}"/>
          </ac:inkMkLst>
        </pc:inkChg>
        <pc:inkChg chg="add">
          <ac:chgData name="Md. Nahid Hasan" userId="S::nahid@vu.edu.bd::85ea5f9e-65d6-4031-b810-9415101f2e21" providerId="AD" clId="Web-{1CBDCBC6-480A-467A-61FA-40BDC829E86F}" dt="2020-09-01T04:50:22.271" v="353"/>
          <ac:inkMkLst>
            <pc:docMk/>
            <pc:sldMk cId="0" sldId="468"/>
            <ac:inkMk id="51333" creationId="{8A9B6963-7700-4639-B608-6CFB5314F284}"/>
          </ac:inkMkLst>
        </pc:inkChg>
        <pc:inkChg chg="add">
          <ac:chgData name="Md. Nahid Hasan" userId="S::nahid@vu.edu.bd::85ea5f9e-65d6-4031-b810-9415101f2e21" providerId="AD" clId="Web-{1CBDCBC6-480A-467A-61FA-40BDC829E86F}" dt="2020-09-01T04:50:23.005" v="354"/>
          <ac:inkMkLst>
            <pc:docMk/>
            <pc:sldMk cId="0" sldId="468"/>
            <ac:inkMk id="51334" creationId="{77CECA32-B364-46E9-B1F7-89328A7A8743}"/>
          </ac:inkMkLst>
        </pc:inkChg>
        <pc:inkChg chg="add">
          <ac:chgData name="Md. Nahid Hasan" userId="S::nahid@vu.edu.bd::85ea5f9e-65d6-4031-b810-9415101f2e21" providerId="AD" clId="Web-{1CBDCBC6-480A-467A-61FA-40BDC829E86F}" dt="2020-09-01T04:50:23.537" v="355"/>
          <ac:inkMkLst>
            <pc:docMk/>
            <pc:sldMk cId="0" sldId="468"/>
            <ac:inkMk id="51335" creationId="{B8DC6E90-C559-4AE7-A7AF-68FA34037C66}"/>
          </ac:inkMkLst>
        </pc:inkChg>
        <pc:inkChg chg="add">
          <ac:chgData name="Md. Nahid Hasan" userId="S::nahid@vu.edu.bd::85ea5f9e-65d6-4031-b810-9415101f2e21" providerId="AD" clId="Web-{1CBDCBC6-480A-467A-61FA-40BDC829E86F}" dt="2020-09-01T04:50:24.599" v="356"/>
          <ac:inkMkLst>
            <pc:docMk/>
            <pc:sldMk cId="0" sldId="468"/>
            <ac:inkMk id="51336" creationId="{97F898C7-9667-402E-8564-F4A886C5EFFE}"/>
          </ac:inkMkLst>
        </pc:inkChg>
        <pc:inkChg chg="add">
          <ac:chgData name="Md. Nahid Hasan" userId="S::nahid@vu.edu.bd::85ea5f9e-65d6-4031-b810-9415101f2e21" providerId="AD" clId="Web-{1CBDCBC6-480A-467A-61FA-40BDC829E86F}" dt="2020-09-01T04:50:25.615" v="357"/>
          <ac:inkMkLst>
            <pc:docMk/>
            <pc:sldMk cId="0" sldId="468"/>
            <ac:inkMk id="51337" creationId="{85943323-07CB-47D2-AA3E-6994C5D69964}"/>
          </ac:inkMkLst>
        </pc:inkChg>
        <pc:inkChg chg="add">
          <ac:chgData name="Md. Nahid Hasan" userId="S::nahid@vu.edu.bd::85ea5f9e-65d6-4031-b810-9415101f2e21" providerId="AD" clId="Web-{1CBDCBC6-480A-467A-61FA-40BDC829E86F}" dt="2020-09-01T04:50:27.005" v="358"/>
          <ac:inkMkLst>
            <pc:docMk/>
            <pc:sldMk cId="0" sldId="468"/>
            <ac:inkMk id="51338" creationId="{1BBAA520-A854-4DF1-B021-2973789017D8}"/>
          </ac:inkMkLst>
        </pc:inkChg>
        <pc:inkChg chg="add">
          <ac:chgData name="Md. Nahid Hasan" userId="S::nahid@vu.edu.bd::85ea5f9e-65d6-4031-b810-9415101f2e21" providerId="AD" clId="Web-{1CBDCBC6-480A-467A-61FA-40BDC829E86F}" dt="2020-09-01T04:50:27.693" v="359"/>
          <ac:inkMkLst>
            <pc:docMk/>
            <pc:sldMk cId="0" sldId="468"/>
            <ac:inkMk id="51339" creationId="{8C2080A2-0FEE-43B6-A601-9DAB2420D4FC}"/>
          </ac:inkMkLst>
        </pc:inkChg>
        <pc:inkChg chg="add">
          <ac:chgData name="Md. Nahid Hasan" userId="S::nahid@vu.edu.bd::85ea5f9e-65d6-4031-b810-9415101f2e21" providerId="AD" clId="Web-{1CBDCBC6-480A-467A-61FA-40BDC829E86F}" dt="2020-09-01T04:50:28.365" v="360"/>
          <ac:inkMkLst>
            <pc:docMk/>
            <pc:sldMk cId="0" sldId="468"/>
            <ac:inkMk id="51340" creationId="{5CC84D56-E4D9-49C2-8372-9E3D3A0B7E8D}"/>
          </ac:inkMkLst>
        </pc:inkChg>
        <pc:inkChg chg="add">
          <ac:chgData name="Md. Nahid Hasan" userId="S::nahid@vu.edu.bd::85ea5f9e-65d6-4031-b810-9415101f2e21" providerId="AD" clId="Web-{1CBDCBC6-480A-467A-61FA-40BDC829E86F}" dt="2020-09-01T04:50:29.021" v="361"/>
          <ac:inkMkLst>
            <pc:docMk/>
            <pc:sldMk cId="0" sldId="468"/>
            <ac:inkMk id="51341" creationId="{6AF6152A-EE11-40B8-9FC1-85F56AB1EBFC}"/>
          </ac:inkMkLst>
        </pc:inkChg>
        <pc:inkChg chg="add">
          <ac:chgData name="Md. Nahid Hasan" userId="S::nahid@vu.edu.bd::85ea5f9e-65d6-4031-b810-9415101f2e21" providerId="AD" clId="Web-{1CBDCBC6-480A-467A-61FA-40BDC829E86F}" dt="2020-09-01T04:50:29.912" v="362"/>
          <ac:inkMkLst>
            <pc:docMk/>
            <pc:sldMk cId="0" sldId="468"/>
            <ac:inkMk id="51342" creationId="{F75527B8-BA77-412A-9EA7-BA748C527BDB}"/>
          </ac:inkMkLst>
        </pc:inkChg>
        <pc:inkChg chg="add">
          <ac:chgData name="Md. Nahid Hasan" userId="S::nahid@vu.edu.bd::85ea5f9e-65d6-4031-b810-9415101f2e21" providerId="AD" clId="Web-{1CBDCBC6-480A-467A-61FA-40BDC829E86F}" dt="2020-09-01T04:50:31.255" v="363"/>
          <ac:inkMkLst>
            <pc:docMk/>
            <pc:sldMk cId="0" sldId="468"/>
            <ac:inkMk id="51343" creationId="{DAC08F88-1199-48A4-90F1-C244144DFF65}"/>
          </ac:inkMkLst>
        </pc:inkChg>
        <pc:inkChg chg="add">
          <ac:chgData name="Md. Nahid Hasan" userId="S::nahid@vu.edu.bd::85ea5f9e-65d6-4031-b810-9415101f2e21" providerId="AD" clId="Web-{1CBDCBC6-480A-467A-61FA-40BDC829E86F}" dt="2020-09-01T04:50:32.396" v="364"/>
          <ac:inkMkLst>
            <pc:docMk/>
            <pc:sldMk cId="0" sldId="468"/>
            <ac:inkMk id="51344" creationId="{AA76BAD5-FE90-4AE3-8C0F-D71F64BB1867}"/>
          </ac:inkMkLst>
        </pc:inkChg>
        <pc:inkChg chg="add">
          <ac:chgData name="Md. Nahid Hasan" userId="S::nahid@vu.edu.bd::85ea5f9e-65d6-4031-b810-9415101f2e21" providerId="AD" clId="Web-{1CBDCBC6-480A-467A-61FA-40BDC829E86F}" dt="2020-09-01T04:50:33.146" v="365"/>
          <ac:inkMkLst>
            <pc:docMk/>
            <pc:sldMk cId="0" sldId="468"/>
            <ac:inkMk id="51345" creationId="{8C174073-06BB-4DD2-9ED0-0F04A5A8BE31}"/>
          </ac:inkMkLst>
        </pc:inkChg>
        <pc:inkChg chg="add">
          <ac:chgData name="Md. Nahid Hasan" userId="S::nahid@vu.edu.bd::85ea5f9e-65d6-4031-b810-9415101f2e21" providerId="AD" clId="Web-{1CBDCBC6-480A-467A-61FA-40BDC829E86F}" dt="2020-09-01T04:50:33.568" v="366"/>
          <ac:inkMkLst>
            <pc:docMk/>
            <pc:sldMk cId="0" sldId="468"/>
            <ac:inkMk id="51346" creationId="{65EF25BE-8AEA-4FAD-92DA-653754DB735F}"/>
          </ac:inkMkLst>
        </pc:inkChg>
        <pc:inkChg chg="add">
          <ac:chgData name="Md. Nahid Hasan" userId="S::nahid@vu.edu.bd::85ea5f9e-65d6-4031-b810-9415101f2e21" providerId="AD" clId="Web-{1CBDCBC6-480A-467A-61FA-40BDC829E86F}" dt="2020-09-01T04:50:35.443" v="367"/>
          <ac:inkMkLst>
            <pc:docMk/>
            <pc:sldMk cId="0" sldId="468"/>
            <ac:inkMk id="51347" creationId="{6C352C01-7E23-4BB0-9822-82D50404F4FB}"/>
          </ac:inkMkLst>
        </pc:inkChg>
        <pc:inkChg chg="add">
          <ac:chgData name="Md. Nahid Hasan" userId="S::nahid@vu.edu.bd::85ea5f9e-65d6-4031-b810-9415101f2e21" providerId="AD" clId="Web-{1CBDCBC6-480A-467A-61FA-40BDC829E86F}" dt="2020-09-01T04:50:37.021" v="368"/>
          <ac:inkMkLst>
            <pc:docMk/>
            <pc:sldMk cId="0" sldId="468"/>
            <ac:inkMk id="51348" creationId="{7DDE359B-130F-4B5E-B5EA-6A575EB9C56E}"/>
          </ac:inkMkLst>
        </pc:inkChg>
        <pc:inkChg chg="add">
          <ac:chgData name="Md. Nahid Hasan" userId="S::nahid@vu.edu.bd::85ea5f9e-65d6-4031-b810-9415101f2e21" providerId="AD" clId="Web-{1CBDCBC6-480A-467A-61FA-40BDC829E86F}" dt="2020-09-01T04:50:38.177" v="369"/>
          <ac:inkMkLst>
            <pc:docMk/>
            <pc:sldMk cId="0" sldId="468"/>
            <ac:inkMk id="51349" creationId="{1A0241FC-F026-4BAC-BC66-32A126776AC8}"/>
          </ac:inkMkLst>
        </pc:inkChg>
        <pc:inkChg chg="add">
          <ac:chgData name="Md. Nahid Hasan" userId="S::nahid@vu.edu.bd::85ea5f9e-65d6-4031-b810-9415101f2e21" providerId="AD" clId="Web-{1CBDCBC6-480A-467A-61FA-40BDC829E86F}" dt="2020-09-01T04:50:38.755" v="370"/>
          <ac:inkMkLst>
            <pc:docMk/>
            <pc:sldMk cId="0" sldId="468"/>
            <ac:inkMk id="51350" creationId="{FC0D4255-CD6B-41BF-98AE-7463D74DA242}"/>
          </ac:inkMkLst>
        </pc:inkChg>
        <pc:inkChg chg="add">
          <ac:chgData name="Md. Nahid Hasan" userId="S::nahid@vu.edu.bd::85ea5f9e-65d6-4031-b810-9415101f2e21" providerId="AD" clId="Web-{1CBDCBC6-480A-467A-61FA-40BDC829E86F}" dt="2020-09-01T04:50:39.255" v="371"/>
          <ac:inkMkLst>
            <pc:docMk/>
            <pc:sldMk cId="0" sldId="468"/>
            <ac:inkMk id="51351" creationId="{23DCEE21-1200-4111-AAA1-400EC9156435}"/>
          </ac:inkMkLst>
        </pc:inkChg>
        <pc:inkChg chg="add">
          <ac:chgData name="Md. Nahid Hasan" userId="S::nahid@vu.edu.bd::85ea5f9e-65d6-4031-b810-9415101f2e21" providerId="AD" clId="Web-{1CBDCBC6-480A-467A-61FA-40BDC829E86F}" dt="2020-09-01T04:50:39.615" v="372"/>
          <ac:inkMkLst>
            <pc:docMk/>
            <pc:sldMk cId="0" sldId="468"/>
            <ac:inkMk id="51352" creationId="{CD07082C-1DCA-42B0-A63C-8D04AB72A61D}"/>
          </ac:inkMkLst>
        </pc:inkChg>
        <pc:inkChg chg="add">
          <ac:chgData name="Md. Nahid Hasan" userId="S::nahid@vu.edu.bd::85ea5f9e-65d6-4031-b810-9415101f2e21" providerId="AD" clId="Web-{1CBDCBC6-480A-467A-61FA-40BDC829E86F}" dt="2020-09-01T04:50:40.865" v="373"/>
          <ac:inkMkLst>
            <pc:docMk/>
            <pc:sldMk cId="0" sldId="468"/>
            <ac:inkMk id="51353" creationId="{B99F3E67-EDA3-4583-B18C-7763F3BBB2E9}"/>
          </ac:inkMkLst>
        </pc:inkChg>
        <pc:inkChg chg="add">
          <ac:chgData name="Md. Nahid Hasan" userId="S::nahid@vu.edu.bd::85ea5f9e-65d6-4031-b810-9415101f2e21" providerId="AD" clId="Web-{1CBDCBC6-480A-467A-61FA-40BDC829E86F}" dt="2020-09-01T04:50:41.896" v="374"/>
          <ac:inkMkLst>
            <pc:docMk/>
            <pc:sldMk cId="0" sldId="468"/>
            <ac:inkMk id="51354" creationId="{BEE7A76E-8BD4-49D8-8440-772EA9AA5EC7}"/>
          </ac:inkMkLst>
        </pc:inkChg>
        <pc:inkChg chg="add">
          <ac:chgData name="Md. Nahid Hasan" userId="S::nahid@vu.edu.bd::85ea5f9e-65d6-4031-b810-9415101f2e21" providerId="AD" clId="Web-{1CBDCBC6-480A-467A-61FA-40BDC829E86F}" dt="2020-09-01T04:50:48.302" v="375"/>
          <ac:inkMkLst>
            <pc:docMk/>
            <pc:sldMk cId="0" sldId="468"/>
            <ac:inkMk id="51355" creationId="{A5EC1FF5-8F9F-4BD6-B74C-89299D60FCD0}"/>
          </ac:inkMkLst>
        </pc:inkChg>
        <pc:inkChg chg="add">
          <ac:chgData name="Md. Nahid Hasan" userId="S::nahid@vu.edu.bd::85ea5f9e-65d6-4031-b810-9415101f2e21" providerId="AD" clId="Web-{1CBDCBC6-480A-467A-61FA-40BDC829E86F}" dt="2020-09-01T04:50:49.396" v="376"/>
          <ac:inkMkLst>
            <pc:docMk/>
            <pc:sldMk cId="0" sldId="468"/>
            <ac:inkMk id="51356" creationId="{AF5122C4-EABD-47D6-9A1F-0B1CD86165F4}"/>
          </ac:inkMkLst>
        </pc:inkChg>
        <pc:inkChg chg="add">
          <ac:chgData name="Md. Nahid Hasan" userId="S::nahid@vu.edu.bd::85ea5f9e-65d6-4031-b810-9415101f2e21" providerId="AD" clId="Web-{1CBDCBC6-480A-467A-61FA-40BDC829E86F}" dt="2020-09-01T04:50:50.255" v="377"/>
          <ac:inkMkLst>
            <pc:docMk/>
            <pc:sldMk cId="0" sldId="468"/>
            <ac:inkMk id="51357" creationId="{2DB8ED2B-A021-401D-81D5-5E12C832F17F}"/>
          </ac:inkMkLst>
        </pc:inkChg>
        <pc:inkChg chg="add">
          <ac:chgData name="Md. Nahid Hasan" userId="S::nahid@vu.edu.bd::85ea5f9e-65d6-4031-b810-9415101f2e21" providerId="AD" clId="Web-{1CBDCBC6-480A-467A-61FA-40BDC829E86F}" dt="2020-09-01T04:50:50.271" v="378"/>
          <ac:inkMkLst>
            <pc:docMk/>
            <pc:sldMk cId="0" sldId="468"/>
            <ac:inkMk id="51358" creationId="{E6652443-C49D-45C3-A0B8-F6C85447A652}"/>
          </ac:inkMkLst>
        </pc:inkChg>
        <pc:inkChg chg="add">
          <ac:chgData name="Md. Nahid Hasan" userId="S::nahid@vu.edu.bd::85ea5f9e-65d6-4031-b810-9415101f2e21" providerId="AD" clId="Web-{1CBDCBC6-480A-467A-61FA-40BDC829E86F}" dt="2020-09-01T04:50:51.630" v="379"/>
          <ac:inkMkLst>
            <pc:docMk/>
            <pc:sldMk cId="0" sldId="468"/>
            <ac:inkMk id="51359" creationId="{280E25BD-4F76-4098-9A74-8B664EE6E01B}"/>
          </ac:inkMkLst>
        </pc:inkChg>
        <pc:inkChg chg="add">
          <ac:chgData name="Md. Nahid Hasan" userId="S::nahid@vu.edu.bd::85ea5f9e-65d6-4031-b810-9415101f2e21" providerId="AD" clId="Web-{1CBDCBC6-480A-467A-61FA-40BDC829E86F}" dt="2020-09-01T04:50:52.427" v="380"/>
          <ac:inkMkLst>
            <pc:docMk/>
            <pc:sldMk cId="0" sldId="468"/>
            <ac:inkMk id="51360" creationId="{1241171C-D6B4-4862-A7D6-06C6F8CC03FE}"/>
          </ac:inkMkLst>
        </pc:inkChg>
        <pc:inkChg chg="add">
          <ac:chgData name="Md. Nahid Hasan" userId="S::nahid@vu.edu.bd::85ea5f9e-65d6-4031-b810-9415101f2e21" providerId="AD" clId="Web-{1CBDCBC6-480A-467A-61FA-40BDC829E86F}" dt="2020-09-01T04:50:53.724" v="381"/>
          <ac:inkMkLst>
            <pc:docMk/>
            <pc:sldMk cId="0" sldId="468"/>
            <ac:inkMk id="51361" creationId="{5D83956F-B362-47D8-A70F-581094F2E8D9}"/>
          </ac:inkMkLst>
        </pc:inkChg>
        <pc:inkChg chg="add">
          <ac:chgData name="Md. Nahid Hasan" userId="S::nahid@vu.edu.bd::85ea5f9e-65d6-4031-b810-9415101f2e21" providerId="AD" clId="Web-{1CBDCBC6-480A-467A-61FA-40BDC829E86F}" dt="2020-09-01T04:50:55.599" v="382"/>
          <ac:inkMkLst>
            <pc:docMk/>
            <pc:sldMk cId="0" sldId="468"/>
            <ac:inkMk id="51362" creationId="{32AB260F-4F31-458A-A18A-2644B2CB3766}"/>
          </ac:inkMkLst>
        </pc:inkChg>
        <pc:inkChg chg="add">
          <ac:chgData name="Md. Nahid Hasan" userId="S::nahid@vu.edu.bd::85ea5f9e-65d6-4031-b810-9415101f2e21" providerId="AD" clId="Web-{1CBDCBC6-480A-467A-61FA-40BDC829E86F}" dt="2020-09-01T04:50:55.615" v="383"/>
          <ac:inkMkLst>
            <pc:docMk/>
            <pc:sldMk cId="0" sldId="468"/>
            <ac:inkMk id="51363" creationId="{D86EFEBD-ABA9-4F35-B1B8-637D40024D9A}"/>
          </ac:inkMkLst>
        </pc:inkChg>
        <pc:inkChg chg="add">
          <ac:chgData name="Md. Nahid Hasan" userId="S::nahid@vu.edu.bd::85ea5f9e-65d6-4031-b810-9415101f2e21" providerId="AD" clId="Web-{1CBDCBC6-480A-467A-61FA-40BDC829E86F}" dt="2020-09-01T04:50:55.615" v="384"/>
          <ac:inkMkLst>
            <pc:docMk/>
            <pc:sldMk cId="0" sldId="468"/>
            <ac:inkMk id="51364" creationId="{2D6D2ADA-213C-4357-8F33-70D1CF2C35CE}"/>
          </ac:inkMkLst>
        </pc:inkChg>
        <pc:inkChg chg="add">
          <ac:chgData name="Md. Nahid Hasan" userId="S::nahid@vu.edu.bd::85ea5f9e-65d6-4031-b810-9415101f2e21" providerId="AD" clId="Web-{1CBDCBC6-480A-467A-61FA-40BDC829E86F}" dt="2020-09-01T04:50:57.396" v="385"/>
          <ac:inkMkLst>
            <pc:docMk/>
            <pc:sldMk cId="0" sldId="468"/>
            <ac:inkMk id="51365" creationId="{A1990AB6-08CD-40E6-A449-B58FECEB9AEC}"/>
          </ac:inkMkLst>
        </pc:inkChg>
        <pc:inkChg chg="add">
          <ac:chgData name="Md. Nahid Hasan" userId="S::nahid@vu.edu.bd::85ea5f9e-65d6-4031-b810-9415101f2e21" providerId="AD" clId="Web-{1CBDCBC6-480A-467A-61FA-40BDC829E86F}" dt="2020-09-01T04:50:57.412" v="386"/>
          <ac:inkMkLst>
            <pc:docMk/>
            <pc:sldMk cId="0" sldId="468"/>
            <ac:inkMk id="51366" creationId="{42A75364-582E-43C4-907D-0A23442237C7}"/>
          </ac:inkMkLst>
        </pc:inkChg>
        <pc:inkChg chg="add">
          <ac:chgData name="Md. Nahid Hasan" userId="S::nahid@vu.edu.bd::85ea5f9e-65d6-4031-b810-9415101f2e21" providerId="AD" clId="Web-{1CBDCBC6-480A-467A-61FA-40BDC829E86F}" dt="2020-09-01T04:50:58.787" v="387"/>
          <ac:inkMkLst>
            <pc:docMk/>
            <pc:sldMk cId="0" sldId="468"/>
            <ac:inkMk id="51367" creationId="{75FA5662-562E-4FA6-9E75-2E5786F58B82}"/>
          </ac:inkMkLst>
        </pc:inkChg>
        <pc:inkChg chg="add">
          <ac:chgData name="Md. Nahid Hasan" userId="S::nahid@vu.edu.bd::85ea5f9e-65d6-4031-b810-9415101f2e21" providerId="AD" clId="Web-{1CBDCBC6-480A-467A-61FA-40BDC829E86F}" dt="2020-09-01T04:50:59.896" v="388"/>
          <ac:inkMkLst>
            <pc:docMk/>
            <pc:sldMk cId="0" sldId="468"/>
            <ac:inkMk id="51368" creationId="{D4D83460-6688-45D3-8668-C57970489562}"/>
          </ac:inkMkLst>
        </pc:inkChg>
        <pc:inkChg chg="add">
          <ac:chgData name="Md. Nahid Hasan" userId="S::nahid@vu.edu.bd::85ea5f9e-65d6-4031-b810-9415101f2e21" providerId="AD" clId="Web-{1CBDCBC6-480A-467A-61FA-40BDC829E86F}" dt="2020-09-01T04:51:02.568" v="389"/>
          <ac:inkMkLst>
            <pc:docMk/>
            <pc:sldMk cId="0" sldId="468"/>
            <ac:inkMk id="51369" creationId="{7D027E80-422F-45D4-B701-98C697347E65}"/>
          </ac:inkMkLst>
        </pc:inkChg>
        <pc:inkChg chg="add">
          <ac:chgData name="Md. Nahid Hasan" userId="S::nahid@vu.edu.bd::85ea5f9e-65d6-4031-b810-9415101f2e21" providerId="AD" clId="Web-{1CBDCBC6-480A-467A-61FA-40BDC829E86F}" dt="2020-09-01T04:51:02.568" v="390"/>
          <ac:inkMkLst>
            <pc:docMk/>
            <pc:sldMk cId="0" sldId="468"/>
            <ac:inkMk id="51370" creationId="{D5F4CE4B-B12B-45ED-9656-10F42F0333D1}"/>
          </ac:inkMkLst>
        </pc:inkChg>
        <pc:inkChg chg="add">
          <ac:chgData name="Md. Nahid Hasan" userId="S::nahid@vu.edu.bd::85ea5f9e-65d6-4031-b810-9415101f2e21" providerId="AD" clId="Web-{1CBDCBC6-480A-467A-61FA-40BDC829E86F}" dt="2020-09-01T04:51:02.584" v="391"/>
          <ac:inkMkLst>
            <pc:docMk/>
            <pc:sldMk cId="0" sldId="468"/>
            <ac:inkMk id="51371" creationId="{BA2499D7-E0B7-4009-A0F1-BD927F446F4C}"/>
          </ac:inkMkLst>
        </pc:inkChg>
        <pc:inkChg chg="add">
          <ac:chgData name="Md. Nahid Hasan" userId="S::nahid@vu.edu.bd::85ea5f9e-65d6-4031-b810-9415101f2e21" providerId="AD" clId="Web-{1CBDCBC6-480A-467A-61FA-40BDC829E86F}" dt="2020-09-01T04:51:02.599" v="392"/>
          <ac:inkMkLst>
            <pc:docMk/>
            <pc:sldMk cId="0" sldId="468"/>
            <ac:inkMk id="51372" creationId="{22B4BD8E-9F38-4CDC-AE1F-00FDC56B83C0}"/>
          </ac:inkMkLst>
        </pc:inkChg>
        <pc:inkChg chg="add">
          <ac:chgData name="Md. Nahid Hasan" userId="S::nahid@vu.edu.bd::85ea5f9e-65d6-4031-b810-9415101f2e21" providerId="AD" clId="Web-{1CBDCBC6-480A-467A-61FA-40BDC829E86F}" dt="2020-09-01T04:51:02.615" v="393"/>
          <ac:inkMkLst>
            <pc:docMk/>
            <pc:sldMk cId="0" sldId="468"/>
            <ac:inkMk id="51373" creationId="{C101B4C4-D766-4FFE-8A23-7A53D094B4C6}"/>
          </ac:inkMkLst>
        </pc:inkChg>
        <pc:inkChg chg="add">
          <ac:chgData name="Md. Nahid Hasan" userId="S::nahid@vu.edu.bd::85ea5f9e-65d6-4031-b810-9415101f2e21" providerId="AD" clId="Web-{1CBDCBC6-480A-467A-61FA-40BDC829E86F}" dt="2020-09-01T04:51:04.037" v="394"/>
          <ac:inkMkLst>
            <pc:docMk/>
            <pc:sldMk cId="0" sldId="468"/>
            <ac:inkMk id="51374" creationId="{B511805C-8640-4D09-8766-8FBCDB3F7C57}"/>
          </ac:inkMkLst>
        </pc:inkChg>
        <pc:inkChg chg="add">
          <ac:chgData name="Md. Nahid Hasan" userId="S::nahid@vu.edu.bd::85ea5f9e-65d6-4031-b810-9415101f2e21" providerId="AD" clId="Web-{1CBDCBC6-480A-467A-61FA-40BDC829E86F}" dt="2020-09-01T04:51:05.443" v="395"/>
          <ac:inkMkLst>
            <pc:docMk/>
            <pc:sldMk cId="0" sldId="468"/>
            <ac:inkMk id="51375" creationId="{3AB89F1F-8567-4592-BF4F-8657B02DBC9A}"/>
          </ac:inkMkLst>
        </pc:inkChg>
        <pc:inkChg chg="add">
          <ac:chgData name="Md. Nahid Hasan" userId="S::nahid@vu.edu.bd::85ea5f9e-65d6-4031-b810-9415101f2e21" providerId="AD" clId="Web-{1CBDCBC6-480A-467A-61FA-40BDC829E86F}" dt="2020-09-01T04:51:07.709" v="396"/>
          <ac:inkMkLst>
            <pc:docMk/>
            <pc:sldMk cId="0" sldId="468"/>
            <ac:inkMk id="51376" creationId="{E4E48E4C-A945-4B09-A416-7B69CFF154CB}"/>
          </ac:inkMkLst>
        </pc:inkChg>
        <pc:inkChg chg="add">
          <ac:chgData name="Md. Nahid Hasan" userId="S::nahid@vu.edu.bd::85ea5f9e-65d6-4031-b810-9415101f2e21" providerId="AD" clId="Web-{1CBDCBC6-480A-467A-61FA-40BDC829E86F}" dt="2020-09-01T04:51:07.724" v="397"/>
          <ac:inkMkLst>
            <pc:docMk/>
            <pc:sldMk cId="0" sldId="468"/>
            <ac:inkMk id="51377" creationId="{42747326-8DAA-498B-B0D1-4CA066CB471A}"/>
          </ac:inkMkLst>
        </pc:inkChg>
        <pc:inkChg chg="add">
          <ac:chgData name="Md. Nahid Hasan" userId="S::nahid@vu.edu.bd::85ea5f9e-65d6-4031-b810-9415101f2e21" providerId="AD" clId="Web-{1CBDCBC6-480A-467A-61FA-40BDC829E86F}" dt="2020-09-01T04:51:08.615" v="398"/>
          <ac:inkMkLst>
            <pc:docMk/>
            <pc:sldMk cId="0" sldId="468"/>
            <ac:inkMk id="51378" creationId="{6E547D19-F5B7-433C-AA4E-BCF5289774D2}"/>
          </ac:inkMkLst>
        </pc:inkChg>
        <pc:inkChg chg="add">
          <ac:chgData name="Md. Nahid Hasan" userId="S::nahid@vu.edu.bd::85ea5f9e-65d6-4031-b810-9415101f2e21" providerId="AD" clId="Web-{1CBDCBC6-480A-467A-61FA-40BDC829E86F}" dt="2020-09-01T04:51:09.552" v="399"/>
          <ac:inkMkLst>
            <pc:docMk/>
            <pc:sldMk cId="0" sldId="468"/>
            <ac:inkMk id="51379" creationId="{5F53683C-F357-4508-B974-5463A9A59AAB}"/>
          </ac:inkMkLst>
        </pc:inkChg>
        <pc:inkChg chg="add">
          <ac:chgData name="Md. Nahid Hasan" userId="S::nahid@vu.edu.bd::85ea5f9e-65d6-4031-b810-9415101f2e21" providerId="AD" clId="Web-{1CBDCBC6-480A-467A-61FA-40BDC829E86F}" dt="2020-09-01T04:51:10.724" v="400"/>
          <ac:inkMkLst>
            <pc:docMk/>
            <pc:sldMk cId="0" sldId="468"/>
            <ac:inkMk id="51380" creationId="{B58F187B-5430-4A21-8F40-C9331D0E28C7}"/>
          </ac:inkMkLst>
        </pc:inkChg>
        <pc:inkChg chg="add">
          <ac:chgData name="Md. Nahid Hasan" userId="S::nahid@vu.edu.bd::85ea5f9e-65d6-4031-b810-9415101f2e21" providerId="AD" clId="Web-{1CBDCBC6-480A-467A-61FA-40BDC829E86F}" dt="2020-09-01T04:51:12.677" v="401"/>
          <ac:inkMkLst>
            <pc:docMk/>
            <pc:sldMk cId="0" sldId="468"/>
            <ac:inkMk id="51381" creationId="{FE3E5212-F3B0-484B-B88B-30C7588DDEDA}"/>
          </ac:inkMkLst>
        </pc:inkChg>
        <pc:inkChg chg="add">
          <ac:chgData name="Md. Nahid Hasan" userId="S::nahid@vu.edu.bd::85ea5f9e-65d6-4031-b810-9415101f2e21" providerId="AD" clId="Web-{1CBDCBC6-480A-467A-61FA-40BDC829E86F}" dt="2020-09-01T04:51:14.682" v="402"/>
          <ac:inkMkLst>
            <pc:docMk/>
            <pc:sldMk cId="0" sldId="468"/>
            <ac:inkMk id="51382" creationId="{1058E732-B0F1-43DD-9C76-993817B57A47}"/>
          </ac:inkMkLst>
        </pc:inkChg>
        <pc:inkChg chg="add">
          <ac:chgData name="Md. Nahid Hasan" userId="S::nahid@vu.edu.bd::85ea5f9e-65d6-4031-b810-9415101f2e21" providerId="AD" clId="Web-{1CBDCBC6-480A-467A-61FA-40BDC829E86F}" dt="2020-09-01T04:51:16.396" v="403"/>
          <ac:inkMkLst>
            <pc:docMk/>
            <pc:sldMk cId="0" sldId="468"/>
            <ac:inkMk id="51383" creationId="{0BA271B8-5FD3-49AC-9083-5D59A7643626}"/>
          </ac:inkMkLst>
        </pc:inkChg>
        <pc:inkChg chg="add">
          <ac:chgData name="Md. Nahid Hasan" userId="S::nahid@vu.edu.bd::85ea5f9e-65d6-4031-b810-9415101f2e21" providerId="AD" clId="Web-{1CBDCBC6-480A-467A-61FA-40BDC829E86F}" dt="2020-09-01T04:51:16.396" v="404"/>
          <ac:inkMkLst>
            <pc:docMk/>
            <pc:sldMk cId="0" sldId="468"/>
            <ac:inkMk id="51384" creationId="{CF7F3B5B-0AE5-4EB7-BAC7-F326512137AE}"/>
          </ac:inkMkLst>
        </pc:inkChg>
        <pc:inkChg chg="add">
          <ac:chgData name="Md. Nahid Hasan" userId="S::nahid@vu.edu.bd::85ea5f9e-65d6-4031-b810-9415101f2e21" providerId="AD" clId="Web-{1CBDCBC6-480A-467A-61FA-40BDC829E86F}" dt="2020-09-01T04:51:17.146" v="405"/>
          <ac:inkMkLst>
            <pc:docMk/>
            <pc:sldMk cId="0" sldId="468"/>
            <ac:inkMk id="51385" creationId="{5512EFC5-AD76-4D73-B059-B06AC873CA01}"/>
          </ac:inkMkLst>
        </pc:inkChg>
        <pc:inkChg chg="add">
          <ac:chgData name="Md. Nahid Hasan" userId="S::nahid@vu.edu.bd::85ea5f9e-65d6-4031-b810-9415101f2e21" providerId="AD" clId="Web-{1CBDCBC6-480A-467A-61FA-40BDC829E86F}" dt="2020-09-01T04:51:18.318" v="406"/>
          <ac:inkMkLst>
            <pc:docMk/>
            <pc:sldMk cId="0" sldId="468"/>
            <ac:inkMk id="51386" creationId="{E24C4323-C695-4EB8-80FE-416129D0D708}"/>
          </ac:inkMkLst>
        </pc:inkChg>
        <pc:inkChg chg="add">
          <ac:chgData name="Md. Nahid Hasan" userId="S::nahid@vu.edu.bd::85ea5f9e-65d6-4031-b810-9415101f2e21" providerId="AD" clId="Web-{1CBDCBC6-480A-467A-61FA-40BDC829E86F}" dt="2020-09-01T04:51:19.943" v="407"/>
          <ac:inkMkLst>
            <pc:docMk/>
            <pc:sldMk cId="0" sldId="468"/>
            <ac:inkMk id="51387" creationId="{08B5ABFC-A6D6-424B-91EE-7E2D60C2945B}"/>
          </ac:inkMkLst>
        </pc:inkChg>
        <pc:inkChg chg="add">
          <ac:chgData name="Md. Nahid Hasan" userId="S::nahid@vu.edu.bd::85ea5f9e-65d6-4031-b810-9415101f2e21" providerId="AD" clId="Web-{1CBDCBC6-480A-467A-61FA-40BDC829E86F}" dt="2020-09-01T04:51:19.959" v="408"/>
          <ac:inkMkLst>
            <pc:docMk/>
            <pc:sldMk cId="0" sldId="468"/>
            <ac:inkMk id="51388" creationId="{F450A04B-B59F-43EA-A28D-9D8389B15A8C}"/>
          </ac:inkMkLst>
        </pc:inkChg>
        <pc:inkChg chg="add">
          <ac:chgData name="Md. Nahid Hasan" userId="S::nahid@vu.edu.bd::85ea5f9e-65d6-4031-b810-9415101f2e21" providerId="AD" clId="Web-{1CBDCBC6-480A-467A-61FA-40BDC829E86F}" dt="2020-09-01T04:51:19.974" v="409"/>
          <ac:inkMkLst>
            <pc:docMk/>
            <pc:sldMk cId="0" sldId="468"/>
            <ac:inkMk id="51389" creationId="{6600E73A-E606-49D9-AC19-09EF2F56F70D}"/>
          </ac:inkMkLst>
        </pc:inkChg>
        <pc:inkChg chg="add">
          <ac:chgData name="Md. Nahid Hasan" userId="S::nahid@vu.edu.bd::85ea5f9e-65d6-4031-b810-9415101f2e21" providerId="AD" clId="Web-{1CBDCBC6-480A-467A-61FA-40BDC829E86F}" dt="2020-09-01T04:51:20.990" v="410"/>
          <ac:inkMkLst>
            <pc:docMk/>
            <pc:sldMk cId="0" sldId="468"/>
            <ac:inkMk id="51390" creationId="{CA1D95C5-5EDA-4E83-B9C5-F48A0BF58FE5}"/>
          </ac:inkMkLst>
        </pc:inkChg>
        <pc:inkChg chg="add">
          <ac:chgData name="Md. Nahid Hasan" userId="S::nahid@vu.edu.bd::85ea5f9e-65d6-4031-b810-9415101f2e21" providerId="AD" clId="Web-{1CBDCBC6-480A-467A-61FA-40BDC829E86F}" dt="2020-09-01T04:51:22.756" v="411"/>
          <ac:inkMkLst>
            <pc:docMk/>
            <pc:sldMk cId="0" sldId="468"/>
            <ac:inkMk id="51391" creationId="{E8A39365-74A5-4EC5-AE94-B0F87B762C23}"/>
          </ac:inkMkLst>
        </pc:inkChg>
        <pc:inkChg chg="add">
          <ac:chgData name="Md. Nahid Hasan" userId="S::nahid@vu.edu.bd::85ea5f9e-65d6-4031-b810-9415101f2e21" providerId="AD" clId="Web-{1CBDCBC6-480A-467A-61FA-40BDC829E86F}" dt="2020-09-01T04:51:25.474" v="412"/>
          <ac:inkMkLst>
            <pc:docMk/>
            <pc:sldMk cId="0" sldId="468"/>
            <ac:inkMk id="51392" creationId="{EC5A8CEC-F594-48D5-92B6-67339F0DAEFA}"/>
          </ac:inkMkLst>
        </pc:inkChg>
        <pc:inkChg chg="add">
          <ac:chgData name="Md. Nahid Hasan" userId="S::nahid@vu.edu.bd::85ea5f9e-65d6-4031-b810-9415101f2e21" providerId="AD" clId="Web-{1CBDCBC6-480A-467A-61FA-40BDC829E86F}" dt="2020-09-01T04:51:25.490" v="413"/>
          <ac:inkMkLst>
            <pc:docMk/>
            <pc:sldMk cId="0" sldId="468"/>
            <ac:inkMk id="51393" creationId="{34C2FE90-3258-4572-96BD-79261D37F700}"/>
          </ac:inkMkLst>
        </pc:inkChg>
        <pc:inkChg chg="add">
          <ac:chgData name="Md. Nahid Hasan" userId="S::nahid@vu.edu.bd::85ea5f9e-65d6-4031-b810-9415101f2e21" providerId="AD" clId="Web-{1CBDCBC6-480A-467A-61FA-40BDC829E86F}" dt="2020-09-01T04:51:25.490" v="414"/>
          <ac:inkMkLst>
            <pc:docMk/>
            <pc:sldMk cId="0" sldId="468"/>
            <ac:inkMk id="51394" creationId="{02EB1BD1-6B66-42CC-9C5E-6D949701FD47}"/>
          </ac:inkMkLst>
        </pc:inkChg>
        <pc:inkChg chg="add">
          <ac:chgData name="Md. Nahid Hasan" userId="S::nahid@vu.edu.bd::85ea5f9e-65d6-4031-b810-9415101f2e21" providerId="AD" clId="Web-{1CBDCBC6-480A-467A-61FA-40BDC829E86F}" dt="2020-09-01T04:51:25.506" v="415"/>
          <ac:inkMkLst>
            <pc:docMk/>
            <pc:sldMk cId="0" sldId="468"/>
            <ac:inkMk id="51395" creationId="{EEB4869B-6DAD-4D2D-A9F4-13426090DA6D}"/>
          </ac:inkMkLst>
        </pc:inkChg>
        <pc:inkChg chg="add del">
          <ac:chgData name="Md. Nahid Hasan" userId="S::nahid@vu.edu.bd::85ea5f9e-65d6-4031-b810-9415101f2e21" providerId="AD" clId="Web-{1CBDCBC6-480A-467A-61FA-40BDC829E86F}" dt="2020-09-01T04:51:45.740" v="423"/>
          <ac:inkMkLst>
            <pc:docMk/>
            <pc:sldMk cId="0" sldId="468"/>
            <ac:inkMk id="51396" creationId="{E0AABE42-C06A-48CC-B933-203561F7409B}"/>
          </ac:inkMkLst>
        </pc:inkChg>
        <pc:inkChg chg="add del">
          <ac:chgData name="Md. Nahid Hasan" userId="S::nahid@vu.edu.bd::85ea5f9e-65d6-4031-b810-9415101f2e21" providerId="AD" clId="Web-{1CBDCBC6-480A-467A-61FA-40BDC829E86F}" dt="2020-09-01T04:51:45.740" v="422"/>
          <ac:inkMkLst>
            <pc:docMk/>
            <pc:sldMk cId="0" sldId="468"/>
            <ac:inkMk id="51397" creationId="{E3C50AFE-F35A-4448-8D13-C0043F10CA48}"/>
          </ac:inkMkLst>
        </pc:inkChg>
        <pc:inkChg chg="add del">
          <ac:chgData name="Md. Nahid Hasan" userId="S::nahid@vu.edu.bd::85ea5f9e-65d6-4031-b810-9415101f2e21" providerId="AD" clId="Web-{1CBDCBC6-480A-467A-61FA-40BDC829E86F}" dt="2020-09-01T04:51:45.740" v="421"/>
          <ac:inkMkLst>
            <pc:docMk/>
            <pc:sldMk cId="0" sldId="468"/>
            <ac:inkMk id="51398" creationId="{00036CCC-0B3E-40E2-B5A5-89738F14C73E}"/>
          </ac:inkMkLst>
        </pc:inkChg>
        <pc:inkChg chg="add del">
          <ac:chgData name="Md. Nahid Hasan" userId="S::nahid@vu.edu.bd::85ea5f9e-65d6-4031-b810-9415101f2e21" providerId="AD" clId="Web-{1CBDCBC6-480A-467A-61FA-40BDC829E86F}" dt="2020-09-01T04:51:45.740" v="420"/>
          <ac:inkMkLst>
            <pc:docMk/>
            <pc:sldMk cId="0" sldId="468"/>
            <ac:inkMk id="51399" creationId="{9EBC20B7-161D-455D-AF5C-0FC102B1178E}"/>
          </ac:inkMkLst>
        </pc:inkChg>
        <pc:inkChg chg="add">
          <ac:chgData name="Md. Nahid Hasan" userId="S::nahid@vu.edu.bd::85ea5f9e-65d6-4031-b810-9415101f2e21" providerId="AD" clId="Web-{1CBDCBC6-480A-467A-61FA-40BDC829E86F}" dt="2020-09-01T04:51:49.209" v="424"/>
          <ac:inkMkLst>
            <pc:docMk/>
            <pc:sldMk cId="0" sldId="468"/>
            <ac:inkMk id="51400" creationId="{77094353-90CB-403C-8FDB-C9FC9A133A3A}"/>
          </ac:inkMkLst>
        </pc:inkChg>
        <pc:inkChg chg="add">
          <ac:chgData name="Md. Nahid Hasan" userId="S::nahid@vu.edu.bd::85ea5f9e-65d6-4031-b810-9415101f2e21" providerId="AD" clId="Web-{1CBDCBC6-480A-467A-61FA-40BDC829E86F}" dt="2020-09-01T04:51:50.099" v="425"/>
          <ac:inkMkLst>
            <pc:docMk/>
            <pc:sldMk cId="0" sldId="468"/>
            <ac:inkMk id="51401" creationId="{EA8C5654-FA3C-4774-8E93-C066D93112C1}"/>
          </ac:inkMkLst>
        </pc:inkChg>
        <pc:inkChg chg="add">
          <ac:chgData name="Md. Nahid Hasan" userId="S::nahid@vu.edu.bd::85ea5f9e-65d6-4031-b810-9415101f2e21" providerId="AD" clId="Web-{1CBDCBC6-480A-467A-61FA-40BDC829E86F}" dt="2020-09-01T04:51:50.928" v="426"/>
          <ac:inkMkLst>
            <pc:docMk/>
            <pc:sldMk cId="0" sldId="468"/>
            <ac:inkMk id="51402" creationId="{E1024F44-5D0B-4EA2-A6D2-2BD894078800}"/>
          </ac:inkMkLst>
        </pc:inkChg>
        <pc:inkChg chg="add">
          <ac:chgData name="Md. Nahid Hasan" userId="S::nahid@vu.edu.bd::85ea5f9e-65d6-4031-b810-9415101f2e21" providerId="AD" clId="Web-{1CBDCBC6-480A-467A-61FA-40BDC829E86F}" dt="2020-09-01T04:51:52.584" v="427"/>
          <ac:inkMkLst>
            <pc:docMk/>
            <pc:sldMk cId="0" sldId="468"/>
            <ac:inkMk id="51403" creationId="{12D87689-890E-4069-98C5-42FA50C3ECCB}"/>
          </ac:inkMkLst>
        </pc:inkChg>
        <pc:inkChg chg="add">
          <ac:chgData name="Md. Nahid Hasan" userId="S::nahid@vu.edu.bd::85ea5f9e-65d6-4031-b810-9415101f2e21" providerId="AD" clId="Web-{1CBDCBC6-480A-467A-61FA-40BDC829E86F}" dt="2020-09-01T04:51:53.568" v="428"/>
          <ac:inkMkLst>
            <pc:docMk/>
            <pc:sldMk cId="0" sldId="468"/>
            <ac:inkMk id="51404" creationId="{3AF4EA32-4D76-4038-A548-ACB5E0AE82D0}"/>
          </ac:inkMkLst>
        </pc:inkChg>
        <pc:inkChg chg="add">
          <ac:chgData name="Md. Nahid Hasan" userId="S::nahid@vu.edu.bd::85ea5f9e-65d6-4031-b810-9415101f2e21" providerId="AD" clId="Web-{1CBDCBC6-480A-467A-61FA-40BDC829E86F}" dt="2020-09-01T04:51:55.193" v="429"/>
          <ac:inkMkLst>
            <pc:docMk/>
            <pc:sldMk cId="0" sldId="468"/>
            <ac:inkMk id="51405" creationId="{9B2E5B93-710A-438A-A1A4-8E1ECB08E9B8}"/>
          </ac:inkMkLst>
        </pc:inkChg>
        <pc:inkChg chg="add">
          <ac:chgData name="Md. Nahid Hasan" userId="S::nahid@vu.edu.bd::85ea5f9e-65d6-4031-b810-9415101f2e21" providerId="AD" clId="Web-{1CBDCBC6-480A-467A-61FA-40BDC829E86F}" dt="2020-09-01T04:51:57.131" v="430"/>
          <ac:inkMkLst>
            <pc:docMk/>
            <pc:sldMk cId="0" sldId="468"/>
            <ac:inkMk id="51406" creationId="{D5E5DB71-2A2A-40F6-91B6-E3DAE4418F8A}"/>
          </ac:inkMkLst>
        </pc:inkChg>
        <pc:inkChg chg="add">
          <ac:chgData name="Md. Nahid Hasan" userId="S::nahid@vu.edu.bd::85ea5f9e-65d6-4031-b810-9415101f2e21" providerId="AD" clId="Web-{1CBDCBC6-480A-467A-61FA-40BDC829E86F}" dt="2020-09-01T04:52:06.209" v="431"/>
          <ac:inkMkLst>
            <pc:docMk/>
            <pc:sldMk cId="0" sldId="468"/>
            <ac:inkMk id="51407" creationId="{43E5FFC7-B951-467A-8302-5F2EBE194B8B}"/>
          </ac:inkMkLst>
        </pc:inkChg>
        <pc:inkChg chg="add">
          <ac:chgData name="Md. Nahid Hasan" userId="S::nahid@vu.edu.bd::85ea5f9e-65d6-4031-b810-9415101f2e21" providerId="AD" clId="Web-{1CBDCBC6-480A-467A-61FA-40BDC829E86F}" dt="2020-09-01T04:52:08.209" v="432"/>
          <ac:inkMkLst>
            <pc:docMk/>
            <pc:sldMk cId="0" sldId="468"/>
            <ac:inkMk id="51408" creationId="{1722934B-7864-4B9C-B696-75621A4093A6}"/>
          </ac:inkMkLst>
        </pc:inkChg>
        <pc:inkChg chg="add">
          <ac:chgData name="Md. Nahid Hasan" userId="S::nahid@vu.edu.bd::85ea5f9e-65d6-4031-b810-9415101f2e21" providerId="AD" clId="Web-{1CBDCBC6-480A-467A-61FA-40BDC829E86F}" dt="2020-09-01T04:52:08.976" v="433"/>
          <ac:inkMkLst>
            <pc:docMk/>
            <pc:sldMk cId="0" sldId="468"/>
            <ac:inkMk id="51409" creationId="{217D7A55-33D4-40E5-85F2-7340656BFCA7}"/>
          </ac:inkMkLst>
        </pc:inkChg>
        <pc:inkChg chg="add">
          <ac:chgData name="Md. Nahid Hasan" userId="S::nahid@vu.edu.bd::85ea5f9e-65d6-4031-b810-9415101f2e21" providerId="AD" clId="Web-{1CBDCBC6-480A-467A-61FA-40BDC829E86F}" dt="2020-09-01T04:52:11.037" v="434"/>
          <ac:inkMkLst>
            <pc:docMk/>
            <pc:sldMk cId="0" sldId="468"/>
            <ac:inkMk id="51410" creationId="{EFFCF052-7DBA-4902-9B40-3C61D8F3078A}"/>
          </ac:inkMkLst>
        </pc:inkChg>
        <pc:inkChg chg="add">
          <ac:chgData name="Md. Nahid Hasan" userId="S::nahid@vu.edu.bd::85ea5f9e-65d6-4031-b810-9415101f2e21" providerId="AD" clId="Web-{1CBDCBC6-480A-467A-61FA-40BDC829E86F}" dt="2020-09-01T04:52:11.053" v="435"/>
          <ac:inkMkLst>
            <pc:docMk/>
            <pc:sldMk cId="0" sldId="468"/>
            <ac:inkMk id="51411" creationId="{AC193357-6D90-448F-B4E3-A2A6D9369B9E}"/>
          </ac:inkMkLst>
        </pc:inkChg>
        <pc:inkChg chg="add">
          <ac:chgData name="Md. Nahid Hasan" userId="S::nahid@vu.edu.bd::85ea5f9e-65d6-4031-b810-9415101f2e21" providerId="AD" clId="Web-{1CBDCBC6-480A-467A-61FA-40BDC829E86F}" dt="2020-09-01T04:52:14.881" v="436"/>
          <ac:inkMkLst>
            <pc:docMk/>
            <pc:sldMk cId="0" sldId="468"/>
            <ac:inkMk id="51412" creationId="{E45FE331-54B1-4BC2-86B9-45B8C8391CFA}"/>
          </ac:inkMkLst>
        </pc:inkChg>
        <pc:inkChg chg="add">
          <ac:chgData name="Md. Nahid Hasan" userId="S::nahid@vu.edu.bd::85ea5f9e-65d6-4031-b810-9415101f2e21" providerId="AD" clId="Web-{1CBDCBC6-480A-467A-61FA-40BDC829E86F}" dt="2020-09-01T04:52:24.693" v="437"/>
          <ac:inkMkLst>
            <pc:docMk/>
            <pc:sldMk cId="0" sldId="468"/>
            <ac:inkMk id="51413" creationId="{74802C7D-163D-4B6F-B635-73FC59B85C28}"/>
          </ac:inkMkLst>
        </pc:inkChg>
        <pc:inkChg chg="add">
          <ac:chgData name="Md. Nahid Hasan" userId="S::nahid@vu.edu.bd::85ea5f9e-65d6-4031-b810-9415101f2e21" providerId="AD" clId="Web-{1CBDCBC6-480A-467A-61FA-40BDC829E86F}" dt="2020-09-01T04:52:42.990" v="438"/>
          <ac:inkMkLst>
            <pc:docMk/>
            <pc:sldMk cId="0" sldId="468"/>
            <ac:inkMk id="51414" creationId="{D092A85D-6F9C-4D18-B199-49B110BE9CB9}"/>
          </ac:inkMkLst>
        </pc:inkChg>
        <pc:inkChg chg="add">
          <ac:chgData name="Md. Nahid Hasan" userId="S::nahid@vu.edu.bd::85ea5f9e-65d6-4031-b810-9415101f2e21" providerId="AD" clId="Web-{1CBDCBC6-480A-467A-61FA-40BDC829E86F}" dt="2020-09-01T04:52:44.959" v="439"/>
          <ac:inkMkLst>
            <pc:docMk/>
            <pc:sldMk cId="0" sldId="468"/>
            <ac:inkMk id="51415" creationId="{EF7F5436-C990-4037-9005-3D89994B6E62}"/>
          </ac:inkMkLst>
        </pc:inkChg>
        <pc:inkChg chg="add">
          <ac:chgData name="Md. Nahid Hasan" userId="S::nahid@vu.edu.bd::85ea5f9e-65d6-4031-b810-9415101f2e21" providerId="AD" clId="Web-{1CBDCBC6-480A-467A-61FA-40BDC829E86F}" dt="2020-09-01T04:52:46.490" v="440"/>
          <ac:inkMkLst>
            <pc:docMk/>
            <pc:sldMk cId="0" sldId="468"/>
            <ac:inkMk id="51416" creationId="{4E451ECF-E499-4B58-A2B4-AF40C62CBCDA}"/>
          </ac:inkMkLst>
        </pc:inkChg>
        <pc:inkChg chg="add">
          <ac:chgData name="Md. Nahid Hasan" userId="S::nahid@vu.edu.bd::85ea5f9e-65d6-4031-b810-9415101f2e21" providerId="AD" clId="Web-{1CBDCBC6-480A-467A-61FA-40BDC829E86F}" dt="2020-09-01T04:53:05.647" v="441"/>
          <ac:inkMkLst>
            <pc:docMk/>
            <pc:sldMk cId="0" sldId="468"/>
            <ac:inkMk id="51417" creationId="{1991B3AE-F2BB-4AC6-8B7A-6984BEDE0E0C}"/>
          </ac:inkMkLst>
        </pc:inkChg>
        <pc:inkChg chg="add">
          <ac:chgData name="Md. Nahid Hasan" userId="S::nahid@vu.edu.bd::85ea5f9e-65d6-4031-b810-9415101f2e21" providerId="AD" clId="Web-{1CBDCBC6-480A-467A-61FA-40BDC829E86F}" dt="2020-09-01T04:53:09.131" v="442"/>
          <ac:inkMkLst>
            <pc:docMk/>
            <pc:sldMk cId="0" sldId="468"/>
            <ac:inkMk id="51418" creationId="{29E73293-C973-4E94-BA23-07AE75395E9A}"/>
          </ac:inkMkLst>
        </pc:inkChg>
        <pc:inkChg chg="add">
          <ac:chgData name="Md. Nahid Hasan" userId="S::nahid@vu.edu.bd::85ea5f9e-65d6-4031-b810-9415101f2e21" providerId="AD" clId="Web-{1CBDCBC6-480A-467A-61FA-40BDC829E86F}" dt="2020-09-01T04:53:11.053" v="443"/>
          <ac:inkMkLst>
            <pc:docMk/>
            <pc:sldMk cId="0" sldId="468"/>
            <ac:inkMk id="51419" creationId="{61018896-315D-4354-B121-5EFA8CA02E15}"/>
          </ac:inkMkLst>
        </pc:inkChg>
        <pc:inkChg chg="add">
          <ac:chgData name="Md. Nahid Hasan" userId="S::nahid@vu.edu.bd::85ea5f9e-65d6-4031-b810-9415101f2e21" providerId="AD" clId="Web-{1CBDCBC6-480A-467A-61FA-40BDC829E86F}" dt="2020-09-01T04:53:36.397" v="444"/>
          <ac:inkMkLst>
            <pc:docMk/>
            <pc:sldMk cId="0" sldId="468"/>
            <ac:inkMk id="51420" creationId="{16E9FF88-15C4-42B6-9622-2ADCAC6AFB5B}"/>
          </ac:inkMkLst>
        </pc:inkChg>
        <pc:inkChg chg="add">
          <ac:chgData name="Md. Nahid Hasan" userId="S::nahid@vu.edu.bd::85ea5f9e-65d6-4031-b810-9415101f2e21" providerId="AD" clId="Web-{1CBDCBC6-480A-467A-61FA-40BDC829E86F}" dt="2020-09-01T04:53:38.397" v="445"/>
          <ac:inkMkLst>
            <pc:docMk/>
            <pc:sldMk cId="0" sldId="468"/>
            <ac:inkMk id="51421" creationId="{0A46AEAC-3113-4FDB-BFE6-3E5BB68E11F6}"/>
          </ac:inkMkLst>
        </pc:inkChg>
        <pc:inkChg chg="add">
          <ac:chgData name="Md. Nahid Hasan" userId="S::nahid@vu.edu.bd::85ea5f9e-65d6-4031-b810-9415101f2e21" providerId="AD" clId="Web-{1CBDCBC6-480A-467A-61FA-40BDC829E86F}" dt="2020-09-01T04:53:45.912" v="446"/>
          <ac:inkMkLst>
            <pc:docMk/>
            <pc:sldMk cId="0" sldId="468"/>
            <ac:inkMk id="51422" creationId="{F780B3BB-3537-4230-B1B6-886ACFAB15D3}"/>
          </ac:inkMkLst>
        </pc:inkChg>
        <pc:inkChg chg="add">
          <ac:chgData name="Md. Nahid Hasan" userId="S::nahid@vu.edu.bd::85ea5f9e-65d6-4031-b810-9415101f2e21" providerId="AD" clId="Web-{1CBDCBC6-480A-467A-61FA-40BDC829E86F}" dt="2020-09-01T04:54:34.038" v="447"/>
          <ac:inkMkLst>
            <pc:docMk/>
            <pc:sldMk cId="0" sldId="468"/>
            <ac:inkMk id="51423" creationId="{597EFB0D-0F9F-4AF8-9619-C71D0568DAB6}"/>
          </ac:inkMkLst>
        </pc:inkChg>
        <pc:inkChg chg="add">
          <ac:chgData name="Md. Nahid Hasan" userId="S::nahid@vu.edu.bd::85ea5f9e-65d6-4031-b810-9415101f2e21" providerId="AD" clId="Web-{1CBDCBC6-480A-467A-61FA-40BDC829E86F}" dt="2020-09-01T04:54:41.241" v="448"/>
          <ac:inkMkLst>
            <pc:docMk/>
            <pc:sldMk cId="0" sldId="468"/>
            <ac:inkMk id="51424" creationId="{2079336B-D44B-4AAD-ABC5-42F51B05FBE7}"/>
          </ac:inkMkLst>
        </pc:inkChg>
        <pc:inkChg chg="add">
          <ac:chgData name="Md. Nahid Hasan" userId="S::nahid@vu.edu.bd::85ea5f9e-65d6-4031-b810-9415101f2e21" providerId="AD" clId="Web-{1CBDCBC6-480A-467A-61FA-40BDC829E86F}" dt="2020-09-01T04:54:45.241" v="449"/>
          <ac:inkMkLst>
            <pc:docMk/>
            <pc:sldMk cId="0" sldId="468"/>
            <ac:inkMk id="51425" creationId="{13FDA3B6-D05D-45FF-B35C-619F465AB3CE}"/>
          </ac:inkMkLst>
        </pc:inkChg>
        <pc:inkChg chg="add">
          <ac:chgData name="Md. Nahid Hasan" userId="S::nahid@vu.edu.bd::85ea5f9e-65d6-4031-b810-9415101f2e21" providerId="AD" clId="Web-{1CBDCBC6-480A-467A-61FA-40BDC829E86F}" dt="2020-09-01T04:54:47.007" v="450"/>
          <ac:inkMkLst>
            <pc:docMk/>
            <pc:sldMk cId="0" sldId="468"/>
            <ac:inkMk id="51426" creationId="{6D4E0A12-2523-4E86-8F16-716A488E896A}"/>
          </ac:inkMkLst>
        </pc:inkChg>
        <pc:inkChg chg="add">
          <ac:chgData name="Md. Nahid Hasan" userId="S::nahid@vu.edu.bd::85ea5f9e-65d6-4031-b810-9415101f2e21" providerId="AD" clId="Web-{1CBDCBC6-480A-467A-61FA-40BDC829E86F}" dt="2020-09-01T04:54:50.069" v="451"/>
          <ac:inkMkLst>
            <pc:docMk/>
            <pc:sldMk cId="0" sldId="468"/>
            <ac:inkMk id="51427" creationId="{520DE680-3A79-4D94-9359-28280528ACDC}"/>
          </ac:inkMkLst>
        </pc:inkChg>
        <pc:inkChg chg="add">
          <ac:chgData name="Md. Nahid Hasan" userId="S::nahid@vu.edu.bd::85ea5f9e-65d6-4031-b810-9415101f2e21" providerId="AD" clId="Web-{1CBDCBC6-480A-467A-61FA-40BDC829E86F}" dt="2020-09-01T04:55:09.319" v="452"/>
          <ac:inkMkLst>
            <pc:docMk/>
            <pc:sldMk cId="0" sldId="468"/>
            <ac:inkMk id="51428" creationId="{E33795C6-C1F6-4E24-B82F-D252A2A16206}"/>
          </ac:inkMkLst>
        </pc:inkChg>
        <pc:inkChg chg="add">
          <ac:chgData name="Md. Nahid Hasan" userId="S::nahid@vu.edu.bd::85ea5f9e-65d6-4031-b810-9415101f2e21" providerId="AD" clId="Web-{1CBDCBC6-480A-467A-61FA-40BDC829E86F}" dt="2020-09-01T04:55:23.007" v="453"/>
          <ac:inkMkLst>
            <pc:docMk/>
            <pc:sldMk cId="0" sldId="468"/>
            <ac:inkMk id="51429" creationId="{72E1AC56-E834-4F82-9062-59B4F4739386}"/>
          </ac:inkMkLst>
        </pc:inkChg>
        <pc:inkChg chg="add">
          <ac:chgData name="Md. Nahid Hasan" userId="S::nahid@vu.edu.bd::85ea5f9e-65d6-4031-b810-9415101f2e21" providerId="AD" clId="Web-{1CBDCBC6-480A-467A-61FA-40BDC829E86F}" dt="2020-09-01T04:55:24.382" v="454"/>
          <ac:inkMkLst>
            <pc:docMk/>
            <pc:sldMk cId="0" sldId="468"/>
            <ac:inkMk id="51430" creationId="{3F30F06D-DAEF-4433-952E-C0D26B38CD85}"/>
          </ac:inkMkLst>
        </pc:inkChg>
        <pc:inkChg chg="add">
          <ac:chgData name="Md. Nahid Hasan" userId="S::nahid@vu.edu.bd::85ea5f9e-65d6-4031-b810-9415101f2e21" providerId="AD" clId="Web-{1CBDCBC6-480A-467A-61FA-40BDC829E86F}" dt="2020-09-01T04:55:40.554" v="455"/>
          <ac:inkMkLst>
            <pc:docMk/>
            <pc:sldMk cId="0" sldId="468"/>
            <ac:inkMk id="51431" creationId="{7777A3C7-6DDA-4574-B005-C30B5F1F2122}"/>
          </ac:inkMkLst>
        </pc:inkChg>
        <pc:inkChg chg="add">
          <ac:chgData name="Md. Nahid Hasan" userId="S::nahid@vu.edu.bd::85ea5f9e-65d6-4031-b810-9415101f2e21" providerId="AD" clId="Web-{1CBDCBC6-480A-467A-61FA-40BDC829E86F}" dt="2020-09-01T04:55:41.773" v="456"/>
          <ac:inkMkLst>
            <pc:docMk/>
            <pc:sldMk cId="0" sldId="468"/>
            <ac:inkMk id="51432" creationId="{75653217-B752-4B85-9605-E3F1DDF94A2B}"/>
          </ac:inkMkLst>
        </pc:inkChg>
        <pc:inkChg chg="add">
          <ac:chgData name="Md. Nahid Hasan" userId="S::nahid@vu.edu.bd::85ea5f9e-65d6-4031-b810-9415101f2e21" providerId="AD" clId="Web-{1CBDCBC6-480A-467A-61FA-40BDC829E86F}" dt="2020-09-01T04:55:42.647" v="457"/>
          <ac:inkMkLst>
            <pc:docMk/>
            <pc:sldMk cId="0" sldId="468"/>
            <ac:inkMk id="51433" creationId="{7A391E74-335D-4E53-9222-27E8EB15C669}"/>
          </ac:inkMkLst>
        </pc:inkChg>
        <pc:inkChg chg="add">
          <ac:chgData name="Md. Nahid Hasan" userId="S::nahid@vu.edu.bd::85ea5f9e-65d6-4031-b810-9415101f2e21" providerId="AD" clId="Web-{1CBDCBC6-480A-467A-61FA-40BDC829E86F}" dt="2020-09-01T04:55:43.538" v="458"/>
          <ac:inkMkLst>
            <pc:docMk/>
            <pc:sldMk cId="0" sldId="468"/>
            <ac:inkMk id="51434" creationId="{B75E5F67-91B2-4ABC-9690-D88F464A1E26}"/>
          </ac:inkMkLst>
        </pc:inkChg>
        <pc:inkChg chg="add">
          <ac:chgData name="Md. Nahid Hasan" userId="S::nahid@vu.edu.bd::85ea5f9e-65d6-4031-b810-9415101f2e21" providerId="AD" clId="Web-{1CBDCBC6-480A-467A-61FA-40BDC829E86F}" dt="2020-09-01T04:55:44.507" v="459"/>
          <ac:inkMkLst>
            <pc:docMk/>
            <pc:sldMk cId="0" sldId="468"/>
            <ac:inkMk id="51435" creationId="{5514A9FD-E67D-421E-97BC-C0A0196E5565}"/>
          </ac:inkMkLst>
        </pc:inkChg>
        <pc:inkChg chg="add">
          <ac:chgData name="Md. Nahid Hasan" userId="S::nahid@vu.edu.bd::85ea5f9e-65d6-4031-b810-9415101f2e21" providerId="AD" clId="Web-{1CBDCBC6-480A-467A-61FA-40BDC829E86F}" dt="2020-09-01T04:55:45.429" v="460"/>
          <ac:inkMkLst>
            <pc:docMk/>
            <pc:sldMk cId="0" sldId="468"/>
            <ac:inkMk id="51436" creationId="{014BCC84-DB58-468E-B407-636A7DD7B185}"/>
          </ac:inkMkLst>
        </pc:inkChg>
        <pc:inkChg chg="add">
          <ac:chgData name="Md. Nahid Hasan" userId="S::nahid@vu.edu.bd::85ea5f9e-65d6-4031-b810-9415101f2e21" providerId="AD" clId="Web-{1CBDCBC6-480A-467A-61FA-40BDC829E86F}" dt="2020-09-01T04:55:52.882" v="461"/>
          <ac:inkMkLst>
            <pc:docMk/>
            <pc:sldMk cId="0" sldId="468"/>
            <ac:inkMk id="51437" creationId="{94C114BF-9D2F-4B69-833C-550E92C13E2F}"/>
          </ac:inkMkLst>
        </pc:inkChg>
        <pc:inkChg chg="add">
          <ac:chgData name="Md. Nahid Hasan" userId="S::nahid@vu.edu.bd::85ea5f9e-65d6-4031-b810-9415101f2e21" providerId="AD" clId="Web-{1CBDCBC6-480A-467A-61FA-40BDC829E86F}" dt="2020-09-01T04:55:55.132" v="462"/>
          <ac:inkMkLst>
            <pc:docMk/>
            <pc:sldMk cId="0" sldId="468"/>
            <ac:inkMk id="51438" creationId="{250D4124-3CE4-455F-8097-8B0815A42A4D}"/>
          </ac:inkMkLst>
        </pc:inkChg>
        <pc:inkChg chg="add">
          <ac:chgData name="Md. Nahid Hasan" userId="S::nahid@vu.edu.bd::85ea5f9e-65d6-4031-b810-9415101f2e21" providerId="AD" clId="Web-{1CBDCBC6-480A-467A-61FA-40BDC829E86F}" dt="2020-09-01T04:55:56.272" v="463"/>
          <ac:inkMkLst>
            <pc:docMk/>
            <pc:sldMk cId="0" sldId="468"/>
            <ac:inkMk id="51439" creationId="{5E8F76F5-6652-4344-9D37-480F32743139}"/>
          </ac:inkMkLst>
        </pc:inkChg>
        <pc:inkChg chg="add">
          <ac:chgData name="Md. Nahid Hasan" userId="S::nahid@vu.edu.bd::85ea5f9e-65d6-4031-b810-9415101f2e21" providerId="AD" clId="Web-{1CBDCBC6-480A-467A-61FA-40BDC829E86F}" dt="2020-09-01T04:55:58.585" v="464"/>
          <ac:inkMkLst>
            <pc:docMk/>
            <pc:sldMk cId="0" sldId="468"/>
            <ac:inkMk id="51440" creationId="{766AC81E-1D68-4286-B2B4-8C656898EF3C}"/>
          </ac:inkMkLst>
        </pc:inkChg>
        <pc:inkChg chg="add">
          <ac:chgData name="Md. Nahid Hasan" userId="S::nahid@vu.edu.bd::85ea5f9e-65d6-4031-b810-9415101f2e21" providerId="AD" clId="Web-{1CBDCBC6-480A-467A-61FA-40BDC829E86F}" dt="2020-09-01T04:56:00.226" v="465"/>
          <ac:inkMkLst>
            <pc:docMk/>
            <pc:sldMk cId="0" sldId="468"/>
            <ac:inkMk id="51441" creationId="{28E60327-F247-4E75-9BBD-62243F7ACA54}"/>
          </ac:inkMkLst>
        </pc:inkChg>
        <pc:inkChg chg="add">
          <ac:chgData name="Md. Nahid Hasan" userId="S::nahid@vu.edu.bd::85ea5f9e-65d6-4031-b810-9415101f2e21" providerId="AD" clId="Web-{1CBDCBC6-480A-467A-61FA-40BDC829E86F}" dt="2020-09-01T04:56:01.804" v="466"/>
          <ac:inkMkLst>
            <pc:docMk/>
            <pc:sldMk cId="0" sldId="468"/>
            <ac:inkMk id="51442" creationId="{FA770F0C-3B9C-4BCE-B780-6907E7782D72}"/>
          </ac:inkMkLst>
        </pc:inkChg>
        <pc:inkChg chg="add">
          <ac:chgData name="Md. Nahid Hasan" userId="S::nahid@vu.edu.bd::85ea5f9e-65d6-4031-b810-9415101f2e21" providerId="AD" clId="Web-{1CBDCBC6-480A-467A-61FA-40BDC829E86F}" dt="2020-09-01T04:56:02.882" v="467"/>
          <ac:inkMkLst>
            <pc:docMk/>
            <pc:sldMk cId="0" sldId="468"/>
            <ac:inkMk id="51443" creationId="{8AACA618-4741-43D1-9EFE-C34F32DAE291}"/>
          </ac:inkMkLst>
        </pc:inkChg>
        <pc:inkChg chg="add">
          <ac:chgData name="Md. Nahid Hasan" userId="S::nahid@vu.edu.bd::85ea5f9e-65d6-4031-b810-9415101f2e21" providerId="AD" clId="Web-{1CBDCBC6-480A-467A-61FA-40BDC829E86F}" dt="2020-09-01T04:56:07.757" v="468"/>
          <ac:inkMkLst>
            <pc:docMk/>
            <pc:sldMk cId="0" sldId="468"/>
            <ac:inkMk id="51444" creationId="{D81EF57E-E306-46D5-BDA5-71B34344CE65}"/>
          </ac:inkMkLst>
        </pc:inkChg>
        <pc:inkChg chg="add">
          <ac:chgData name="Md. Nahid Hasan" userId="S::nahid@vu.edu.bd::85ea5f9e-65d6-4031-b810-9415101f2e21" providerId="AD" clId="Web-{1CBDCBC6-480A-467A-61FA-40BDC829E86F}" dt="2020-09-01T04:56:09.929" v="469"/>
          <ac:inkMkLst>
            <pc:docMk/>
            <pc:sldMk cId="0" sldId="468"/>
            <ac:inkMk id="51445" creationId="{BFBBF78B-BDCF-4519-A738-48D1BCE6171E}"/>
          </ac:inkMkLst>
        </pc:inkChg>
        <pc:inkChg chg="add">
          <ac:chgData name="Md. Nahid Hasan" userId="S::nahid@vu.edu.bd::85ea5f9e-65d6-4031-b810-9415101f2e21" providerId="AD" clId="Web-{1CBDCBC6-480A-467A-61FA-40BDC829E86F}" dt="2020-09-01T04:57:17.195" v="470"/>
          <ac:inkMkLst>
            <pc:docMk/>
            <pc:sldMk cId="0" sldId="468"/>
            <ac:inkMk id="51446" creationId="{0FC4886F-EA1B-4708-AE9E-A554F5844E44}"/>
          </ac:inkMkLst>
        </pc:inkChg>
        <pc:inkChg chg="add">
          <ac:chgData name="Md. Nahid Hasan" userId="S::nahid@vu.edu.bd::85ea5f9e-65d6-4031-b810-9415101f2e21" providerId="AD" clId="Web-{1CBDCBC6-480A-467A-61FA-40BDC829E86F}" dt="2020-09-01T04:57:18.679" v="471"/>
          <ac:inkMkLst>
            <pc:docMk/>
            <pc:sldMk cId="0" sldId="468"/>
            <ac:inkMk id="51447" creationId="{1FE12C20-9AA1-42B9-9CCC-74BD1601A812}"/>
          </ac:inkMkLst>
        </pc:inkChg>
        <pc:inkChg chg="add">
          <ac:chgData name="Md. Nahid Hasan" userId="S::nahid@vu.edu.bd::85ea5f9e-65d6-4031-b810-9415101f2e21" providerId="AD" clId="Web-{1CBDCBC6-480A-467A-61FA-40BDC829E86F}" dt="2020-09-01T04:57:47.757" v="472"/>
          <ac:inkMkLst>
            <pc:docMk/>
            <pc:sldMk cId="0" sldId="468"/>
            <ac:inkMk id="51448" creationId="{9B1A54ED-52B9-4741-8DAA-EC88A7DE8DD5}"/>
          </ac:inkMkLst>
        </pc:inkChg>
        <pc:inkChg chg="add">
          <ac:chgData name="Md. Nahid Hasan" userId="S::nahid@vu.edu.bd::85ea5f9e-65d6-4031-b810-9415101f2e21" providerId="AD" clId="Web-{1CBDCBC6-480A-467A-61FA-40BDC829E86F}" dt="2020-09-01T04:58:08.836" v="473"/>
          <ac:inkMkLst>
            <pc:docMk/>
            <pc:sldMk cId="0" sldId="468"/>
            <ac:inkMk id="51449" creationId="{99C5D257-05D8-48C1-990B-4BB96C7F2E29}"/>
          </ac:inkMkLst>
        </pc:inkChg>
        <pc:inkChg chg="add">
          <ac:chgData name="Md. Nahid Hasan" userId="S::nahid@vu.edu.bd::85ea5f9e-65d6-4031-b810-9415101f2e21" providerId="AD" clId="Web-{1CBDCBC6-480A-467A-61FA-40BDC829E86F}" dt="2020-09-01T04:58:20.148" v="474"/>
          <ac:inkMkLst>
            <pc:docMk/>
            <pc:sldMk cId="0" sldId="468"/>
            <ac:inkMk id="51450" creationId="{98D82D66-547F-4E25-AA07-91881B4132BB}"/>
          </ac:inkMkLst>
        </pc:inkChg>
        <pc:inkChg chg="add">
          <ac:chgData name="Md. Nahid Hasan" userId="S::nahid@vu.edu.bd::85ea5f9e-65d6-4031-b810-9415101f2e21" providerId="AD" clId="Web-{1CBDCBC6-480A-467A-61FA-40BDC829E86F}" dt="2020-09-01T04:58:21.867" v="475"/>
          <ac:inkMkLst>
            <pc:docMk/>
            <pc:sldMk cId="0" sldId="468"/>
            <ac:inkMk id="51451" creationId="{9D1F6EEB-7B8F-4A83-B6D3-9BD2EF7A3776}"/>
          </ac:inkMkLst>
        </pc:inkChg>
        <pc:inkChg chg="add">
          <ac:chgData name="Md. Nahid Hasan" userId="S::nahid@vu.edu.bd::85ea5f9e-65d6-4031-b810-9415101f2e21" providerId="AD" clId="Web-{1CBDCBC6-480A-467A-61FA-40BDC829E86F}" dt="2020-09-01T04:59:02.539" v="476"/>
          <ac:inkMkLst>
            <pc:docMk/>
            <pc:sldMk cId="0" sldId="468"/>
            <ac:inkMk id="51452" creationId="{F1DE4747-18F8-4808-8D13-72E88761C15E}"/>
          </ac:inkMkLst>
        </pc:inkChg>
        <pc:inkChg chg="add">
          <ac:chgData name="Md. Nahid Hasan" userId="S::nahid@vu.edu.bd::85ea5f9e-65d6-4031-b810-9415101f2e21" providerId="AD" clId="Web-{1CBDCBC6-480A-467A-61FA-40BDC829E86F}" dt="2020-09-01T04:59:04.570" v="477"/>
          <ac:inkMkLst>
            <pc:docMk/>
            <pc:sldMk cId="0" sldId="468"/>
            <ac:inkMk id="51453" creationId="{FB3BC0CB-7170-4FBF-8E5D-2FADF785C4A5}"/>
          </ac:inkMkLst>
        </pc:inkChg>
        <pc:inkChg chg="add">
          <ac:chgData name="Md. Nahid Hasan" userId="S::nahid@vu.edu.bd::85ea5f9e-65d6-4031-b810-9415101f2e21" providerId="AD" clId="Web-{1CBDCBC6-480A-467A-61FA-40BDC829E86F}" dt="2020-09-01T04:59:07.180" v="478"/>
          <ac:inkMkLst>
            <pc:docMk/>
            <pc:sldMk cId="0" sldId="468"/>
            <ac:inkMk id="51454" creationId="{A1A6B07C-FB40-47A5-A03E-70E9FB76A2C8}"/>
          </ac:inkMkLst>
        </pc:inkChg>
        <pc:inkChg chg="add">
          <ac:chgData name="Md. Nahid Hasan" userId="S::nahid@vu.edu.bd::85ea5f9e-65d6-4031-b810-9415101f2e21" providerId="AD" clId="Web-{1CBDCBC6-480A-467A-61FA-40BDC829E86F}" dt="2020-09-01T04:59:24.180" v="479"/>
          <ac:inkMkLst>
            <pc:docMk/>
            <pc:sldMk cId="0" sldId="468"/>
            <ac:inkMk id="51455" creationId="{F7BE558F-8877-424D-B890-1831787A9AB1}"/>
          </ac:inkMkLst>
        </pc:inkChg>
        <pc:inkChg chg="add">
          <ac:chgData name="Md. Nahid Hasan" userId="S::nahid@vu.edu.bd::85ea5f9e-65d6-4031-b810-9415101f2e21" providerId="AD" clId="Web-{1CBDCBC6-480A-467A-61FA-40BDC829E86F}" dt="2020-09-01T04:59:25.742" v="480"/>
          <ac:inkMkLst>
            <pc:docMk/>
            <pc:sldMk cId="0" sldId="468"/>
            <ac:inkMk id="51456" creationId="{605DE049-9BCF-4901-8986-0DD070F7687B}"/>
          </ac:inkMkLst>
        </pc:inkChg>
        <pc:inkChg chg="add">
          <ac:chgData name="Md. Nahid Hasan" userId="S::nahid@vu.edu.bd::85ea5f9e-65d6-4031-b810-9415101f2e21" providerId="AD" clId="Web-{1CBDCBC6-480A-467A-61FA-40BDC829E86F}" dt="2020-09-01T04:59:26.477" v="481"/>
          <ac:inkMkLst>
            <pc:docMk/>
            <pc:sldMk cId="0" sldId="468"/>
            <ac:inkMk id="51457" creationId="{E333D5EF-5506-41A2-B69B-C2C1CCFA42A8}"/>
          </ac:inkMkLst>
        </pc:inkChg>
        <pc:inkChg chg="add">
          <ac:chgData name="Md. Nahid Hasan" userId="S::nahid@vu.edu.bd::85ea5f9e-65d6-4031-b810-9415101f2e21" providerId="AD" clId="Web-{1CBDCBC6-480A-467A-61FA-40BDC829E86F}" dt="2020-09-01T04:59:27.758" v="482"/>
          <ac:inkMkLst>
            <pc:docMk/>
            <pc:sldMk cId="0" sldId="468"/>
            <ac:inkMk id="51458" creationId="{86B14FC8-C02A-4606-879D-97A797ADB8E8}"/>
          </ac:inkMkLst>
        </pc:inkChg>
        <pc:inkChg chg="add">
          <ac:chgData name="Md. Nahid Hasan" userId="S::nahid@vu.edu.bd::85ea5f9e-65d6-4031-b810-9415101f2e21" providerId="AD" clId="Web-{1CBDCBC6-480A-467A-61FA-40BDC829E86F}" dt="2020-09-01T04:59:28.633" v="483"/>
          <ac:inkMkLst>
            <pc:docMk/>
            <pc:sldMk cId="0" sldId="468"/>
            <ac:inkMk id="51459" creationId="{D173A153-6884-4427-B830-32CC51A8EF1E}"/>
          </ac:inkMkLst>
        </pc:inkChg>
        <pc:inkChg chg="add">
          <ac:chgData name="Md. Nahid Hasan" userId="S::nahid@vu.edu.bd::85ea5f9e-65d6-4031-b810-9415101f2e21" providerId="AD" clId="Web-{1CBDCBC6-480A-467A-61FA-40BDC829E86F}" dt="2020-09-01T04:59:30.320" v="484"/>
          <ac:inkMkLst>
            <pc:docMk/>
            <pc:sldMk cId="0" sldId="468"/>
            <ac:inkMk id="51460" creationId="{29B8EBC6-A110-468B-8273-BED76FF14B53}"/>
          </ac:inkMkLst>
        </pc:inkChg>
        <pc:inkChg chg="add">
          <ac:chgData name="Md. Nahid Hasan" userId="S::nahid@vu.edu.bd::85ea5f9e-65d6-4031-b810-9415101f2e21" providerId="AD" clId="Web-{1CBDCBC6-480A-467A-61FA-40BDC829E86F}" dt="2020-09-01T04:59:36.758" v="485"/>
          <ac:inkMkLst>
            <pc:docMk/>
            <pc:sldMk cId="0" sldId="468"/>
            <ac:inkMk id="51461" creationId="{F4F76632-F27C-4C4D-A140-F814606AED73}"/>
          </ac:inkMkLst>
        </pc:inkChg>
        <pc:inkChg chg="add">
          <ac:chgData name="Md. Nahid Hasan" userId="S::nahid@vu.edu.bd::85ea5f9e-65d6-4031-b810-9415101f2e21" providerId="AD" clId="Web-{1CBDCBC6-480A-467A-61FA-40BDC829E86F}" dt="2020-09-01T04:59:38.414" v="486"/>
          <ac:inkMkLst>
            <pc:docMk/>
            <pc:sldMk cId="0" sldId="468"/>
            <ac:inkMk id="51462" creationId="{4931EBEC-6ED8-4023-A3FB-E3F91D8D00E5}"/>
          </ac:inkMkLst>
        </pc:inkChg>
        <pc:inkChg chg="add">
          <ac:chgData name="Md. Nahid Hasan" userId="S::nahid@vu.edu.bd::85ea5f9e-65d6-4031-b810-9415101f2e21" providerId="AD" clId="Web-{1CBDCBC6-480A-467A-61FA-40BDC829E86F}" dt="2020-09-01T04:59:39.117" v="487"/>
          <ac:inkMkLst>
            <pc:docMk/>
            <pc:sldMk cId="0" sldId="468"/>
            <ac:inkMk id="51463" creationId="{AE1140D8-F6DD-4293-85B0-B6A2B13033BD}"/>
          </ac:inkMkLst>
        </pc:inkChg>
        <pc:inkChg chg="add">
          <ac:chgData name="Md. Nahid Hasan" userId="S::nahid@vu.edu.bd::85ea5f9e-65d6-4031-b810-9415101f2e21" providerId="AD" clId="Web-{1CBDCBC6-480A-467A-61FA-40BDC829E86F}" dt="2020-09-01T04:59:40.414" v="488"/>
          <ac:inkMkLst>
            <pc:docMk/>
            <pc:sldMk cId="0" sldId="468"/>
            <ac:inkMk id="51464" creationId="{609F3548-8DAC-4491-AA7A-A9DC240B8738}"/>
          </ac:inkMkLst>
        </pc:inkChg>
        <pc:inkChg chg="add">
          <ac:chgData name="Md. Nahid Hasan" userId="S::nahid@vu.edu.bd::85ea5f9e-65d6-4031-b810-9415101f2e21" providerId="AD" clId="Web-{1CBDCBC6-480A-467A-61FA-40BDC829E86F}" dt="2020-09-01T04:59:41.086" v="489"/>
          <ac:inkMkLst>
            <pc:docMk/>
            <pc:sldMk cId="0" sldId="468"/>
            <ac:inkMk id="51465" creationId="{263E9157-4051-4581-9C18-32D45260090E}"/>
          </ac:inkMkLst>
        </pc:inkChg>
        <pc:inkChg chg="add">
          <ac:chgData name="Md. Nahid Hasan" userId="S::nahid@vu.edu.bd::85ea5f9e-65d6-4031-b810-9415101f2e21" providerId="AD" clId="Web-{1CBDCBC6-480A-467A-61FA-40BDC829E86F}" dt="2020-09-01T04:59:41.867" v="490"/>
          <ac:inkMkLst>
            <pc:docMk/>
            <pc:sldMk cId="0" sldId="468"/>
            <ac:inkMk id="51466" creationId="{C842DBD0-0CDD-4D1B-9FFB-4EB7FA65FFE6}"/>
          </ac:inkMkLst>
        </pc:inkChg>
        <pc:inkChg chg="add">
          <ac:chgData name="Md. Nahid Hasan" userId="S::nahid@vu.edu.bd::85ea5f9e-65d6-4031-b810-9415101f2e21" providerId="AD" clId="Web-{1CBDCBC6-480A-467A-61FA-40BDC829E86F}" dt="2020-09-01T05:00:10.446" v="491"/>
          <ac:inkMkLst>
            <pc:docMk/>
            <pc:sldMk cId="0" sldId="468"/>
            <ac:inkMk id="51467" creationId="{ED7E2287-F73A-4895-B94E-F90CFA0B8B0A}"/>
          </ac:inkMkLst>
        </pc:inkChg>
        <pc:inkChg chg="add">
          <ac:chgData name="Md. Nahid Hasan" userId="S::nahid@vu.edu.bd::85ea5f9e-65d6-4031-b810-9415101f2e21" providerId="AD" clId="Web-{1CBDCBC6-480A-467A-61FA-40BDC829E86F}" dt="2020-09-01T05:00:12.055" v="492"/>
          <ac:inkMkLst>
            <pc:docMk/>
            <pc:sldMk cId="0" sldId="468"/>
            <ac:inkMk id="51468" creationId="{548F67BD-1D3F-4D35-94A9-7B255994884D}"/>
          </ac:inkMkLst>
        </pc:inkChg>
        <pc:inkChg chg="add">
          <ac:chgData name="Md. Nahid Hasan" userId="S::nahid@vu.edu.bd::85ea5f9e-65d6-4031-b810-9415101f2e21" providerId="AD" clId="Web-{1CBDCBC6-480A-467A-61FA-40BDC829E86F}" dt="2020-09-01T05:00:14.414" v="493"/>
          <ac:inkMkLst>
            <pc:docMk/>
            <pc:sldMk cId="0" sldId="468"/>
            <ac:inkMk id="51469" creationId="{97832A02-D4D6-46E2-BD74-D3F7E8B165B6}"/>
          </ac:inkMkLst>
        </pc:inkChg>
        <pc:inkChg chg="add">
          <ac:chgData name="Md. Nahid Hasan" userId="S::nahid@vu.edu.bd::85ea5f9e-65d6-4031-b810-9415101f2e21" providerId="AD" clId="Web-{1CBDCBC6-480A-467A-61FA-40BDC829E86F}" dt="2020-09-01T05:00:15.946" v="494"/>
          <ac:inkMkLst>
            <pc:docMk/>
            <pc:sldMk cId="0" sldId="468"/>
            <ac:inkMk id="51470" creationId="{701A6299-3D33-48AE-AED0-57D3EA9F3756}"/>
          </ac:inkMkLst>
        </pc:inkChg>
        <pc:inkChg chg="add">
          <ac:chgData name="Md. Nahid Hasan" userId="S::nahid@vu.edu.bd::85ea5f9e-65d6-4031-b810-9415101f2e21" providerId="AD" clId="Web-{1CBDCBC6-480A-467A-61FA-40BDC829E86F}" dt="2020-09-01T05:00:17.571" v="495"/>
          <ac:inkMkLst>
            <pc:docMk/>
            <pc:sldMk cId="0" sldId="468"/>
            <ac:inkMk id="51471" creationId="{375ED203-9E1C-4782-B7F2-34DF513E89CA}"/>
          </ac:inkMkLst>
        </pc:inkChg>
        <pc:inkChg chg="add">
          <ac:chgData name="Md. Nahid Hasan" userId="S::nahid@vu.edu.bd::85ea5f9e-65d6-4031-b810-9415101f2e21" providerId="AD" clId="Web-{1CBDCBC6-480A-467A-61FA-40BDC829E86F}" dt="2020-09-01T05:00:18.867" v="496"/>
          <ac:inkMkLst>
            <pc:docMk/>
            <pc:sldMk cId="0" sldId="468"/>
            <ac:inkMk id="51472" creationId="{EB3ADB41-02C8-42FE-B6B9-D630E110D782}"/>
          </ac:inkMkLst>
        </pc:inkChg>
        <pc:inkChg chg="add">
          <ac:chgData name="Md. Nahid Hasan" userId="S::nahid@vu.edu.bd::85ea5f9e-65d6-4031-b810-9415101f2e21" providerId="AD" clId="Web-{1CBDCBC6-480A-467A-61FA-40BDC829E86F}" dt="2020-09-01T05:00:29.774" v="497"/>
          <ac:inkMkLst>
            <pc:docMk/>
            <pc:sldMk cId="0" sldId="468"/>
            <ac:inkMk id="51473" creationId="{590AD696-7CBE-49ED-B3B5-F60E78997370}"/>
          </ac:inkMkLst>
        </pc:inkChg>
        <pc:inkChg chg="add">
          <ac:chgData name="Md. Nahid Hasan" userId="S::nahid@vu.edu.bd::85ea5f9e-65d6-4031-b810-9415101f2e21" providerId="AD" clId="Web-{1CBDCBC6-480A-467A-61FA-40BDC829E86F}" dt="2020-09-01T05:00:29.836" v="498"/>
          <ac:inkMkLst>
            <pc:docMk/>
            <pc:sldMk cId="0" sldId="468"/>
            <ac:inkMk id="51474" creationId="{88F19FB4-262B-4F38-B182-8B08E1DC3254}"/>
          </ac:inkMkLst>
        </pc:inkChg>
        <pc:inkChg chg="add">
          <ac:chgData name="Md. Nahid Hasan" userId="S::nahid@vu.edu.bd::85ea5f9e-65d6-4031-b810-9415101f2e21" providerId="AD" clId="Web-{1CBDCBC6-480A-467A-61FA-40BDC829E86F}" dt="2020-09-01T05:00:30.461" v="499"/>
          <ac:inkMkLst>
            <pc:docMk/>
            <pc:sldMk cId="0" sldId="468"/>
            <ac:inkMk id="51475" creationId="{0A837139-3650-4FE9-9C83-D305C9CC9144}"/>
          </ac:inkMkLst>
        </pc:inkChg>
        <pc:inkChg chg="add">
          <ac:chgData name="Md. Nahid Hasan" userId="S::nahid@vu.edu.bd::85ea5f9e-65d6-4031-b810-9415101f2e21" providerId="AD" clId="Web-{1CBDCBC6-480A-467A-61FA-40BDC829E86F}" dt="2020-09-01T05:00:30.524" v="500"/>
          <ac:inkMkLst>
            <pc:docMk/>
            <pc:sldMk cId="0" sldId="468"/>
            <ac:inkMk id="51476" creationId="{D6F59A57-2118-4C6A-84BB-6287BABD1B8D}"/>
          </ac:inkMkLst>
        </pc:inkChg>
        <pc:inkChg chg="add">
          <ac:chgData name="Md. Nahid Hasan" userId="S::nahid@vu.edu.bd::85ea5f9e-65d6-4031-b810-9415101f2e21" providerId="AD" clId="Web-{1CBDCBC6-480A-467A-61FA-40BDC829E86F}" dt="2020-09-01T05:00:30.664" v="501"/>
          <ac:inkMkLst>
            <pc:docMk/>
            <pc:sldMk cId="0" sldId="468"/>
            <ac:inkMk id="51477" creationId="{929B97AC-A06B-445E-BB85-F8D0F0C92E4F}"/>
          </ac:inkMkLst>
        </pc:inkChg>
        <pc:inkChg chg="add">
          <ac:chgData name="Md. Nahid Hasan" userId="S::nahid@vu.edu.bd::85ea5f9e-65d6-4031-b810-9415101f2e21" providerId="AD" clId="Web-{1CBDCBC6-480A-467A-61FA-40BDC829E86F}" dt="2020-09-01T05:00:31.196" v="502"/>
          <ac:inkMkLst>
            <pc:docMk/>
            <pc:sldMk cId="0" sldId="468"/>
            <ac:inkMk id="51478" creationId="{28B04BF8-6289-4B6C-A125-DDBBB7A541DB}"/>
          </ac:inkMkLst>
        </pc:inkChg>
        <pc:inkChg chg="add">
          <ac:chgData name="Md. Nahid Hasan" userId="S::nahid@vu.edu.bd::85ea5f9e-65d6-4031-b810-9415101f2e21" providerId="AD" clId="Web-{1CBDCBC6-480A-467A-61FA-40BDC829E86F}" dt="2020-09-01T05:00:33.649" v="503"/>
          <ac:inkMkLst>
            <pc:docMk/>
            <pc:sldMk cId="0" sldId="468"/>
            <ac:inkMk id="51479" creationId="{6D99D104-C2E3-4059-AA0F-5E3ECC2BC35C}"/>
          </ac:inkMkLst>
        </pc:inkChg>
        <pc:inkChg chg="add">
          <ac:chgData name="Md. Nahid Hasan" userId="S::nahid@vu.edu.bd::85ea5f9e-65d6-4031-b810-9415101f2e21" providerId="AD" clId="Web-{1CBDCBC6-480A-467A-61FA-40BDC829E86F}" dt="2020-09-01T05:00:35.399" v="504"/>
          <ac:inkMkLst>
            <pc:docMk/>
            <pc:sldMk cId="0" sldId="468"/>
            <ac:inkMk id="51480" creationId="{6ACF3462-4755-4C06-9204-58A9D3D3A4EC}"/>
          </ac:inkMkLst>
        </pc:inkChg>
        <pc:inkChg chg="add">
          <ac:chgData name="Md. Nahid Hasan" userId="S::nahid@vu.edu.bd::85ea5f9e-65d6-4031-b810-9415101f2e21" providerId="AD" clId="Web-{1CBDCBC6-480A-467A-61FA-40BDC829E86F}" dt="2020-09-01T05:00:36.993" v="505"/>
          <ac:inkMkLst>
            <pc:docMk/>
            <pc:sldMk cId="0" sldId="468"/>
            <ac:inkMk id="51481" creationId="{414D0B6A-78A0-4A27-A7C3-66AFF72BDFE8}"/>
          </ac:inkMkLst>
        </pc:inkChg>
        <pc:inkChg chg="add">
          <ac:chgData name="Md. Nahid Hasan" userId="S::nahid@vu.edu.bd::85ea5f9e-65d6-4031-b810-9415101f2e21" providerId="AD" clId="Web-{1CBDCBC6-480A-467A-61FA-40BDC829E86F}" dt="2020-09-01T05:00:41.789" v="506"/>
          <ac:inkMkLst>
            <pc:docMk/>
            <pc:sldMk cId="0" sldId="468"/>
            <ac:inkMk id="51482" creationId="{4412D4C5-7BC1-450F-AD68-3CF0FF5946B7}"/>
          </ac:inkMkLst>
        </pc:inkChg>
        <pc:inkChg chg="add">
          <ac:chgData name="Md. Nahid Hasan" userId="S::nahid@vu.edu.bd::85ea5f9e-65d6-4031-b810-9415101f2e21" providerId="AD" clId="Web-{1CBDCBC6-480A-467A-61FA-40BDC829E86F}" dt="2020-09-01T05:00:43.133" v="507"/>
          <ac:inkMkLst>
            <pc:docMk/>
            <pc:sldMk cId="0" sldId="468"/>
            <ac:inkMk id="51483" creationId="{8BFA5EF7-C86F-4AD9-A3F8-26AC905FEFFF}"/>
          </ac:inkMkLst>
        </pc:inkChg>
        <pc:inkChg chg="add">
          <ac:chgData name="Md. Nahid Hasan" userId="S::nahid@vu.edu.bd::85ea5f9e-65d6-4031-b810-9415101f2e21" providerId="AD" clId="Web-{1CBDCBC6-480A-467A-61FA-40BDC829E86F}" dt="2020-09-01T05:00:43.868" v="508"/>
          <ac:inkMkLst>
            <pc:docMk/>
            <pc:sldMk cId="0" sldId="468"/>
            <ac:inkMk id="51484" creationId="{14E7EACC-A8E5-4258-B6F1-FAC181CA210E}"/>
          </ac:inkMkLst>
        </pc:inkChg>
        <pc:inkChg chg="add">
          <ac:chgData name="Md. Nahid Hasan" userId="S::nahid@vu.edu.bd::85ea5f9e-65d6-4031-b810-9415101f2e21" providerId="AD" clId="Web-{1CBDCBC6-480A-467A-61FA-40BDC829E86F}" dt="2020-09-01T05:00:45.590" v="509"/>
          <ac:inkMkLst>
            <pc:docMk/>
            <pc:sldMk cId="0" sldId="468"/>
            <ac:inkMk id="51485" creationId="{C5FECC4A-757B-4663-A1DC-D0C73229DEAC}"/>
          </ac:inkMkLst>
        </pc:inkChg>
        <pc:inkChg chg="add">
          <ac:chgData name="Md. Nahid Hasan" userId="S::nahid@vu.edu.bd::85ea5f9e-65d6-4031-b810-9415101f2e21" providerId="AD" clId="Web-{1CBDCBC6-480A-467A-61FA-40BDC829E86F}" dt="2020-09-01T05:00:53.727" v="510"/>
          <ac:inkMkLst>
            <pc:docMk/>
            <pc:sldMk cId="0" sldId="468"/>
            <ac:inkMk id="51486" creationId="{22A4FB8C-4669-4A1F-BACB-AF0E1BB2D9CB}"/>
          </ac:inkMkLst>
        </pc:inkChg>
        <pc:inkChg chg="add">
          <ac:chgData name="Md. Nahid Hasan" userId="S::nahid@vu.edu.bd::85ea5f9e-65d6-4031-b810-9415101f2e21" providerId="AD" clId="Web-{1CBDCBC6-480A-467A-61FA-40BDC829E86F}" dt="2020-09-01T05:00:54.977" v="511"/>
          <ac:inkMkLst>
            <pc:docMk/>
            <pc:sldMk cId="0" sldId="468"/>
            <ac:inkMk id="51487" creationId="{81923021-79E9-4597-AA36-5619E0328AAB}"/>
          </ac:inkMkLst>
        </pc:inkChg>
        <pc:inkChg chg="add">
          <ac:chgData name="Md. Nahid Hasan" userId="S::nahid@vu.edu.bd::85ea5f9e-65d6-4031-b810-9415101f2e21" providerId="AD" clId="Web-{1CBDCBC6-480A-467A-61FA-40BDC829E86F}" dt="2020-09-01T05:00:56.446" v="512"/>
          <ac:inkMkLst>
            <pc:docMk/>
            <pc:sldMk cId="0" sldId="468"/>
            <ac:inkMk id="51488" creationId="{7CAA36C5-6CD0-4F95-9103-B9BB348F6665}"/>
          </ac:inkMkLst>
        </pc:inkChg>
        <pc:inkChg chg="add">
          <ac:chgData name="Md. Nahid Hasan" userId="S::nahid@vu.edu.bd::85ea5f9e-65d6-4031-b810-9415101f2e21" providerId="AD" clId="Web-{1CBDCBC6-480A-467A-61FA-40BDC829E86F}" dt="2020-09-01T05:00:59.977" v="513"/>
          <ac:inkMkLst>
            <pc:docMk/>
            <pc:sldMk cId="0" sldId="468"/>
            <ac:inkMk id="51489" creationId="{73A39BC9-D4BD-4071-8ACD-9297A29EF4C0}"/>
          </ac:inkMkLst>
        </pc:inkChg>
        <pc:inkChg chg="add">
          <ac:chgData name="Md. Nahid Hasan" userId="S::nahid@vu.edu.bd::85ea5f9e-65d6-4031-b810-9415101f2e21" providerId="AD" clId="Web-{1CBDCBC6-480A-467A-61FA-40BDC829E86F}" dt="2020-09-01T05:01:01.461" v="514"/>
          <ac:inkMkLst>
            <pc:docMk/>
            <pc:sldMk cId="0" sldId="468"/>
            <ac:inkMk id="51490" creationId="{B4C209C3-4DD0-4FB1-9425-83B73FDE68EA}"/>
          </ac:inkMkLst>
        </pc:inkChg>
        <pc:inkChg chg="add">
          <ac:chgData name="Md. Nahid Hasan" userId="S::nahid@vu.edu.bd::85ea5f9e-65d6-4031-b810-9415101f2e21" providerId="AD" clId="Web-{1CBDCBC6-480A-467A-61FA-40BDC829E86F}" dt="2020-09-01T05:01:02.961" v="515"/>
          <ac:inkMkLst>
            <pc:docMk/>
            <pc:sldMk cId="0" sldId="468"/>
            <ac:inkMk id="51491" creationId="{CAB51815-80EC-4FBD-916D-7E668E7CEB7A}"/>
          </ac:inkMkLst>
        </pc:inkChg>
        <pc:inkChg chg="add">
          <ac:chgData name="Md. Nahid Hasan" userId="S::nahid@vu.edu.bd::85ea5f9e-65d6-4031-b810-9415101f2e21" providerId="AD" clId="Web-{1CBDCBC6-480A-467A-61FA-40BDC829E86F}" dt="2020-09-01T05:01:03.852" v="516"/>
          <ac:inkMkLst>
            <pc:docMk/>
            <pc:sldMk cId="0" sldId="468"/>
            <ac:inkMk id="51492" creationId="{CAC34559-F823-4AC6-B155-F2A492E0376A}"/>
          </ac:inkMkLst>
        </pc:inkChg>
        <pc:inkChg chg="add">
          <ac:chgData name="Md. Nahid Hasan" userId="S::nahid@vu.edu.bd::85ea5f9e-65d6-4031-b810-9415101f2e21" providerId="AD" clId="Web-{1CBDCBC6-480A-467A-61FA-40BDC829E86F}" dt="2020-09-01T05:01:06.461" v="517"/>
          <ac:inkMkLst>
            <pc:docMk/>
            <pc:sldMk cId="0" sldId="468"/>
            <ac:inkMk id="51493" creationId="{DC0C48FE-DA47-4677-B07D-C2C25051E79D}"/>
          </ac:inkMkLst>
        </pc:inkChg>
        <pc:inkChg chg="add">
          <ac:chgData name="Md. Nahid Hasan" userId="S::nahid@vu.edu.bd::85ea5f9e-65d6-4031-b810-9415101f2e21" providerId="AD" clId="Web-{1CBDCBC6-480A-467A-61FA-40BDC829E86F}" dt="2020-09-01T05:01:19.665" v="518"/>
          <ac:inkMkLst>
            <pc:docMk/>
            <pc:sldMk cId="0" sldId="468"/>
            <ac:inkMk id="51494" creationId="{E41F9D41-E245-4979-AE01-01DCEAF089A3}"/>
          </ac:inkMkLst>
        </pc:inkChg>
        <pc:inkChg chg="add">
          <ac:chgData name="Md. Nahid Hasan" userId="S::nahid@vu.edu.bd::85ea5f9e-65d6-4031-b810-9415101f2e21" providerId="AD" clId="Web-{1CBDCBC6-480A-467A-61FA-40BDC829E86F}" dt="2020-09-01T05:01:26.462" v="519"/>
          <ac:inkMkLst>
            <pc:docMk/>
            <pc:sldMk cId="0" sldId="468"/>
            <ac:inkMk id="51495" creationId="{B21804B7-9ECB-4E66-B1CA-914A27E876D4}"/>
          </ac:inkMkLst>
        </pc:inkChg>
        <pc:inkChg chg="add">
          <ac:chgData name="Md. Nahid Hasan" userId="S::nahid@vu.edu.bd::85ea5f9e-65d6-4031-b810-9415101f2e21" providerId="AD" clId="Web-{1CBDCBC6-480A-467A-61FA-40BDC829E86F}" dt="2020-09-01T05:01:28.368" v="520"/>
          <ac:inkMkLst>
            <pc:docMk/>
            <pc:sldMk cId="0" sldId="468"/>
            <ac:inkMk id="51496" creationId="{78ADE554-368C-4005-BB41-0A183DB1F00F}"/>
          </ac:inkMkLst>
        </pc:inkChg>
        <pc:inkChg chg="add">
          <ac:chgData name="Md. Nahid Hasan" userId="S::nahid@vu.edu.bd::85ea5f9e-65d6-4031-b810-9415101f2e21" providerId="AD" clId="Web-{1CBDCBC6-480A-467A-61FA-40BDC829E86F}" dt="2020-09-01T05:01:34.008" v="521"/>
          <ac:inkMkLst>
            <pc:docMk/>
            <pc:sldMk cId="0" sldId="468"/>
            <ac:inkMk id="51497" creationId="{9DDEE92D-E1CB-4AA4-BC36-1724B872A8FA}"/>
          </ac:inkMkLst>
        </pc:inkChg>
        <pc:inkChg chg="add">
          <ac:chgData name="Md. Nahid Hasan" userId="S::nahid@vu.edu.bd::85ea5f9e-65d6-4031-b810-9415101f2e21" providerId="AD" clId="Web-{1CBDCBC6-480A-467A-61FA-40BDC829E86F}" dt="2020-09-01T05:02:07.931" v="522"/>
          <ac:inkMkLst>
            <pc:docMk/>
            <pc:sldMk cId="0" sldId="468"/>
            <ac:inkMk id="51498" creationId="{BD3C3B45-6F74-40B5-B677-BBDFB7684303}"/>
          </ac:inkMkLst>
        </pc:inkChg>
        <pc:inkChg chg="add">
          <ac:chgData name="Md. Nahid Hasan" userId="S::nahid@vu.edu.bd::85ea5f9e-65d6-4031-b810-9415101f2e21" providerId="AD" clId="Web-{1CBDCBC6-480A-467A-61FA-40BDC829E86F}" dt="2020-09-01T05:02:11.415" v="523"/>
          <ac:inkMkLst>
            <pc:docMk/>
            <pc:sldMk cId="0" sldId="468"/>
            <ac:inkMk id="51499" creationId="{CC4BB72C-E610-4DDF-A5D9-681E54CDE584}"/>
          </ac:inkMkLst>
        </pc:inkChg>
        <pc:inkChg chg="add">
          <ac:chgData name="Md. Nahid Hasan" userId="S::nahid@vu.edu.bd::85ea5f9e-65d6-4031-b810-9415101f2e21" providerId="AD" clId="Web-{1CBDCBC6-480A-467A-61FA-40BDC829E86F}" dt="2020-09-01T05:02:13.946" v="524"/>
          <ac:inkMkLst>
            <pc:docMk/>
            <pc:sldMk cId="0" sldId="468"/>
            <ac:inkMk id="51500" creationId="{73BBF03F-533A-4471-8A39-B33AC122E949}"/>
          </ac:inkMkLst>
        </pc:inkChg>
        <pc:inkChg chg="add">
          <ac:chgData name="Md. Nahid Hasan" userId="S::nahid@vu.edu.bd::85ea5f9e-65d6-4031-b810-9415101f2e21" providerId="AD" clId="Web-{1CBDCBC6-480A-467A-61FA-40BDC829E86F}" dt="2020-09-01T05:02:13.962" v="525"/>
          <ac:inkMkLst>
            <pc:docMk/>
            <pc:sldMk cId="0" sldId="468"/>
            <ac:inkMk id="51501" creationId="{ECC4C210-D4E5-4564-993F-C24A6F27B659}"/>
          </ac:inkMkLst>
        </pc:inkChg>
        <pc:inkChg chg="add">
          <ac:chgData name="Md. Nahid Hasan" userId="S::nahid@vu.edu.bd::85ea5f9e-65d6-4031-b810-9415101f2e21" providerId="AD" clId="Web-{1CBDCBC6-480A-467A-61FA-40BDC829E86F}" dt="2020-09-01T05:02:16.165" v="526"/>
          <ac:inkMkLst>
            <pc:docMk/>
            <pc:sldMk cId="0" sldId="468"/>
            <ac:inkMk id="51502" creationId="{96B6C446-06EB-4A51-953B-C42D6960CC38}"/>
          </ac:inkMkLst>
        </pc:inkChg>
        <pc:inkChg chg="add">
          <ac:chgData name="Md. Nahid Hasan" userId="S::nahid@vu.edu.bd::85ea5f9e-65d6-4031-b810-9415101f2e21" providerId="AD" clId="Web-{1CBDCBC6-480A-467A-61FA-40BDC829E86F}" dt="2020-09-01T05:02:16.186" v="527"/>
          <ac:inkMkLst>
            <pc:docMk/>
            <pc:sldMk cId="0" sldId="468"/>
            <ac:inkMk id="51503" creationId="{6098CD7E-E14D-4D73-9224-B80511BAE2E9}"/>
          </ac:inkMkLst>
        </pc:inkChg>
        <pc:inkChg chg="add">
          <ac:chgData name="Md. Nahid Hasan" userId="S::nahid@vu.edu.bd::85ea5f9e-65d6-4031-b810-9415101f2e21" providerId="AD" clId="Web-{1CBDCBC6-480A-467A-61FA-40BDC829E86F}" dt="2020-09-01T05:02:16.212" v="528"/>
          <ac:inkMkLst>
            <pc:docMk/>
            <pc:sldMk cId="0" sldId="468"/>
            <ac:inkMk id="51504" creationId="{6237DF3A-4810-44F8-92B1-997B9DABE12A}"/>
          </ac:inkMkLst>
        </pc:inkChg>
      </pc:sldChg>
    </pc:docChg>
  </pc:docChgLst>
  <pc:docChgLst>
    <pc:chgData name="Md. Nahid Hasan" userId="S::nahid@vu.edu.bd::85ea5f9e-65d6-4031-b810-9415101f2e21" providerId="AD" clId="Web-{40AFFAA7-7593-40C7-ABD6-031860D7DA9F}"/>
    <pc:docChg chg="modSld">
      <pc:chgData name="Md. Nahid Hasan" userId="S::nahid@vu.edu.bd::85ea5f9e-65d6-4031-b810-9415101f2e21" providerId="AD" clId="Web-{40AFFAA7-7593-40C7-ABD6-031860D7DA9F}" dt="2020-12-01T09:16:52.009" v="6" actId="20577"/>
      <pc:docMkLst>
        <pc:docMk/>
      </pc:docMkLst>
      <pc:sldChg chg="modSp">
        <pc:chgData name="Md. Nahid Hasan" userId="S::nahid@vu.edu.bd::85ea5f9e-65d6-4031-b810-9415101f2e21" providerId="AD" clId="Web-{40AFFAA7-7593-40C7-ABD6-031860D7DA9F}" dt="2020-12-01T09:16:52.009" v="6" actId="20577"/>
        <pc:sldMkLst>
          <pc:docMk/>
          <pc:sldMk cId="0" sldId="467"/>
        </pc:sldMkLst>
        <pc:spChg chg="mod">
          <ac:chgData name="Md. Nahid Hasan" userId="S::nahid@vu.edu.bd::85ea5f9e-65d6-4031-b810-9415101f2e21" providerId="AD" clId="Web-{40AFFAA7-7593-40C7-ABD6-031860D7DA9F}" dt="2020-12-01T09:16:52.009" v="6" actId="20577"/>
          <ac:spMkLst>
            <pc:docMk/>
            <pc:sldMk cId="0" sldId="467"/>
            <ac:spMk id="50179" creationId="{6B51258A-239A-458F-8A7B-B162C47E4EDC}"/>
          </ac:spMkLst>
        </pc:spChg>
      </pc:sldChg>
    </pc:docChg>
  </pc:docChgLst>
  <pc:docChgLst>
    <pc:chgData name="Akib Ikbal" userId="S::akib@vu.edu.bd::334d03ed-2746-460b-91ca-b626f6f89ba0" providerId="AD" clId="Web-{5DDCF881-B6DE-4FD6-A643-955D1E9EAB83}"/>
    <pc:docChg chg="modSld">
      <pc:chgData name="Akib Ikbal" userId="S::akib@vu.edu.bd::334d03ed-2746-460b-91ca-b626f6f89ba0" providerId="AD" clId="Web-{5DDCF881-B6DE-4FD6-A643-955D1E9EAB83}" dt="2025-04-28T03:08:30.628" v="2" actId="20577"/>
      <pc:docMkLst>
        <pc:docMk/>
      </pc:docMkLst>
      <pc:sldChg chg="modSp">
        <pc:chgData name="Akib Ikbal" userId="S::akib@vu.edu.bd::334d03ed-2746-460b-91ca-b626f6f89ba0" providerId="AD" clId="Web-{5DDCF881-B6DE-4FD6-A643-955D1E9EAB83}" dt="2025-04-28T03:08:30.628" v="2" actId="20577"/>
        <pc:sldMkLst>
          <pc:docMk/>
          <pc:sldMk cId="0" sldId="467"/>
        </pc:sldMkLst>
        <pc:spChg chg="mod">
          <ac:chgData name="Akib Ikbal" userId="S::akib@vu.edu.bd::334d03ed-2746-460b-91ca-b626f6f89ba0" providerId="AD" clId="Web-{5DDCF881-B6DE-4FD6-A643-955D1E9EAB83}" dt="2025-04-28T03:08:30.628" v="2" actId="20577"/>
          <ac:spMkLst>
            <pc:docMk/>
            <pc:sldMk cId="0" sldId="467"/>
            <ac:spMk id="50179" creationId="{6B51258A-239A-458F-8A7B-B162C47E4EDC}"/>
          </ac:spMkLst>
        </pc:spChg>
      </pc:sldChg>
    </pc:docChg>
  </pc:docChgLst>
  <pc:docChgLst>
    <pc:chgData name="Md. Nahid Hasan" userId="S::nahid@vu.edu.bd::85ea5f9e-65d6-4031-b810-9415101f2e21" providerId="AD" clId="Web-{33685DED-4360-4BD4-65C7-91423BB2E243}"/>
    <pc:docChg chg="modSld">
      <pc:chgData name="Md. Nahid Hasan" userId="S::nahid@vu.edu.bd::85ea5f9e-65d6-4031-b810-9415101f2e21" providerId="AD" clId="Web-{33685DED-4360-4BD4-65C7-91423BB2E243}" dt="2020-09-01T06:20:41.689" v="412"/>
      <pc:docMkLst>
        <pc:docMk/>
      </pc:docMkLst>
      <pc:sldChg chg="addSp">
        <pc:chgData name="Md. Nahid Hasan" userId="S::nahid@vu.edu.bd::85ea5f9e-65d6-4031-b810-9415101f2e21" providerId="AD" clId="Web-{33685DED-4360-4BD4-65C7-91423BB2E243}" dt="2020-09-01T06:18:59.297" v="379"/>
        <pc:sldMkLst>
          <pc:docMk/>
          <pc:sldMk cId="0" sldId="449"/>
        </pc:sldMkLst>
        <pc:inkChg chg="add">
          <ac:chgData name="Md. Nahid Hasan" userId="S::nahid@vu.edu.bd::85ea5f9e-65d6-4031-b810-9415101f2e21" providerId="AD" clId="Web-{33685DED-4360-4BD4-65C7-91423BB2E243}" dt="2020-09-01T06:17:13.265" v="349"/>
          <ac:inkMkLst>
            <pc:docMk/>
            <pc:sldMk cId="0" sldId="449"/>
            <ac:inkMk id="2" creationId="{097B6453-9879-4219-840C-A8A9D55F1F13}"/>
          </ac:inkMkLst>
        </pc:inkChg>
        <pc:inkChg chg="add">
          <ac:chgData name="Md. Nahid Hasan" userId="S::nahid@vu.edu.bd::85ea5f9e-65d6-4031-b810-9415101f2e21" providerId="AD" clId="Web-{33685DED-4360-4BD4-65C7-91423BB2E243}" dt="2020-09-01T06:17:15.843" v="350"/>
          <ac:inkMkLst>
            <pc:docMk/>
            <pc:sldMk cId="0" sldId="449"/>
            <ac:inkMk id="3" creationId="{8CCF802C-94E3-42C4-8589-A68312B84833}"/>
          </ac:inkMkLst>
        </pc:inkChg>
        <pc:inkChg chg="add">
          <ac:chgData name="Md. Nahid Hasan" userId="S::nahid@vu.edu.bd::85ea5f9e-65d6-4031-b810-9415101f2e21" providerId="AD" clId="Web-{33685DED-4360-4BD4-65C7-91423BB2E243}" dt="2020-09-01T06:18:46.141" v="374"/>
          <ac:inkMkLst>
            <pc:docMk/>
            <pc:sldMk cId="0" sldId="449"/>
            <ac:inkMk id="4" creationId="{45127388-46AD-4A54-9AB8-292E6634EF28}"/>
          </ac:inkMkLst>
        </pc:inkChg>
        <pc:inkChg chg="add">
          <ac:chgData name="Md. Nahid Hasan" userId="S::nahid@vu.edu.bd::85ea5f9e-65d6-4031-b810-9415101f2e21" providerId="AD" clId="Web-{33685DED-4360-4BD4-65C7-91423BB2E243}" dt="2020-09-01T06:18:50.422" v="375"/>
          <ac:inkMkLst>
            <pc:docMk/>
            <pc:sldMk cId="0" sldId="449"/>
            <ac:inkMk id="5" creationId="{3DDEC95F-4DC4-4E8F-B686-74BC5A339EB8}"/>
          </ac:inkMkLst>
        </pc:inkChg>
        <pc:inkChg chg="add">
          <ac:chgData name="Md. Nahid Hasan" userId="S::nahid@vu.edu.bd::85ea5f9e-65d6-4031-b810-9415101f2e21" providerId="AD" clId="Web-{33685DED-4360-4BD4-65C7-91423BB2E243}" dt="2020-09-01T06:18:53.641" v="376"/>
          <ac:inkMkLst>
            <pc:docMk/>
            <pc:sldMk cId="0" sldId="449"/>
            <ac:inkMk id="6" creationId="{4B0714D6-5EED-4326-A478-8D9C298CE670}"/>
          </ac:inkMkLst>
        </pc:inkChg>
        <pc:inkChg chg="add">
          <ac:chgData name="Md. Nahid Hasan" userId="S::nahid@vu.edu.bd::85ea5f9e-65d6-4031-b810-9415101f2e21" providerId="AD" clId="Web-{33685DED-4360-4BD4-65C7-91423BB2E243}" dt="2020-09-01T06:18:55.266" v="377"/>
          <ac:inkMkLst>
            <pc:docMk/>
            <pc:sldMk cId="0" sldId="449"/>
            <ac:inkMk id="7" creationId="{07E28379-39A4-4B10-8125-59D4BF0E980F}"/>
          </ac:inkMkLst>
        </pc:inkChg>
        <pc:inkChg chg="add">
          <ac:chgData name="Md. Nahid Hasan" userId="S::nahid@vu.edu.bd::85ea5f9e-65d6-4031-b810-9415101f2e21" providerId="AD" clId="Web-{33685DED-4360-4BD4-65C7-91423BB2E243}" dt="2020-09-01T06:18:58.125" v="378"/>
          <ac:inkMkLst>
            <pc:docMk/>
            <pc:sldMk cId="0" sldId="449"/>
            <ac:inkMk id="8" creationId="{A32A3072-8ABA-4428-B889-C1AB36529F95}"/>
          </ac:inkMkLst>
        </pc:inkChg>
        <pc:inkChg chg="add">
          <ac:chgData name="Md. Nahid Hasan" userId="S::nahid@vu.edu.bd::85ea5f9e-65d6-4031-b810-9415101f2e21" providerId="AD" clId="Web-{33685DED-4360-4BD4-65C7-91423BB2E243}" dt="2020-09-01T06:18:59.297" v="379"/>
          <ac:inkMkLst>
            <pc:docMk/>
            <pc:sldMk cId="0" sldId="449"/>
            <ac:inkMk id="9" creationId="{CE33AC86-9F62-4B3D-9C97-B0F0429EDE68}"/>
          </ac:inkMkLst>
        </pc:inkChg>
      </pc:sldChg>
      <pc:sldChg chg="addSp delSp">
        <pc:chgData name="Md. Nahid Hasan" userId="S::nahid@vu.edu.bd::85ea5f9e-65d6-4031-b810-9415101f2e21" providerId="AD" clId="Web-{33685DED-4360-4BD4-65C7-91423BB2E243}" dt="2020-09-01T06:18:36.547" v="373"/>
        <pc:sldMkLst>
          <pc:docMk/>
          <pc:sldMk cId="0" sldId="450"/>
        </pc:sldMkLst>
        <pc:inkChg chg="add">
          <ac:chgData name="Md. Nahid Hasan" userId="S::nahid@vu.edu.bd::85ea5f9e-65d6-4031-b810-9415101f2e21" providerId="AD" clId="Web-{33685DED-4360-4BD4-65C7-91423BB2E243}" dt="2020-09-01T06:12:56.731" v="254"/>
          <ac:inkMkLst>
            <pc:docMk/>
            <pc:sldMk cId="0" sldId="450"/>
            <ac:inkMk id="2" creationId="{FD7ABA97-FD61-4FDF-9900-400FB9BDFED7}"/>
          </ac:inkMkLst>
        </pc:inkChg>
        <pc:inkChg chg="add">
          <ac:chgData name="Md. Nahid Hasan" userId="S::nahid@vu.edu.bd::85ea5f9e-65d6-4031-b810-9415101f2e21" providerId="AD" clId="Web-{33685DED-4360-4BD4-65C7-91423BB2E243}" dt="2020-09-01T06:12:59.450" v="255"/>
          <ac:inkMkLst>
            <pc:docMk/>
            <pc:sldMk cId="0" sldId="450"/>
            <ac:inkMk id="3" creationId="{0723E0B2-3461-487B-8172-230453743ADA}"/>
          </ac:inkMkLst>
        </pc:inkChg>
        <pc:inkChg chg="add">
          <ac:chgData name="Md. Nahid Hasan" userId="S::nahid@vu.edu.bd::85ea5f9e-65d6-4031-b810-9415101f2e21" providerId="AD" clId="Web-{33685DED-4360-4BD4-65C7-91423BB2E243}" dt="2020-09-01T06:13:05.544" v="256"/>
          <ac:inkMkLst>
            <pc:docMk/>
            <pc:sldMk cId="0" sldId="450"/>
            <ac:inkMk id="4" creationId="{21086655-48CA-412C-B8DA-FC6F0E7F1ABA}"/>
          </ac:inkMkLst>
        </pc:inkChg>
        <pc:inkChg chg="add">
          <ac:chgData name="Md. Nahid Hasan" userId="S::nahid@vu.edu.bd::85ea5f9e-65d6-4031-b810-9415101f2e21" providerId="AD" clId="Web-{33685DED-4360-4BD4-65C7-91423BB2E243}" dt="2020-09-01T06:13:16.841" v="257"/>
          <ac:inkMkLst>
            <pc:docMk/>
            <pc:sldMk cId="0" sldId="450"/>
            <ac:inkMk id="5" creationId="{3AF4C3A9-1D36-494D-BC97-9F308D11C7AF}"/>
          </ac:inkMkLst>
        </pc:inkChg>
        <pc:inkChg chg="add">
          <ac:chgData name="Md. Nahid Hasan" userId="S::nahid@vu.edu.bd::85ea5f9e-65d6-4031-b810-9415101f2e21" providerId="AD" clId="Web-{33685DED-4360-4BD4-65C7-91423BB2E243}" dt="2020-09-01T06:13:17.778" v="258"/>
          <ac:inkMkLst>
            <pc:docMk/>
            <pc:sldMk cId="0" sldId="450"/>
            <ac:inkMk id="6" creationId="{3E069A48-7DD4-4BCA-BA51-0C8DE2581B8B}"/>
          </ac:inkMkLst>
        </pc:inkChg>
        <pc:inkChg chg="add">
          <ac:chgData name="Md. Nahid Hasan" userId="S::nahid@vu.edu.bd::85ea5f9e-65d6-4031-b810-9415101f2e21" providerId="AD" clId="Web-{33685DED-4360-4BD4-65C7-91423BB2E243}" dt="2020-09-01T06:13:25.013" v="259"/>
          <ac:inkMkLst>
            <pc:docMk/>
            <pc:sldMk cId="0" sldId="450"/>
            <ac:inkMk id="7" creationId="{02B2CB22-7F90-41BA-9D75-504A14A6F927}"/>
          </ac:inkMkLst>
        </pc:inkChg>
        <pc:inkChg chg="add">
          <ac:chgData name="Md. Nahid Hasan" userId="S::nahid@vu.edu.bd::85ea5f9e-65d6-4031-b810-9415101f2e21" providerId="AD" clId="Web-{33685DED-4360-4BD4-65C7-91423BB2E243}" dt="2020-09-01T06:13:25.857" v="260"/>
          <ac:inkMkLst>
            <pc:docMk/>
            <pc:sldMk cId="0" sldId="450"/>
            <ac:inkMk id="8" creationId="{649B4CFE-6031-4599-B150-CBD8FC9E1182}"/>
          </ac:inkMkLst>
        </pc:inkChg>
        <pc:inkChg chg="add">
          <ac:chgData name="Md. Nahid Hasan" userId="S::nahid@vu.edu.bd::85ea5f9e-65d6-4031-b810-9415101f2e21" providerId="AD" clId="Web-{33685DED-4360-4BD4-65C7-91423BB2E243}" dt="2020-09-01T06:13:27.903" v="261"/>
          <ac:inkMkLst>
            <pc:docMk/>
            <pc:sldMk cId="0" sldId="450"/>
            <ac:inkMk id="9" creationId="{9E47536F-69A0-41D6-A3D8-DE892F7D5A51}"/>
          </ac:inkMkLst>
        </pc:inkChg>
        <pc:inkChg chg="add">
          <ac:chgData name="Md. Nahid Hasan" userId="S::nahid@vu.edu.bd::85ea5f9e-65d6-4031-b810-9415101f2e21" providerId="AD" clId="Web-{33685DED-4360-4BD4-65C7-91423BB2E243}" dt="2020-09-01T06:13:27.903" v="262"/>
          <ac:inkMkLst>
            <pc:docMk/>
            <pc:sldMk cId="0" sldId="450"/>
            <ac:inkMk id="10" creationId="{3725CFE7-4BB4-4B39-8D2E-A3E38EBCC5B4}"/>
          </ac:inkMkLst>
        </pc:inkChg>
        <pc:inkChg chg="add">
          <ac:chgData name="Md. Nahid Hasan" userId="S::nahid@vu.edu.bd::85ea5f9e-65d6-4031-b810-9415101f2e21" providerId="AD" clId="Web-{33685DED-4360-4BD4-65C7-91423BB2E243}" dt="2020-09-01T06:13:29.403" v="263"/>
          <ac:inkMkLst>
            <pc:docMk/>
            <pc:sldMk cId="0" sldId="450"/>
            <ac:inkMk id="11" creationId="{92ADA4DD-5316-44BF-AD4B-265AC78BB8B5}"/>
          </ac:inkMkLst>
        </pc:inkChg>
        <pc:inkChg chg="add">
          <ac:chgData name="Md. Nahid Hasan" userId="S::nahid@vu.edu.bd::85ea5f9e-65d6-4031-b810-9415101f2e21" providerId="AD" clId="Web-{33685DED-4360-4BD4-65C7-91423BB2E243}" dt="2020-09-01T06:13:30.013" v="264"/>
          <ac:inkMkLst>
            <pc:docMk/>
            <pc:sldMk cId="0" sldId="450"/>
            <ac:inkMk id="12" creationId="{2ECCB3D1-9CF1-4F8F-A806-2EE87506FF0E}"/>
          </ac:inkMkLst>
        </pc:inkChg>
        <pc:inkChg chg="add">
          <ac:chgData name="Md. Nahid Hasan" userId="S::nahid@vu.edu.bd::85ea5f9e-65d6-4031-b810-9415101f2e21" providerId="AD" clId="Web-{33685DED-4360-4BD4-65C7-91423BB2E243}" dt="2020-09-01T06:13:31.763" v="265"/>
          <ac:inkMkLst>
            <pc:docMk/>
            <pc:sldMk cId="0" sldId="450"/>
            <ac:inkMk id="13" creationId="{47EC1E4A-ABF2-4570-90E9-4950DC3DC249}"/>
          </ac:inkMkLst>
        </pc:inkChg>
        <pc:inkChg chg="add">
          <ac:chgData name="Md. Nahid Hasan" userId="S::nahid@vu.edu.bd::85ea5f9e-65d6-4031-b810-9415101f2e21" providerId="AD" clId="Web-{33685DED-4360-4BD4-65C7-91423BB2E243}" dt="2020-09-01T06:13:31.763" v="266"/>
          <ac:inkMkLst>
            <pc:docMk/>
            <pc:sldMk cId="0" sldId="450"/>
            <ac:inkMk id="14" creationId="{36010AFE-242F-473C-9037-B979857977E1}"/>
          </ac:inkMkLst>
        </pc:inkChg>
        <pc:inkChg chg="add">
          <ac:chgData name="Md. Nahid Hasan" userId="S::nahid@vu.edu.bd::85ea5f9e-65d6-4031-b810-9415101f2e21" providerId="AD" clId="Web-{33685DED-4360-4BD4-65C7-91423BB2E243}" dt="2020-09-01T06:13:31.778" v="267"/>
          <ac:inkMkLst>
            <pc:docMk/>
            <pc:sldMk cId="0" sldId="450"/>
            <ac:inkMk id="15" creationId="{F6C1F7F6-1412-4951-BAB0-FC1F50F92588}"/>
          </ac:inkMkLst>
        </pc:inkChg>
        <pc:inkChg chg="add">
          <ac:chgData name="Md. Nahid Hasan" userId="S::nahid@vu.edu.bd::85ea5f9e-65d6-4031-b810-9415101f2e21" providerId="AD" clId="Web-{33685DED-4360-4BD4-65C7-91423BB2E243}" dt="2020-09-01T06:13:34.091" v="268"/>
          <ac:inkMkLst>
            <pc:docMk/>
            <pc:sldMk cId="0" sldId="450"/>
            <ac:inkMk id="16" creationId="{5DFA5422-A333-4B70-ABFA-7B827E54CE9F}"/>
          </ac:inkMkLst>
        </pc:inkChg>
        <pc:inkChg chg="add">
          <ac:chgData name="Md. Nahid Hasan" userId="S::nahid@vu.edu.bd::85ea5f9e-65d6-4031-b810-9415101f2e21" providerId="AD" clId="Web-{33685DED-4360-4BD4-65C7-91423BB2E243}" dt="2020-09-01T06:13:34.091" v="269"/>
          <ac:inkMkLst>
            <pc:docMk/>
            <pc:sldMk cId="0" sldId="450"/>
            <ac:inkMk id="17" creationId="{AC9F005C-E963-4D84-AFA7-40F6ABA574DC}"/>
          </ac:inkMkLst>
        </pc:inkChg>
        <pc:inkChg chg="add">
          <ac:chgData name="Md. Nahid Hasan" userId="S::nahid@vu.edu.bd::85ea5f9e-65d6-4031-b810-9415101f2e21" providerId="AD" clId="Web-{33685DED-4360-4BD4-65C7-91423BB2E243}" dt="2020-09-01T06:13:34.107" v="270"/>
          <ac:inkMkLst>
            <pc:docMk/>
            <pc:sldMk cId="0" sldId="450"/>
            <ac:inkMk id="18" creationId="{EF332087-F380-4D1C-860B-D713677AECED}"/>
          </ac:inkMkLst>
        </pc:inkChg>
        <pc:inkChg chg="add">
          <ac:chgData name="Md. Nahid Hasan" userId="S::nahid@vu.edu.bd::85ea5f9e-65d6-4031-b810-9415101f2e21" providerId="AD" clId="Web-{33685DED-4360-4BD4-65C7-91423BB2E243}" dt="2020-09-01T06:13:34.107" v="271"/>
          <ac:inkMkLst>
            <pc:docMk/>
            <pc:sldMk cId="0" sldId="450"/>
            <ac:inkMk id="19" creationId="{7CAB3B2B-BF6B-4003-8711-B798089B3856}"/>
          </ac:inkMkLst>
        </pc:inkChg>
        <pc:inkChg chg="add">
          <ac:chgData name="Md. Nahid Hasan" userId="S::nahid@vu.edu.bd::85ea5f9e-65d6-4031-b810-9415101f2e21" providerId="AD" clId="Web-{33685DED-4360-4BD4-65C7-91423BB2E243}" dt="2020-09-01T06:13:34.716" v="272"/>
          <ac:inkMkLst>
            <pc:docMk/>
            <pc:sldMk cId="0" sldId="450"/>
            <ac:inkMk id="20" creationId="{FB5DDC84-4BEB-4345-8B83-7282207BCD0E}"/>
          </ac:inkMkLst>
        </pc:inkChg>
        <pc:inkChg chg="add">
          <ac:chgData name="Md. Nahid Hasan" userId="S::nahid@vu.edu.bd::85ea5f9e-65d6-4031-b810-9415101f2e21" providerId="AD" clId="Web-{33685DED-4360-4BD4-65C7-91423BB2E243}" dt="2020-09-01T06:13:35.950" v="273"/>
          <ac:inkMkLst>
            <pc:docMk/>
            <pc:sldMk cId="0" sldId="450"/>
            <ac:inkMk id="21" creationId="{65152511-8233-408A-A70E-235A576B3466}"/>
          </ac:inkMkLst>
        </pc:inkChg>
        <pc:inkChg chg="add">
          <ac:chgData name="Md. Nahid Hasan" userId="S::nahid@vu.edu.bd::85ea5f9e-65d6-4031-b810-9415101f2e21" providerId="AD" clId="Web-{33685DED-4360-4BD4-65C7-91423BB2E243}" dt="2020-09-01T06:13:36.544" v="274"/>
          <ac:inkMkLst>
            <pc:docMk/>
            <pc:sldMk cId="0" sldId="450"/>
            <ac:inkMk id="22" creationId="{7346CC50-CEB8-456E-9764-DB3D110A032C}"/>
          </ac:inkMkLst>
        </pc:inkChg>
        <pc:inkChg chg="add">
          <ac:chgData name="Md. Nahid Hasan" userId="S::nahid@vu.edu.bd::85ea5f9e-65d6-4031-b810-9415101f2e21" providerId="AD" clId="Web-{33685DED-4360-4BD4-65C7-91423BB2E243}" dt="2020-09-01T06:13:37.419" v="275"/>
          <ac:inkMkLst>
            <pc:docMk/>
            <pc:sldMk cId="0" sldId="450"/>
            <ac:inkMk id="23" creationId="{D31E135D-7A31-45BE-95E0-D9CECE648CE7}"/>
          </ac:inkMkLst>
        </pc:inkChg>
        <pc:inkChg chg="add">
          <ac:chgData name="Md. Nahid Hasan" userId="S::nahid@vu.edu.bd::85ea5f9e-65d6-4031-b810-9415101f2e21" providerId="AD" clId="Web-{33685DED-4360-4BD4-65C7-91423BB2E243}" dt="2020-09-01T06:13:38.497" v="276"/>
          <ac:inkMkLst>
            <pc:docMk/>
            <pc:sldMk cId="0" sldId="450"/>
            <ac:inkMk id="24" creationId="{FB84CAB4-8924-4FB6-9D25-8E46C326BDEF}"/>
          </ac:inkMkLst>
        </pc:inkChg>
        <pc:inkChg chg="add">
          <ac:chgData name="Md. Nahid Hasan" userId="S::nahid@vu.edu.bd::85ea5f9e-65d6-4031-b810-9415101f2e21" providerId="AD" clId="Web-{33685DED-4360-4BD4-65C7-91423BB2E243}" dt="2020-09-01T06:13:51.169" v="277"/>
          <ac:inkMkLst>
            <pc:docMk/>
            <pc:sldMk cId="0" sldId="450"/>
            <ac:inkMk id="25" creationId="{820A01B0-14D7-486E-8D72-4B18744675C7}"/>
          </ac:inkMkLst>
        </pc:inkChg>
        <pc:inkChg chg="add">
          <ac:chgData name="Md. Nahid Hasan" userId="S::nahid@vu.edu.bd::85ea5f9e-65d6-4031-b810-9415101f2e21" providerId="AD" clId="Web-{33685DED-4360-4BD4-65C7-91423BB2E243}" dt="2020-09-01T06:13:52.216" v="278"/>
          <ac:inkMkLst>
            <pc:docMk/>
            <pc:sldMk cId="0" sldId="450"/>
            <ac:inkMk id="26" creationId="{BA32321D-3F29-4CF0-A724-7490A28DF32B}"/>
          </ac:inkMkLst>
        </pc:inkChg>
        <pc:inkChg chg="add">
          <ac:chgData name="Md. Nahid Hasan" userId="S::nahid@vu.edu.bd::85ea5f9e-65d6-4031-b810-9415101f2e21" providerId="AD" clId="Web-{33685DED-4360-4BD4-65C7-91423BB2E243}" dt="2020-09-01T06:13:55.154" v="279"/>
          <ac:inkMkLst>
            <pc:docMk/>
            <pc:sldMk cId="0" sldId="450"/>
            <ac:inkMk id="27" creationId="{CE0415CA-19FC-4628-B8B5-6F1BEAD869A9}"/>
          </ac:inkMkLst>
        </pc:inkChg>
        <pc:inkChg chg="add">
          <ac:chgData name="Md. Nahid Hasan" userId="S::nahid@vu.edu.bd::85ea5f9e-65d6-4031-b810-9415101f2e21" providerId="AD" clId="Web-{33685DED-4360-4BD4-65C7-91423BB2E243}" dt="2020-09-01T06:13:55.169" v="280"/>
          <ac:inkMkLst>
            <pc:docMk/>
            <pc:sldMk cId="0" sldId="450"/>
            <ac:inkMk id="28" creationId="{7AD0BA45-4C45-45BF-AC87-114A71A72537}"/>
          </ac:inkMkLst>
        </pc:inkChg>
        <pc:inkChg chg="add">
          <ac:chgData name="Md. Nahid Hasan" userId="S::nahid@vu.edu.bd::85ea5f9e-65d6-4031-b810-9415101f2e21" providerId="AD" clId="Web-{33685DED-4360-4BD4-65C7-91423BB2E243}" dt="2020-09-01T06:13:55.169" v="281"/>
          <ac:inkMkLst>
            <pc:docMk/>
            <pc:sldMk cId="0" sldId="450"/>
            <ac:inkMk id="29" creationId="{18FA32C1-515C-4076-B56C-FC27EB021A4D}"/>
          </ac:inkMkLst>
        </pc:inkChg>
        <pc:inkChg chg="add">
          <ac:chgData name="Md. Nahid Hasan" userId="S::nahid@vu.edu.bd::85ea5f9e-65d6-4031-b810-9415101f2e21" providerId="AD" clId="Web-{33685DED-4360-4BD4-65C7-91423BB2E243}" dt="2020-09-01T06:13:55.169" v="282"/>
          <ac:inkMkLst>
            <pc:docMk/>
            <pc:sldMk cId="0" sldId="450"/>
            <ac:inkMk id="30" creationId="{FB183047-69A3-464C-9E72-A5512D7E3D63}"/>
          </ac:inkMkLst>
        </pc:inkChg>
        <pc:inkChg chg="add">
          <ac:chgData name="Md. Nahid Hasan" userId="S::nahid@vu.edu.bd::85ea5f9e-65d6-4031-b810-9415101f2e21" providerId="AD" clId="Web-{33685DED-4360-4BD4-65C7-91423BB2E243}" dt="2020-09-01T06:13:57.091" v="283"/>
          <ac:inkMkLst>
            <pc:docMk/>
            <pc:sldMk cId="0" sldId="450"/>
            <ac:inkMk id="31" creationId="{3608E718-9DFE-481A-ACB6-7D9204DA6993}"/>
          </ac:inkMkLst>
        </pc:inkChg>
        <pc:inkChg chg="add">
          <ac:chgData name="Md. Nahid Hasan" userId="S::nahid@vu.edu.bd::85ea5f9e-65d6-4031-b810-9415101f2e21" providerId="AD" clId="Web-{33685DED-4360-4BD4-65C7-91423BB2E243}" dt="2020-09-01T06:13:57.107" v="284"/>
          <ac:inkMkLst>
            <pc:docMk/>
            <pc:sldMk cId="0" sldId="450"/>
            <ac:inkMk id="32" creationId="{5210A008-E867-4BAE-B0D5-F5D430D111AF}"/>
          </ac:inkMkLst>
        </pc:inkChg>
        <pc:inkChg chg="add">
          <ac:chgData name="Md. Nahid Hasan" userId="S::nahid@vu.edu.bd::85ea5f9e-65d6-4031-b810-9415101f2e21" providerId="AD" clId="Web-{33685DED-4360-4BD4-65C7-91423BB2E243}" dt="2020-09-01T06:13:57.107" v="285"/>
          <ac:inkMkLst>
            <pc:docMk/>
            <pc:sldMk cId="0" sldId="450"/>
            <ac:inkMk id="33" creationId="{D9894496-09F7-4871-AB75-A34EA85D7956}"/>
          </ac:inkMkLst>
        </pc:inkChg>
        <pc:inkChg chg="add">
          <ac:chgData name="Md. Nahid Hasan" userId="S::nahid@vu.edu.bd::85ea5f9e-65d6-4031-b810-9415101f2e21" providerId="AD" clId="Web-{33685DED-4360-4BD4-65C7-91423BB2E243}" dt="2020-09-01T06:13:57.107" v="286"/>
          <ac:inkMkLst>
            <pc:docMk/>
            <pc:sldMk cId="0" sldId="450"/>
            <ac:inkMk id="34" creationId="{6931EECE-B753-4797-BE84-AD91408B9E5F}"/>
          </ac:inkMkLst>
        </pc:inkChg>
        <pc:inkChg chg="add">
          <ac:chgData name="Md. Nahid Hasan" userId="S::nahid@vu.edu.bd::85ea5f9e-65d6-4031-b810-9415101f2e21" providerId="AD" clId="Web-{33685DED-4360-4BD4-65C7-91423BB2E243}" dt="2020-09-01T06:13:59.341" v="287"/>
          <ac:inkMkLst>
            <pc:docMk/>
            <pc:sldMk cId="0" sldId="450"/>
            <ac:inkMk id="35" creationId="{77118B96-CB88-4F9A-A3F5-DC084F64D87E}"/>
          </ac:inkMkLst>
        </pc:inkChg>
        <pc:inkChg chg="add">
          <ac:chgData name="Md. Nahid Hasan" userId="S::nahid@vu.edu.bd::85ea5f9e-65d6-4031-b810-9415101f2e21" providerId="AD" clId="Web-{33685DED-4360-4BD4-65C7-91423BB2E243}" dt="2020-09-01T06:13:59.357" v="288"/>
          <ac:inkMkLst>
            <pc:docMk/>
            <pc:sldMk cId="0" sldId="450"/>
            <ac:inkMk id="36" creationId="{DC1600B7-E8B3-4789-A180-FBEB324AA56A}"/>
          </ac:inkMkLst>
        </pc:inkChg>
        <pc:inkChg chg="add">
          <ac:chgData name="Md. Nahid Hasan" userId="S::nahid@vu.edu.bd::85ea5f9e-65d6-4031-b810-9415101f2e21" providerId="AD" clId="Web-{33685DED-4360-4BD4-65C7-91423BB2E243}" dt="2020-09-01T06:13:59.357" v="289"/>
          <ac:inkMkLst>
            <pc:docMk/>
            <pc:sldMk cId="0" sldId="450"/>
            <ac:inkMk id="37" creationId="{3EE23341-FD58-4084-AB5A-18A99B7F5DA3}"/>
          </ac:inkMkLst>
        </pc:inkChg>
        <pc:inkChg chg="add">
          <ac:chgData name="Md. Nahid Hasan" userId="S::nahid@vu.edu.bd::85ea5f9e-65d6-4031-b810-9415101f2e21" providerId="AD" clId="Web-{33685DED-4360-4BD4-65C7-91423BB2E243}" dt="2020-09-01T06:13:59.372" v="290"/>
          <ac:inkMkLst>
            <pc:docMk/>
            <pc:sldMk cId="0" sldId="450"/>
            <ac:inkMk id="38" creationId="{5CF214C5-CF97-4C10-9781-6F1A764B1517}"/>
          </ac:inkMkLst>
        </pc:inkChg>
        <pc:inkChg chg="add">
          <ac:chgData name="Md. Nahid Hasan" userId="S::nahid@vu.edu.bd::85ea5f9e-65d6-4031-b810-9415101f2e21" providerId="AD" clId="Web-{33685DED-4360-4BD4-65C7-91423BB2E243}" dt="2020-09-01T06:14:02.013" v="291"/>
          <ac:inkMkLst>
            <pc:docMk/>
            <pc:sldMk cId="0" sldId="450"/>
            <ac:inkMk id="39" creationId="{9AF5B7AB-EDD9-49A0-BB10-C8EFD4D5005C}"/>
          </ac:inkMkLst>
        </pc:inkChg>
        <pc:inkChg chg="add">
          <ac:chgData name="Md. Nahid Hasan" userId="S::nahid@vu.edu.bd::85ea5f9e-65d6-4031-b810-9415101f2e21" providerId="AD" clId="Web-{33685DED-4360-4BD4-65C7-91423BB2E243}" dt="2020-09-01T06:14:02.029" v="292"/>
          <ac:inkMkLst>
            <pc:docMk/>
            <pc:sldMk cId="0" sldId="450"/>
            <ac:inkMk id="40" creationId="{AC65B8FF-DA32-4878-803D-27567FEFA819}"/>
          </ac:inkMkLst>
        </pc:inkChg>
        <pc:inkChg chg="add">
          <ac:chgData name="Md. Nahid Hasan" userId="S::nahid@vu.edu.bd::85ea5f9e-65d6-4031-b810-9415101f2e21" providerId="AD" clId="Web-{33685DED-4360-4BD4-65C7-91423BB2E243}" dt="2020-09-01T06:14:02.029" v="293"/>
          <ac:inkMkLst>
            <pc:docMk/>
            <pc:sldMk cId="0" sldId="450"/>
            <ac:inkMk id="41" creationId="{E84101E4-85B9-4F03-886E-F0608C527D9F}"/>
          </ac:inkMkLst>
        </pc:inkChg>
        <pc:inkChg chg="add">
          <ac:chgData name="Md. Nahid Hasan" userId="S::nahid@vu.edu.bd::85ea5f9e-65d6-4031-b810-9415101f2e21" providerId="AD" clId="Web-{33685DED-4360-4BD4-65C7-91423BB2E243}" dt="2020-09-01T06:14:12.503" v="294"/>
          <ac:inkMkLst>
            <pc:docMk/>
            <pc:sldMk cId="0" sldId="450"/>
            <ac:inkMk id="42" creationId="{7DAC63FB-6EF5-4363-8733-50B32D31D8A0}"/>
          </ac:inkMkLst>
        </pc:inkChg>
        <pc:inkChg chg="add">
          <ac:chgData name="Md. Nahid Hasan" userId="S::nahid@vu.edu.bd::85ea5f9e-65d6-4031-b810-9415101f2e21" providerId="AD" clId="Web-{33685DED-4360-4BD4-65C7-91423BB2E243}" dt="2020-09-01T06:14:13.998" v="295"/>
          <ac:inkMkLst>
            <pc:docMk/>
            <pc:sldMk cId="0" sldId="450"/>
            <ac:inkMk id="43" creationId="{02AF2E96-27A2-4F0A-BCCB-8726845DF292}"/>
          </ac:inkMkLst>
        </pc:inkChg>
        <pc:inkChg chg="add">
          <ac:chgData name="Md. Nahid Hasan" userId="S::nahid@vu.edu.bd::85ea5f9e-65d6-4031-b810-9415101f2e21" providerId="AD" clId="Web-{33685DED-4360-4BD4-65C7-91423BB2E243}" dt="2020-09-01T06:14:25.451" v="296"/>
          <ac:inkMkLst>
            <pc:docMk/>
            <pc:sldMk cId="0" sldId="450"/>
            <ac:inkMk id="44" creationId="{A871F0AE-82EE-4B1C-8F92-8ED7C279DFEB}"/>
          </ac:inkMkLst>
        </pc:inkChg>
        <pc:inkChg chg="add">
          <ac:chgData name="Md. Nahid Hasan" userId="S::nahid@vu.edu.bd::85ea5f9e-65d6-4031-b810-9415101f2e21" providerId="AD" clId="Web-{33685DED-4360-4BD4-65C7-91423BB2E243}" dt="2020-09-01T06:14:25.466" v="297"/>
          <ac:inkMkLst>
            <pc:docMk/>
            <pc:sldMk cId="0" sldId="450"/>
            <ac:inkMk id="45" creationId="{FB744103-CB3A-4B86-9099-7CFAEB76D758}"/>
          </ac:inkMkLst>
        </pc:inkChg>
        <pc:inkChg chg="add">
          <ac:chgData name="Md. Nahid Hasan" userId="S::nahid@vu.edu.bd::85ea5f9e-65d6-4031-b810-9415101f2e21" providerId="AD" clId="Web-{33685DED-4360-4BD4-65C7-91423BB2E243}" dt="2020-09-01T06:14:25.466" v="298"/>
          <ac:inkMkLst>
            <pc:docMk/>
            <pc:sldMk cId="0" sldId="450"/>
            <ac:inkMk id="46" creationId="{C7C90E9E-B394-45F0-9B6B-0FF707AE87A6}"/>
          </ac:inkMkLst>
        </pc:inkChg>
        <pc:inkChg chg="add">
          <ac:chgData name="Md. Nahid Hasan" userId="S::nahid@vu.edu.bd::85ea5f9e-65d6-4031-b810-9415101f2e21" providerId="AD" clId="Web-{33685DED-4360-4BD4-65C7-91423BB2E243}" dt="2020-09-01T06:14:25.466" v="299"/>
          <ac:inkMkLst>
            <pc:docMk/>
            <pc:sldMk cId="0" sldId="450"/>
            <ac:inkMk id="47" creationId="{233E502D-98E6-49BA-B6AE-A67ABB234290}"/>
          </ac:inkMkLst>
        </pc:inkChg>
        <pc:inkChg chg="add">
          <ac:chgData name="Md. Nahid Hasan" userId="S::nahid@vu.edu.bd::85ea5f9e-65d6-4031-b810-9415101f2e21" providerId="AD" clId="Web-{33685DED-4360-4BD4-65C7-91423BB2E243}" dt="2020-09-01T06:14:25.482" v="300"/>
          <ac:inkMkLst>
            <pc:docMk/>
            <pc:sldMk cId="0" sldId="450"/>
            <ac:inkMk id="48" creationId="{4F99D0C0-0A01-4D49-9C69-8A858A686A6B}"/>
          </ac:inkMkLst>
        </pc:inkChg>
        <pc:inkChg chg="add">
          <ac:chgData name="Md. Nahid Hasan" userId="S::nahid@vu.edu.bd::85ea5f9e-65d6-4031-b810-9415101f2e21" providerId="AD" clId="Web-{33685DED-4360-4BD4-65C7-91423BB2E243}" dt="2020-09-01T06:14:25.498" v="301"/>
          <ac:inkMkLst>
            <pc:docMk/>
            <pc:sldMk cId="0" sldId="450"/>
            <ac:inkMk id="49" creationId="{853D9560-16B0-4727-8BEC-5901CBC5A0F3}"/>
          </ac:inkMkLst>
        </pc:inkChg>
        <pc:inkChg chg="add">
          <ac:chgData name="Md. Nahid Hasan" userId="S::nahid@vu.edu.bd::85ea5f9e-65d6-4031-b810-9415101f2e21" providerId="AD" clId="Web-{33685DED-4360-4BD4-65C7-91423BB2E243}" dt="2020-09-01T06:14:25.498" v="302"/>
          <ac:inkMkLst>
            <pc:docMk/>
            <pc:sldMk cId="0" sldId="450"/>
            <ac:inkMk id="50" creationId="{93E4BBEF-B8F0-42D3-9987-D5CA5A84667D}"/>
          </ac:inkMkLst>
        </pc:inkChg>
        <pc:inkChg chg="add">
          <ac:chgData name="Md. Nahid Hasan" userId="S::nahid@vu.edu.bd::85ea5f9e-65d6-4031-b810-9415101f2e21" providerId="AD" clId="Web-{33685DED-4360-4BD4-65C7-91423BB2E243}" dt="2020-09-01T06:14:27.685" v="303"/>
          <ac:inkMkLst>
            <pc:docMk/>
            <pc:sldMk cId="0" sldId="450"/>
            <ac:inkMk id="51" creationId="{D7AD6A07-CC42-4347-84F9-B60435DE0A9F}"/>
          </ac:inkMkLst>
        </pc:inkChg>
        <pc:inkChg chg="add">
          <ac:chgData name="Md. Nahid Hasan" userId="S::nahid@vu.edu.bd::85ea5f9e-65d6-4031-b810-9415101f2e21" providerId="AD" clId="Web-{33685DED-4360-4BD4-65C7-91423BB2E243}" dt="2020-09-01T06:14:27.701" v="304"/>
          <ac:inkMkLst>
            <pc:docMk/>
            <pc:sldMk cId="0" sldId="450"/>
            <ac:inkMk id="52" creationId="{E3EC295B-639A-4588-B7E9-D4F0DF6E0580}"/>
          </ac:inkMkLst>
        </pc:inkChg>
        <pc:inkChg chg="add">
          <ac:chgData name="Md. Nahid Hasan" userId="S::nahid@vu.edu.bd::85ea5f9e-65d6-4031-b810-9415101f2e21" providerId="AD" clId="Web-{33685DED-4360-4BD4-65C7-91423BB2E243}" dt="2020-09-01T06:14:27.748" v="305"/>
          <ac:inkMkLst>
            <pc:docMk/>
            <pc:sldMk cId="0" sldId="450"/>
            <ac:inkMk id="53" creationId="{5F7B2040-5A21-4DC7-A6EA-E5B82EAED74E}"/>
          </ac:inkMkLst>
        </pc:inkChg>
        <pc:inkChg chg="add">
          <ac:chgData name="Md. Nahid Hasan" userId="S::nahid@vu.edu.bd::85ea5f9e-65d6-4031-b810-9415101f2e21" providerId="AD" clId="Web-{33685DED-4360-4BD4-65C7-91423BB2E243}" dt="2020-09-01T06:14:27.763" v="306"/>
          <ac:inkMkLst>
            <pc:docMk/>
            <pc:sldMk cId="0" sldId="450"/>
            <ac:inkMk id="54" creationId="{5F066574-5A38-4BEE-B324-398E7A5764FE}"/>
          </ac:inkMkLst>
        </pc:inkChg>
        <pc:inkChg chg="add">
          <ac:chgData name="Md. Nahid Hasan" userId="S::nahid@vu.edu.bd::85ea5f9e-65d6-4031-b810-9415101f2e21" providerId="AD" clId="Web-{33685DED-4360-4BD4-65C7-91423BB2E243}" dt="2020-09-01T06:14:28.545" v="307"/>
          <ac:inkMkLst>
            <pc:docMk/>
            <pc:sldMk cId="0" sldId="450"/>
            <ac:inkMk id="55" creationId="{B842CC6C-8874-47D5-8BE7-5CC92A1D13E8}"/>
          </ac:inkMkLst>
        </pc:inkChg>
        <pc:inkChg chg="add">
          <ac:chgData name="Md. Nahid Hasan" userId="S::nahid@vu.edu.bd::85ea5f9e-65d6-4031-b810-9415101f2e21" providerId="AD" clId="Web-{33685DED-4360-4BD4-65C7-91423BB2E243}" dt="2020-09-01T06:14:28.560" v="308"/>
          <ac:inkMkLst>
            <pc:docMk/>
            <pc:sldMk cId="0" sldId="450"/>
            <ac:inkMk id="56" creationId="{221318D3-616F-4A97-8C57-95154A4B3140}"/>
          </ac:inkMkLst>
        </pc:inkChg>
        <pc:inkChg chg="add">
          <ac:chgData name="Md. Nahid Hasan" userId="S::nahid@vu.edu.bd::85ea5f9e-65d6-4031-b810-9415101f2e21" providerId="AD" clId="Web-{33685DED-4360-4BD4-65C7-91423BB2E243}" dt="2020-09-01T06:14:37.935" v="309"/>
          <ac:inkMkLst>
            <pc:docMk/>
            <pc:sldMk cId="0" sldId="450"/>
            <ac:inkMk id="57" creationId="{DFDC7E39-5BC8-4275-8558-2302577D854C}"/>
          </ac:inkMkLst>
        </pc:inkChg>
        <pc:inkChg chg="add">
          <ac:chgData name="Md. Nahid Hasan" userId="S::nahid@vu.edu.bd::85ea5f9e-65d6-4031-b810-9415101f2e21" providerId="AD" clId="Web-{33685DED-4360-4BD4-65C7-91423BB2E243}" dt="2020-09-01T06:14:38.982" v="310"/>
          <ac:inkMkLst>
            <pc:docMk/>
            <pc:sldMk cId="0" sldId="450"/>
            <ac:inkMk id="58" creationId="{69A0AB0E-055E-4EC6-A616-1D6DD10E7335}"/>
          </ac:inkMkLst>
        </pc:inkChg>
        <pc:inkChg chg="add">
          <ac:chgData name="Md. Nahid Hasan" userId="S::nahid@vu.edu.bd::85ea5f9e-65d6-4031-b810-9415101f2e21" providerId="AD" clId="Web-{33685DED-4360-4BD4-65C7-91423BB2E243}" dt="2020-09-01T06:14:51.311" v="311"/>
          <ac:inkMkLst>
            <pc:docMk/>
            <pc:sldMk cId="0" sldId="450"/>
            <ac:inkMk id="59" creationId="{E2D14AC0-FD9F-4BBD-AC3A-CF65BAE0EA35}"/>
          </ac:inkMkLst>
        </pc:inkChg>
        <pc:inkChg chg="add">
          <ac:chgData name="Md. Nahid Hasan" userId="S::nahid@vu.edu.bd::85ea5f9e-65d6-4031-b810-9415101f2e21" providerId="AD" clId="Web-{33685DED-4360-4BD4-65C7-91423BB2E243}" dt="2020-09-01T06:14:52.638" v="312"/>
          <ac:inkMkLst>
            <pc:docMk/>
            <pc:sldMk cId="0" sldId="450"/>
            <ac:inkMk id="60" creationId="{898AA010-A854-417B-8715-9BB8F7D996DD}"/>
          </ac:inkMkLst>
        </pc:inkChg>
        <pc:inkChg chg="add">
          <ac:chgData name="Md. Nahid Hasan" userId="S::nahid@vu.edu.bd::85ea5f9e-65d6-4031-b810-9415101f2e21" providerId="AD" clId="Web-{33685DED-4360-4BD4-65C7-91423BB2E243}" dt="2020-09-01T06:14:53.326" v="313"/>
          <ac:inkMkLst>
            <pc:docMk/>
            <pc:sldMk cId="0" sldId="450"/>
            <ac:inkMk id="61" creationId="{10A487D5-9678-4747-9BDD-A8C7EE7C8962}"/>
          </ac:inkMkLst>
        </pc:inkChg>
        <pc:inkChg chg="add">
          <ac:chgData name="Md. Nahid Hasan" userId="S::nahid@vu.edu.bd::85ea5f9e-65d6-4031-b810-9415101f2e21" providerId="AD" clId="Web-{33685DED-4360-4BD4-65C7-91423BB2E243}" dt="2020-09-01T06:14:53.342" v="314"/>
          <ac:inkMkLst>
            <pc:docMk/>
            <pc:sldMk cId="0" sldId="450"/>
            <ac:inkMk id="62" creationId="{6EFE9E3C-11E7-4009-BCD1-80195D231335}"/>
          </ac:inkMkLst>
        </pc:inkChg>
        <pc:inkChg chg="add">
          <ac:chgData name="Md. Nahid Hasan" userId="S::nahid@vu.edu.bd::85ea5f9e-65d6-4031-b810-9415101f2e21" providerId="AD" clId="Web-{33685DED-4360-4BD4-65C7-91423BB2E243}" dt="2020-09-01T06:14:55.279" v="315"/>
          <ac:inkMkLst>
            <pc:docMk/>
            <pc:sldMk cId="0" sldId="450"/>
            <ac:inkMk id="63" creationId="{0D2026B1-21CB-44E5-AAC6-47DB1B000E86}"/>
          </ac:inkMkLst>
        </pc:inkChg>
        <pc:inkChg chg="add">
          <ac:chgData name="Md. Nahid Hasan" userId="S::nahid@vu.edu.bd::85ea5f9e-65d6-4031-b810-9415101f2e21" providerId="AD" clId="Web-{33685DED-4360-4BD4-65C7-91423BB2E243}" dt="2020-09-01T06:14:55.279" v="316"/>
          <ac:inkMkLst>
            <pc:docMk/>
            <pc:sldMk cId="0" sldId="450"/>
            <ac:inkMk id="68608" creationId="{2D207145-7E56-49D9-B890-25995C6B4789}"/>
          </ac:inkMkLst>
        </pc:inkChg>
        <pc:inkChg chg="add">
          <ac:chgData name="Md. Nahid Hasan" userId="S::nahid@vu.edu.bd::85ea5f9e-65d6-4031-b810-9415101f2e21" providerId="AD" clId="Web-{33685DED-4360-4BD4-65C7-91423BB2E243}" dt="2020-09-01T06:15:01.107" v="317"/>
          <ac:inkMkLst>
            <pc:docMk/>
            <pc:sldMk cId="0" sldId="450"/>
            <ac:inkMk id="68609" creationId="{25002042-B09C-44DC-BCFC-FC857CE88A1D}"/>
          </ac:inkMkLst>
        </pc:inkChg>
        <pc:inkChg chg="add">
          <ac:chgData name="Md. Nahid Hasan" userId="S::nahid@vu.edu.bd::85ea5f9e-65d6-4031-b810-9415101f2e21" providerId="AD" clId="Web-{33685DED-4360-4BD4-65C7-91423BB2E243}" dt="2020-09-01T06:15:01.123" v="318"/>
          <ac:inkMkLst>
            <pc:docMk/>
            <pc:sldMk cId="0" sldId="450"/>
            <ac:inkMk id="68612" creationId="{D7714A6F-0B1A-42D6-AEE2-4BAAEE330493}"/>
          </ac:inkMkLst>
        </pc:inkChg>
        <pc:inkChg chg="add">
          <ac:chgData name="Md. Nahid Hasan" userId="S::nahid@vu.edu.bd::85ea5f9e-65d6-4031-b810-9415101f2e21" providerId="AD" clId="Web-{33685DED-4360-4BD4-65C7-91423BB2E243}" dt="2020-09-01T06:15:02.576" v="319"/>
          <ac:inkMkLst>
            <pc:docMk/>
            <pc:sldMk cId="0" sldId="450"/>
            <ac:inkMk id="68613" creationId="{76EC9EA2-E473-412A-923E-923564FD4133}"/>
          </ac:inkMkLst>
        </pc:inkChg>
        <pc:inkChg chg="add">
          <ac:chgData name="Md. Nahid Hasan" userId="S::nahid@vu.edu.bd::85ea5f9e-65d6-4031-b810-9415101f2e21" providerId="AD" clId="Web-{33685DED-4360-4BD4-65C7-91423BB2E243}" dt="2020-09-01T06:15:02.576" v="320"/>
          <ac:inkMkLst>
            <pc:docMk/>
            <pc:sldMk cId="0" sldId="450"/>
            <ac:inkMk id="68614" creationId="{B787AB3C-1615-4290-B628-DC18AC0ABFD0}"/>
          </ac:inkMkLst>
        </pc:inkChg>
        <pc:inkChg chg="add">
          <ac:chgData name="Md. Nahid Hasan" userId="S::nahid@vu.edu.bd::85ea5f9e-65d6-4031-b810-9415101f2e21" providerId="AD" clId="Web-{33685DED-4360-4BD4-65C7-91423BB2E243}" dt="2020-09-01T06:15:04.732" v="321"/>
          <ac:inkMkLst>
            <pc:docMk/>
            <pc:sldMk cId="0" sldId="450"/>
            <ac:inkMk id="68615" creationId="{1B254425-1DC0-470F-A21F-ACC4D9271005}"/>
          </ac:inkMkLst>
        </pc:inkChg>
        <pc:inkChg chg="add">
          <ac:chgData name="Md. Nahid Hasan" userId="S::nahid@vu.edu.bd::85ea5f9e-65d6-4031-b810-9415101f2e21" providerId="AD" clId="Web-{33685DED-4360-4BD4-65C7-91423BB2E243}" dt="2020-09-01T06:15:04.732" v="322"/>
          <ac:inkMkLst>
            <pc:docMk/>
            <pc:sldMk cId="0" sldId="450"/>
            <ac:inkMk id="68616" creationId="{C1D006B1-AE57-463D-8FD0-1537C088F017}"/>
          </ac:inkMkLst>
        </pc:inkChg>
        <pc:inkChg chg="add">
          <ac:chgData name="Md. Nahid Hasan" userId="S::nahid@vu.edu.bd::85ea5f9e-65d6-4031-b810-9415101f2e21" providerId="AD" clId="Web-{33685DED-4360-4BD4-65C7-91423BB2E243}" dt="2020-09-01T06:15:05.935" v="323"/>
          <ac:inkMkLst>
            <pc:docMk/>
            <pc:sldMk cId="0" sldId="450"/>
            <ac:inkMk id="68617" creationId="{527C9C31-E610-44B3-B592-C9D1E19D8595}"/>
          </ac:inkMkLst>
        </pc:inkChg>
        <pc:inkChg chg="add">
          <ac:chgData name="Md. Nahid Hasan" userId="S::nahid@vu.edu.bd::85ea5f9e-65d6-4031-b810-9415101f2e21" providerId="AD" clId="Web-{33685DED-4360-4BD4-65C7-91423BB2E243}" dt="2020-09-01T06:15:37.936" v="324"/>
          <ac:inkMkLst>
            <pc:docMk/>
            <pc:sldMk cId="0" sldId="450"/>
            <ac:inkMk id="68618" creationId="{EA762FBB-91E2-4F69-8A78-52F9E79109E2}"/>
          </ac:inkMkLst>
        </pc:inkChg>
        <pc:inkChg chg="add">
          <ac:chgData name="Md. Nahid Hasan" userId="S::nahid@vu.edu.bd::85ea5f9e-65d6-4031-b810-9415101f2e21" providerId="AD" clId="Web-{33685DED-4360-4BD4-65C7-91423BB2E243}" dt="2020-09-01T06:15:41.061" v="325"/>
          <ac:inkMkLst>
            <pc:docMk/>
            <pc:sldMk cId="0" sldId="450"/>
            <ac:inkMk id="68619" creationId="{14DBD701-7A20-4D64-A465-F9E15CEBFF66}"/>
          </ac:inkMkLst>
        </pc:inkChg>
        <pc:inkChg chg="add">
          <ac:chgData name="Md. Nahid Hasan" userId="S::nahid@vu.edu.bd::85ea5f9e-65d6-4031-b810-9415101f2e21" providerId="AD" clId="Web-{33685DED-4360-4BD4-65C7-91423BB2E243}" dt="2020-09-01T06:15:49.280" v="326"/>
          <ac:inkMkLst>
            <pc:docMk/>
            <pc:sldMk cId="0" sldId="450"/>
            <ac:inkMk id="68620" creationId="{22FE0437-D069-447D-B77E-420D60717DBC}"/>
          </ac:inkMkLst>
        </pc:inkChg>
        <pc:inkChg chg="add">
          <ac:chgData name="Md. Nahid Hasan" userId="S::nahid@vu.edu.bd::85ea5f9e-65d6-4031-b810-9415101f2e21" providerId="AD" clId="Web-{33685DED-4360-4BD4-65C7-91423BB2E243}" dt="2020-09-01T06:15:50.264" v="327"/>
          <ac:inkMkLst>
            <pc:docMk/>
            <pc:sldMk cId="0" sldId="450"/>
            <ac:inkMk id="68621" creationId="{130B19FE-490A-41E6-8CBB-FF36F281BAC8}"/>
          </ac:inkMkLst>
        </pc:inkChg>
        <pc:inkChg chg="add">
          <ac:chgData name="Md. Nahid Hasan" userId="S::nahid@vu.edu.bd::85ea5f9e-65d6-4031-b810-9415101f2e21" providerId="AD" clId="Web-{33685DED-4360-4BD4-65C7-91423BB2E243}" dt="2020-09-01T06:15:56.795" v="328"/>
          <ac:inkMkLst>
            <pc:docMk/>
            <pc:sldMk cId="0" sldId="450"/>
            <ac:inkMk id="68622" creationId="{617D8F00-5EE8-44A5-90E1-C9A3FCA86DB8}"/>
          </ac:inkMkLst>
        </pc:inkChg>
        <pc:inkChg chg="add">
          <ac:chgData name="Md. Nahid Hasan" userId="S::nahid@vu.edu.bd::85ea5f9e-65d6-4031-b810-9415101f2e21" providerId="AD" clId="Web-{33685DED-4360-4BD4-65C7-91423BB2E243}" dt="2020-09-01T06:15:57.764" v="329"/>
          <ac:inkMkLst>
            <pc:docMk/>
            <pc:sldMk cId="0" sldId="450"/>
            <ac:inkMk id="68623" creationId="{350CD8A5-3648-453D-BB0B-63DC5C5EC72E}"/>
          </ac:inkMkLst>
        </pc:inkChg>
        <pc:inkChg chg="add">
          <ac:chgData name="Md. Nahid Hasan" userId="S::nahid@vu.edu.bd::85ea5f9e-65d6-4031-b810-9415101f2e21" providerId="AD" clId="Web-{33685DED-4360-4BD4-65C7-91423BB2E243}" dt="2020-09-01T06:15:58.874" v="330"/>
          <ac:inkMkLst>
            <pc:docMk/>
            <pc:sldMk cId="0" sldId="450"/>
            <ac:inkMk id="68624" creationId="{074AE96C-7F07-4BF1-B93E-B6645AFC5037}"/>
          </ac:inkMkLst>
        </pc:inkChg>
        <pc:inkChg chg="add">
          <ac:chgData name="Md. Nahid Hasan" userId="S::nahid@vu.edu.bd::85ea5f9e-65d6-4031-b810-9415101f2e21" providerId="AD" clId="Web-{33685DED-4360-4BD4-65C7-91423BB2E243}" dt="2020-09-01T06:15:59.748" v="331"/>
          <ac:inkMkLst>
            <pc:docMk/>
            <pc:sldMk cId="0" sldId="450"/>
            <ac:inkMk id="68625" creationId="{F00B4EA0-2235-48F4-BB3D-37E309D260A9}"/>
          </ac:inkMkLst>
        </pc:inkChg>
        <pc:inkChg chg="add">
          <ac:chgData name="Md. Nahid Hasan" userId="S::nahid@vu.edu.bd::85ea5f9e-65d6-4031-b810-9415101f2e21" providerId="AD" clId="Web-{33685DED-4360-4BD4-65C7-91423BB2E243}" dt="2020-09-01T06:16:00.795" v="332"/>
          <ac:inkMkLst>
            <pc:docMk/>
            <pc:sldMk cId="0" sldId="450"/>
            <ac:inkMk id="68626" creationId="{34DF369D-6F85-412E-9C1B-4BAFB55919AC}"/>
          </ac:inkMkLst>
        </pc:inkChg>
        <pc:inkChg chg="add">
          <ac:chgData name="Md. Nahid Hasan" userId="S::nahid@vu.edu.bd::85ea5f9e-65d6-4031-b810-9415101f2e21" providerId="AD" clId="Web-{33685DED-4360-4BD4-65C7-91423BB2E243}" dt="2020-09-01T06:16:02.873" v="333"/>
          <ac:inkMkLst>
            <pc:docMk/>
            <pc:sldMk cId="0" sldId="450"/>
            <ac:inkMk id="68627" creationId="{9C1DA092-9C43-40D8-8B92-0D8D0D196826}"/>
          </ac:inkMkLst>
        </pc:inkChg>
        <pc:inkChg chg="add">
          <ac:chgData name="Md. Nahid Hasan" userId="S::nahid@vu.edu.bd::85ea5f9e-65d6-4031-b810-9415101f2e21" providerId="AD" clId="Web-{33685DED-4360-4BD4-65C7-91423BB2E243}" dt="2020-09-01T06:16:02.889" v="334"/>
          <ac:inkMkLst>
            <pc:docMk/>
            <pc:sldMk cId="0" sldId="450"/>
            <ac:inkMk id="68628" creationId="{2D038A73-229C-4EE2-87A4-C3A05240BAF7}"/>
          </ac:inkMkLst>
        </pc:inkChg>
        <pc:inkChg chg="add">
          <ac:chgData name="Md. Nahid Hasan" userId="S::nahid@vu.edu.bd::85ea5f9e-65d6-4031-b810-9415101f2e21" providerId="AD" clId="Web-{33685DED-4360-4BD4-65C7-91423BB2E243}" dt="2020-09-01T06:16:02.889" v="335"/>
          <ac:inkMkLst>
            <pc:docMk/>
            <pc:sldMk cId="0" sldId="450"/>
            <ac:inkMk id="68629" creationId="{637A7E46-A86A-41A9-AD4A-5ACA6F86267A}"/>
          </ac:inkMkLst>
        </pc:inkChg>
        <pc:inkChg chg="add">
          <ac:chgData name="Md. Nahid Hasan" userId="S::nahid@vu.edu.bd::85ea5f9e-65d6-4031-b810-9415101f2e21" providerId="AD" clId="Web-{33685DED-4360-4BD4-65C7-91423BB2E243}" dt="2020-09-01T06:16:05.342" v="336"/>
          <ac:inkMkLst>
            <pc:docMk/>
            <pc:sldMk cId="0" sldId="450"/>
            <ac:inkMk id="68630" creationId="{730BB174-8E15-4EB6-A719-5674C3C33593}"/>
          </ac:inkMkLst>
        </pc:inkChg>
        <pc:inkChg chg="add">
          <ac:chgData name="Md. Nahid Hasan" userId="S::nahid@vu.edu.bd::85ea5f9e-65d6-4031-b810-9415101f2e21" providerId="AD" clId="Web-{33685DED-4360-4BD4-65C7-91423BB2E243}" dt="2020-09-01T06:16:05.358" v="337"/>
          <ac:inkMkLst>
            <pc:docMk/>
            <pc:sldMk cId="0" sldId="450"/>
            <ac:inkMk id="68631" creationId="{C85E6888-A3E9-4BC3-BD87-2363E37137B7}"/>
          </ac:inkMkLst>
        </pc:inkChg>
        <pc:inkChg chg="add">
          <ac:chgData name="Md. Nahid Hasan" userId="S::nahid@vu.edu.bd::85ea5f9e-65d6-4031-b810-9415101f2e21" providerId="AD" clId="Web-{33685DED-4360-4BD4-65C7-91423BB2E243}" dt="2020-09-01T06:16:05.358" v="338"/>
          <ac:inkMkLst>
            <pc:docMk/>
            <pc:sldMk cId="0" sldId="450"/>
            <ac:inkMk id="68632" creationId="{96C91995-84EA-4AEF-B802-FFDF5C300442}"/>
          </ac:inkMkLst>
        </pc:inkChg>
        <pc:inkChg chg="add">
          <ac:chgData name="Md. Nahid Hasan" userId="S::nahid@vu.edu.bd::85ea5f9e-65d6-4031-b810-9415101f2e21" providerId="AD" clId="Web-{33685DED-4360-4BD4-65C7-91423BB2E243}" dt="2020-09-01T06:16:05.374" v="339"/>
          <ac:inkMkLst>
            <pc:docMk/>
            <pc:sldMk cId="0" sldId="450"/>
            <ac:inkMk id="68633" creationId="{DF3DB7C8-5931-4181-848F-E2631A008108}"/>
          </ac:inkMkLst>
        </pc:inkChg>
        <pc:inkChg chg="add">
          <ac:chgData name="Md. Nahid Hasan" userId="S::nahid@vu.edu.bd::85ea5f9e-65d6-4031-b810-9415101f2e21" providerId="AD" clId="Web-{33685DED-4360-4BD4-65C7-91423BB2E243}" dt="2020-09-01T06:16:06.047" v="340"/>
          <ac:inkMkLst>
            <pc:docMk/>
            <pc:sldMk cId="0" sldId="450"/>
            <ac:inkMk id="68634" creationId="{ADCB0FC1-D77B-41B9-A830-79196EFFE0D1}"/>
          </ac:inkMkLst>
        </pc:inkChg>
        <pc:inkChg chg="add">
          <ac:chgData name="Md. Nahid Hasan" userId="S::nahid@vu.edu.bd::85ea5f9e-65d6-4031-b810-9415101f2e21" providerId="AD" clId="Web-{33685DED-4360-4BD4-65C7-91423BB2E243}" dt="2020-09-01T06:16:08.999" v="341"/>
          <ac:inkMkLst>
            <pc:docMk/>
            <pc:sldMk cId="0" sldId="450"/>
            <ac:inkMk id="68635" creationId="{AE15B037-C620-4D64-AF98-12AA633E577C}"/>
          </ac:inkMkLst>
        </pc:inkChg>
        <pc:inkChg chg="add">
          <ac:chgData name="Md. Nahid Hasan" userId="S::nahid@vu.edu.bd::85ea5f9e-65d6-4031-b810-9415101f2e21" providerId="AD" clId="Web-{33685DED-4360-4BD4-65C7-91423BB2E243}" dt="2020-09-01T06:16:09.014" v="342"/>
          <ac:inkMkLst>
            <pc:docMk/>
            <pc:sldMk cId="0" sldId="450"/>
            <ac:inkMk id="68636" creationId="{1E4EFB16-36D5-4213-BB62-B6553553AA84}"/>
          </ac:inkMkLst>
        </pc:inkChg>
        <pc:inkChg chg="add del">
          <ac:chgData name="Md. Nahid Hasan" userId="S::nahid@vu.edu.bd::85ea5f9e-65d6-4031-b810-9415101f2e21" providerId="AD" clId="Web-{33685DED-4360-4BD4-65C7-91423BB2E243}" dt="2020-09-01T06:16:14.467" v="344"/>
          <ac:inkMkLst>
            <pc:docMk/>
            <pc:sldMk cId="0" sldId="450"/>
            <ac:inkMk id="68637" creationId="{17ABD410-8863-4CED-A8D3-0CDDDD4C2415}"/>
          </ac:inkMkLst>
        </pc:inkChg>
        <pc:inkChg chg="add">
          <ac:chgData name="Md. Nahid Hasan" userId="S::nahid@vu.edu.bd::85ea5f9e-65d6-4031-b810-9415101f2e21" providerId="AD" clId="Web-{33685DED-4360-4BD4-65C7-91423BB2E243}" dt="2020-09-01T06:16:20.108" v="345"/>
          <ac:inkMkLst>
            <pc:docMk/>
            <pc:sldMk cId="0" sldId="450"/>
            <ac:inkMk id="68638" creationId="{9BB4F509-72FC-4C03-8012-1732777AE1B8}"/>
          </ac:inkMkLst>
        </pc:inkChg>
        <pc:inkChg chg="add">
          <ac:chgData name="Md. Nahid Hasan" userId="S::nahid@vu.edu.bd::85ea5f9e-65d6-4031-b810-9415101f2e21" providerId="AD" clId="Web-{33685DED-4360-4BD4-65C7-91423BB2E243}" dt="2020-09-01T06:16:29.186" v="346"/>
          <ac:inkMkLst>
            <pc:docMk/>
            <pc:sldMk cId="0" sldId="450"/>
            <ac:inkMk id="68639" creationId="{A545607A-2B6A-4CEE-9126-406D294008AF}"/>
          </ac:inkMkLst>
        </pc:inkChg>
        <pc:inkChg chg="add">
          <ac:chgData name="Md. Nahid Hasan" userId="S::nahid@vu.edu.bd::85ea5f9e-65d6-4031-b810-9415101f2e21" providerId="AD" clId="Web-{33685DED-4360-4BD4-65C7-91423BB2E243}" dt="2020-09-01T06:16:30.514" v="347"/>
          <ac:inkMkLst>
            <pc:docMk/>
            <pc:sldMk cId="0" sldId="450"/>
            <ac:inkMk id="68640" creationId="{14B98F34-FC35-415E-A394-EB3FF9FB3AEA}"/>
          </ac:inkMkLst>
        </pc:inkChg>
        <pc:inkChg chg="add">
          <ac:chgData name="Md. Nahid Hasan" userId="S::nahid@vu.edu.bd::85ea5f9e-65d6-4031-b810-9415101f2e21" providerId="AD" clId="Web-{33685DED-4360-4BD4-65C7-91423BB2E243}" dt="2020-09-01T06:16:48.827" v="348"/>
          <ac:inkMkLst>
            <pc:docMk/>
            <pc:sldMk cId="0" sldId="450"/>
            <ac:inkMk id="68641" creationId="{5D5D3571-5182-4AF3-83CF-453DC0C3CFB0}"/>
          </ac:inkMkLst>
        </pc:inkChg>
        <pc:inkChg chg="add">
          <ac:chgData name="Md. Nahid Hasan" userId="S::nahid@vu.edu.bd::85ea5f9e-65d6-4031-b810-9415101f2e21" providerId="AD" clId="Web-{33685DED-4360-4BD4-65C7-91423BB2E243}" dt="2020-09-01T06:17:29.374" v="351"/>
          <ac:inkMkLst>
            <pc:docMk/>
            <pc:sldMk cId="0" sldId="450"/>
            <ac:inkMk id="68642" creationId="{808DB8DB-374D-41D7-895D-4258CD9B57E1}"/>
          </ac:inkMkLst>
        </pc:inkChg>
        <pc:inkChg chg="add">
          <ac:chgData name="Md. Nahid Hasan" userId="S::nahid@vu.edu.bd::85ea5f9e-65d6-4031-b810-9415101f2e21" providerId="AD" clId="Web-{33685DED-4360-4BD4-65C7-91423BB2E243}" dt="2020-09-01T06:17:31.031" v="352"/>
          <ac:inkMkLst>
            <pc:docMk/>
            <pc:sldMk cId="0" sldId="450"/>
            <ac:inkMk id="68643" creationId="{246C6B95-EE94-4727-8E55-3BD7078FDC4F}"/>
          </ac:inkMkLst>
        </pc:inkChg>
        <pc:inkChg chg="add">
          <ac:chgData name="Md. Nahid Hasan" userId="S::nahid@vu.edu.bd::85ea5f9e-65d6-4031-b810-9415101f2e21" providerId="AD" clId="Web-{33685DED-4360-4BD4-65C7-91423BB2E243}" dt="2020-09-01T06:17:31.046" v="353"/>
          <ac:inkMkLst>
            <pc:docMk/>
            <pc:sldMk cId="0" sldId="450"/>
            <ac:inkMk id="68644" creationId="{3A3970DD-DB36-4554-8E79-621BA9D6D687}"/>
          </ac:inkMkLst>
        </pc:inkChg>
        <pc:inkChg chg="add">
          <ac:chgData name="Md. Nahid Hasan" userId="S::nahid@vu.edu.bd::85ea5f9e-65d6-4031-b810-9415101f2e21" providerId="AD" clId="Web-{33685DED-4360-4BD4-65C7-91423BB2E243}" dt="2020-09-01T06:17:31.046" v="354"/>
          <ac:inkMkLst>
            <pc:docMk/>
            <pc:sldMk cId="0" sldId="450"/>
            <ac:inkMk id="68645" creationId="{AE0C2DAF-6670-499A-9010-ECA76AEEEB26}"/>
          </ac:inkMkLst>
        </pc:inkChg>
        <pc:inkChg chg="add">
          <ac:chgData name="Md. Nahid Hasan" userId="S::nahid@vu.edu.bd::85ea5f9e-65d6-4031-b810-9415101f2e21" providerId="AD" clId="Web-{33685DED-4360-4BD4-65C7-91423BB2E243}" dt="2020-09-01T06:17:33.437" v="355"/>
          <ac:inkMkLst>
            <pc:docMk/>
            <pc:sldMk cId="0" sldId="450"/>
            <ac:inkMk id="68646" creationId="{3702C42F-0EA0-46A4-8A07-976F5BD10374}"/>
          </ac:inkMkLst>
        </pc:inkChg>
        <pc:inkChg chg="add">
          <ac:chgData name="Md. Nahid Hasan" userId="S::nahid@vu.edu.bd::85ea5f9e-65d6-4031-b810-9415101f2e21" providerId="AD" clId="Web-{33685DED-4360-4BD4-65C7-91423BB2E243}" dt="2020-09-01T06:17:50.390" v="356"/>
          <ac:inkMkLst>
            <pc:docMk/>
            <pc:sldMk cId="0" sldId="450"/>
            <ac:inkMk id="68647" creationId="{1A86C979-449F-4FA1-B94A-F2CA20602DB9}"/>
          </ac:inkMkLst>
        </pc:inkChg>
        <pc:inkChg chg="add">
          <ac:chgData name="Md. Nahid Hasan" userId="S::nahid@vu.edu.bd::85ea5f9e-65d6-4031-b810-9415101f2e21" providerId="AD" clId="Web-{33685DED-4360-4BD4-65C7-91423BB2E243}" dt="2020-09-01T06:17:55.843" v="357"/>
          <ac:inkMkLst>
            <pc:docMk/>
            <pc:sldMk cId="0" sldId="450"/>
            <ac:inkMk id="68648" creationId="{179B7497-C49E-44C3-BD6C-9F77C4130AF4}"/>
          </ac:inkMkLst>
        </pc:inkChg>
        <pc:inkChg chg="add">
          <ac:chgData name="Md. Nahid Hasan" userId="S::nahid@vu.edu.bd::85ea5f9e-65d6-4031-b810-9415101f2e21" providerId="AD" clId="Web-{33685DED-4360-4BD4-65C7-91423BB2E243}" dt="2020-09-01T06:18:02.203" v="358"/>
          <ac:inkMkLst>
            <pc:docMk/>
            <pc:sldMk cId="0" sldId="450"/>
            <ac:inkMk id="68649" creationId="{99D19D6D-8D8E-4A07-9CA1-299218FF91B2}"/>
          </ac:inkMkLst>
        </pc:inkChg>
        <pc:inkChg chg="add">
          <ac:chgData name="Md. Nahid Hasan" userId="S::nahid@vu.edu.bd::85ea5f9e-65d6-4031-b810-9415101f2e21" providerId="AD" clId="Web-{33685DED-4360-4BD4-65C7-91423BB2E243}" dt="2020-09-01T06:18:09.734" v="359"/>
          <ac:inkMkLst>
            <pc:docMk/>
            <pc:sldMk cId="0" sldId="450"/>
            <ac:inkMk id="68650" creationId="{1A0A1E5A-EFB2-4C72-A5B8-3DCE457BFEA8}"/>
          </ac:inkMkLst>
        </pc:inkChg>
        <pc:inkChg chg="add">
          <ac:chgData name="Md. Nahid Hasan" userId="S::nahid@vu.edu.bd::85ea5f9e-65d6-4031-b810-9415101f2e21" providerId="AD" clId="Web-{33685DED-4360-4BD4-65C7-91423BB2E243}" dt="2020-09-01T06:18:12.859" v="360"/>
          <ac:inkMkLst>
            <pc:docMk/>
            <pc:sldMk cId="0" sldId="450"/>
            <ac:inkMk id="68651" creationId="{C306E0A8-85F3-4835-BE6A-1DFE22FF5D53}"/>
          </ac:inkMkLst>
        </pc:inkChg>
        <pc:inkChg chg="add">
          <ac:chgData name="Md. Nahid Hasan" userId="S::nahid@vu.edu.bd::85ea5f9e-65d6-4031-b810-9415101f2e21" providerId="AD" clId="Web-{33685DED-4360-4BD4-65C7-91423BB2E243}" dt="2020-09-01T06:18:14.297" v="361"/>
          <ac:inkMkLst>
            <pc:docMk/>
            <pc:sldMk cId="0" sldId="450"/>
            <ac:inkMk id="68652" creationId="{F39850BA-84C7-4B50-BA2C-AC054BBDE564}"/>
          </ac:inkMkLst>
        </pc:inkChg>
        <pc:inkChg chg="add">
          <ac:chgData name="Md. Nahid Hasan" userId="S::nahid@vu.edu.bd::85ea5f9e-65d6-4031-b810-9415101f2e21" providerId="AD" clId="Web-{33685DED-4360-4BD4-65C7-91423BB2E243}" dt="2020-09-01T06:18:16.156" v="362"/>
          <ac:inkMkLst>
            <pc:docMk/>
            <pc:sldMk cId="0" sldId="450"/>
            <ac:inkMk id="68653" creationId="{9CDA78C5-D116-4AAE-B26F-6A1554931B22}"/>
          </ac:inkMkLst>
        </pc:inkChg>
        <pc:inkChg chg="add">
          <ac:chgData name="Md. Nahid Hasan" userId="S::nahid@vu.edu.bd::85ea5f9e-65d6-4031-b810-9415101f2e21" providerId="AD" clId="Web-{33685DED-4360-4BD4-65C7-91423BB2E243}" dt="2020-09-01T06:18:17.172" v="363"/>
          <ac:inkMkLst>
            <pc:docMk/>
            <pc:sldMk cId="0" sldId="450"/>
            <ac:inkMk id="68654" creationId="{B396582A-0BEF-4306-8244-8AE974DD14AC}"/>
          </ac:inkMkLst>
        </pc:inkChg>
        <pc:inkChg chg="add">
          <ac:chgData name="Md. Nahid Hasan" userId="S::nahid@vu.edu.bd::85ea5f9e-65d6-4031-b810-9415101f2e21" providerId="AD" clId="Web-{33685DED-4360-4BD4-65C7-91423BB2E243}" dt="2020-09-01T06:18:18.344" v="364"/>
          <ac:inkMkLst>
            <pc:docMk/>
            <pc:sldMk cId="0" sldId="450"/>
            <ac:inkMk id="68655" creationId="{FBE0EC28-7CB0-41FA-B91A-CCFFA6D0EA99}"/>
          </ac:inkMkLst>
        </pc:inkChg>
        <pc:inkChg chg="add">
          <ac:chgData name="Md. Nahid Hasan" userId="S::nahid@vu.edu.bd::85ea5f9e-65d6-4031-b810-9415101f2e21" providerId="AD" clId="Web-{33685DED-4360-4BD4-65C7-91423BB2E243}" dt="2020-09-01T06:18:19.312" v="365"/>
          <ac:inkMkLst>
            <pc:docMk/>
            <pc:sldMk cId="0" sldId="450"/>
            <ac:inkMk id="68656" creationId="{35A43022-E9DA-4330-80BA-2C3292CBD572}"/>
          </ac:inkMkLst>
        </pc:inkChg>
        <pc:inkChg chg="add">
          <ac:chgData name="Md. Nahid Hasan" userId="S::nahid@vu.edu.bd::85ea5f9e-65d6-4031-b810-9415101f2e21" providerId="AD" clId="Web-{33685DED-4360-4BD4-65C7-91423BB2E243}" dt="2020-09-01T06:18:20.375" v="366"/>
          <ac:inkMkLst>
            <pc:docMk/>
            <pc:sldMk cId="0" sldId="450"/>
            <ac:inkMk id="68657" creationId="{BA3B7605-F007-4D3F-829B-874350FF6653}"/>
          </ac:inkMkLst>
        </pc:inkChg>
        <pc:inkChg chg="add">
          <ac:chgData name="Md. Nahid Hasan" userId="S::nahid@vu.edu.bd::85ea5f9e-65d6-4031-b810-9415101f2e21" providerId="AD" clId="Web-{33685DED-4360-4BD4-65C7-91423BB2E243}" dt="2020-09-01T06:18:21.344" v="367"/>
          <ac:inkMkLst>
            <pc:docMk/>
            <pc:sldMk cId="0" sldId="450"/>
            <ac:inkMk id="68658" creationId="{A138B707-E203-45BC-89FA-A64CF0B05B6E}"/>
          </ac:inkMkLst>
        </pc:inkChg>
        <pc:inkChg chg="add">
          <ac:chgData name="Md. Nahid Hasan" userId="S::nahid@vu.edu.bd::85ea5f9e-65d6-4031-b810-9415101f2e21" providerId="AD" clId="Web-{33685DED-4360-4BD4-65C7-91423BB2E243}" dt="2020-09-01T06:18:24.734" v="368"/>
          <ac:inkMkLst>
            <pc:docMk/>
            <pc:sldMk cId="0" sldId="450"/>
            <ac:inkMk id="68659" creationId="{EC2AF13B-FA57-4518-AAD9-0F0C5945B0B0}"/>
          </ac:inkMkLst>
        </pc:inkChg>
        <pc:inkChg chg="add">
          <ac:chgData name="Md. Nahid Hasan" userId="S::nahid@vu.edu.bd::85ea5f9e-65d6-4031-b810-9415101f2e21" providerId="AD" clId="Web-{33685DED-4360-4BD4-65C7-91423BB2E243}" dt="2020-09-01T06:18:26" v="369"/>
          <ac:inkMkLst>
            <pc:docMk/>
            <pc:sldMk cId="0" sldId="450"/>
            <ac:inkMk id="68660" creationId="{A5735720-66C7-4F76-881D-7AFB39B7C07C}"/>
          </ac:inkMkLst>
        </pc:inkChg>
        <pc:inkChg chg="add">
          <ac:chgData name="Md. Nahid Hasan" userId="S::nahid@vu.edu.bd::85ea5f9e-65d6-4031-b810-9415101f2e21" providerId="AD" clId="Web-{33685DED-4360-4BD4-65C7-91423BB2E243}" dt="2020-09-01T06:18:27.781" v="370"/>
          <ac:inkMkLst>
            <pc:docMk/>
            <pc:sldMk cId="0" sldId="450"/>
            <ac:inkMk id="68661" creationId="{9886C1AC-07F7-4BFE-AFE9-10A389AA21B8}"/>
          </ac:inkMkLst>
        </pc:inkChg>
        <pc:inkChg chg="add">
          <ac:chgData name="Md. Nahid Hasan" userId="S::nahid@vu.edu.bd::85ea5f9e-65d6-4031-b810-9415101f2e21" providerId="AD" clId="Web-{33685DED-4360-4BD4-65C7-91423BB2E243}" dt="2020-09-01T06:18:32.484" v="371"/>
          <ac:inkMkLst>
            <pc:docMk/>
            <pc:sldMk cId="0" sldId="450"/>
            <ac:inkMk id="68662" creationId="{7329FD67-450E-49B1-92D5-9135A7C56287}"/>
          </ac:inkMkLst>
        </pc:inkChg>
        <pc:inkChg chg="add">
          <ac:chgData name="Md. Nahid Hasan" userId="S::nahid@vu.edu.bd::85ea5f9e-65d6-4031-b810-9415101f2e21" providerId="AD" clId="Web-{33685DED-4360-4BD4-65C7-91423BB2E243}" dt="2020-09-01T06:18:33.359" v="372"/>
          <ac:inkMkLst>
            <pc:docMk/>
            <pc:sldMk cId="0" sldId="450"/>
            <ac:inkMk id="68663" creationId="{09900FCE-9B17-4F03-A2B9-7BA49900387D}"/>
          </ac:inkMkLst>
        </pc:inkChg>
        <pc:inkChg chg="add">
          <ac:chgData name="Md. Nahid Hasan" userId="S::nahid@vu.edu.bd::85ea5f9e-65d6-4031-b810-9415101f2e21" providerId="AD" clId="Web-{33685DED-4360-4BD4-65C7-91423BB2E243}" dt="2020-09-01T06:18:36.547" v="373"/>
          <ac:inkMkLst>
            <pc:docMk/>
            <pc:sldMk cId="0" sldId="450"/>
            <ac:inkMk id="68664" creationId="{6D6A9831-EE23-40E8-9B63-175E27E8F36E}"/>
          </ac:inkMkLst>
        </pc:inkChg>
      </pc:sldChg>
      <pc:sldChg chg="addSp">
        <pc:chgData name="Md. Nahid Hasan" userId="S::nahid@vu.edu.bd::85ea5f9e-65d6-4031-b810-9415101f2e21" providerId="AD" clId="Web-{33685DED-4360-4BD4-65C7-91423BB2E243}" dt="2020-09-01T06:20:41.689" v="412"/>
        <pc:sldMkLst>
          <pc:docMk/>
          <pc:sldMk cId="0" sldId="455"/>
        </pc:sldMkLst>
        <pc:inkChg chg="add">
          <ac:chgData name="Md. Nahid Hasan" userId="S::nahid@vu.edu.bd::85ea5f9e-65d6-4031-b810-9415101f2e21" providerId="AD" clId="Web-{33685DED-4360-4BD4-65C7-91423BB2E243}" dt="2020-09-01T06:19:03.078" v="380"/>
          <ac:inkMkLst>
            <pc:docMk/>
            <pc:sldMk cId="0" sldId="455"/>
            <ac:inkMk id="2" creationId="{57720A6F-641D-4BB6-9865-3C2B8C63E190}"/>
          </ac:inkMkLst>
        </pc:inkChg>
        <pc:inkChg chg="add">
          <ac:chgData name="Md. Nahid Hasan" userId="S::nahid@vu.edu.bd::85ea5f9e-65d6-4031-b810-9415101f2e21" providerId="AD" clId="Web-{33685DED-4360-4BD4-65C7-91423BB2E243}" dt="2020-09-01T06:19:06.438" v="381"/>
          <ac:inkMkLst>
            <pc:docMk/>
            <pc:sldMk cId="0" sldId="455"/>
            <ac:inkMk id="3" creationId="{6601BFF5-FC38-4C52-8B0B-100AF440E438}"/>
          </ac:inkMkLst>
        </pc:inkChg>
        <pc:inkChg chg="add">
          <ac:chgData name="Md. Nahid Hasan" userId="S::nahid@vu.edu.bd::85ea5f9e-65d6-4031-b810-9415101f2e21" providerId="AD" clId="Web-{33685DED-4360-4BD4-65C7-91423BB2E243}" dt="2020-09-01T06:19:17.360" v="382"/>
          <ac:inkMkLst>
            <pc:docMk/>
            <pc:sldMk cId="0" sldId="455"/>
            <ac:inkMk id="4" creationId="{667B1AAA-DEE1-4C08-94F1-0FDD43662644}"/>
          </ac:inkMkLst>
        </pc:inkChg>
        <pc:inkChg chg="add">
          <ac:chgData name="Md. Nahid Hasan" userId="S::nahid@vu.edu.bd::85ea5f9e-65d6-4031-b810-9415101f2e21" providerId="AD" clId="Web-{33685DED-4360-4BD4-65C7-91423BB2E243}" dt="2020-09-01T06:19:17.938" v="383"/>
          <ac:inkMkLst>
            <pc:docMk/>
            <pc:sldMk cId="0" sldId="455"/>
            <ac:inkMk id="5" creationId="{BCB92405-87CE-41B0-84A5-BE6EE0B09D5E}"/>
          </ac:inkMkLst>
        </pc:inkChg>
        <pc:inkChg chg="add">
          <ac:chgData name="Md. Nahid Hasan" userId="S::nahid@vu.edu.bd::85ea5f9e-65d6-4031-b810-9415101f2e21" providerId="AD" clId="Web-{33685DED-4360-4BD4-65C7-91423BB2E243}" dt="2020-09-01T06:19:18.750" v="384"/>
          <ac:inkMkLst>
            <pc:docMk/>
            <pc:sldMk cId="0" sldId="455"/>
            <ac:inkMk id="6" creationId="{63F2508C-EA85-4BC4-8EC4-905246868599}"/>
          </ac:inkMkLst>
        </pc:inkChg>
        <pc:inkChg chg="add">
          <ac:chgData name="Md. Nahid Hasan" userId="S::nahid@vu.edu.bd::85ea5f9e-65d6-4031-b810-9415101f2e21" providerId="AD" clId="Web-{33685DED-4360-4BD4-65C7-91423BB2E243}" dt="2020-09-01T06:19:19.360" v="385"/>
          <ac:inkMkLst>
            <pc:docMk/>
            <pc:sldMk cId="0" sldId="455"/>
            <ac:inkMk id="7" creationId="{67CFC40D-0D87-4B1A-B5AA-9CAD5303FE49}"/>
          </ac:inkMkLst>
        </pc:inkChg>
        <pc:inkChg chg="add">
          <ac:chgData name="Md. Nahid Hasan" userId="S::nahid@vu.edu.bd::85ea5f9e-65d6-4031-b810-9415101f2e21" providerId="AD" clId="Web-{33685DED-4360-4BD4-65C7-91423BB2E243}" dt="2020-09-01T06:19:20.125" v="386"/>
          <ac:inkMkLst>
            <pc:docMk/>
            <pc:sldMk cId="0" sldId="455"/>
            <ac:inkMk id="8" creationId="{BC0116A9-115F-4CF1-B0DC-E9262D2FD63C}"/>
          </ac:inkMkLst>
        </pc:inkChg>
        <pc:inkChg chg="add">
          <ac:chgData name="Md. Nahid Hasan" userId="S::nahid@vu.edu.bd::85ea5f9e-65d6-4031-b810-9415101f2e21" providerId="AD" clId="Web-{33685DED-4360-4BD4-65C7-91423BB2E243}" dt="2020-09-01T06:19:21.875" v="387"/>
          <ac:inkMkLst>
            <pc:docMk/>
            <pc:sldMk cId="0" sldId="455"/>
            <ac:inkMk id="9" creationId="{E72A4180-AAEC-41CD-83B7-9FA467B4106A}"/>
          </ac:inkMkLst>
        </pc:inkChg>
        <pc:inkChg chg="add">
          <ac:chgData name="Md. Nahid Hasan" userId="S::nahid@vu.edu.bd::85ea5f9e-65d6-4031-b810-9415101f2e21" providerId="AD" clId="Web-{33685DED-4360-4BD4-65C7-91423BB2E243}" dt="2020-09-01T06:19:24.875" v="388"/>
          <ac:inkMkLst>
            <pc:docMk/>
            <pc:sldMk cId="0" sldId="455"/>
            <ac:inkMk id="10" creationId="{5CD27690-C288-4F5F-A3E7-472E3B2ADA0F}"/>
          </ac:inkMkLst>
        </pc:inkChg>
        <pc:inkChg chg="add">
          <ac:chgData name="Md. Nahid Hasan" userId="S::nahid@vu.edu.bd::85ea5f9e-65d6-4031-b810-9415101f2e21" providerId="AD" clId="Web-{33685DED-4360-4BD4-65C7-91423BB2E243}" dt="2020-09-01T06:19:27.297" v="389"/>
          <ac:inkMkLst>
            <pc:docMk/>
            <pc:sldMk cId="0" sldId="455"/>
            <ac:inkMk id="11" creationId="{1E6303FA-F601-4975-A3BF-3DBC7AD5550A}"/>
          </ac:inkMkLst>
        </pc:inkChg>
        <pc:inkChg chg="add">
          <ac:chgData name="Md. Nahid Hasan" userId="S::nahid@vu.edu.bd::85ea5f9e-65d6-4031-b810-9415101f2e21" providerId="AD" clId="Web-{33685DED-4360-4BD4-65C7-91423BB2E243}" dt="2020-09-01T06:19:28.703" v="390"/>
          <ac:inkMkLst>
            <pc:docMk/>
            <pc:sldMk cId="0" sldId="455"/>
            <ac:inkMk id="12" creationId="{9E757D90-E0CE-4113-B245-FD8ADFBB2557}"/>
          </ac:inkMkLst>
        </pc:inkChg>
        <pc:inkChg chg="add">
          <ac:chgData name="Md. Nahid Hasan" userId="S::nahid@vu.edu.bd::85ea5f9e-65d6-4031-b810-9415101f2e21" providerId="AD" clId="Web-{33685DED-4360-4BD4-65C7-91423BB2E243}" dt="2020-09-01T06:19:32.157" v="391"/>
          <ac:inkMkLst>
            <pc:docMk/>
            <pc:sldMk cId="0" sldId="455"/>
            <ac:inkMk id="13" creationId="{72FE4224-32BF-4088-A7D8-A95CB6477F6D}"/>
          </ac:inkMkLst>
        </pc:inkChg>
        <pc:inkChg chg="add">
          <ac:chgData name="Md. Nahid Hasan" userId="S::nahid@vu.edu.bd::85ea5f9e-65d6-4031-b810-9415101f2e21" providerId="AD" clId="Web-{33685DED-4360-4BD4-65C7-91423BB2E243}" dt="2020-09-01T06:19:32.172" v="392"/>
          <ac:inkMkLst>
            <pc:docMk/>
            <pc:sldMk cId="0" sldId="455"/>
            <ac:inkMk id="14" creationId="{0E4A8BD7-CB8F-4B48-89FE-78104CB296C7}"/>
          </ac:inkMkLst>
        </pc:inkChg>
        <pc:inkChg chg="add">
          <ac:chgData name="Md. Nahid Hasan" userId="S::nahid@vu.edu.bd::85ea5f9e-65d6-4031-b810-9415101f2e21" providerId="AD" clId="Web-{33685DED-4360-4BD4-65C7-91423BB2E243}" dt="2020-09-01T06:19:32.188" v="393"/>
          <ac:inkMkLst>
            <pc:docMk/>
            <pc:sldMk cId="0" sldId="455"/>
            <ac:inkMk id="15" creationId="{BFAC79B6-CCE3-4818-8861-4948ADC77AD6}"/>
          </ac:inkMkLst>
        </pc:inkChg>
        <pc:inkChg chg="add">
          <ac:chgData name="Md. Nahid Hasan" userId="S::nahid@vu.edu.bd::85ea5f9e-65d6-4031-b810-9415101f2e21" providerId="AD" clId="Web-{33685DED-4360-4BD4-65C7-91423BB2E243}" dt="2020-09-01T06:19:32.204" v="394"/>
          <ac:inkMkLst>
            <pc:docMk/>
            <pc:sldMk cId="0" sldId="455"/>
            <ac:inkMk id="16" creationId="{CF6F4824-0C7A-41A7-ACCC-80EAD258A213}"/>
          </ac:inkMkLst>
        </pc:inkChg>
        <pc:inkChg chg="add">
          <ac:chgData name="Md. Nahid Hasan" userId="S::nahid@vu.edu.bd::85ea5f9e-65d6-4031-b810-9415101f2e21" providerId="AD" clId="Web-{33685DED-4360-4BD4-65C7-91423BB2E243}" dt="2020-09-01T06:19:33.969" v="395"/>
          <ac:inkMkLst>
            <pc:docMk/>
            <pc:sldMk cId="0" sldId="455"/>
            <ac:inkMk id="17" creationId="{23362C87-DFE1-49B5-9D96-8C3EC5330E09}"/>
          </ac:inkMkLst>
        </pc:inkChg>
        <pc:inkChg chg="add">
          <ac:chgData name="Md. Nahid Hasan" userId="S::nahid@vu.edu.bd::85ea5f9e-65d6-4031-b810-9415101f2e21" providerId="AD" clId="Web-{33685DED-4360-4BD4-65C7-91423BB2E243}" dt="2020-09-01T06:19:43.563" v="396"/>
          <ac:inkMkLst>
            <pc:docMk/>
            <pc:sldMk cId="0" sldId="455"/>
            <ac:inkMk id="18" creationId="{CB7CC0BD-796C-4C84-9616-59957975FBD7}"/>
          </ac:inkMkLst>
        </pc:inkChg>
        <pc:inkChg chg="add">
          <ac:chgData name="Md. Nahid Hasan" userId="S::nahid@vu.edu.bd::85ea5f9e-65d6-4031-b810-9415101f2e21" providerId="AD" clId="Web-{33685DED-4360-4BD4-65C7-91423BB2E243}" dt="2020-09-01T06:19:51.532" v="397"/>
          <ac:inkMkLst>
            <pc:docMk/>
            <pc:sldMk cId="0" sldId="455"/>
            <ac:inkMk id="19" creationId="{2FE72C90-F753-453F-B69A-2902CBEC2959}"/>
          </ac:inkMkLst>
        </pc:inkChg>
        <pc:inkChg chg="add">
          <ac:chgData name="Md. Nahid Hasan" userId="S::nahid@vu.edu.bd::85ea5f9e-65d6-4031-b810-9415101f2e21" providerId="AD" clId="Web-{33685DED-4360-4BD4-65C7-91423BB2E243}" dt="2020-09-01T06:19:52.829" v="398"/>
          <ac:inkMkLst>
            <pc:docMk/>
            <pc:sldMk cId="0" sldId="455"/>
            <ac:inkMk id="20" creationId="{69D0BF31-0657-48CE-B029-6066C0FC9A5A}"/>
          </ac:inkMkLst>
        </pc:inkChg>
        <pc:inkChg chg="add">
          <ac:chgData name="Md. Nahid Hasan" userId="S::nahid@vu.edu.bd::85ea5f9e-65d6-4031-b810-9415101f2e21" providerId="AD" clId="Web-{33685DED-4360-4BD4-65C7-91423BB2E243}" dt="2020-09-01T06:19:53.532" v="399"/>
          <ac:inkMkLst>
            <pc:docMk/>
            <pc:sldMk cId="0" sldId="455"/>
            <ac:inkMk id="21" creationId="{D15957E7-7C8D-4BFA-9BCE-03FC7F63CAD0}"/>
          </ac:inkMkLst>
        </pc:inkChg>
        <pc:inkChg chg="add">
          <ac:chgData name="Md. Nahid Hasan" userId="S::nahid@vu.edu.bd::85ea5f9e-65d6-4031-b810-9415101f2e21" providerId="AD" clId="Web-{33685DED-4360-4BD4-65C7-91423BB2E243}" dt="2020-09-01T06:19:54.157" v="400"/>
          <ac:inkMkLst>
            <pc:docMk/>
            <pc:sldMk cId="0" sldId="455"/>
            <ac:inkMk id="22" creationId="{4E46929A-4484-4A7D-A9DD-D6FEBF088F7D}"/>
          </ac:inkMkLst>
        </pc:inkChg>
        <pc:inkChg chg="add">
          <ac:chgData name="Md. Nahid Hasan" userId="S::nahid@vu.edu.bd::85ea5f9e-65d6-4031-b810-9415101f2e21" providerId="AD" clId="Web-{33685DED-4360-4BD4-65C7-91423BB2E243}" dt="2020-09-01T06:19:55.110" v="401"/>
          <ac:inkMkLst>
            <pc:docMk/>
            <pc:sldMk cId="0" sldId="455"/>
            <ac:inkMk id="23" creationId="{33B5014C-9679-4D3E-B465-1E7A93610E1E}"/>
          </ac:inkMkLst>
        </pc:inkChg>
        <pc:inkChg chg="add">
          <ac:chgData name="Md. Nahid Hasan" userId="S::nahid@vu.edu.bd::85ea5f9e-65d6-4031-b810-9415101f2e21" providerId="AD" clId="Web-{33685DED-4360-4BD4-65C7-91423BB2E243}" dt="2020-09-01T06:19:56.422" v="402"/>
          <ac:inkMkLst>
            <pc:docMk/>
            <pc:sldMk cId="0" sldId="455"/>
            <ac:inkMk id="24" creationId="{9716680B-FF1A-4D13-A8F0-8A19AC95A16C}"/>
          </ac:inkMkLst>
        </pc:inkChg>
        <pc:inkChg chg="add">
          <ac:chgData name="Md. Nahid Hasan" userId="S::nahid@vu.edu.bd::85ea5f9e-65d6-4031-b810-9415101f2e21" providerId="AD" clId="Web-{33685DED-4360-4BD4-65C7-91423BB2E243}" dt="2020-09-01T06:19:59.423" v="403"/>
          <ac:inkMkLst>
            <pc:docMk/>
            <pc:sldMk cId="0" sldId="455"/>
            <ac:inkMk id="25" creationId="{6C7EF189-C82B-46D4-8218-B638CCDC782D}"/>
          </ac:inkMkLst>
        </pc:inkChg>
        <pc:inkChg chg="add">
          <ac:chgData name="Md. Nahid Hasan" userId="S::nahid@vu.edu.bd::85ea5f9e-65d6-4031-b810-9415101f2e21" providerId="AD" clId="Web-{33685DED-4360-4BD4-65C7-91423BB2E243}" dt="2020-09-01T06:20:20.032" v="404"/>
          <ac:inkMkLst>
            <pc:docMk/>
            <pc:sldMk cId="0" sldId="455"/>
            <ac:inkMk id="26" creationId="{0AF77173-191D-4EB9-9588-89808AE25DA3}"/>
          </ac:inkMkLst>
        </pc:inkChg>
        <pc:inkChg chg="add">
          <ac:chgData name="Md. Nahid Hasan" userId="S::nahid@vu.edu.bd::85ea5f9e-65d6-4031-b810-9415101f2e21" providerId="AD" clId="Web-{33685DED-4360-4BD4-65C7-91423BB2E243}" dt="2020-09-01T06:20:20.954" v="405"/>
          <ac:inkMkLst>
            <pc:docMk/>
            <pc:sldMk cId="0" sldId="455"/>
            <ac:inkMk id="27" creationId="{2D299A1F-E7D2-4144-B0B6-67B68C4B255A}"/>
          </ac:inkMkLst>
        </pc:inkChg>
        <pc:inkChg chg="add">
          <ac:chgData name="Md. Nahid Hasan" userId="S::nahid@vu.edu.bd::85ea5f9e-65d6-4031-b810-9415101f2e21" providerId="AD" clId="Web-{33685DED-4360-4BD4-65C7-91423BB2E243}" dt="2020-09-01T06:20:24.657" v="406"/>
          <ac:inkMkLst>
            <pc:docMk/>
            <pc:sldMk cId="0" sldId="455"/>
            <ac:inkMk id="28" creationId="{4267F2DF-1480-48DA-81AF-6687E7E95BA2}"/>
          </ac:inkMkLst>
        </pc:inkChg>
        <pc:inkChg chg="add">
          <ac:chgData name="Md. Nahid Hasan" userId="S::nahid@vu.edu.bd::85ea5f9e-65d6-4031-b810-9415101f2e21" providerId="AD" clId="Web-{33685DED-4360-4BD4-65C7-91423BB2E243}" dt="2020-09-01T06:20:26.329" v="407"/>
          <ac:inkMkLst>
            <pc:docMk/>
            <pc:sldMk cId="0" sldId="455"/>
            <ac:inkMk id="29" creationId="{097F9B8D-F6C9-4CB6-B571-7D4CEA9946B8}"/>
          </ac:inkMkLst>
        </pc:inkChg>
        <pc:inkChg chg="add">
          <ac:chgData name="Md. Nahid Hasan" userId="S::nahid@vu.edu.bd::85ea5f9e-65d6-4031-b810-9415101f2e21" providerId="AD" clId="Web-{33685DED-4360-4BD4-65C7-91423BB2E243}" dt="2020-09-01T06:20:27.673" v="408"/>
          <ac:inkMkLst>
            <pc:docMk/>
            <pc:sldMk cId="0" sldId="455"/>
            <ac:inkMk id="30" creationId="{BEB163F0-FF6B-4C01-A1DF-6259EE43D286}"/>
          </ac:inkMkLst>
        </pc:inkChg>
        <pc:inkChg chg="add">
          <ac:chgData name="Md. Nahid Hasan" userId="S::nahid@vu.edu.bd::85ea5f9e-65d6-4031-b810-9415101f2e21" providerId="AD" clId="Web-{33685DED-4360-4BD4-65C7-91423BB2E243}" dt="2020-09-01T06:20:34.063" v="409"/>
          <ac:inkMkLst>
            <pc:docMk/>
            <pc:sldMk cId="0" sldId="455"/>
            <ac:inkMk id="31" creationId="{731F3939-66C4-43F2-BF06-753A62BE58CE}"/>
          </ac:inkMkLst>
        </pc:inkChg>
        <pc:inkChg chg="add">
          <ac:chgData name="Md. Nahid Hasan" userId="S::nahid@vu.edu.bd::85ea5f9e-65d6-4031-b810-9415101f2e21" providerId="AD" clId="Web-{33685DED-4360-4BD4-65C7-91423BB2E243}" dt="2020-09-01T06:20:37.735" v="410"/>
          <ac:inkMkLst>
            <pc:docMk/>
            <pc:sldMk cId="0" sldId="455"/>
            <ac:inkMk id="32" creationId="{F312F1CF-C5CA-429D-8B95-0488737D5194}"/>
          </ac:inkMkLst>
        </pc:inkChg>
        <pc:inkChg chg="add">
          <ac:chgData name="Md. Nahid Hasan" userId="S::nahid@vu.edu.bd::85ea5f9e-65d6-4031-b810-9415101f2e21" providerId="AD" clId="Web-{33685DED-4360-4BD4-65C7-91423BB2E243}" dt="2020-09-01T06:20:40.173" v="411"/>
          <ac:inkMkLst>
            <pc:docMk/>
            <pc:sldMk cId="0" sldId="455"/>
            <ac:inkMk id="33" creationId="{DDABB36E-928C-427C-ACD5-2630AC02ABA5}"/>
          </ac:inkMkLst>
        </pc:inkChg>
        <pc:inkChg chg="add">
          <ac:chgData name="Md. Nahid Hasan" userId="S::nahid@vu.edu.bd::85ea5f9e-65d6-4031-b810-9415101f2e21" providerId="AD" clId="Web-{33685DED-4360-4BD4-65C7-91423BB2E243}" dt="2020-09-01T06:20:41.689" v="412"/>
          <ac:inkMkLst>
            <pc:docMk/>
            <pc:sldMk cId="0" sldId="455"/>
            <ac:inkMk id="34" creationId="{E0AE9318-86CA-4A55-B066-1355CAF7D23A}"/>
          </ac:inkMkLst>
        </pc:inkChg>
      </pc:sldChg>
      <pc:sldChg chg="addSp delSp">
        <pc:chgData name="Md. Nahid Hasan" userId="S::nahid@vu.edu.bd::85ea5f9e-65d6-4031-b810-9415101f2e21" providerId="AD" clId="Web-{33685DED-4360-4BD4-65C7-91423BB2E243}" dt="2020-09-01T06:12:38.012" v="253"/>
        <pc:sldMkLst>
          <pc:docMk/>
          <pc:sldMk cId="0" sldId="457"/>
        </pc:sldMkLst>
        <pc:inkChg chg="add del">
          <ac:chgData name="Md. Nahid Hasan" userId="S::nahid@vu.edu.bd::85ea5f9e-65d6-4031-b810-9415101f2e21" providerId="AD" clId="Web-{33685DED-4360-4BD4-65C7-91423BB2E243}" dt="2020-09-01T06:09:31.948" v="178"/>
          <ac:inkMkLst>
            <pc:docMk/>
            <pc:sldMk cId="0" sldId="457"/>
            <ac:inkMk id="2" creationId="{7FDE2BC6-075D-4149-9CE4-2D46F6B0BEF2}"/>
          </ac:inkMkLst>
        </pc:inkChg>
        <pc:inkChg chg="add">
          <ac:chgData name="Md. Nahid Hasan" userId="S::nahid@vu.edu.bd::85ea5f9e-65d6-4031-b810-9415101f2e21" providerId="AD" clId="Web-{33685DED-4360-4BD4-65C7-91423BB2E243}" dt="2020-09-01T06:00:41.600" v="1"/>
          <ac:inkMkLst>
            <pc:docMk/>
            <pc:sldMk cId="0" sldId="457"/>
            <ac:inkMk id="3" creationId="{286AA996-4959-41B8-B30A-DF3F3D49CB36}"/>
          </ac:inkMkLst>
        </pc:inkChg>
        <pc:inkChg chg="add">
          <ac:chgData name="Md. Nahid Hasan" userId="S::nahid@vu.edu.bd::85ea5f9e-65d6-4031-b810-9415101f2e21" providerId="AD" clId="Web-{33685DED-4360-4BD4-65C7-91423BB2E243}" dt="2020-09-01T06:01:43.585" v="2"/>
          <ac:inkMkLst>
            <pc:docMk/>
            <pc:sldMk cId="0" sldId="457"/>
            <ac:inkMk id="4" creationId="{D1D2A9B1-E440-4224-9BA0-92025858471A}"/>
          </ac:inkMkLst>
        </pc:inkChg>
        <pc:inkChg chg="add">
          <ac:chgData name="Md. Nahid Hasan" userId="S::nahid@vu.edu.bd::85ea5f9e-65d6-4031-b810-9415101f2e21" providerId="AD" clId="Web-{33685DED-4360-4BD4-65C7-91423BB2E243}" dt="2020-09-01T06:01:44.835" v="3"/>
          <ac:inkMkLst>
            <pc:docMk/>
            <pc:sldMk cId="0" sldId="457"/>
            <ac:inkMk id="5" creationId="{9EB3F037-BD76-4161-B1BB-364BE79F141C}"/>
          </ac:inkMkLst>
        </pc:inkChg>
        <pc:inkChg chg="add">
          <ac:chgData name="Md. Nahid Hasan" userId="S::nahid@vu.edu.bd::85ea5f9e-65d6-4031-b810-9415101f2e21" providerId="AD" clId="Web-{33685DED-4360-4BD4-65C7-91423BB2E243}" dt="2020-09-01T06:01:49.491" v="4"/>
          <ac:inkMkLst>
            <pc:docMk/>
            <pc:sldMk cId="0" sldId="457"/>
            <ac:inkMk id="6" creationId="{DBEB82EE-D01A-47B0-B6D1-00F1138F5167}"/>
          </ac:inkMkLst>
        </pc:inkChg>
        <pc:inkChg chg="add">
          <ac:chgData name="Md. Nahid Hasan" userId="S::nahid@vu.edu.bd::85ea5f9e-65d6-4031-b810-9415101f2e21" providerId="AD" clId="Web-{33685DED-4360-4BD4-65C7-91423BB2E243}" dt="2020-09-01T06:01:56.553" v="5"/>
          <ac:inkMkLst>
            <pc:docMk/>
            <pc:sldMk cId="0" sldId="457"/>
            <ac:inkMk id="7" creationId="{44391680-16CE-4AFE-94D8-F898CA15B373}"/>
          </ac:inkMkLst>
        </pc:inkChg>
        <pc:inkChg chg="add">
          <ac:chgData name="Md. Nahid Hasan" userId="S::nahid@vu.edu.bd::85ea5f9e-65d6-4031-b810-9415101f2e21" providerId="AD" clId="Web-{33685DED-4360-4BD4-65C7-91423BB2E243}" dt="2020-09-01T06:01:58.022" v="6"/>
          <ac:inkMkLst>
            <pc:docMk/>
            <pc:sldMk cId="0" sldId="457"/>
            <ac:inkMk id="8" creationId="{315E25E4-5A12-405E-8B9B-0FADC6D53EA0}"/>
          </ac:inkMkLst>
        </pc:inkChg>
        <pc:inkChg chg="add">
          <ac:chgData name="Md. Nahid Hasan" userId="S::nahid@vu.edu.bd::85ea5f9e-65d6-4031-b810-9415101f2e21" providerId="AD" clId="Web-{33685DED-4360-4BD4-65C7-91423BB2E243}" dt="2020-09-01T06:02:01.850" v="7"/>
          <ac:inkMkLst>
            <pc:docMk/>
            <pc:sldMk cId="0" sldId="457"/>
            <ac:inkMk id="9" creationId="{2F61DAD7-8C93-4968-8F9A-771622EEC9EF}"/>
          </ac:inkMkLst>
        </pc:inkChg>
        <pc:inkChg chg="add">
          <ac:chgData name="Md. Nahid Hasan" userId="S::nahid@vu.edu.bd::85ea5f9e-65d6-4031-b810-9415101f2e21" providerId="AD" clId="Web-{33685DED-4360-4BD4-65C7-91423BB2E243}" dt="2020-09-01T06:02:03.522" v="8"/>
          <ac:inkMkLst>
            <pc:docMk/>
            <pc:sldMk cId="0" sldId="457"/>
            <ac:inkMk id="10" creationId="{A89698AD-1EB4-493A-BB80-AD386A5BE81D}"/>
          </ac:inkMkLst>
        </pc:inkChg>
        <pc:inkChg chg="add del">
          <ac:chgData name="Md. Nahid Hasan" userId="S::nahid@vu.edu.bd::85ea5f9e-65d6-4031-b810-9415101f2e21" providerId="AD" clId="Web-{33685DED-4360-4BD4-65C7-91423BB2E243}" dt="2020-09-01T06:05:31.196" v="73"/>
          <ac:inkMkLst>
            <pc:docMk/>
            <pc:sldMk cId="0" sldId="457"/>
            <ac:inkMk id="11" creationId="{409691B6-6C5A-4CE7-A356-ABB61780C6C3}"/>
          </ac:inkMkLst>
        </pc:inkChg>
        <pc:inkChg chg="add del">
          <ac:chgData name="Md. Nahid Hasan" userId="S::nahid@vu.edu.bd::85ea5f9e-65d6-4031-b810-9415101f2e21" providerId="AD" clId="Web-{33685DED-4360-4BD4-65C7-91423BB2E243}" dt="2020-09-01T06:05:31.196" v="72"/>
          <ac:inkMkLst>
            <pc:docMk/>
            <pc:sldMk cId="0" sldId="457"/>
            <ac:inkMk id="12" creationId="{5FDF521B-85EF-4D2F-A85D-AC0B72E62A7A}"/>
          </ac:inkMkLst>
        </pc:inkChg>
        <pc:inkChg chg="add del">
          <ac:chgData name="Md. Nahid Hasan" userId="S::nahid@vu.edu.bd::85ea5f9e-65d6-4031-b810-9415101f2e21" providerId="AD" clId="Web-{33685DED-4360-4BD4-65C7-91423BB2E243}" dt="2020-09-01T06:05:31.180" v="71"/>
          <ac:inkMkLst>
            <pc:docMk/>
            <pc:sldMk cId="0" sldId="457"/>
            <ac:inkMk id="13" creationId="{1FD4C5FB-7092-4AE7-AC95-BAE0405FB0DD}"/>
          </ac:inkMkLst>
        </pc:inkChg>
        <pc:inkChg chg="add del">
          <ac:chgData name="Md. Nahid Hasan" userId="S::nahid@vu.edu.bd::85ea5f9e-65d6-4031-b810-9415101f2e21" providerId="AD" clId="Web-{33685DED-4360-4BD4-65C7-91423BB2E243}" dt="2020-09-01T06:05:31.180" v="70"/>
          <ac:inkMkLst>
            <pc:docMk/>
            <pc:sldMk cId="0" sldId="457"/>
            <ac:inkMk id="14" creationId="{E7F65C99-8896-4F1A-A695-EBB2D35B6D2F}"/>
          </ac:inkMkLst>
        </pc:inkChg>
        <pc:inkChg chg="add del">
          <ac:chgData name="Md. Nahid Hasan" userId="S::nahid@vu.edu.bd::85ea5f9e-65d6-4031-b810-9415101f2e21" providerId="AD" clId="Web-{33685DED-4360-4BD4-65C7-91423BB2E243}" dt="2020-09-01T06:05:31.180" v="69"/>
          <ac:inkMkLst>
            <pc:docMk/>
            <pc:sldMk cId="0" sldId="457"/>
            <ac:inkMk id="15" creationId="{166CFBF9-F001-4644-B31E-E8050387B739}"/>
          </ac:inkMkLst>
        </pc:inkChg>
        <pc:inkChg chg="add del">
          <ac:chgData name="Md. Nahid Hasan" userId="S::nahid@vu.edu.bd::85ea5f9e-65d6-4031-b810-9415101f2e21" providerId="AD" clId="Web-{33685DED-4360-4BD4-65C7-91423BB2E243}" dt="2020-09-01T06:05:31.180" v="68"/>
          <ac:inkMkLst>
            <pc:docMk/>
            <pc:sldMk cId="0" sldId="457"/>
            <ac:inkMk id="16" creationId="{3A8210F4-8CB1-4E08-B3A2-8538EAC1C12A}"/>
          </ac:inkMkLst>
        </pc:inkChg>
        <pc:inkChg chg="add del">
          <ac:chgData name="Md. Nahid Hasan" userId="S::nahid@vu.edu.bd::85ea5f9e-65d6-4031-b810-9415101f2e21" providerId="AD" clId="Web-{33685DED-4360-4BD4-65C7-91423BB2E243}" dt="2020-09-01T06:05:31.180" v="67"/>
          <ac:inkMkLst>
            <pc:docMk/>
            <pc:sldMk cId="0" sldId="457"/>
            <ac:inkMk id="17" creationId="{4F346A42-3B0D-4ED6-A159-05229C740BF9}"/>
          </ac:inkMkLst>
        </pc:inkChg>
        <pc:inkChg chg="add del">
          <ac:chgData name="Md. Nahid Hasan" userId="S::nahid@vu.edu.bd::85ea5f9e-65d6-4031-b810-9415101f2e21" providerId="AD" clId="Web-{33685DED-4360-4BD4-65C7-91423BB2E243}" dt="2020-09-01T06:05:31.180" v="66"/>
          <ac:inkMkLst>
            <pc:docMk/>
            <pc:sldMk cId="0" sldId="457"/>
            <ac:inkMk id="18" creationId="{F951A2DC-DF56-4A2B-A235-ABAD9212F5D7}"/>
          </ac:inkMkLst>
        </pc:inkChg>
        <pc:inkChg chg="add del">
          <ac:chgData name="Md. Nahid Hasan" userId="S::nahid@vu.edu.bd::85ea5f9e-65d6-4031-b810-9415101f2e21" providerId="AD" clId="Web-{33685DED-4360-4BD4-65C7-91423BB2E243}" dt="2020-09-01T06:05:31.180" v="65"/>
          <ac:inkMkLst>
            <pc:docMk/>
            <pc:sldMk cId="0" sldId="457"/>
            <ac:inkMk id="19" creationId="{64011CC3-7CC7-40A5-8350-5C61165347CD}"/>
          </ac:inkMkLst>
        </pc:inkChg>
        <pc:inkChg chg="add del">
          <ac:chgData name="Md. Nahid Hasan" userId="S::nahid@vu.edu.bd::85ea5f9e-65d6-4031-b810-9415101f2e21" providerId="AD" clId="Web-{33685DED-4360-4BD4-65C7-91423BB2E243}" dt="2020-09-01T06:05:31.180" v="64"/>
          <ac:inkMkLst>
            <pc:docMk/>
            <pc:sldMk cId="0" sldId="457"/>
            <ac:inkMk id="20" creationId="{454A1117-45CB-4F30-8690-75490BD58F77}"/>
          </ac:inkMkLst>
        </pc:inkChg>
        <pc:inkChg chg="add">
          <ac:chgData name="Md. Nahid Hasan" userId="S::nahid@vu.edu.bd::85ea5f9e-65d6-4031-b810-9415101f2e21" providerId="AD" clId="Web-{33685DED-4360-4BD4-65C7-91423BB2E243}" dt="2020-09-01T06:02:35.069" v="19"/>
          <ac:inkMkLst>
            <pc:docMk/>
            <pc:sldMk cId="0" sldId="457"/>
            <ac:inkMk id="21" creationId="{891B2EFB-9184-4FAD-B1E8-D37AC7EA770C}"/>
          </ac:inkMkLst>
        </pc:inkChg>
        <pc:inkChg chg="add">
          <ac:chgData name="Md. Nahid Hasan" userId="S::nahid@vu.edu.bd::85ea5f9e-65d6-4031-b810-9415101f2e21" providerId="AD" clId="Web-{33685DED-4360-4BD4-65C7-91423BB2E243}" dt="2020-09-01T06:02:49.179" v="20"/>
          <ac:inkMkLst>
            <pc:docMk/>
            <pc:sldMk cId="0" sldId="457"/>
            <ac:inkMk id="22" creationId="{839D005E-6416-4391-A4D6-D663E7DE7433}"/>
          </ac:inkMkLst>
        </pc:inkChg>
        <pc:inkChg chg="add">
          <ac:chgData name="Md. Nahid Hasan" userId="S::nahid@vu.edu.bd::85ea5f9e-65d6-4031-b810-9415101f2e21" providerId="AD" clId="Web-{33685DED-4360-4BD4-65C7-91423BB2E243}" dt="2020-09-01T06:02:56.648" v="21"/>
          <ac:inkMkLst>
            <pc:docMk/>
            <pc:sldMk cId="0" sldId="457"/>
            <ac:inkMk id="23" creationId="{714D9D18-E576-4CCD-9E92-F9FF261F3FBF}"/>
          </ac:inkMkLst>
        </pc:inkChg>
        <pc:inkChg chg="add">
          <ac:chgData name="Md. Nahid Hasan" userId="S::nahid@vu.edu.bd::85ea5f9e-65d6-4031-b810-9415101f2e21" providerId="AD" clId="Web-{33685DED-4360-4BD4-65C7-91423BB2E243}" dt="2020-09-01T06:02:57.726" v="22"/>
          <ac:inkMkLst>
            <pc:docMk/>
            <pc:sldMk cId="0" sldId="457"/>
            <ac:inkMk id="24" creationId="{96D15EF4-1F22-4737-A73E-CB5AF1E45461}"/>
          </ac:inkMkLst>
        </pc:inkChg>
        <pc:inkChg chg="add del">
          <ac:chgData name="Md. Nahid Hasan" userId="S::nahid@vu.edu.bd::85ea5f9e-65d6-4031-b810-9415101f2e21" providerId="AD" clId="Web-{33685DED-4360-4BD4-65C7-91423BB2E243}" dt="2020-09-01T06:05:31.180" v="63"/>
          <ac:inkMkLst>
            <pc:docMk/>
            <pc:sldMk cId="0" sldId="457"/>
            <ac:inkMk id="25" creationId="{BBCB1DAF-88BA-455A-A84E-1F7231513E15}"/>
          </ac:inkMkLst>
        </pc:inkChg>
        <pc:inkChg chg="add del">
          <ac:chgData name="Md. Nahid Hasan" userId="S::nahid@vu.edu.bd::85ea5f9e-65d6-4031-b810-9415101f2e21" providerId="AD" clId="Web-{33685DED-4360-4BD4-65C7-91423BB2E243}" dt="2020-09-01T06:05:31.180" v="62"/>
          <ac:inkMkLst>
            <pc:docMk/>
            <pc:sldMk cId="0" sldId="457"/>
            <ac:inkMk id="26" creationId="{F4125390-8B3B-4747-9A2C-26C9932B716D}"/>
          </ac:inkMkLst>
        </pc:inkChg>
        <pc:inkChg chg="add del">
          <ac:chgData name="Md. Nahid Hasan" userId="S::nahid@vu.edu.bd::85ea5f9e-65d6-4031-b810-9415101f2e21" providerId="AD" clId="Web-{33685DED-4360-4BD4-65C7-91423BB2E243}" dt="2020-09-01T06:05:31.180" v="61"/>
          <ac:inkMkLst>
            <pc:docMk/>
            <pc:sldMk cId="0" sldId="457"/>
            <ac:inkMk id="27" creationId="{E5D0C9CD-55A2-4CB9-9159-BB3F3937A05D}"/>
          </ac:inkMkLst>
        </pc:inkChg>
        <pc:inkChg chg="add">
          <ac:chgData name="Md. Nahid Hasan" userId="S::nahid@vu.edu.bd::85ea5f9e-65d6-4031-b810-9415101f2e21" providerId="AD" clId="Web-{33685DED-4360-4BD4-65C7-91423BB2E243}" dt="2020-09-01T06:03:14.195" v="26"/>
          <ac:inkMkLst>
            <pc:docMk/>
            <pc:sldMk cId="0" sldId="457"/>
            <ac:inkMk id="28" creationId="{0F0CDC72-7B6F-419D-8E50-670D693F5FF4}"/>
          </ac:inkMkLst>
        </pc:inkChg>
        <pc:inkChg chg="add">
          <ac:chgData name="Md. Nahid Hasan" userId="S::nahid@vu.edu.bd::85ea5f9e-65d6-4031-b810-9415101f2e21" providerId="AD" clId="Web-{33685DED-4360-4BD4-65C7-91423BB2E243}" dt="2020-09-01T06:03:15.132" v="27"/>
          <ac:inkMkLst>
            <pc:docMk/>
            <pc:sldMk cId="0" sldId="457"/>
            <ac:inkMk id="29" creationId="{312B76AD-EF75-44D0-95C5-2465DD533D70}"/>
          </ac:inkMkLst>
        </pc:inkChg>
        <pc:inkChg chg="add">
          <ac:chgData name="Md. Nahid Hasan" userId="S::nahid@vu.edu.bd::85ea5f9e-65d6-4031-b810-9415101f2e21" providerId="AD" clId="Web-{33685DED-4360-4BD4-65C7-91423BB2E243}" dt="2020-09-01T06:03:16.054" v="28"/>
          <ac:inkMkLst>
            <pc:docMk/>
            <pc:sldMk cId="0" sldId="457"/>
            <ac:inkMk id="30" creationId="{9FA471ED-24D0-49DD-9753-9F58D0347165}"/>
          </ac:inkMkLst>
        </pc:inkChg>
        <pc:inkChg chg="add">
          <ac:chgData name="Md. Nahid Hasan" userId="S::nahid@vu.edu.bd::85ea5f9e-65d6-4031-b810-9415101f2e21" providerId="AD" clId="Web-{33685DED-4360-4BD4-65C7-91423BB2E243}" dt="2020-09-01T06:03:17.476" v="29"/>
          <ac:inkMkLst>
            <pc:docMk/>
            <pc:sldMk cId="0" sldId="457"/>
            <ac:inkMk id="31" creationId="{A3226A03-F011-4F43-8D0C-06714EEDBBCE}"/>
          </ac:inkMkLst>
        </pc:inkChg>
        <pc:inkChg chg="add">
          <ac:chgData name="Md. Nahid Hasan" userId="S::nahid@vu.edu.bd::85ea5f9e-65d6-4031-b810-9415101f2e21" providerId="AD" clId="Web-{33685DED-4360-4BD4-65C7-91423BB2E243}" dt="2020-09-01T06:03:18.398" v="30"/>
          <ac:inkMkLst>
            <pc:docMk/>
            <pc:sldMk cId="0" sldId="457"/>
            <ac:inkMk id="32" creationId="{C77F4779-879B-4BD0-B14D-FEF8D45564A5}"/>
          </ac:inkMkLst>
        </pc:inkChg>
        <pc:inkChg chg="add">
          <ac:chgData name="Md. Nahid Hasan" userId="S::nahid@vu.edu.bd::85ea5f9e-65d6-4031-b810-9415101f2e21" providerId="AD" clId="Web-{33685DED-4360-4BD4-65C7-91423BB2E243}" dt="2020-09-01T06:03:19.773" v="31"/>
          <ac:inkMkLst>
            <pc:docMk/>
            <pc:sldMk cId="0" sldId="457"/>
            <ac:inkMk id="33" creationId="{899A89CA-5888-404F-BDA3-148609CE3CEA}"/>
          </ac:inkMkLst>
        </pc:inkChg>
        <pc:inkChg chg="add">
          <ac:chgData name="Md. Nahid Hasan" userId="S::nahid@vu.edu.bd::85ea5f9e-65d6-4031-b810-9415101f2e21" providerId="AD" clId="Web-{33685DED-4360-4BD4-65C7-91423BB2E243}" dt="2020-09-01T06:03:19.773" v="32"/>
          <ac:inkMkLst>
            <pc:docMk/>
            <pc:sldMk cId="0" sldId="457"/>
            <ac:inkMk id="34" creationId="{9B236A1C-1B6F-4D69-876B-5B45B9DAB6FB}"/>
          </ac:inkMkLst>
        </pc:inkChg>
        <pc:inkChg chg="add">
          <ac:chgData name="Md. Nahid Hasan" userId="S::nahid@vu.edu.bd::85ea5f9e-65d6-4031-b810-9415101f2e21" providerId="AD" clId="Web-{33685DED-4360-4BD4-65C7-91423BB2E243}" dt="2020-09-01T06:03:20.335" v="33"/>
          <ac:inkMkLst>
            <pc:docMk/>
            <pc:sldMk cId="0" sldId="457"/>
            <ac:inkMk id="35" creationId="{C0EC28D9-E2E6-45A9-806A-48A79522512A}"/>
          </ac:inkMkLst>
        </pc:inkChg>
        <pc:inkChg chg="add">
          <ac:chgData name="Md. Nahid Hasan" userId="S::nahid@vu.edu.bd::85ea5f9e-65d6-4031-b810-9415101f2e21" providerId="AD" clId="Web-{33685DED-4360-4BD4-65C7-91423BB2E243}" dt="2020-09-01T06:03:22.476" v="34"/>
          <ac:inkMkLst>
            <pc:docMk/>
            <pc:sldMk cId="0" sldId="457"/>
            <ac:inkMk id="36" creationId="{5227933A-CC13-427D-A131-0216E8449AFB}"/>
          </ac:inkMkLst>
        </pc:inkChg>
        <pc:inkChg chg="add">
          <ac:chgData name="Md. Nahid Hasan" userId="S::nahid@vu.edu.bd::85ea5f9e-65d6-4031-b810-9415101f2e21" providerId="AD" clId="Web-{33685DED-4360-4BD4-65C7-91423BB2E243}" dt="2020-09-01T06:03:22.476" v="35"/>
          <ac:inkMkLst>
            <pc:docMk/>
            <pc:sldMk cId="0" sldId="457"/>
            <ac:inkMk id="37" creationId="{98E9856F-A1FC-4C6F-BB8F-379012DAB3CD}"/>
          </ac:inkMkLst>
        </pc:inkChg>
        <pc:inkChg chg="add">
          <ac:chgData name="Md. Nahid Hasan" userId="S::nahid@vu.edu.bd::85ea5f9e-65d6-4031-b810-9415101f2e21" providerId="AD" clId="Web-{33685DED-4360-4BD4-65C7-91423BB2E243}" dt="2020-09-01T06:03:23.242" v="36"/>
          <ac:inkMkLst>
            <pc:docMk/>
            <pc:sldMk cId="0" sldId="457"/>
            <ac:inkMk id="38" creationId="{D76DC7CB-3BDB-447F-A177-B73FD437A9BB}"/>
          </ac:inkMkLst>
        </pc:inkChg>
        <pc:inkChg chg="add">
          <ac:chgData name="Md. Nahid Hasan" userId="S::nahid@vu.edu.bd::85ea5f9e-65d6-4031-b810-9415101f2e21" providerId="AD" clId="Web-{33685DED-4360-4BD4-65C7-91423BB2E243}" dt="2020-09-01T06:03:23.773" v="37"/>
          <ac:inkMkLst>
            <pc:docMk/>
            <pc:sldMk cId="0" sldId="457"/>
            <ac:inkMk id="39" creationId="{EA974F32-2320-4EFE-AAA6-0C7C5379BDC9}"/>
          </ac:inkMkLst>
        </pc:inkChg>
        <pc:inkChg chg="add">
          <ac:chgData name="Md. Nahid Hasan" userId="S::nahid@vu.edu.bd::85ea5f9e-65d6-4031-b810-9415101f2e21" providerId="AD" clId="Web-{33685DED-4360-4BD4-65C7-91423BB2E243}" dt="2020-09-01T06:03:25.960" v="38"/>
          <ac:inkMkLst>
            <pc:docMk/>
            <pc:sldMk cId="0" sldId="457"/>
            <ac:inkMk id="40" creationId="{BCBD49D8-D636-439A-8364-51004CF7F196}"/>
          </ac:inkMkLst>
        </pc:inkChg>
        <pc:inkChg chg="add">
          <ac:chgData name="Md. Nahid Hasan" userId="S::nahid@vu.edu.bd::85ea5f9e-65d6-4031-b810-9415101f2e21" providerId="AD" clId="Web-{33685DED-4360-4BD4-65C7-91423BB2E243}" dt="2020-09-01T06:03:26.757" v="39"/>
          <ac:inkMkLst>
            <pc:docMk/>
            <pc:sldMk cId="0" sldId="457"/>
            <ac:inkMk id="41" creationId="{4499CD8E-B199-4669-BB0D-FEB3194532B1}"/>
          </ac:inkMkLst>
        </pc:inkChg>
        <pc:inkChg chg="add">
          <ac:chgData name="Md. Nahid Hasan" userId="S::nahid@vu.edu.bd::85ea5f9e-65d6-4031-b810-9415101f2e21" providerId="AD" clId="Web-{33685DED-4360-4BD4-65C7-91423BB2E243}" dt="2020-09-01T06:03:27.398" v="40"/>
          <ac:inkMkLst>
            <pc:docMk/>
            <pc:sldMk cId="0" sldId="457"/>
            <ac:inkMk id="42" creationId="{9B912653-9ACD-486D-AAE9-5622181D3CFB}"/>
          </ac:inkMkLst>
        </pc:inkChg>
        <pc:inkChg chg="add del">
          <ac:chgData name="Md. Nahid Hasan" userId="S::nahid@vu.edu.bd::85ea5f9e-65d6-4031-b810-9415101f2e21" providerId="AD" clId="Web-{33685DED-4360-4BD4-65C7-91423BB2E243}" dt="2020-09-01T06:05:31.180" v="60"/>
          <ac:inkMkLst>
            <pc:docMk/>
            <pc:sldMk cId="0" sldId="457"/>
            <ac:inkMk id="43" creationId="{5788F0AC-D78B-49FB-8DD0-2F26A6144630}"/>
          </ac:inkMkLst>
        </pc:inkChg>
        <pc:inkChg chg="add">
          <ac:chgData name="Md. Nahid Hasan" userId="S::nahid@vu.edu.bd::85ea5f9e-65d6-4031-b810-9415101f2e21" providerId="AD" clId="Web-{33685DED-4360-4BD4-65C7-91423BB2E243}" dt="2020-09-01T06:03:38.289" v="42"/>
          <ac:inkMkLst>
            <pc:docMk/>
            <pc:sldMk cId="0" sldId="457"/>
            <ac:inkMk id="44" creationId="{D7001E88-6392-4B2E-8B94-D577A6144024}"/>
          </ac:inkMkLst>
        </pc:inkChg>
        <pc:inkChg chg="add">
          <ac:chgData name="Md. Nahid Hasan" userId="S::nahid@vu.edu.bd::85ea5f9e-65d6-4031-b810-9415101f2e21" providerId="AD" clId="Web-{33685DED-4360-4BD4-65C7-91423BB2E243}" dt="2020-09-01T06:03:39.507" v="43"/>
          <ac:inkMkLst>
            <pc:docMk/>
            <pc:sldMk cId="0" sldId="457"/>
            <ac:inkMk id="45" creationId="{8B7F17B8-1017-42AE-830C-A229B91C4C71}"/>
          </ac:inkMkLst>
        </pc:inkChg>
        <pc:inkChg chg="add">
          <ac:chgData name="Md. Nahid Hasan" userId="S::nahid@vu.edu.bd::85ea5f9e-65d6-4031-b810-9415101f2e21" providerId="AD" clId="Web-{33685DED-4360-4BD4-65C7-91423BB2E243}" dt="2020-09-01T06:03:41.101" v="44"/>
          <ac:inkMkLst>
            <pc:docMk/>
            <pc:sldMk cId="0" sldId="457"/>
            <ac:inkMk id="46" creationId="{CDF5C8B4-9495-47F1-9054-DFD127CFC1F9}"/>
          </ac:inkMkLst>
        </pc:inkChg>
        <pc:inkChg chg="add">
          <ac:chgData name="Md. Nahid Hasan" userId="S::nahid@vu.edu.bd::85ea5f9e-65d6-4031-b810-9415101f2e21" providerId="AD" clId="Web-{33685DED-4360-4BD4-65C7-91423BB2E243}" dt="2020-09-01T06:04:30.914" v="45"/>
          <ac:inkMkLst>
            <pc:docMk/>
            <pc:sldMk cId="0" sldId="457"/>
            <ac:inkMk id="47" creationId="{80CFBE5F-777B-4E07-B6A4-A7B21CB6C90D}"/>
          </ac:inkMkLst>
        </pc:inkChg>
        <pc:inkChg chg="add del">
          <ac:chgData name="Md. Nahid Hasan" userId="S::nahid@vu.edu.bd::85ea5f9e-65d6-4031-b810-9415101f2e21" providerId="AD" clId="Web-{33685DED-4360-4BD4-65C7-91423BB2E243}" dt="2020-09-01T06:05:31.180" v="59"/>
          <ac:inkMkLst>
            <pc:docMk/>
            <pc:sldMk cId="0" sldId="457"/>
            <ac:inkMk id="48" creationId="{C7C5AD87-855C-4FC7-9F9C-2A1926A47787}"/>
          </ac:inkMkLst>
        </pc:inkChg>
        <pc:inkChg chg="add del">
          <ac:chgData name="Md. Nahid Hasan" userId="S::nahid@vu.edu.bd::85ea5f9e-65d6-4031-b810-9415101f2e21" providerId="AD" clId="Web-{33685DED-4360-4BD4-65C7-91423BB2E243}" dt="2020-09-01T06:05:31.165" v="58"/>
          <ac:inkMkLst>
            <pc:docMk/>
            <pc:sldMk cId="0" sldId="457"/>
            <ac:inkMk id="49" creationId="{8A5F34E5-E761-47B3-BA4F-81A5A150E41C}"/>
          </ac:inkMkLst>
        </pc:inkChg>
        <pc:inkChg chg="add del">
          <ac:chgData name="Md. Nahid Hasan" userId="S::nahid@vu.edu.bd::85ea5f9e-65d6-4031-b810-9415101f2e21" providerId="AD" clId="Web-{33685DED-4360-4BD4-65C7-91423BB2E243}" dt="2020-09-01T06:05:31.165" v="57"/>
          <ac:inkMkLst>
            <pc:docMk/>
            <pc:sldMk cId="0" sldId="457"/>
            <ac:inkMk id="50" creationId="{80763245-FF90-43BC-8E6C-1EEF2F8DF3D8}"/>
          </ac:inkMkLst>
        </pc:inkChg>
        <pc:inkChg chg="add del">
          <ac:chgData name="Md. Nahid Hasan" userId="S::nahid@vu.edu.bd::85ea5f9e-65d6-4031-b810-9415101f2e21" providerId="AD" clId="Web-{33685DED-4360-4BD4-65C7-91423BB2E243}" dt="2020-09-01T06:05:31.165" v="56"/>
          <ac:inkMkLst>
            <pc:docMk/>
            <pc:sldMk cId="0" sldId="457"/>
            <ac:inkMk id="51" creationId="{8EAE7076-EC50-40CA-B25F-8C7D379BF402}"/>
          </ac:inkMkLst>
        </pc:inkChg>
        <pc:inkChg chg="add del">
          <ac:chgData name="Md. Nahid Hasan" userId="S::nahid@vu.edu.bd::85ea5f9e-65d6-4031-b810-9415101f2e21" providerId="AD" clId="Web-{33685DED-4360-4BD4-65C7-91423BB2E243}" dt="2020-09-01T06:05:31.165" v="55"/>
          <ac:inkMkLst>
            <pc:docMk/>
            <pc:sldMk cId="0" sldId="457"/>
            <ac:inkMk id="52" creationId="{0835ACBE-F6F5-47EA-BC81-8004BE558B11}"/>
          </ac:inkMkLst>
        </pc:inkChg>
        <pc:inkChg chg="add del">
          <ac:chgData name="Md. Nahid Hasan" userId="S::nahid@vu.edu.bd::85ea5f9e-65d6-4031-b810-9415101f2e21" providerId="AD" clId="Web-{33685DED-4360-4BD4-65C7-91423BB2E243}" dt="2020-09-01T06:05:31.165" v="54"/>
          <ac:inkMkLst>
            <pc:docMk/>
            <pc:sldMk cId="0" sldId="457"/>
            <ac:inkMk id="53" creationId="{4A2D0806-79D7-4E74-9204-B96847C653F3}"/>
          </ac:inkMkLst>
        </pc:inkChg>
        <pc:inkChg chg="add del">
          <ac:chgData name="Md. Nahid Hasan" userId="S::nahid@vu.edu.bd::85ea5f9e-65d6-4031-b810-9415101f2e21" providerId="AD" clId="Web-{33685DED-4360-4BD4-65C7-91423BB2E243}" dt="2020-09-01T06:05:31.165" v="53"/>
          <ac:inkMkLst>
            <pc:docMk/>
            <pc:sldMk cId="0" sldId="457"/>
            <ac:inkMk id="54" creationId="{D73E2B8B-B428-445F-99C7-614B8A5B4468}"/>
          </ac:inkMkLst>
        </pc:inkChg>
        <pc:inkChg chg="add">
          <ac:chgData name="Md. Nahid Hasan" userId="S::nahid@vu.edu.bd::85ea5f9e-65d6-4031-b810-9415101f2e21" providerId="AD" clId="Web-{33685DED-4360-4BD4-65C7-91423BB2E243}" dt="2020-09-01T06:05:35.368" v="74"/>
          <ac:inkMkLst>
            <pc:docMk/>
            <pc:sldMk cId="0" sldId="457"/>
            <ac:inkMk id="55" creationId="{D23FD640-9E20-45FD-A520-0640C7F19E11}"/>
          </ac:inkMkLst>
        </pc:inkChg>
        <pc:inkChg chg="add">
          <ac:chgData name="Md. Nahid Hasan" userId="S::nahid@vu.edu.bd::85ea5f9e-65d6-4031-b810-9415101f2e21" providerId="AD" clId="Web-{33685DED-4360-4BD4-65C7-91423BB2E243}" dt="2020-09-01T06:05:36.712" v="75"/>
          <ac:inkMkLst>
            <pc:docMk/>
            <pc:sldMk cId="0" sldId="457"/>
            <ac:inkMk id="56" creationId="{010BB1E6-E6AD-4914-86EA-2879C62C59F8}"/>
          </ac:inkMkLst>
        </pc:inkChg>
        <pc:inkChg chg="add">
          <ac:chgData name="Md. Nahid Hasan" userId="S::nahid@vu.edu.bd::85ea5f9e-65d6-4031-b810-9415101f2e21" providerId="AD" clId="Web-{33685DED-4360-4BD4-65C7-91423BB2E243}" dt="2020-09-01T06:05:37.993" v="76"/>
          <ac:inkMkLst>
            <pc:docMk/>
            <pc:sldMk cId="0" sldId="457"/>
            <ac:inkMk id="57" creationId="{87F4CF4E-77AE-454D-B82B-6D38D343C2C0}"/>
          </ac:inkMkLst>
        </pc:inkChg>
        <pc:inkChg chg="add">
          <ac:chgData name="Md. Nahid Hasan" userId="S::nahid@vu.edu.bd::85ea5f9e-65d6-4031-b810-9415101f2e21" providerId="AD" clId="Web-{33685DED-4360-4BD4-65C7-91423BB2E243}" dt="2020-09-01T06:05:38.915" v="77"/>
          <ac:inkMkLst>
            <pc:docMk/>
            <pc:sldMk cId="0" sldId="457"/>
            <ac:inkMk id="58" creationId="{D7195889-F6BD-42EA-998B-87695C15ED83}"/>
          </ac:inkMkLst>
        </pc:inkChg>
        <pc:inkChg chg="add">
          <ac:chgData name="Md. Nahid Hasan" userId="S::nahid@vu.edu.bd::85ea5f9e-65d6-4031-b810-9415101f2e21" providerId="AD" clId="Web-{33685DED-4360-4BD4-65C7-91423BB2E243}" dt="2020-09-01T06:05:39.727" v="78"/>
          <ac:inkMkLst>
            <pc:docMk/>
            <pc:sldMk cId="0" sldId="457"/>
            <ac:inkMk id="59" creationId="{0718EB79-1645-4A01-8224-C24AB458735A}"/>
          </ac:inkMkLst>
        </pc:inkChg>
        <pc:inkChg chg="add">
          <ac:chgData name="Md. Nahid Hasan" userId="S::nahid@vu.edu.bd::85ea5f9e-65d6-4031-b810-9415101f2e21" providerId="AD" clId="Web-{33685DED-4360-4BD4-65C7-91423BB2E243}" dt="2020-09-01T06:05:42.665" v="79"/>
          <ac:inkMkLst>
            <pc:docMk/>
            <pc:sldMk cId="0" sldId="457"/>
            <ac:inkMk id="60" creationId="{2B0002B5-27A7-4E85-BDCD-135375C8A5EA}"/>
          </ac:inkMkLst>
        </pc:inkChg>
        <pc:inkChg chg="add">
          <ac:chgData name="Md. Nahid Hasan" userId="S::nahid@vu.edu.bd::85ea5f9e-65d6-4031-b810-9415101f2e21" providerId="AD" clId="Web-{33685DED-4360-4BD4-65C7-91423BB2E243}" dt="2020-09-01T06:05:44.649" v="80"/>
          <ac:inkMkLst>
            <pc:docMk/>
            <pc:sldMk cId="0" sldId="457"/>
            <ac:inkMk id="61" creationId="{3E6D73EE-6884-4BD9-AFC5-5D8477E88A8F}"/>
          </ac:inkMkLst>
        </pc:inkChg>
        <pc:inkChg chg="add">
          <ac:chgData name="Md. Nahid Hasan" userId="S::nahid@vu.edu.bd::85ea5f9e-65d6-4031-b810-9415101f2e21" providerId="AD" clId="Web-{33685DED-4360-4BD4-65C7-91423BB2E243}" dt="2020-09-01T06:05:44.665" v="81"/>
          <ac:inkMkLst>
            <pc:docMk/>
            <pc:sldMk cId="0" sldId="457"/>
            <ac:inkMk id="62" creationId="{C3E62813-26E2-419F-9081-BF09E36800E7}"/>
          </ac:inkMkLst>
        </pc:inkChg>
        <pc:inkChg chg="add">
          <ac:chgData name="Md. Nahid Hasan" userId="S::nahid@vu.edu.bd::85ea5f9e-65d6-4031-b810-9415101f2e21" providerId="AD" clId="Web-{33685DED-4360-4BD4-65C7-91423BB2E243}" dt="2020-09-01T06:05:50.587" v="82"/>
          <ac:inkMkLst>
            <pc:docMk/>
            <pc:sldMk cId="0" sldId="457"/>
            <ac:inkMk id="63" creationId="{7558CC2E-0309-4F6A-B23F-3BCD6FF44F0B}"/>
          </ac:inkMkLst>
        </pc:inkChg>
        <pc:inkChg chg="add">
          <ac:chgData name="Md. Nahid Hasan" userId="S::nahid@vu.edu.bd::85ea5f9e-65d6-4031-b810-9415101f2e21" providerId="AD" clId="Web-{33685DED-4360-4BD4-65C7-91423BB2E243}" dt="2020-09-01T06:05:51.493" v="83"/>
          <ac:inkMkLst>
            <pc:docMk/>
            <pc:sldMk cId="0" sldId="457"/>
            <ac:inkMk id="62464" creationId="{89A1F6E6-745A-464B-BEE9-EEF4A6C81826}"/>
          </ac:inkMkLst>
        </pc:inkChg>
        <pc:inkChg chg="add">
          <ac:chgData name="Md. Nahid Hasan" userId="S::nahid@vu.edu.bd::85ea5f9e-65d6-4031-b810-9415101f2e21" providerId="AD" clId="Web-{33685DED-4360-4BD4-65C7-91423BB2E243}" dt="2020-09-01T06:05:52.024" v="84"/>
          <ac:inkMkLst>
            <pc:docMk/>
            <pc:sldMk cId="0" sldId="457"/>
            <ac:inkMk id="62465" creationId="{5B2B0359-AF0E-4BFB-BD70-C8C8395131D1}"/>
          </ac:inkMkLst>
        </pc:inkChg>
        <pc:inkChg chg="add">
          <ac:chgData name="Md. Nahid Hasan" userId="S::nahid@vu.edu.bd::85ea5f9e-65d6-4031-b810-9415101f2e21" providerId="AD" clId="Web-{33685DED-4360-4BD4-65C7-91423BB2E243}" dt="2020-09-01T06:05:52.712" v="85"/>
          <ac:inkMkLst>
            <pc:docMk/>
            <pc:sldMk cId="0" sldId="457"/>
            <ac:inkMk id="62466" creationId="{530D34FD-7F9D-4798-AAFE-1E8CF01D3812}"/>
          </ac:inkMkLst>
        </pc:inkChg>
        <pc:inkChg chg="add">
          <ac:chgData name="Md. Nahid Hasan" userId="S::nahid@vu.edu.bd::85ea5f9e-65d6-4031-b810-9415101f2e21" providerId="AD" clId="Web-{33685DED-4360-4BD4-65C7-91423BB2E243}" dt="2020-09-01T06:05:53.181" v="86"/>
          <ac:inkMkLst>
            <pc:docMk/>
            <pc:sldMk cId="0" sldId="457"/>
            <ac:inkMk id="62468" creationId="{72C32FFB-E364-4100-B17C-3E607C699A0A}"/>
          </ac:inkMkLst>
        </pc:inkChg>
        <pc:inkChg chg="add">
          <ac:chgData name="Md. Nahid Hasan" userId="S::nahid@vu.edu.bd::85ea5f9e-65d6-4031-b810-9415101f2e21" providerId="AD" clId="Web-{33685DED-4360-4BD4-65C7-91423BB2E243}" dt="2020-09-01T06:05:54.431" v="87"/>
          <ac:inkMkLst>
            <pc:docMk/>
            <pc:sldMk cId="0" sldId="457"/>
            <ac:inkMk id="62469" creationId="{7D234595-8E05-4E6D-82DD-29B1C3D9221C}"/>
          </ac:inkMkLst>
        </pc:inkChg>
        <pc:inkChg chg="add">
          <ac:chgData name="Md. Nahid Hasan" userId="S::nahid@vu.edu.bd::85ea5f9e-65d6-4031-b810-9415101f2e21" providerId="AD" clId="Web-{33685DED-4360-4BD4-65C7-91423BB2E243}" dt="2020-09-01T06:05:55.415" v="88"/>
          <ac:inkMkLst>
            <pc:docMk/>
            <pc:sldMk cId="0" sldId="457"/>
            <ac:inkMk id="62470" creationId="{D66A2DE2-865D-41FE-808C-774AE68937DD}"/>
          </ac:inkMkLst>
        </pc:inkChg>
        <pc:inkChg chg="add">
          <ac:chgData name="Md. Nahid Hasan" userId="S::nahid@vu.edu.bd::85ea5f9e-65d6-4031-b810-9415101f2e21" providerId="AD" clId="Web-{33685DED-4360-4BD4-65C7-91423BB2E243}" dt="2020-09-01T06:05:56.884" v="89"/>
          <ac:inkMkLst>
            <pc:docMk/>
            <pc:sldMk cId="0" sldId="457"/>
            <ac:inkMk id="62471" creationId="{477B2CF5-72F3-44AC-9133-BD172853D2D5}"/>
          </ac:inkMkLst>
        </pc:inkChg>
        <pc:inkChg chg="add">
          <ac:chgData name="Md. Nahid Hasan" userId="S::nahid@vu.edu.bd::85ea5f9e-65d6-4031-b810-9415101f2e21" providerId="AD" clId="Web-{33685DED-4360-4BD4-65C7-91423BB2E243}" dt="2020-09-01T06:05:58.056" v="90"/>
          <ac:inkMkLst>
            <pc:docMk/>
            <pc:sldMk cId="0" sldId="457"/>
            <ac:inkMk id="62472" creationId="{14F712C9-BD3E-4D9B-B30D-122AA377C192}"/>
          </ac:inkMkLst>
        </pc:inkChg>
        <pc:inkChg chg="add">
          <ac:chgData name="Md. Nahid Hasan" userId="S::nahid@vu.edu.bd::85ea5f9e-65d6-4031-b810-9415101f2e21" providerId="AD" clId="Web-{33685DED-4360-4BD4-65C7-91423BB2E243}" dt="2020-09-01T06:06:04.073" v="91"/>
          <ac:inkMkLst>
            <pc:docMk/>
            <pc:sldMk cId="0" sldId="457"/>
            <ac:inkMk id="62473" creationId="{2D6D99FF-6313-42F0-BAFA-5EFD6BFC8B23}"/>
          </ac:inkMkLst>
        </pc:inkChg>
        <pc:inkChg chg="add">
          <ac:chgData name="Md. Nahid Hasan" userId="S::nahid@vu.edu.bd::85ea5f9e-65d6-4031-b810-9415101f2e21" providerId="AD" clId="Web-{33685DED-4360-4BD4-65C7-91423BB2E243}" dt="2020-09-01T06:06:05.431" v="92"/>
          <ac:inkMkLst>
            <pc:docMk/>
            <pc:sldMk cId="0" sldId="457"/>
            <ac:inkMk id="62474" creationId="{A4D3CA1B-45B6-460F-B9A9-C67188706315}"/>
          </ac:inkMkLst>
        </pc:inkChg>
        <pc:inkChg chg="add">
          <ac:chgData name="Md. Nahid Hasan" userId="S::nahid@vu.edu.bd::85ea5f9e-65d6-4031-b810-9415101f2e21" providerId="AD" clId="Web-{33685DED-4360-4BD4-65C7-91423BB2E243}" dt="2020-09-01T06:06:06.337" v="93"/>
          <ac:inkMkLst>
            <pc:docMk/>
            <pc:sldMk cId="0" sldId="457"/>
            <ac:inkMk id="62475" creationId="{4FEC184A-B315-427E-AA8A-D930BD9189F1}"/>
          </ac:inkMkLst>
        </pc:inkChg>
        <pc:inkChg chg="add">
          <ac:chgData name="Md. Nahid Hasan" userId="S::nahid@vu.edu.bd::85ea5f9e-65d6-4031-b810-9415101f2e21" providerId="AD" clId="Web-{33685DED-4360-4BD4-65C7-91423BB2E243}" dt="2020-09-01T06:06:08.149" v="94"/>
          <ac:inkMkLst>
            <pc:docMk/>
            <pc:sldMk cId="0" sldId="457"/>
            <ac:inkMk id="62476" creationId="{1C5FEEF9-5572-4FE7-912B-88BDC4876A55}"/>
          </ac:inkMkLst>
        </pc:inkChg>
        <pc:inkChg chg="add">
          <ac:chgData name="Md. Nahid Hasan" userId="S::nahid@vu.edu.bd::85ea5f9e-65d6-4031-b810-9415101f2e21" providerId="AD" clId="Web-{33685DED-4360-4BD4-65C7-91423BB2E243}" dt="2020-09-01T06:06:08.165" v="95"/>
          <ac:inkMkLst>
            <pc:docMk/>
            <pc:sldMk cId="0" sldId="457"/>
            <ac:inkMk id="62477" creationId="{BA408DA3-FCBD-4FC0-B7BD-D12D20007547}"/>
          </ac:inkMkLst>
        </pc:inkChg>
        <pc:inkChg chg="add">
          <ac:chgData name="Md. Nahid Hasan" userId="S::nahid@vu.edu.bd::85ea5f9e-65d6-4031-b810-9415101f2e21" providerId="AD" clId="Web-{33685DED-4360-4BD4-65C7-91423BB2E243}" dt="2020-09-01T06:06:08.181" v="96"/>
          <ac:inkMkLst>
            <pc:docMk/>
            <pc:sldMk cId="0" sldId="457"/>
            <ac:inkMk id="62478" creationId="{760B546D-9E9C-4CF9-AAE7-32C552252D62}"/>
          </ac:inkMkLst>
        </pc:inkChg>
        <pc:inkChg chg="add">
          <ac:chgData name="Md. Nahid Hasan" userId="S::nahid@vu.edu.bd::85ea5f9e-65d6-4031-b810-9415101f2e21" providerId="AD" clId="Web-{33685DED-4360-4BD4-65C7-91423BB2E243}" dt="2020-09-01T06:06:09.181" v="97"/>
          <ac:inkMkLst>
            <pc:docMk/>
            <pc:sldMk cId="0" sldId="457"/>
            <ac:inkMk id="62479" creationId="{B6900357-5F18-47B2-9A70-7C205E92BB2E}"/>
          </ac:inkMkLst>
        </pc:inkChg>
        <pc:inkChg chg="add">
          <ac:chgData name="Md. Nahid Hasan" userId="S::nahid@vu.edu.bd::85ea5f9e-65d6-4031-b810-9415101f2e21" providerId="AD" clId="Web-{33685DED-4360-4BD4-65C7-91423BB2E243}" dt="2020-09-01T06:06:09.743" v="98"/>
          <ac:inkMkLst>
            <pc:docMk/>
            <pc:sldMk cId="0" sldId="457"/>
            <ac:inkMk id="62480" creationId="{9BD93912-161A-44E9-98B8-08F3A547A356}"/>
          </ac:inkMkLst>
        </pc:inkChg>
        <pc:inkChg chg="add">
          <ac:chgData name="Md. Nahid Hasan" userId="S::nahid@vu.edu.bd::85ea5f9e-65d6-4031-b810-9415101f2e21" providerId="AD" clId="Web-{33685DED-4360-4BD4-65C7-91423BB2E243}" dt="2020-09-01T06:06:10.274" v="99"/>
          <ac:inkMkLst>
            <pc:docMk/>
            <pc:sldMk cId="0" sldId="457"/>
            <ac:inkMk id="62481" creationId="{3D336C51-0325-4E20-8F80-A1A7A47E4D7A}"/>
          </ac:inkMkLst>
        </pc:inkChg>
        <pc:inkChg chg="add">
          <ac:chgData name="Md. Nahid Hasan" userId="S::nahid@vu.edu.bd::85ea5f9e-65d6-4031-b810-9415101f2e21" providerId="AD" clId="Web-{33685DED-4360-4BD4-65C7-91423BB2E243}" dt="2020-09-01T06:06:10.821" v="100"/>
          <ac:inkMkLst>
            <pc:docMk/>
            <pc:sldMk cId="0" sldId="457"/>
            <ac:inkMk id="62482" creationId="{E029177B-54D8-4A81-B134-643DF1A1E167}"/>
          </ac:inkMkLst>
        </pc:inkChg>
        <pc:inkChg chg="add">
          <ac:chgData name="Md. Nahid Hasan" userId="S::nahid@vu.edu.bd::85ea5f9e-65d6-4031-b810-9415101f2e21" providerId="AD" clId="Web-{33685DED-4360-4BD4-65C7-91423BB2E243}" dt="2020-09-01T06:06:14.040" v="101"/>
          <ac:inkMkLst>
            <pc:docMk/>
            <pc:sldMk cId="0" sldId="457"/>
            <ac:inkMk id="62483" creationId="{4FE49F2D-9BE8-452C-ADF2-1E4AFBC3D080}"/>
          </ac:inkMkLst>
        </pc:inkChg>
        <pc:inkChg chg="add">
          <ac:chgData name="Md. Nahid Hasan" userId="S::nahid@vu.edu.bd::85ea5f9e-65d6-4031-b810-9415101f2e21" providerId="AD" clId="Web-{33685DED-4360-4BD4-65C7-91423BB2E243}" dt="2020-09-01T06:06:14.774" v="102"/>
          <ac:inkMkLst>
            <pc:docMk/>
            <pc:sldMk cId="0" sldId="457"/>
            <ac:inkMk id="62484" creationId="{F369EF86-AB29-49F4-99CC-6F3C9395F864}"/>
          </ac:inkMkLst>
        </pc:inkChg>
        <pc:inkChg chg="add">
          <ac:chgData name="Md. Nahid Hasan" userId="S::nahid@vu.edu.bd::85ea5f9e-65d6-4031-b810-9415101f2e21" providerId="AD" clId="Web-{33685DED-4360-4BD4-65C7-91423BB2E243}" dt="2020-09-01T06:06:18.259" v="103"/>
          <ac:inkMkLst>
            <pc:docMk/>
            <pc:sldMk cId="0" sldId="457"/>
            <ac:inkMk id="62485" creationId="{D356CD2E-4FCE-4318-A4FC-2EF66898A8C8}"/>
          </ac:inkMkLst>
        </pc:inkChg>
        <pc:inkChg chg="add">
          <ac:chgData name="Md. Nahid Hasan" userId="S::nahid@vu.edu.bd::85ea5f9e-65d6-4031-b810-9415101f2e21" providerId="AD" clId="Web-{33685DED-4360-4BD4-65C7-91423BB2E243}" dt="2020-09-01T06:06:18.259" v="104"/>
          <ac:inkMkLst>
            <pc:docMk/>
            <pc:sldMk cId="0" sldId="457"/>
            <ac:inkMk id="62486" creationId="{1C6606A9-E62F-4319-BCFD-6B0D1BFF62FD}"/>
          </ac:inkMkLst>
        </pc:inkChg>
        <pc:inkChg chg="add">
          <ac:chgData name="Md. Nahid Hasan" userId="S::nahid@vu.edu.bd::85ea5f9e-65d6-4031-b810-9415101f2e21" providerId="AD" clId="Web-{33685DED-4360-4BD4-65C7-91423BB2E243}" dt="2020-09-01T06:06:22.243" v="105"/>
          <ac:inkMkLst>
            <pc:docMk/>
            <pc:sldMk cId="0" sldId="457"/>
            <ac:inkMk id="62487" creationId="{16A573DF-741C-4D82-9943-53A7CBFB5016}"/>
          </ac:inkMkLst>
        </pc:inkChg>
        <pc:inkChg chg="add">
          <ac:chgData name="Md. Nahid Hasan" userId="S::nahid@vu.edu.bd::85ea5f9e-65d6-4031-b810-9415101f2e21" providerId="AD" clId="Web-{33685DED-4360-4BD4-65C7-91423BB2E243}" dt="2020-09-01T06:06:22.259" v="106"/>
          <ac:inkMkLst>
            <pc:docMk/>
            <pc:sldMk cId="0" sldId="457"/>
            <ac:inkMk id="62488" creationId="{FF5AAF03-194F-4724-A4EB-B8A36A3F53A8}"/>
          </ac:inkMkLst>
        </pc:inkChg>
        <pc:inkChg chg="add">
          <ac:chgData name="Md. Nahid Hasan" userId="S::nahid@vu.edu.bd::85ea5f9e-65d6-4031-b810-9415101f2e21" providerId="AD" clId="Web-{33685DED-4360-4BD4-65C7-91423BB2E243}" dt="2020-09-01T06:06:22.259" v="107"/>
          <ac:inkMkLst>
            <pc:docMk/>
            <pc:sldMk cId="0" sldId="457"/>
            <ac:inkMk id="62489" creationId="{9C4E5E7D-C29E-4F1E-8F01-86E05B9132B2}"/>
          </ac:inkMkLst>
        </pc:inkChg>
        <pc:inkChg chg="add">
          <ac:chgData name="Md. Nahid Hasan" userId="S::nahid@vu.edu.bd::85ea5f9e-65d6-4031-b810-9415101f2e21" providerId="AD" clId="Web-{33685DED-4360-4BD4-65C7-91423BB2E243}" dt="2020-09-01T06:06:22.275" v="108"/>
          <ac:inkMkLst>
            <pc:docMk/>
            <pc:sldMk cId="0" sldId="457"/>
            <ac:inkMk id="62490" creationId="{4BFF4DD6-3F95-46E7-9609-E508B61C3DCB}"/>
          </ac:inkMkLst>
        </pc:inkChg>
        <pc:inkChg chg="add">
          <ac:chgData name="Md. Nahid Hasan" userId="S::nahid@vu.edu.bd::85ea5f9e-65d6-4031-b810-9415101f2e21" providerId="AD" clId="Web-{33685DED-4360-4BD4-65C7-91423BB2E243}" dt="2020-09-01T06:06:26.118" v="109"/>
          <ac:inkMkLst>
            <pc:docMk/>
            <pc:sldMk cId="0" sldId="457"/>
            <ac:inkMk id="62491" creationId="{13562AF8-54ED-4512-8ECB-246FF50B9DC5}"/>
          </ac:inkMkLst>
        </pc:inkChg>
        <pc:inkChg chg="add">
          <ac:chgData name="Md. Nahid Hasan" userId="S::nahid@vu.edu.bd::85ea5f9e-65d6-4031-b810-9415101f2e21" providerId="AD" clId="Web-{33685DED-4360-4BD4-65C7-91423BB2E243}" dt="2020-09-01T06:06:26.118" v="110"/>
          <ac:inkMkLst>
            <pc:docMk/>
            <pc:sldMk cId="0" sldId="457"/>
            <ac:inkMk id="62492" creationId="{4BC08032-9814-4B83-AEA9-C652250B25F2}"/>
          </ac:inkMkLst>
        </pc:inkChg>
        <pc:inkChg chg="add">
          <ac:chgData name="Md. Nahid Hasan" userId="S::nahid@vu.edu.bd::85ea5f9e-65d6-4031-b810-9415101f2e21" providerId="AD" clId="Web-{33685DED-4360-4BD4-65C7-91423BB2E243}" dt="2020-09-01T06:06:26.134" v="111"/>
          <ac:inkMkLst>
            <pc:docMk/>
            <pc:sldMk cId="0" sldId="457"/>
            <ac:inkMk id="62493" creationId="{663D9FC2-99CC-4CA4-AEE9-9125331F3B2E}"/>
          </ac:inkMkLst>
        </pc:inkChg>
        <pc:inkChg chg="add">
          <ac:chgData name="Md. Nahid Hasan" userId="S::nahid@vu.edu.bd::85ea5f9e-65d6-4031-b810-9415101f2e21" providerId="AD" clId="Web-{33685DED-4360-4BD4-65C7-91423BB2E243}" dt="2020-09-01T06:06:26.150" v="112"/>
          <ac:inkMkLst>
            <pc:docMk/>
            <pc:sldMk cId="0" sldId="457"/>
            <ac:inkMk id="62494" creationId="{A8E02043-21E2-4F5D-B4D4-166A2F2F6C3A}"/>
          </ac:inkMkLst>
        </pc:inkChg>
        <pc:inkChg chg="add">
          <ac:chgData name="Md. Nahid Hasan" userId="S::nahid@vu.edu.bd::85ea5f9e-65d6-4031-b810-9415101f2e21" providerId="AD" clId="Web-{33685DED-4360-4BD4-65C7-91423BB2E243}" dt="2020-09-01T06:06:26.150" v="113"/>
          <ac:inkMkLst>
            <pc:docMk/>
            <pc:sldMk cId="0" sldId="457"/>
            <ac:inkMk id="62495" creationId="{1841FFBE-B353-41D5-93D0-474796F548B3}"/>
          </ac:inkMkLst>
        </pc:inkChg>
        <pc:inkChg chg="add">
          <ac:chgData name="Md. Nahid Hasan" userId="S::nahid@vu.edu.bd::85ea5f9e-65d6-4031-b810-9415101f2e21" providerId="AD" clId="Web-{33685DED-4360-4BD4-65C7-91423BB2E243}" dt="2020-09-01T06:06:26.931" v="114"/>
          <ac:inkMkLst>
            <pc:docMk/>
            <pc:sldMk cId="0" sldId="457"/>
            <ac:inkMk id="62496" creationId="{BDABFEBC-6FEF-4EA7-B30D-17E646F8EACF}"/>
          </ac:inkMkLst>
        </pc:inkChg>
        <pc:inkChg chg="add">
          <ac:chgData name="Md. Nahid Hasan" userId="S::nahid@vu.edu.bd::85ea5f9e-65d6-4031-b810-9415101f2e21" providerId="AD" clId="Web-{33685DED-4360-4BD4-65C7-91423BB2E243}" dt="2020-09-01T06:06:26.946" v="115"/>
          <ac:inkMkLst>
            <pc:docMk/>
            <pc:sldMk cId="0" sldId="457"/>
            <ac:inkMk id="62497" creationId="{0EBB3559-3157-453A-BB21-347C2DA3808F}"/>
          </ac:inkMkLst>
        </pc:inkChg>
        <pc:inkChg chg="add">
          <ac:chgData name="Md. Nahid Hasan" userId="S::nahid@vu.edu.bd::85ea5f9e-65d6-4031-b810-9415101f2e21" providerId="AD" clId="Web-{33685DED-4360-4BD4-65C7-91423BB2E243}" dt="2020-09-01T06:06:28.884" v="116"/>
          <ac:inkMkLst>
            <pc:docMk/>
            <pc:sldMk cId="0" sldId="457"/>
            <ac:inkMk id="62498" creationId="{5BB812E8-B426-48FE-ACD7-F6162565603D}"/>
          </ac:inkMkLst>
        </pc:inkChg>
        <pc:inkChg chg="add">
          <ac:chgData name="Md. Nahid Hasan" userId="S::nahid@vu.edu.bd::85ea5f9e-65d6-4031-b810-9415101f2e21" providerId="AD" clId="Web-{33685DED-4360-4BD4-65C7-91423BB2E243}" dt="2020-09-01T06:06:28.900" v="117"/>
          <ac:inkMkLst>
            <pc:docMk/>
            <pc:sldMk cId="0" sldId="457"/>
            <ac:inkMk id="62499" creationId="{45EE27CB-A015-464C-A76C-F498F8487E6B}"/>
          </ac:inkMkLst>
        </pc:inkChg>
        <pc:inkChg chg="add">
          <ac:chgData name="Md. Nahid Hasan" userId="S::nahid@vu.edu.bd::85ea5f9e-65d6-4031-b810-9415101f2e21" providerId="AD" clId="Web-{33685DED-4360-4BD4-65C7-91423BB2E243}" dt="2020-09-01T06:06:31.571" v="118"/>
          <ac:inkMkLst>
            <pc:docMk/>
            <pc:sldMk cId="0" sldId="457"/>
            <ac:inkMk id="62500" creationId="{5B9AC4B1-F9B1-4544-BD62-7CF0D6E886A9}"/>
          </ac:inkMkLst>
        </pc:inkChg>
        <pc:inkChg chg="add">
          <ac:chgData name="Md. Nahid Hasan" userId="S::nahid@vu.edu.bd::85ea5f9e-65d6-4031-b810-9415101f2e21" providerId="AD" clId="Web-{33685DED-4360-4BD4-65C7-91423BB2E243}" dt="2020-09-01T06:06:33.837" v="119"/>
          <ac:inkMkLst>
            <pc:docMk/>
            <pc:sldMk cId="0" sldId="457"/>
            <ac:inkMk id="62501" creationId="{E4D411A8-EA7A-4BD2-9F01-CBC3DCBC00D1}"/>
          </ac:inkMkLst>
        </pc:inkChg>
        <pc:inkChg chg="add">
          <ac:chgData name="Md. Nahid Hasan" userId="S::nahid@vu.edu.bd::85ea5f9e-65d6-4031-b810-9415101f2e21" providerId="AD" clId="Web-{33685DED-4360-4BD4-65C7-91423BB2E243}" dt="2020-09-01T06:06:34.790" v="120"/>
          <ac:inkMkLst>
            <pc:docMk/>
            <pc:sldMk cId="0" sldId="457"/>
            <ac:inkMk id="62502" creationId="{327EA683-F8FB-472A-B803-07D28AB44FF7}"/>
          </ac:inkMkLst>
        </pc:inkChg>
        <pc:inkChg chg="add">
          <ac:chgData name="Md. Nahid Hasan" userId="S::nahid@vu.edu.bd::85ea5f9e-65d6-4031-b810-9415101f2e21" providerId="AD" clId="Web-{33685DED-4360-4BD4-65C7-91423BB2E243}" dt="2020-09-01T06:06:35.697" v="121"/>
          <ac:inkMkLst>
            <pc:docMk/>
            <pc:sldMk cId="0" sldId="457"/>
            <ac:inkMk id="62503" creationId="{F5BE09DB-D31A-4D0B-8125-5EC3AC72C8B1}"/>
          </ac:inkMkLst>
        </pc:inkChg>
        <pc:inkChg chg="add">
          <ac:chgData name="Md. Nahid Hasan" userId="S::nahid@vu.edu.bd::85ea5f9e-65d6-4031-b810-9415101f2e21" providerId="AD" clId="Web-{33685DED-4360-4BD4-65C7-91423BB2E243}" dt="2020-09-01T06:06:36.884" v="122"/>
          <ac:inkMkLst>
            <pc:docMk/>
            <pc:sldMk cId="0" sldId="457"/>
            <ac:inkMk id="62504" creationId="{25A3500C-3583-4F5E-B6FD-42FF24A43FB5}"/>
          </ac:inkMkLst>
        </pc:inkChg>
        <pc:inkChg chg="add">
          <ac:chgData name="Md. Nahid Hasan" userId="S::nahid@vu.edu.bd::85ea5f9e-65d6-4031-b810-9415101f2e21" providerId="AD" clId="Web-{33685DED-4360-4BD4-65C7-91423BB2E243}" dt="2020-09-01T06:06:36.900" v="123"/>
          <ac:inkMkLst>
            <pc:docMk/>
            <pc:sldMk cId="0" sldId="457"/>
            <ac:inkMk id="62505" creationId="{166B87BC-6C71-454A-A6B1-9795FB8FD5D4}"/>
          </ac:inkMkLst>
        </pc:inkChg>
        <pc:inkChg chg="add">
          <ac:chgData name="Md. Nahid Hasan" userId="S::nahid@vu.edu.bd::85ea5f9e-65d6-4031-b810-9415101f2e21" providerId="AD" clId="Web-{33685DED-4360-4BD4-65C7-91423BB2E243}" dt="2020-09-01T06:06:36.915" v="124"/>
          <ac:inkMkLst>
            <pc:docMk/>
            <pc:sldMk cId="0" sldId="457"/>
            <ac:inkMk id="62506" creationId="{64438319-76F3-404A-8881-BA68E0D9E139}"/>
          </ac:inkMkLst>
        </pc:inkChg>
        <pc:inkChg chg="add">
          <ac:chgData name="Md. Nahid Hasan" userId="S::nahid@vu.edu.bd::85ea5f9e-65d6-4031-b810-9415101f2e21" providerId="AD" clId="Web-{33685DED-4360-4BD4-65C7-91423BB2E243}" dt="2020-09-01T06:06:38.025" v="125"/>
          <ac:inkMkLst>
            <pc:docMk/>
            <pc:sldMk cId="0" sldId="457"/>
            <ac:inkMk id="62507" creationId="{6AE883BE-8CE4-4745-9F05-284425EFF1D6}"/>
          </ac:inkMkLst>
        </pc:inkChg>
        <pc:inkChg chg="add">
          <ac:chgData name="Md. Nahid Hasan" userId="S::nahid@vu.edu.bd::85ea5f9e-65d6-4031-b810-9415101f2e21" providerId="AD" clId="Web-{33685DED-4360-4BD4-65C7-91423BB2E243}" dt="2020-09-01T06:06:38.040" v="126"/>
          <ac:inkMkLst>
            <pc:docMk/>
            <pc:sldMk cId="0" sldId="457"/>
            <ac:inkMk id="62508" creationId="{957D6972-B7F6-4E67-AA36-01CA74F628BE}"/>
          </ac:inkMkLst>
        </pc:inkChg>
        <pc:inkChg chg="add">
          <ac:chgData name="Md. Nahid Hasan" userId="S::nahid@vu.edu.bd::85ea5f9e-65d6-4031-b810-9415101f2e21" providerId="AD" clId="Web-{33685DED-4360-4BD4-65C7-91423BB2E243}" dt="2020-09-01T06:06:38.040" v="127"/>
          <ac:inkMkLst>
            <pc:docMk/>
            <pc:sldMk cId="0" sldId="457"/>
            <ac:inkMk id="62509" creationId="{8B8754F4-B390-4B12-91F2-EEFEF7E54B45}"/>
          </ac:inkMkLst>
        </pc:inkChg>
        <pc:inkChg chg="add">
          <ac:chgData name="Md. Nahid Hasan" userId="S::nahid@vu.edu.bd::85ea5f9e-65d6-4031-b810-9415101f2e21" providerId="AD" clId="Web-{33685DED-4360-4BD4-65C7-91423BB2E243}" dt="2020-09-01T06:06:52.728" v="128"/>
          <ac:inkMkLst>
            <pc:docMk/>
            <pc:sldMk cId="0" sldId="457"/>
            <ac:inkMk id="62510" creationId="{B296AD82-A61D-4DA2-9F2D-E9A0A77279C0}"/>
          </ac:inkMkLst>
        </pc:inkChg>
        <pc:inkChg chg="add">
          <ac:chgData name="Md. Nahid Hasan" userId="S::nahid@vu.edu.bd::85ea5f9e-65d6-4031-b810-9415101f2e21" providerId="AD" clId="Web-{33685DED-4360-4BD4-65C7-91423BB2E243}" dt="2020-09-01T06:06:53.884" v="129"/>
          <ac:inkMkLst>
            <pc:docMk/>
            <pc:sldMk cId="0" sldId="457"/>
            <ac:inkMk id="62511" creationId="{43FBFD81-446E-47F9-9DDE-42A8D392A081}"/>
          </ac:inkMkLst>
        </pc:inkChg>
        <pc:inkChg chg="add">
          <ac:chgData name="Md. Nahid Hasan" userId="S::nahid@vu.edu.bd::85ea5f9e-65d6-4031-b810-9415101f2e21" providerId="AD" clId="Web-{33685DED-4360-4BD4-65C7-91423BB2E243}" dt="2020-09-01T06:06:58.280" v="130"/>
          <ac:inkMkLst>
            <pc:docMk/>
            <pc:sldMk cId="0" sldId="457"/>
            <ac:inkMk id="62512" creationId="{EBA931EF-D784-47E8-9BFE-7F66C99C93E6}"/>
          </ac:inkMkLst>
        </pc:inkChg>
        <pc:inkChg chg="add">
          <ac:chgData name="Md. Nahid Hasan" userId="S::nahid@vu.edu.bd::85ea5f9e-65d6-4031-b810-9415101f2e21" providerId="AD" clId="Web-{33685DED-4360-4BD4-65C7-91423BB2E243}" dt="2020-09-01T06:07:00.306" v="131"/>
          <ac:inkMkLst>
            <pc:docMk/>
            <pc:sldMk cId="0" sldId="457"/>
            <ac:inkMk id="62513" creationId="{A572D89C-BBA6-455A-B11B-76A37DFC2CA9}"/>
          </ac:inkMkLst>
        </pc:inkChg>
        <pc:inkChg chg="add">
          <ac:chgData name="Md. Nahid Hasan" userId="S::nahid@vu.edu.bd::85ea5f9e-65d6-4031-b810-9415101f2e21" providerId="AD" clId="Web-{33685DED-4360-4BD4-65C7-91423BB2E243}" dt="2020-09-01T06:07:00.322" v="132"/>
          <ac:inkMkLst>
            <pc:docMk/>
            <pc:sldMk cId="0" sldId="457"/>
            <ac:inkMk id="62514" creationId="{70A37761-DC30-4F3E-9CB0-88CE06BF4DED}"/>
          </ac:inkMkLst>
        </pc:inkChg>
        <pc:inkChg chg="add">
          <ac:chgData name="Md. Nahid Hasan" userId="S::nahid@vu.edu.bd::85ea5f9e-65d6-4031-b810-9415101f2e21" providerId="AD" clId="Web-{33685DED-4360-4BD4-65C7-91423BB2E243}" dt="2020-09-01T06:07:00.337" v="133"/>
          <ac:inkMkLst>
            <pc:docMk/>
            <pc:sldMk cId="0" sldId="457"/>
            <ac:inkMk id="62515" creationId="{1C8A38EC-BC11-4279-84D3-A7093143DFFD}"/>
          </ac:inkMkLst>
        </pc:inkChg>
        <pc:inkChg chg="add">
          <ac:chgData name="Md. Nahid Hasan" userId="S::nahid@vu.edu.bd::85ea5f9e-65d6-4031-b810-9415101f2e21" providerId="AD" clId="Web-{33685DED-4360-4BD4-65C7-91423BB2E243}" dt="2020-09-01T06:07:06.869" v="134"/>
          <ac:inkMkLst>
            <pc:docMk/>
            <pc:sldMk cId="0" sldId="457"/>
            <ac:inkMk id="62516" creationId="{C46F29AD-20C4-41CC-9332-493281D8A26E}"/>
          </ac:inkMkLst>
        </pc:inkChg>
        <pc:inkChg chg="add">
          <ac:chgData name="Md. Nahid Hasan" userId="S::nahid@vu.edu.bd::85ea5f9e-65d6-4031-b810-9415101f2e21" providerId="AD" clId="Web-{33685DED-4360-4BD4-65C7-91423BB2E243}" dt="2020-09-01T06:07:35.994" v="135"/>
          <ac:inkMkLst>
            <pc:docMk/>
            <pc:sldMk cId="0" sldId="457"/>
            <ac:inkMk id="62517" creationId="{31A5DC12-95C1-4F6F-89F3-F5F728E434DC}"/>
          </ac:inkMkLst>
        </pc:inkChg>
        <pc:inkChg chg="add">
          <ac:chgData name="Md. Nahid Hasan" userId="S::nahid@vu.edu.bd::85ea5f9e-65d6-4031-b810-9415101f2e21" providerId="AD" clId="Web-{33685DED-4360-4BD4-65C7-91423BB2E243}" dt="2020-09-01T06:07:36.010" v="136"/>
          <ac:inkMkLst>
            <pc:docMk/>
            <pc:sldMk cId="0" sldId="457"/>
            <ac:inkMk id="62518" creationId="{EBE7F69F-B503-412A-9466-3BAB49DC2856}"/>
          </ac:inkMkLst>
        </pc:inkChg>
        <pc:inkChg chg="add">
          <ac:chgData name="Md. Nahid Hasan" userId="S::nahid@vu.edu.bd::85ea5f9e-65d6-4031-b810-9415101f2e21" providerId="AD" clId="Web-{33685DED-4360-4BD4-65C7-91423BB2E243}" dt="2020-09-01T06:07:36.025" v="137"/>
          <ac:inkMkLst>
            <pc:docMk/>
            <pc:sldMk cId="0" sldId="457"/>
            <ac:inkMk id="62519" creationId="{B09ADB17-1AF6-47C4-A6A5-CB3A4A708176}"/>
          </ac:inkMkLst>
        </pc:inkChg>
        <pc:inkChg chg="add">
          <ac:chgData name="Md. Nahid Hasan" userId="S::nahid@vu.edu.bd::85ea5f9e-65d6-4031-b810-9415101f2e21" providerId="AD" clId="Web-{33685DED-4360-4BD4-65C7-91423BB2E243}" dt="2020-09-01T06:07:36.025" v="138"/>
          <ac:inkMkLst>
            <pc:docMk/>
            <pc:sldMk cId="0" sldId="457"/>
            <ac:inkMk id="62520" creationId="{48BCD1AB-A71C-42D1-A4E4-CB0D9C705E45}"/>
          </ac:inkMkLst>
        </pc:inkChg>
        <pc:inkChg chg="add">
          <ac:chgData name="Md. Nahid Hasan" userId="S::nahid@vu.edu.bd::85ea5f9e-65d6-4031-b810-9415101f2e21" providerId="AD" clId="Web-{33685DED-4360-4BD4-65C7-91423BB2E243}" dt="2020-09-01T06:07:36.041" v="139"/>
          <ac:inkMkLst>
            <pc:docMk/>
            <pc:sldMk cId="0" sldId="457"/>
            <ac:inkMk id="62521" creationId="{FCD43F19-751C-49BC-AF2D-6AA723B1602E}"/>
          </ac:inkMkLst>
        </pc:inkChg>
        <pc:inkChg chg="add">
          <ac:chgData name="Md. Nahid Hasan" userId="S::nahid@vu.edu.bd::85ea5f9e-65d6-4031-b810-9415101f2e21" providerId="AD" clId="Web-{33685DED-4360-4BD4-65C7-91423BB2E243}" dt="2020-09-01T06:07:36.056" v="140"/>
          <ac:inkMkLst>
            <pc:docMk/>
            <pc:sldMk cId="0" sldId="457"/>
            <ac:inkMk id="62522" creationId="{58C905BF-622D-4BD7-93CC-D546F5D7F579}"/>
          </ac:inkMkLst>
        </pc:inkChg>
        <pc:inkChg chg="add">
          <ac:chgData name="Md. Nahid Hasan" userId="S::nahid@vu.edu.bd::85ea5f9e-65d6-4031-b810-9415101f2e21" providerId="AD" clId="Web-{33685DED-4360-4BD4-65C7-91423BB2E243}" dt="2020-09-01T06:07:36.056" v="141"/>
          <ac:inkMkLst>
            <pc:docMk/>
            <pc:sldMk cId="0" sldId="457"/>
            <ac:inkMk id="62523" creationId="{38DF9483-7444-4B19-9E45-3F0D34B13C66}"/>
          </ac:inkMkLst>
        </pc:inkChg>
        <pc:inkChg chg="add">
          <ac:chgData name="Md. Nahid Hasan" userId="S::nahid@vu.edu.bd::85ea5f9e-65d6-4031-b810-9415101f2e21" providerId="AD" clId="Web-{33685DED-4360-4BD4-65C7-91423BB2E243}" dt="2020-09-01T06:07:38.635" v="142"/>
          <ac:inkMkLst>
            <pc:docMk/>
            <pc:sldMk cId="0" sldId="457"/>
            <ac:inkMk id="62524" creationId="{F3892851-BAAD-41E8-B62C-2714272F3507}"/>
          </ac:inkMkLst>
        </pc:inkChg>
        <pc:inkChg chg="add">
          <ac:chgData name="Md. Nahid Hasan" userId="S::nahid@vu.edu.bd::85ea5f9e-65d6-4031-b810-9415101f2e21" providerId="AD" clId="Web-{33685DED-4360-4BD4-65C7-91423BB2E243}" dt="2020-09-01T06:07:40.338" v="143"/>
          <ac:inkMkLst>
            <pc:docMk/>
            <pc:sldMk cId="0" sldId="457"/>
            <ac:inkMk id="62525" creationId="{9CA68D68-11D8-4AE9-B6AF-C1EB42F96929}"/>
          </ac:inkMkLst>
        </pc:inkChg>
        <pc:inkChg chg="add">
          <ac:chgData name="Md. Nahid Hasan" userId="S::nahid@vu.edu.bd::85ea5f9e-65d6-4031-b810-9415101f2e21" providerId="AD" clId="Web-{33685DED-4360-4BD4-65C7-91423BB2E243}" dt="2020-09-01T06:07:43.635" v="144"/>
          <ac:inkMkLst>
            <pc:docMk/>
            <pc:sldMk cId="0" sldId="457"/>
            <ac:inkMk id="62526" creationId="{2A020846-43BC-43E0-BDF8-770E33C24A5E}"/>
          </ac:inkMkLst>
        </pc:inkChg>
        <pc:inkChg chg="add">
          <ac:chgData name="Md. Nahid Hasan" userId="S::nahid@vu.edu.bd::85ea5f9e-65d6-4031-b810-9415101f2e21" providerId="AD" clId="Web-{33685DED-4360-4BD4-65C7-91423BB2E243}" dt="2020-09-01T06:07:45.088" v="145"/>
          <ac:inkMkLst>
            <pc:docMk/>
            <pc:sldMk cId="0" sldId="457"/>
            <ac:inkMk id="62527" creationId="{17A0D303-A974-478B-8723-B5BC7322462B}"/>
          </ac:inkMkLst>
        </pc:inkChg>
        <pc:inkChg chg="add">
          <ac:chgData name="Md. Nahid Hasan" userId="S::nahid@vu.edu.bd::85ea5f9e-65d6-4031-b810-9415101f2e21" providerId="AD" clId="Web-{33685DED-4360-4BD4-65C7-91423BB2E243}" dt="2020-09-01T06:07:52.807" v="146"/>
          <ac:inkMkLst>
            <pc:docMk/>
            <pc:sldMk cId="0" sldId="457"/>
            <ac:inkMk id="292864" creationId="{4882858A-67B3-423A-A613-1177BA230C6E}"/>
          </ac:inkMkLst>
        </pc:inkChg>
        <pc:inkChg chg="add">
          <ac:chgData name="Md. Nahid Hasan" userId="S::nahid@vu.edu.bd::85ea5f9e-65d6-4031-b810-9415101f2e21" providerId="AD" clId="Web-{33685DED-4360-4BD4-65C7-91423BB2E243}" dt="2020-09-01T06:07:54.182" v="147"/>
          <ac:inkMkLst>
            <pc:docMk/>
            <pc:sldMk cId="0" sldId="457"/>
            <ac:inkMk id="292865" creationId="{D51D2DA3-B6B9-4E5E-9AF3-ADD5C4B6B4BC}"/>
          </ac:inkMkLst>
        </pc:inkChg>
        <pc:inkChg chg="add">
          <ac:chgData name="Md. Nahid Hasan" userId="S::nahid@vu.edu.bd::85ea5f9e-65d6-4031-b810-9415101f2e21" providerId="AD" clId="Web-{33685DED-4360-4BD4-65C7-91423BB2E243}" dt="2020-09-01T06:07:54.853" v="148"/>
          <ac:inkMkLst>
            <pc:docMk/>
            <pc:sldMk cId="0" sldId="457"/>
            <ac:inkMk id="292867" creationId="{C1098190-1A15-411C-B41A-F554C747B2F1}"/>
          </ac:inkMkLst>
        </pc:inkChg>
        <pc:inkChg chg="add">
          <ac:chgData name="Md. Nahid Hasan" userId="S::nahid@vu.edu.bd::85ea5f9e-65d6-4031-b810-9415101f2e21" providerId="AD" clId="Web-{33685DED-4360-4BD4-65C7-91423BB2E243}" dt="2020-09-01T06:07:57.135" v="149"/>
          <ac:inkMkLst>
            <pc:docMk/>
            <pc:sldMk cId="0" sldId="457"/>
            <ac:inkMk id="292868" creationId="{3F50DE30-A013-4284-A962-6F02AD3635C1}"/>
          </ac:inkMkLst>
        </pc:inkChg>
        <pc:inkChg chg="add del">
          <ac:chgData name="Md. Nahid Hasan" userId="S::nahid@vu.edu.bd::85ea5f9e-65d6-4031-b810-9415101f2e21" providerId="AD" clId="Web-{33685DED-4360-4BD4-65C7-91423BB2E243}" dt="2020-09-01T06:08:23.635" v="169"/>
          <ac:inkMkLst>
            <pc:docMk/>
            <pc:sldMk cId="0" sldId="457"/>
            <ac:inkMk id="292869" creationId="{1EE883D3-5728-45C6-8DF7-BEE4E8F59D57}"/>
          </ac:inkMkLst>
        </pc:inkChg>
        <pc:inkChg chg="add del">
          <ac:chgData name="Md. Nahid Hasan" userId="S::nahid@vu.edu.bd::85ea5f9e-65d6-4031-b810-9415101f2e21" providerId="AD" clId="Web-{33685DED-4360-4BD4-65C7-91423BB2E243}" dt="2020-09-01T06:08:23.635" v="168"/>
          <ac:inkMkLst>
            <pc:docMk/>
            <pc:sldMk cId="0" sldId="457"/>
            <ac:inkMk id="292870" creationId="{C3A8EF7C-1FA1-41EA-A47E-4F39AB7BD84F}"/>
          </ac:inkMkLst>
        </pc:inkChg>
        <pc:inkChg chg="add del">
          <ac:chgData name="Md. Nahid Hasan" userId="S::nahid@vu.edu.bd::85ea5f9e-65d6-4031-b810-9415101f2e21" providerId="AD" clId="Web-{33685DED-4360-4BD4-65C7-91423BB2E243}" dt="2020-09-01T06:08:23.635" v="167"/>
          <ac:inkMkLst>
            <pc:docMk/>
            <pc:sldMk cId="0" sldId="457"/>
            <ac:inkMk id="292871" creationId="{D462D4EC-AC79-4EF1-84FD-1330FEA8A6AB}"/>
          </ac:inkMkLst>
        </pc:inkChg>
        <pc:inkChg chg="add">
          <ac:chgData name="Md. Nahid Hasan" userId="S::nahid@vu.edu.bd::85ea5f9e-65d6-4031-b810-9415101f2e21" providerId="AD" clId="Web-{33685DED-4360-4BD4-65C7-91423BB2E243}" dt="2020-09-01T06:08:10.182" v="153"/>
          <ac:inkMkLst>
            <pc:docMk/>
            <pc:sldMk cId="0" sldId="457"/>
            <ac:inkMk id="292872" creationId="{402DEECE-E9BD-4A8A-82FC-7E2A8881C9C0}"/>
          </ac:inkMkLst>
        </pc:inkChg>
        <pc:inkChg chg="add">
          <ac:chgData name="Md. Nahid Hasan" userId="S::nahid@vu.edu.bd::85ea5f9e-65d6-4031-b810-9415101f2e21" providerId="AD" clId="Web-{33685DED-4360-4BD4-65C7-91423BB2E243}" dt="2020-09-01T06:08:11.151" v="154"/>
          <ac:inkMkLst>
            <pc:docMk/>
            <pc:sldMk cId="0" sldId="457"/>
            <ac:inkMk id="292873" creationId="{E8A445EF-8EE4-4702-BE6C-594D87270721}"/>
          </ac:inkMkLst>
        </pc:inkChg>
        <pc:inkChg chg="add">
          <ac:chgData name="Md. Nahid Hasan" userId="S::nahid@vu.edu.bd::85ea5f9e-65d6-4031-b810-9415101f2e21" providerId="AD" clId="Web-{33685DED-4360-4BD4-65C7-91423BB2E243}" dt="2020-09-01T06:08:11.822" v="155"/>
          <ac:inkMkLst>
            <pc:docMk/>
            <pc:sldMk cId="0" sldId="457"/>
            <ac:inkMk id="292874" creationId="{5166D1D0-F6C5-4DD1-AC71-13343D304648}"/>
          </ac:inkMkLst>
        </pc:inkChg>
        <pc:inkChg chg="add">
          <ac:chgData name="Md. Nahid Hasan" userId="S::nahid@vu.edu.bd::85ea5f9e-65d6-4031-b810-9415101f2e21" providerId="AD" clId="Web-{33685DED-4360-4BD4-65C7-91423BB2E243}" dt="2020-09-01T06:08:18.760" v="156"/>
          <ac:inkMkLst>
            <pc:docMk/>
            <pc:sldMk cId="0" sldId="457"/>
            <ac:inkMk id="292875" creationId="{07BF6A1D-FC51-4FF4-97AC-CB8BB6DF55CA}"/>
          </ac:inkMkLst>
        </pc:inkChg>
        <pc:inkChg chg="add">
          <ac:chgData name="Md. Nahid Hasan" userId="S::nahid@vu.edu.bd::85ea5f9e-65d6-4031-b810-9415101f2e21" providerId="AD" clId="Web-{33685DED-4360-4BD4-65C7-91423BB2E243}" dt="2020-09-01T06:08:18.760" v="157"/>
          <ac:inkMkLst>
            <pc:docMk/>
            <pc:sldMk cId="0" sldId="457"/>
            <ac:inkMk id="292876" creationId="{D19381F8-27FF-4FC9-A8DC-9271B9933ABF}"/>
          </ac:inkMkLst>
        </pc:inkChg>
        <pc:inkChg chg="add">
          <ac:chgData name="Md. Nahid Hasan" userId="S::nahid@vu.edu.bd::85ea5f9e-65d6-4031-b810-9415101f2e21" providerId="AD" clId="Web-{33685DED-4360-4BD4-65C7-91423BB2E243}" dt="2020-09-01T06:08:18.776" v="158"/>
          <ac:inkMkLst>
            <pc:docMk/>
            <pc:sldMk cId="0" sldId="457"/>
            <ac:inkMk id="292877" creationId="{88F07E2D-B170-49ED-BA71-42DB3177BF28}"/>
          </ac:inkMkLst>
        </pc:inkChg>
        <pc:inkChg chg="add">
          <ac:chgData name="Md. Nahid Hasan" userId="S::nahid@vu.edu.bd::85ea5f9e-65d6-4031-b810-9415101f2e21" providerId="AD" clId="Web-{33685DED-4360-4BD4-65C7-91423BB2E243}" dt="2020-09-01T06:08:18.791" v="159"/>
          <ac:inkMkLst>
            <pc:docMk/>
            <pc:sldMk cId="0" sldId="457"/>
            <ac:inkMk id="292878" creationId="{395AAE50-81B1-4646-BED4-10429278B673}"/>
          </ac:inkMkLst>
        </pc:inkChg>
        <pc:inkChg chg="add">
          <ac:chgData name="Md. Nahid Hasan" userId="S::nahid@vu.edu.bd::85ea5f9e-65d6-4031-b810-9415101f2e21" providerId="AD" clId="Web-{33685DED-4360-4BD4-65C7-91423BB2E243}" dt="2020-09-01T06:08:18.791" v="160"/>
          <ac:inkMkLst>
            <pc:docMk/>
            <pc:sldMk cId="0" sldId="457"/>
            <ac:inkMk id="292879" creationId="{A24AF60F-0A46-48F4-97CA-EC1346496E12}"/>
          </ac:inkMkLst>
        </pc:inkChg>
        <pc:inkChg chg="add">
          <ac:chgData name="Md. Nahid Hasan" userId="S::nahid@vu.edu.bd::85ea5f9e-65d6-4031-b810-9415101f2e21" providerId="AD" clId="Web-{33685DED-4360-4BD4-65C7-91423BB2E243}" dt="2020-09-01T06:08:18.807" v="161"/>
          <ac:inkMkLst>
            <pc:docMk/>
            <pc:sldMk cId="0" sldId="457"/>
            <ac:inkMk id="292880" creationId="{2E2A9853-2C39-44F3-8CFD-6A7AE8F4CAC9}"/>
          </ac:inkMkLst>
        </pc:inkChg>
        <pc:inkChg chg="add">
          <ac:chgData name="Md. Nahid Hasan" userId="S::nahid@vu.edu.bd::85ea5f9e-65d6-4031-b810-9415101f2e21" providerId="AD" clId="Web-{33685DED-4360-4BD4-65C7-91423BB2E243}" dt="2020-09-01T06:08:18.823" v="162"/>
          <ac:inkMkLst>
            <pc:docMk/>
            <pc:sldMk cId="0" sldId="457"/>
            <ac:inkMk id="292881" creationId="{09B15AB7-37DF-4661-A1A8-C22A8EE117A2}"/>
          </ac:inkMkLst>
        </pc:inkChg>
        <pc:inkChg chg="add">
          <ac:chgData name="Md. Nahid Hasan" userId="S::nahid@vu.edu.bd::85ea5f9e-65d6-4031-b810-9415101f2e21" providerId="AD" clId="Web-{33685DED-4360-4BD4-65C7-91423BB2E243}" dt="2020-09-01T06:08:18.838" v="163"/>
          <ac:inkMkLst>
            <pc:docMk/>
            <pc:sldMk cId="0" sldId="457"/>
            <ac:inkMk id="292882" creationId="{A6846964-6DEC-4866-8C1A-A3DFECEAE9E5}"/>
          </ac:inkMkLst>
        </pc:inkChg>
        <pc:inkChg chg="add">
          <ac:chgData name="Md. Nahid Hasan" userId="S::nahid@vu.edu.bd::85ea5f9e-65d6-4031-b810-9415101f2e21" providerId="AD" clId="Web-{33685DED-4360-4BD4-65C7-91423BB2E243}" dt="2020-09-01T06:08:19.932" v="164"/>
          <ac:inkMkLst>
            <pc:docMk/>
            <pc:sldMk cId="0" sldId="457"/>
            <ac:inkMk id="292883" creationId="{40BB2650-2101-4CEE-A4F0-7EAE48FFA552}"/>
          </ac:inkMkLst>
        </pc:inkChg>
        <pc:inkChg chg="add">
          <ac:chgData name="Md. Nahid Hasan" userId="S::nahid@vu.edu.bd::85ea5f9e-65d6-4031-b810-9415101f2e21" providerId="AD" clId="Web-{33685DED-4360-4BD4-65C7-91423BB2E243}" dt="2020-09-01T06:08:19.979" v="165"/>
          <ac:inkMkLst>
            <pc:docMk/>
            <pc:sldMk cId="0" sldId="457"/>
            <ac:inkMk id="292884" creationId="{01A51EDF-F4E8-496C-88EF-E2D678C0D3A8}"/>
          </ac:inkMkLst>
        </pc:inkChg>
        <pc:inkChg chg="add">
          <ac:chgData name="Md. Nahid Hasan" userId="S::nahid@vu.edu.bd::85ea5f9e-65d6-4031-b810-9415101f2e21" providerId="AD" clId="Web-{33685DED-4360-4BD4-65C7-91423BB2E243}" dt="2020-09-01T06:08:20.182" v="166"/>
          <ac:inkMkLst>
            <pc:docMk/>
            <pc:sldMk cId="0" sldId="457"/>
            <ac:inkMk id="292885" creationId="{302A8CB7-D0A7-4B80-A107-A6AAC6C41262}"/>
          </ac:inkMkLst>
        </pc:inkChg>
        <pc:inkChg chg="add">
          <ac:chgData name="Md. Nahid Hasan" userId="S::nahid@vu.edu.bd::85ea5f9e-65d6-4031-b810-9415101f2e21" providerId="AD" clId="Web-{33685DED-4360-4BD4-65C7-91423BB2E243}" dt="2020-09-01T06:08:57.995" v="170"/>
          <ac:inkMkLst>
            <pc:docMk/>
            <pc:sldMk cId="0" sldId="457"/>
            <ac:inkMk id="292886" creationId="{E651DB78-EBB5-4CFA-871F-43D1503E0832}"/>
          </ac:inkMkLst>
        </pc:inkChg>
        <pc:inkChg chg="add">
          <ac:chgData name="Md. Nahid Hasan" userId="S::nahid@vu.edu.bd::85ea5f9e-65d6-4031-b810-9415101f2e21" providerId="AD" clId="Web-{33685DED-4360-4BD4-65C7-91423BB2E243}" dt="2020-09-01T06:08:59.214" v="171"/>
          <ac:inkMkLst>
            <pc:docMk/>
            <pc:sldMk cId="0" sldId="457"/>
            <ac:inkMk id="292887" creationId="{C6CC3D91-1A6C-4AA2-9187-FEC9064116F2}"/>
          </ac:inkMkLst>
        </pc:inkChg>
        <pc:inkChg chg="add">
          <ac:chgData name="Md. Nahid Hasan" userId="S::nahid@vu.edu.bd::85ea5f9e-65d6-4031-b810-9415101f2e21" providerId="AD" clId="Web-{33685DED-4360-4BD4-65C7-91423BB2E243}" dt="2020-09-01T06:09:00.479" v="172"/>
          <ac:inkMkLst>
            <pc:docMk/>
            <pc:sldMk cId="0" sldId="457"/>
            <ac:inkMk id="292888" creationId="{3946A583-774C-417D-A792-D7B5A75102B7}"/>
          </ac:inkMkLst>
        </pc:inkChg>
        <pc:inkChg chg="add">
          <ac:chgData name="Md. Nahid Hasan" userId="S::nahid@vu.edu.bd::85ea5f9e-65d6-4031-b810-9415101f2e21" providerId="AD" clId="Web-{33685DED-4360-4BD4-65C7-91423BB2E243}" dt="2020-09-01T06:09:04.432" v="173"/>
          <ac:inkMkLst>
            <pc:docMk/>
            <pc:sldMk cId="0" sldId="457"/>
            <ac:inkMk id="292889" creationId="{CBF2978A-3645-4398-B8ED-978DB20FF030}"/>
          </ac:inkMkLst>
        </pc:inkChg>
        <pc:inkChg chg="add">
          <ac:chgData name="Md. Nahid Hasan" userId="S::nahid@vu.edu.bd::85ea5f9e-65d6-4031-b810-9415101f2e21" providerId="AD" clId="Web-{33685DED-4360-4BD4-65C7-91423BB2E243}" dt="2020-09-01T06:09:04.448" v="174"/>
          <ac:inkMkLst>
            <pc:docMk/>
            <pc:sldMk cId="0" sldId="457"/>
            <ac:inkMk id="292890" creationId="{72C7B323-6955-4E30-B363-D7D9D1E2C1BF}"/>
          </ac:inkMkLst>
        </pc:inkChg>
        <pc:inkChg chg="add">
          <ac:chgData name="Md. Nahid Hasan" userId="S::nahid@vu.edu.bd::85ea5f9e-65d6-4031-b810-9415101f2e21" providerId="AD" clId="Web-{33685DED-4360-4BD4-65C7-91423BB2E243}" dt="2020-09-01T06:09:04.463" v="175"/>
          <ac:inkMkLst>
            <pc:docMk/>
            <pc:sldMk cId="0" sldId="457"/>
            <ac:inkMk id="292891" creationId="{9712A2A3-25CA-4B51-BE9D-A6ABF16341EA}"/>
          </ac:inkMkLst>
        </pc:inkChg>
        <pc:inkChg chg="add">
          <ac:chgData name="Md. Nahid Hasan" userId="S::nahid@vu.edu.bd::85ea5f9e-65d6-4031-b810-9415101f2e21" providerId="AD" clId="Web-{33685DED-4360-4BD4-65C7-91423BB2E243}" dt="2020-09-01T06:09:06.104" v="176"/>
          <ac:inkMkLst>
            <pc:docMk/>
            <pc:sldMk cId="0" sldId="457"/>
            <ac:inkMk id="292892" creationId="{6CD2EB0C-01BE-4B51-BC2D-5110EF1A4C12}"/>
          </ac:inkMkLst>
        </pc:inkChg>
        <pc:inkChg chg="add">
          <ac:chgData name="Md. Nahid Hasan" userId="S::nahid@vu.edu.bd::85ea5f9e-65d6-4031-b810-9415101f2e21" providerId="AD" clId="Web-{33685DED-4360-4BD4-65C7-91423BB2E243}" dt="2020-09-01T06:09:06.120" v="177"/>
          <ac:inkMkLst>
            <pc:docMk/>
            <pc:sldMk cId="0" sldId="457"/>
            <ac:inkMk id="292893" creationId="{642F8740-655C-4AA4-8EBE-1902802402AE}"/>
          </ac:inkMkLst>
        </pc:inkChg>
        <pc:inkChg chg="add">
          <ac:chgData name="Md. Nahid Hasan" userId="S::nahid@vu.edu.bd::85ea5f9e-65d6-4031-b810-9415101f2e21" providerId="AD" clId="Web-{33685DED-4360-4BD4-65C7-91423BB2E243}" dt="2020-09-01T06:09:50.792" v="179"/>
          <ac:inkMkLst>
            <pc:docMk/>
            <pc:sldMk cId="0" sldId="457"/>
            <ac:inkMk id="292894" creationId="{00D7384D-F859-48BA-B2CD-32B66D43F635}"/>
          </ac:inkMkLst>
        </pc:inkChg>
        <pc:inkChg chg="add">
          <ac:chgData name="Md. Nahid Hasan" userId="S::nahid@vu.edu.bd::85ea5f9e-65d6-4031-b810-9415101f2e21" providerId="AD" clId="Web-{33685DED-4360-4BD4-65C7-91423BB2E243}" dt="2020-09-01T06:09:59.417" v="180"/>
          <ac:inkMkLst>
            <pc:docMk/>
            <pc:sldMk cId="0" sldId="457"/>
            <ac:inkMk id="292895" creationId="{9C3D5405-7504-4D19-9059-F8674C17F930}"/>
          </ac:inkMkLst>
        </pc:inkChg>
        <pc:inkChg chg="add del">
          <ac:chgData name="Md. Nahid Hasan" userId="S::nahid@vu.edu.bd::85ea5f9e-65d6-4031-b810-9415101f2e21" providerId="AD" clId="Web-{33685DED-4360-4BD4-65C7-91423BB2E243}" dt="2020-09-01T06:10:19.214" v="182"/>
          <ac:inkMkLst>
            <pc:docMk/>
            <pc:sldMk cId="0" sldId="457"/>
            <ac:inkMk id="292896" creationId="{B874C11F-B81E-4CAE-8253-A526FA93B359}"/>
          </ac:inkMkLst>
        </pc:inkChg>
        <pc:inkChg chg="add">
          <ac:chgData name="Md. Nahid Hasan" userId="S::nahid@vu.edu.bd::85ea5f9e-65d6-4031-b810-9415101f2e21" providerId="AD" clId="Web-{33685DED-4360-4BD4-65C7-91423BB2E243}" dt="2020-09-01T06:10:33.199" v="183"/>
          <ac:inkMkLst>
            <pc:docMk/>
            <pc:sldMk cId="0" sldId="457"/>
            <ac:inkMk id="292897" creationId="{FF095205-F007-41FB-8218-B6669158ADA7}"/>
          </ac:inkMkLst>
        </pc:inkChg>
        <pc:inkChg chg="add">
          <ac:chgData name="Md. Nahid Hasan" userId="S::nahid@vu.edu.bd::85ea5f9e-65d6-4031-b810-9415101f2e21" providerId="AD" clId="Web-{33685DED-4360-4BD4-65C7-91423BB2E243}" dt="2020-09-01T06:10:37.199" v="184"/>
          <ac:inkMkLst>
            <pc:docMk/>
            <pc:sldMk cId="0" sldId="457"/>
            <ac:inkMk id="292898" creationId="{5BB99FB6-4D35-4577-A1EE-977DF56A4409}"/>
          </ac:inkMkLst>
        </pc:inkChg>
        <pc:inkChg chg="add">
          <ac:chgData name="Md. Nahid Hasan" userId="S::nahid@vu.edu.bd::85ea5f9e-65d6-4031-b810-9415101f2e21" providerId="AD" clId="Web-{33685DED-4360-4BD4-65C7-91423BB2E243}" dt="2020-09-01T06:10:40.074" v="185"/>
          <ac:inkMkLst>
            <pc:docMk/>
            <pc:sldMk cId="0" sldId="457"/>
            <ac:inkMk id="292899" creationId="{6006FEFD-1934-483B-9E0E-891607FE65F0}"/>
          </ac:inkMkLst>
        </pc:inkChg>
        <pc:inkChg chg="add">
          <ac:chgData name="Md. Nahid Hasan" userId="S::nahid@vu.edu.bd::85ea5f9e-65d6-4031-b810-9415101f2e21" providerId="AD" clId="Web-{33685DED-4360-4BD4-65C7-91423BB2E243}" dt="2020-09-01T06:10:58.105" v="186"/>
          <ac:inkMkLst>
            <pc:docMk/>
            <pc:sldMk cId="0" sldId="457"/>
            <ac:inkMk id="292900" creationId="{2D01D32A-DA54-422F-BC9A-CAE50726DC98}"/>
          </ac:inkMkLst>
        </pc:inkChg>
        <pc:inkChg chg="add">
          <ac:chgData name="Md. Nahid Hasan" userId="S::nahid@vu.edu.bd::85ea5f9e-65d6-4031-b810-9415101f2e21" providerId="AD" clId="Web-{33685DED-4360-4BD4-65C7-91423BB2E243}" dt="2020-09-01T06:10:59.136" v="187"/>
          <ac:inkMkLst>
            <pc:docMk/>
            <pc:sldMk cId="0" sldId="457"/>
            <ac:inkMk id="292901" creationId="{B607F8A2-B7D0-44D4-A2CE-22ED22B12698}"/>
          </ac:inkMkLst>
        </pc:inkChg>
        <pc:inkChg chg="add">
          <ac:chgData name="Md. Nahid Hasan" userId="S::nahid@vu.edu.bd::85ea5f9e-65d6-4031-b810-9415101f2e21" providerId="AD" clId="Web-{33685DED-4360-4BD4-65C7-91423BB2E243}" dt="2020-09-01T06:11:00.215" v="188"/>
          <ac:inkMkLst>
            <pc:docMk/>
            <pc:sldMk cId="0" sldId="457"/>
            <ac:inkMk id="292902" creationId="{0583C6FA-5E06-4DA7-8CA1-76B47BEA896D}"/>
          </ac:inkMkLst>
        </pc:inkChg>
        <pc:inkChg chg="add">
          <ac:chgData name="Md. Nahid Hasan" userId="S::nahid@vu.edu.bd::85ea5f9e-65d6-4031-b810-9415101f2e21" providerId="AD" clId="Web-{33685DED-4360-4BD4-65C7-91423BB2E243}" dt="2020-09-01T06:11:00.230" v="189"/>
          <ac:inkMkLst>
            <pc:docMk/>
            <pc:sldMk cId="0" sldId="457"/>
            <ac:inkMk id="292903" creationId="{052EFC07-01D6-4525-96CB-FBB65FDDF070}"/>
          </ac:inkMkLst>
        </pc:inkChg>
        <pc:inkChg chg="add">
          <ac:chgData name="Md. Nahid Hasan" userId="S::nahid@vu.edu.bd::85ea5f9e-65d6-4031-b810-9415101f2e21" providerId="AD" clId="Web-{33685DED-4360-4BD4-65C7-91423BB2E243}" dt="2020-09-01T06:11:00.793" v="190"/>
          <ac:inkMkLst>
            <pc:docMk/>
            <pc:sldMk cId="0" sldId="457"/>
            <ac:inkMk id="292904" creationId="{6F977CF6-E417-45EE-B214-5FAB9BCB62CE}"/>
          </ac:inkMkLst>
        </pc:inkChg>
        <pc:inkChg chg="add">
          <ac:chgData name="Md. Nahid Hasan" userId="S::nahid@vu.edu.bd::85ea5f9e-65d6-4031-b810-9415101f2e21" providerId="AD" clId="Web-{33685DED-4360-4BD4-65C7-91423BB2E243}" dt="2020-09-01T06:11:04.074" v="191"/>
          <ac:inkMkLst>
            <pc:docMk/>
            <pc:sldMk cId="0" sldId="457"/>
            <ac:inkMk id="292905" creationId="{7CFDD7C8-2752-497F-AC77-93DCBFDF13D1}"/>
          </ac:inkMkLst>
        </pc:inkChg>
        <pc:inkChg chg="add">
          <ac:chgData name="Md. Nahid Hasan" userId="S::nahid@vu.edu.bd::85ea5f9e-65d6-4031-b810-9415101f2e21" providerId="AD" clId="Web-{33685DED-4360-4BD4-65C7-91423BB2E243}" dt="2020-09-01T06:11:05.668" v="192"/>
          <ac:inkMkLst>
            <pc:docMk/>
            <pc:sldMk cId="0" sldId="457"/>
            <ac:inkMk id="292906" creationId="{2F4B8CC9-8C26-4BE9-B83E-CE523D7A3CDE}"/>
          </ac:inkMkLst>
        </pc:inkChg>
        <pc:inkChg chg="add">
          <ac:chgData name="Md. Nahid Hasan" userId="S::nahid@vu.edu.bd::85ea5f9e-65d6-4031-b810-9415101f2e21" providerId="AD" clId="Web-{33685DED-4360-4BD4-65C7-91423BB2E243}" dt="2020-09-01T06:11:05.668" v="193"/>
          <ac:inkMkLst>
            <pc:docMk/>
            <pc:sldMk cId="0" sldId="457"/>
            <ac:inkMk id="292907" creationId="{C2591282-DBC9-4BED-AE90-E28259B74CD0}"/>
          </ac:inkMkLst>
        </pc:inkChg>
        <pc:inkChg chg="add">
          <ac:chgData name="Md. Nahid Hasan" userId="S::nahid@vu.edu.bd::85ea5f9e-65d6-4031-b810-9415101f2e21" providerId="AD" clId="Web-{33685DED-4360-4BD4-65C7-91423BB2E243}" dt="2020-09-01T06:11:06.902" v="194"/>
          <ac:inkMkLst>
            <pc:docMk/>
            <pc:sldMk cId="0" sldId="457"/>
            <ac:inkMk id="292908" creationId="{0B8D56BE-7927-4299-B6E5-9CD108029840}"/>
          </ac:inkMkLst>
        </pc:inkChg>
        <pc:inkChg chg="add">
          <ac:chgData name="Md. Nahid Hasan" userId="S::nahid@vu.edu.bd::85ea5f9e-65d6-4031-b810-9415101f2e21" providerId="AD" clId="Web-{33685DED-4360-4BD4-65C7-91423BB2E243}" dt="2020-09-01T06:11:08.855" v="195"/>
          <ac:inkMkLst>
            <pc:docMk/>
            <pc:sldMk cId="0" sldId="457"/>
            <ac:inkMk id="292909" creationId="{1A7A5A21-D016-4B15-8C62-2F4048EA90CA}"/>
          </ac:inkMkLst>
        </pc:inkChg>
        <pc:inkChg chg="add">
          <ac:chgData name="Md. Nahid Hasan" userId="S::nahid@vu.edu.bd::85ea5f9e-65d6-4031-b810-9415101f2e21" providerId="AD" clId="Web-{33685DED-4360-4BD4-65C7-91423BB2E243}" dt="2020-09-01T06:11:10.262" v="196"/>
          <ac:inkMkLst>
            <pc:docMk/>
            <pc:sldMk cId="0" sldId="457"/>
            <ac:inkMk id="292910" creationId="{DE1E1FEF-6D21-4B09-9BFE-482AB7330940}"/>
          </ac:inkMkLst>
        </pc:inkChg>
        <pc:inkChg chg="add del">
          <ac:chgData name="Md. Nahid Hasan" userId="S::nahid@vu.edu.bd::85ea5f9e-65d6-4031-b810-9415101f2e21" providerId="AD" clId="Web-{33685DED-4360-4BD4-65C7-91423BB2E243}" dt="2020-09-01T06:11:39.996" v="208"/>
          <ac:inkMkLst>
            <pc:docMk/>
            <pc:sldMk cId="0" sldId="457"/>
            <ac:inkMk id="292911" creationId="{E2941DA5-D5D5-494E-B5F9-01721AB6E1D8}"/>
          </ac:inkMkLst>
        </pc:inkChg>
        <pc:inkChg chg="add del">
          <ac:chgData name="Md. Nahid Hasan" userId="S::nahid@vu.edu.bd::85ea5f9e-65d6-4031-b810-9415101f2e21" providerId="AD" clId="Web-{33685DED-4360-4BD4-65C7-91423BB2E243}" dt="2020-09-01T06:11:39.996" v="207"/>
          <ac:inkMkLst>
            <pc:docMk/>
            <pc:sldMk cId="0" sldId="457"/>
            <ac:inkMk id="292912" creationId="{51A12763-9E5D-45AD-8505-01807DC7BE31}"/>
          </ac:inkMkLst>
        </pc:inkChg>
        <pc:inkChg chg="add del">
          <ac:chgData name="Md. Nahid Hasan" userId="S::nahid@vu.edu.bd::85ea5f9e-65d6-4031-b810-9415101f2e21" providerId="AD" clId="Web-{33685DED-4360-4BD4-65C7-91423BB2E243}" dt="2020-09-01T06:11:39.996" v="206"/>
          <ac:inkMkLst>
            <pc:docMk/>
            <pc:sldMk cId="0" sldId="457"/>
            <ac:inkMk id="292913" creationId="{F72C02F5-8BE4-4855-BF38-8C94304059F0}"/>
          </ac:inkMkLst>
        </pc:inkChg>
        <pc:inkChg chg="add del">
          <ac:chgData name="Md. Nahid Hasan" userId="S::nahid@vu.edu.bd::85ea5f9e-65d6-4031-b810-9415101f2e21" providerId="AD" clId="Web-{33685DED-4360-4BD4-65C7-91423BB2E243}" dt="2020-09-01T06:11:39.996" v="205"/>
          <ac:inkMkLst>
            <pc:docMk/>
            <pc:sldMk cId="0" sldId="457"/>
            <ac:inkMk id="292914" creationId="{7DB3133A-A969-4906-B098-17BE0E4EEEFD}"/>
          </ac:inkMkLst>
        </pc:inkChg>
        <pc:inkChg chg="add del">
          <ac:chgData name="Md. Nahid Hasan" userId="S::nahid@vu.edu.bd::85ea5f9e-65d6-4031-b810-9415101f2e21" providerId="AD" clId="Web-{33685DED-4360-4BD4-65C7-91423BB2E243}" dt="2020-09-01T06:11:39.981" v="204"/>
          <ac:inkMkLst>
            <pc:docMk/>
            <pc:sldMk cId="0" sldId="457"/>
            <ac:inkMk id="292915" creationId="{743C5D34-63E3-45A3-A197-E3E0CC151769}"/>
          </ac:inkMkLst>
        </pc:inkChg>
        <pc:inkChg chg="add del">
          <ac:chgData name="Md. Nahid Hasan" userId="S::nahid@vu.edu.bd::85ea5f9e-65d6-4031-b810-9415101f2e21" providerId="AD" clId="Web-{33685DED-4360-4BD4-65C7-91423BB2E243}" dt="2020-09-01T06:11:39.981" v="203"/>
          <ac:inkMkLst>
            <pc:docMk/>
            <pc:sldMk cId="0" sldId="457"/>
            <ac:inkMk id="292916" creationId="{CAEFDD5B-991D-4A72-9F64-CB8F25B8892F}"/>
          </ac:inkMkLst>
        </pc:inkChg>
        <pc:inkChg chg="add">
          <ac:chgData name="Md. Nahid Hasan" userId="S::nahid@vu.edu.bd::85ea5f9e-65d6-4031-b810-9415101f2e21" providerId="AD" clId="Web-{33685DED-4360-4BD4-65C7-91423BB2E243}" dt="2020-09-01T06:11:45.434" v="209"/>
          <ac:inkMkLst>
            <pc:docMk/>
            <pc:sldMk cId="0" sldId="457"/>
            <ac:inkMk id="292917" creationId="{AD0DFE45-6D73-4EDE-B52A-AEC863BFFD64}"/>
          </ac:inkMkLst>
        </pc:inkChg>
        <pc:inkChg chg="add">
          <ac:chgData name="Md. Nahid Hasan" userId="S::nahid@vu.edu.bd::85ea5f9e-65d6-4031-b810-9415101f2e21" providerId="AD" clId="Web-{33685DED-4360-4BD4-65C7-91423BB2E243}" dt="2020-09-01T06:11:47.168" v="210"/>
          <ac:inkMkLst>
            <pc:docMk/>
            <pc:sldMk cId="0" sldId="457"/>
            <ac:inkMk id="292918" creationId="{31215787-B1D1-4B5B-81F4-18F1AC4F3D7C}"/>
          </ac:inkMkLst>
        </pc:inkChg>
        <pc:inkChg chg="add">
          <ac:chgData name="Md. Nahid Hasan" userId="S::nahid@vu.edu.bd::85ea5f9e-65d6-4031-b810-9415101f2e21" providerId="AD" clId="Web-{33685DED-4360-4BD4-65C7-91423BB2E243}" dt="2020-09-01T06:11:47.168" v="211"/>
          <ac:inkMkLst>
            <pc:docMk/>
            <pc:sldMk cId="0" sldId="457"/>
            <ac:inkMk id="292919" creationId="{2A9A4149-8C6B-443E-84EF-CF3EBB19E6EE}"/>
          </ac:inkMkLst>
        </pc:inkChg>
        <pc:inkChg chg="add">
          <ac:chgData name="Md. Nahid Hasan" userId="S::nahid@vu.edu.bd::85ea5f9e-65d6-4031-b810-9415101f2e21" providerId="AD" clId="Web-{33685DED-4360-4BD4-65C7-91423BB2E243}" dt="2020-09-01T06:11:47.184" v="212"/>
          <ac:inkMkLst>
            <pc:docMk/>
            <pc:sldMk cId="0" sldId="457"/>
            <ac:inkMk id="292920" creationId="{3A8EE7F2-4709-4C69-9F15-6CE8EC72BAF3}"/>
          </ac:inkMkLst>
        </pc:inkChg>
        <pc:inkChg chg="add">
          <ac:chgData name="Md. Nahid Hasan" userId="S::nahid@vu.edu.bd::85ea5f9e-65d6-4031-b810-9415101f2e21" providerId="AD" clId="Web-{33685DED-4360-4BD4-65C7-91423BB2E243}" dt="2020-09-01T06:11:47.793" v="213"/>
          <ac:inkMkLst>
            <pc:docMk/>
            <pc:sldMk cId="0" sldId="457"/>
            <ac:inkMk id="292921" creationId="{645F6280-DD65-4A9A-A1D9-476DA222399B}"/>
          </ac:inkMkLst>
        </pc:inkChg>
        <pc:inkChg chg="add">
          <ac:chgData name="Md. Nahid Hasan" userId="S::nahid@vu.edu.bd::85ea5f9e-65d6-4031-b810-9415101f2e21" providerId="AD" clId="Web-{33685DED-4360-4BD4-65C7-91423BB2E243}" dt="2020-09-01T06:11:50.621" v="214"/>
          <ac:inkMkLst>
            <pc:docMk/>
            <pc:sldMk cId="0" sldId="457"/>
            <ac:inkMk id="292922" creationId="{1EDB1F21-30DB-47DA-8D9A-8F801021592A}"/>
          </ac:inkMkLst>
        </pc:inkChg>
        <pc:inkChg chg="add">
          <ac:chgData name="Md. Nahid Hasan" userId="S::nahid@vu.edu.bd::85ea5f9e-65d6-4031-b810-9415101f2e21" providerId="AD" clId="Web-{33685DED-4360-4BD4-65C7-91423BB2E243}" dt="2020-09-01T06:11:50.637" v="215"/>
          <ac:inkMkLst>
            <pc:docMk/>
            <pc:sldMk cId="0" sldId="457"/>
            <ac:inkMk id="292923" creationId="{755703CB-4015-4720-8D87-B3D49D68B120}"/>
          </ac:inkMkLst>
        </pc:inkChg>
        <pc:inkChg chg="add">
          <ac:chgData name="Md. Nahid Hasan" userId="S::nahid@vu.edu.bd::85ea5f9e-65d6-4031-b810-9415101f2e21" providerId="AD" clId="Web-{33685DED-4360-4BD4-65C7-91423BB2E243}" dt="2020-09-01T06:11:50.652" v="216"/>
          <ac:inkMkLst>
            <pc:docMk/>
            <pc:sldMk cId="0" sldId="457"/>
            <ac:inkMk id="292924" creationId="{CF71B2D8-AE88-4CC4-8B34-B14761B64F9D}"/>
          </ac:inkMkLst>
        </pc:inkChg>
        <pc:inkChg chg="add">
          <ac:chgData name="Md. Nahid Hasan" userId="S::nahid@vu.edu.bd::85ea5f9e-65d6-4031-b810-9415101f2e21" providerId="AD" clId="Web-{33685DED-4360-4BD4-65C7-91423BB2E243}" dt="2020-09-01T06:11:50.652" v="217"/>
          <ac:inkMkLst>
            <pc:docMk/>
            <pc:sldMk cId="0" sldId="457"/>
            <ac:inkMk id="292925" creationId="{29238B52-267B-479E-9E88-9DE89E37FE53}"/>
          </ac:inkMkLst>
        </pc:inkChg>
        <pc:inkChg chg="add">
          <ac:chgData name="Md. Nahid Hasan" userId="S::nahid@vu.edu.bd::85ea5f9e-65d6-4031-b810-9415101f2e21" providerId="AD" clId="Web-{33685DED-4360-4BD4-65C7-91423BB2E243}" dt="2020-09-01T06:11:50.668" v="218"/>
          <ac:inkMkLst>
            <pc:docMk/>
            <pc:sldMk cId="0" sldId="457"/>
            <ac:inkMk id="292926" creationId="{6BB63546-8578-4844-963F-0686DECE38E5}"/>
          </ac:inkMkLst>
        </pc:inkChg>
        <pc:inkChg chg="add">
          <ac:chgData name="Md. Nahid Hasan" userId="S::nahid@vu.edu.bd::85ea5f9e-65d6-4031-b810-9415101f2e21" providerId="AD" clId="Web-{33685DED-4360-4BD4-65C7-91423BB2E243}" dt="2020-09-01T06:11:50.684" v="219"/>
          <ac:inkMkLst>
            <pc:docMk/>
            <pc:sldMk cId="0" sldId="457"/>
            <ac:inkMk id="292927" creationId="{A6552D64-468D-46A3-80AC-4344A435A439}"/>
          </ac:inkMkLst>
        </pc:inkChg>
        <pc:inkChg chg="add">
          <ac:chgData name="Md. Nahid Hasan" userId="S::nahid@vu.edu.bd::85ea5f9e-65d6-4031-b810-9415101f2e21" providerId="AD" clId="Web-{33685DED-4360-4BD4-65C7-91423BB2E243}" dt="2020-09-01T06:11:51.996" v="220"/>
          <ac:inkMkLst>
            <pc:docMk/>
            <pc:sldMk cId="0" sldId="457"/>
            <ac:inkMk id="292928" creationId="{25EDDBEE-A1B6-455D-BFEA-0922A53E056C}"/>
          </ac:inkMkLst>
        </pc:inkChg>
        <pc:inkChg chg="add">
          <ac:chgData name="Md. Nahid Hasan" userId="S::nahid@vu.edu.bd::85ea5f9e-65d6-4031-b810-9415101f2e21" providerId="AD" clId="Web-{33685DED-4360-4BD4-65C7-91423BB2E243}" dt="2020-09-01T06:11:55.449" v="221"/>
          <ac:inkMkLst>
            <pc:docMk/>
            <pc:sldMk cId="0" sldId="457"/>
            <ac:inkMk id="292929" creationId="{E6CD2556-08C5-4540-A041-329B0FA1C238}"/>
          </ac:inkMkLst>
        </pc:inkChg>
        <pc:inkChg chg="add">
          <ac:chgData name="Md. Nahid Hasan" userId="S::nahid@vu.edu.bd::85ea5f9e-65d6-4031-b810-9415101f2e21" providerId="AD" clId="Web-{33685DED-4360-4BD4-65C7-91423BB2E243}" dt="2020-09-01T06:11:56.528" v="222"/>
          <ac:inkMkLst>
            <pc:docMk/>
            <pc:sldMk cId="0" sldId="457"/>
            <ac:inkMk id="292930" creationId="{381423B7-E9F7-4734-B339-59B372ADE1D7}"/>
          </ac:inkMkLst>
        </pc:inkChg>
        <pc:inkChg chg="add del">
          <ac:chgData name="Md. Nahid Hasan" userId="S::nahid@vu.edu.bd::85ea5f9e-65d6-4031-b810-9415101f2e21" providerId="AD" clId="Web-{33685DED-4360-4BD4-65C7-91423BB2E243}" dt="2020-09-01T06:12:38.012" v="253"/>
          <ac:inkMkLst>
            <pc:docMk/>
            <pc:sldMk cId="0" sldId="457"/>
            <ac:inkMk id="292931" creationId="{8B36B07D-370E-484C-8D8E-509A36A505A5}"/>
          </ac:inkMkLst>
        </pc:inkChg>
        <pc:inkChg chg="add del">
          <ac:chgData name="Md. Nahid Hasan" userId="S::nahid@vu.edu.bd::85ea5f9e-65d6-4031-b810-9415101f2e21" providerId="AD" clId="Web-{33685DED-4360-4BD4-65C7-91423BB2E243}" dt="2020-09-01T06:12:38.012" v="252"/>
          <ac:inkMkLst>
            <pc:docMk/>
            <pc:sldMk cId="0" sldId="457"/>
            <ac:inkMk id="292932" creationId="{7963B07E-F25F-4E39-8DE6-5D1C2A849AEC}"/>
          </ac:inkMkLst>
        </pc:inkChg>
        <pc:inkChg chg="add">
          <ac:chgData name="Md. Nahid Hasan" userId="S::nahid@vu.edu.bd::85ea5f9e-65d6-4031-b810-9415101f2e21" providerId="AD" clId="Web-{33685DED-4360-4BD4-65C7-91423BB2E243}" dt="2020-09-01T06:12:01.246" v="225"/>
          <ac:inkMkLst>
            <pc:docMk/>
            <pc:sldMk cId="0" sldId="457"/>
            <ac:inkMk id="292933" creationId="{F2B2F8FD-C7A9-48E4-8C58-9600DCA8A9DA}"/>
          </ac:inkMkLst>
        </pc:inkChg>
        <pc:inkChg chg="add del">
          <ac:chgData name="Md. Nahid Hasan" userId="S::nahid@vu.edu.bd::85ea5f9e-65d6-4031-b810-9415101f2e21" providerId="AD" clId="Web-{33685DED-4360-4BD4-65C7-91423BB2E243}" dt="2020-09-01T06:12:38.012" v="251"/>
          <ac:inkMkLst>
            <pc:docMk/>
            <pc:sldMk cId="0" sldId="457"/>
            <ac:inkMk id="292934" creationId="{5FAF86B7-623A-43E8-BB98-C3396BA9D1E4}"/>
          </ac:inkMkLst>
        </pc:inkChg>
        <pc:inkChg chg="add del">
          <ac:chgData name="Md. Nahid Hasan" userId="S::nahid@vu.edu.bd::85ea5f9e-65d6-4031-b810-9415101f2e21" providerId="AD" clId="Web-{33685DED-4360-4BD4-65C7-91423BB2E243}" dt="2020-09-01T06:12:38.012" v="250"/>
          <ac:inkMkLst>
            <pc:docMk/>
            <pc:sldMk cId="0" sldId="457"/>
            <ac:inkMk id="292935" creationId="{B606B4F8-4EE1-4FD3-B7CC-BA86D3319C25}"/>
          </ac:inkMkLst>
        </pc:inkChg>
        <pc:inkChg chg="add del">
          <ac:chgData name="Md. Nahid Hasan" userId="S::nahid@vu.edu.bd::85ea5f9e-65d6-4031-b810-9415101f2e21" providerId="AD" clId="Web-{33685DED-4360-4BD4-65C7-91423BB2E243}" dt="2020-09-01T06:12:38.012" v="249"/>
          <ac:inkMkLst>
            <pc:docMk/>
            <pc:sldMk cId="0" sldId="457"/>
            <ac:inkMk id="292936" creationId="{EC3849F1-639B-4870-B81F-7D804180A4BD}"/>
          </ac:inkMkLst>
        </pc:inkChg>
        <pc:inkChg chg="add del">
          <ac:chgData name="Md. Nahid Hasan" userId="S::nahid@vu.edu.bd::85ea5f9e-65d6-4031-b810-9415101f2e21" providerId="AD" clId="Web-{33685DED-4360-4BD4-65C7-91423BB2E243}" dt="2020-09-01T06:12:38.012" v="248"/>
          <ac:inkMkLst>
            <pc:docMk/>
            <pc:sldMk cId="0" sldId="457"/>
            <ac:inkMk id="292937" creationId="{F89FE490-A7C8-4BBB-BBD0-58A399D9D4A9}"/>
          </ac:inkMkLst>
        </pc:inkChg>
        <pc:inkChg chg="add del">
          <ac:chgData name="Md. Nahid Hasan" userId="S::nahid@vu.edu.bd::85ea5f9e-65d6-4031-b810-9415101f2e21" providerId="AD" clId="Web-{33685DED-4360-4BD4-65C7-91423BB2E243}" dt="2020-09-01T06:12:38.012" v="247"/>
          <ac:inkMkLst>
            <pc:docMk/>
            <pc:sldMk cId="0" sldId="457"/>
            <ac:inkMk id="292938" creationId="{3D29B018-BC69-473B-A682-688D8CA68EDE}"/>
          </ac:inkMkLst>
        </pc:inkChg>
        <pc:inkChg chg="add del">
          <ac:chgData name="Md. Nahid Hasan" userId="S::nahid@vu.edu.bd::85ea5f9e-65d6-4031-b810-9415101f2e21" providerId="AD" clId="Web-{33685DED-4360-4BD4-65C7-91423BB2E243}" dt="2020-09-01T06:12:37.997" v="246"/>
          <ac:inkMkLst>
            <pc:docMk/>
            <pc:sldMk cId="0" sldId="457"/>
            <ac:inkMk id="292939" creationId="{A14F23E5-C33A-41C5-9D13-7ECA1ED33F55}"/>
          </ac:inkMkLst>
        </pc:inkChg>
        <pc:inkChg chg="add">
          <ac:chgData name="Md. Nahid Hasan" userId="S::nahid@vu.edu.bd::85ea5f9e-65d6-4031-b810-9415101f2e21" providerId="AD" clId="Web-{33685DED-4360-4BD4-65C7-91423BB2E243}" dt="2020-09-01T06:12:09.012" v="232"/>
          <ac:inkMkLst>
            <pc:docMk/>
            <pc:sldMk cId="0" sldId="457"/>
            <ac:inkMk id="292940" creationId="{8FB85581-48D1-41CF-9D3A-342E835AD30F}"/>
          </ac:inkMkLst>
        </pc:inkChg>
        <pc:inkChg chg="add">
          <ac:chgData name="Md. Nahid Hasan" userId="S::nahid@vu.edu.bd::85ea5f9e-65d6-4031-b810-9415101f2e21" providerId="AD" clId="Web-{33685DED-4360-4BD4-65C7-91423BB2E243}" dt="2020-09-01T06:12:14.653" v="233"/>
          <ac:inkMkLst>
            <pc:docMk/>
            <pc:sldMk cId="0" sldId="457"/>
            <ac:inkMk id="292941" creationId="{F89247FB-2E02-4CC0-BC7F-0BF7A5721838}"/>
          </ac:inkMkLst>
        </pc:inkChg>
        <pc:inkChg chg="add">
          <ac:chgData name="Md. Nahid Hasan" userId="S::nahid@vu.edu.bd::85ea5f9e-65d6-4031-b810-9415101f2e21" providerId="AD" clId="Web-{33685DED-4360-4BD4-65C7-91423BB2E243}" dt="2020-09-01T06:12:16.528" v="234"/>
          <ac:inkMkLst>
            <pc:docMk/>
            <pc:sldMk cId="0" sldId="457"/>
            <ac:inkMk id="292942" creationId="{FC161F54-C6CB-4441-BDA7-5963B6AC4F73}"/>
          </ac:inkMkLst>
        </pc:inkChg>
        <pc:inkChg chg="add">
          <ac:chgData name="Md. Nahid Hasan" userId="S::nahid@vu.edu.bd::85ea5f9e-65d6-4031-b810-9415101f2e21" providerId="AD" clId="Web-{33685DED-4360-4BD4-65C7-91423BB2E243}" dt="2020-09-01T06:12:18.184" v="235"/>
          <ac:inkMkLst>
            <pc:docMk/>
            <pc:sldMk cId="0" sldId="457"/>
            <ac:inkMk id="292943" creationId="{CD252AE5-B8E8-4339-96E6-C0004EFC9940}"/>
          </ac:inkMkLst>
        </pc:inkChg>
        <pc:inkChg chg="add">
          <ac:chgData name="Md. Nahid Hasan" userId="S::nahid@vu.edu.bd::85ea5f9e-65d6-4031-b810-9415101f2e21" providerId="AD" clId="Web-{33685DED-4360-4BD4-65C7-91423BB2E243}" dt="2020-09-01T06:12:18.184" v="236"/>
          <ac:inkMkLst>
            <pc:docMk/>
            <pc:sldMk cId="0" sldId="457"/>
            <ac:inkMk id="292944" creationId="{23AD3597-E07D-4A24-BF63-AF010881BEAA}"/>
          </ac:inkMkLst>
        </pc:inkChg>
        <pc:inkChg chg="add">
          <ac:chgData name="Md. Nahid Hasan" userId="S::nahid@vu.edu.bd::85ea5f9e-65d6-4031-b810-9415101f2e21" providerId="AD" clId="Web-{33685DED-4360-4BD4-65C7-91423BB2E243}" dt="2020-09-01T06:12:18.200" v="237"/>
          <ac:inkMkLst>
            <pc:docMk/>
            <pc:sldMk cId="0" sldId="457"/>
            <ac:inkMk id="292945" creationId="{A1C64BA0-60E6-4C81-8CD1-0F67661B21E4}"/>
          </ac:inkMkLst>
        </pc:inkChg>
        <pc:inkChg chg="add">
          <ac:chgData name="Md. Nahid Hasan" userId="S::nahid@vu.edu.bd::85ea5f9e-65d6-4031-b810-9415101f2e21" providerId="AD" clId="Web-{33685DED-4360-4BD4-65C7-91423BB2E243}" dt="2020-09-01T06:12:19.856" v="238"/>
          <ac:inkMkLst>
            <pc:docMk/>
            <pc:sldMk cId="0" sldId="457"/>
            <ac:inkMk id="292946" creationId="{996E8965-9243-4930-A3B7-68A723A8F73D}"/>
          </ac:inkMkLst>
        </pc:inkChg>
        <pc:inkChg chg="add">
          <ac:chgData name="Md. Nahid Hasan" userId="S::nahid@vu.edu.bd::85ea5f9e-65d6-4031-b810-9415101f2e21" providerId="AD" clId="Web-{33685DED-4360-4BD4-65C7-91423BB2E243}" dt="2020-09-01T06:12:19.872" v="239"/>
          <ac:inkMkLst>
            <pc:docMk/>
            <pc:sldMk cId="0" sldId="457"/>
            <ac:inkMk id="292947" creationId="{C04F272D-ABF4-4050-9A53-7AE500A9E9A9}"/>
          </ac:inkMkLst>
        </pc:inkChg>
        <pc:inkChg chg="add del">
          <ac:chgData name="Md. Nahid Hasan" userId="S::nahid@vu.edu.bd::85ea5f9e-65d6-4031-b810-9415101f2e21" providerId="AD" clId="Web-{33685DED-4360-4BD4-65C7-91423BB2E243}" dt="2020-09-01T06:12:37.997" v="245"/>
          <ac:inkMkLst>
            <pc:docMk/>
            <pc:sldMk cId="0" sldId="457"/>
            <ac:inkMk id="292948" creationId="{3D2F1C42-45B4-43F4-BFB0-F39171158612}"/>
          </ac:inkMkLst>
        </pc:inkChg>
        <pc:inkChg chg="add">
          <ac:chgData name="Md. Nahid Hasan" userId="S::nahid@vu.edu.bd::85ea5f9e-65d6-4031-b810-9415101f2e21" providerId="AD" clId="Web-{33685DED-4360-4BD4-65C7-91423BB2E243}" dt="2020-09-01T06:12:28.653" v="241"/>
          <ac:inkMkLst>
            <pc:docMk/>
            <pc:sldMk cId="0" sldId="457"/>
            <ac:inkMk id="292949" creationId="{668D03FE-7B1B-424B-A60E-776A9CD8352C}"/>
          </ac:inkMkLst>
        </pc:inkChg>
        <pc:inkChg chg="add">
          <ac:chgData name="Md. Nahid Hasan" userId="S::nahid@vu.edu.bd::85ea5f9e-65d6-4031-b810-9415101f2e21" providerId="AD" clId="Web-{33685DED-4360-4BD4-65C7-91423BB2E243}" dt="2020-09-01T06:12:28.668" v="242"/>
          <ac:inkMkLst>
            <pc:docMk/>
            <pc:sldMk cId="0" sldId="457"/>
            <ac:inkMk id="292950" creationId="{9DD8B96A-78E3-43F8-94CC-859C9AAB0375}"/>
          </ac:inkMkLst>
        </pc:inkChg>
        <pc:inkChg chg="add">
          <ac:chgData name="Md. Nahid Hasan" userId="S::nahid@vu.edu.bd::85ea5f9e-65d6-4031-b810-9415101f2e21" providerId="AD" clId="Web-{33685DED-4360-4BD4-65C7-91423BB2E243}" dt="2020-09-01T06:12:28.684" v="243"/>
          <ac:inkMkLst>
            <pc:docMk/>
            <pc:sldMk cId="0" sldId="457"/>
            <ac:inkMk id="292951" creationId="{A4B732A3-83CF-4154-BCF4-896560B3C786}"/>
          </ac:inkMkLst>
        </pc:inkChg>
        <pc:inkChg chg="add">
          <ac:chgData name="Md. Nahid Hasan" userId="S::nahid@vu.edu.bd::85ea5f9e-65d6-4031-b810-9415101f2e21" providerId="AD" clId="Web-{33685DED-4360-4BD4-65C7-91423BB2E243}" dt="2020-09-01T06:12:28.684" v="244"/>
          <ac:inkMkLst>
            <pc:docMk/>
            <pc:sldMk cId="0" sldId="457"/>
            <ac:inkMk id="292952" creationId="{4AFFE4B2-22B8-4E51-AC98-4FA3B390478A}"/>
          </ac:inkMkLst>
        </pc:inkChg>
      </pc:sldChg>
    </pc:docChg>
  </pc:docChgLst>
  <pc:docChgLst>
    <pc:chgData name="Md. Nahid Hasan" userId="S::nahid@vu.edu.bd::85ea5f9e-65d6-4031-b810-9415101f2e21" providerId="AD" clId="Web-{79D17E1C-99EA-4689-92FE-4C0C1761AB26}"/>
    <pc:docChg chg="modSld">
      <pc:chgData name="Md. Nahid Hasan" userId="S::nahid@vu.edu.bd::85ea5f9e-65d6-4031-b810-9415101f2e21" providerId="AD" clId="Web-{79D17E1C-99EA-4689-92FE-4C0C1761AB26}" dt="2020-09-01T05:04:18.345" v="12"/>
      <pc:docMkLst>
        <pc:docMk/>
      </pc:docMkLst>
      <pc:sldChg chg="addSp delSp">
        <pc:chgData name="Md. Nahid Hasan" userId="S::nahid@vu.edu.bd::85ea5f9e-65d6-4031-b810-9415101f2e21" providerId="AD" clId="Web-{79D17E1C-99EA-4689-92FE-4C0C1761AB26}" dt="2020-09-01T05:04:18.345" v="12"/>
        <pc:sldMkLst>
          <pc:docMk/>
          <pc:sldMk cId="0" sldId="468"/>
        </pc:sldMkLst>
        <pc:inkChg chg="add">
          <ac:chgData name="Md. Nahid Hasan" userId="S::nahid@vu.edu.bd::85ea5f9e-65d6-4031-b810-9415101f2e21" providerId="AD" clId="Web-{79D17E1C-99EA-4689-92FE-4C0C1761AB26}" dt="2020-09-01T05:04:06.704" v="7"/>
          <ac:inkMkLst>
            <pc:docMk/>
            <pc:sldMk cId="0" sldId="468"/>
            <ac:inkMk id="2" creationId="{1D55A87D-A1D7-4CAB-927E-BCBFD3BDB566}"/>
          </ac:inkMkLst>
        </pc:inkChg>
        <pc:inkChg chg="add">
          <ac:chgData name="Md. Nahid Hasan" userId="S::nahid@vu.edu.bd::85ea5f9e-65d6-4031-b810-9415101f2e21" providerId="AD" clId="Web-{79D17E1C-99EA-4689-92FE-4C0C1761AB26}" dt="2020-09-01T05:04:08.048" v="8"/>
          <ac:inkMkLst>
            <pc:docMk/>
            <pc:sldMk cId="0" sldId="468"/>
            <ac:inkMk id="4" creationId="{7D91D700-F104-4AE5-9997-6C1E9D24F534}"/>
          </ac:inkMkLst>
        </pc:inkChg>
        <pc:inkChg chg="add">
          <ac:chgData name="Md. Nahid Hasan" userId="S::nahid@vu.edu.bd::85ea5f9e-65d6-4031-b810-9415101f2e21" providerId="AD" clId="Web-{79D17E1C-99EA-4689-92FE-4C0C1761AB26}" dt="2020-09-01T05:04:08.829" v="9"/>
          <ac:inkMkLst>
            <pc:docMk/>
            <pc:sldMk cId="0" sldId="468"/>
            <ac:inkMk id="5" creationId="{D0CA614E-1092-4E60-802E-A0F6957595D2}"/>
          </ac:inkMkLst>
        </pc:inkChg>
        <pc:inkChg chg="add">
          <ac:chgData name="Md. Nahid Hasan" userId="S::nahid@vu.edu.bd::85ea5f9e-65d6-4031-b810-9415101f2e21" providerId="AD" clId="Web-{79D17E1C-99EA-4689-92FE-4C0C1761AB26}" dt="2020-09-01T05:04:10.407" v="10"/>
          <ac:inkMkLst>
            <pc:docMk/>
            <pc:sldMk cId="0" sldId="468"/>
            <ac:inkMk id="6" creationId="{256253FE-8C40-4AA5-8790-8C2332D85F44}"/>
          </ac:inkMkLst>
        </pc:inkChg>
        <pc:inkChg chg="add">
          <ac:chgData name="Md. Nahid Hasan" userId="S::nahid@vu.edu.bd::85ea5f9e-65d6-4031-b810-9415101f2e21" providerId="AD" clId="Web-{79D17E1C-99EA-4689-92FE-4C0C1761AB26}" dt="2020-09-01T05:04:11.048" v="11"/>
          <ac:inkMkLst>
            <pc:docMk/>
            <pc:sldMk cId="0" sldId="468"/>
            <ac:inkMk id="7" creationId="{97C0C714-5F5B-456B-95A8-29866AC56DDC}"/>
          </ac:inkMkLst>
        </pc:inkChg>
        <pc:inkChg chg="add">
          <ac:chgData name="Md. Nahid Hasan" userId="S::nahid@vu.edu.bd::85ea5f9e-65d6-4031-b810-9415101f2e21" providerId="AD" clId="Web-{79D17E1C-99EA-4689-92FE-4C0C1761AB26}" dt="2020-09-01T05:04:18.345" v="12"/>
          <ac:inkMkLst>
            <pc:docMk/>
            <pc:sldMk cId="0" sldId="468"/>
            <ac:inkMk id="8" creationId="{508EB08A-A5C3-4C8F-8340-0D61151339F3}"/>
          </ac:inkMkLst>
        </pc:inkChg>
        <pc:inkChg chg="del">
          <ac:chgData name="Md. Nahid Hasan" userId="S::nahid@vu.edu.bd::85ea5f9e-65d6-4031-b810-9415101f2e21" providerId="AD" clId="Web-{79D17E1C-99EA-4689-92FE-4C0C1761AB26}" dt="2020-09-01T05:03:54.626" v="6"/>
          <ac:inkMkLst>
            <pc:docMk/>
            <pc:sldMk cId="0" sldId="468"/>
            <ac:inkMk id="51322" creationId="{BD092A02-A36E-4DA9-A79F-79101D6BBE93}"/>
          </ac:inkMkLst>
        </pc:inkChg>
        <pc:inkChg chg="del">
          <ac:chgData name="Md. Nahid Hasan" userId="S::nahid@vu.edu.bd::85ea5f9e-65d6-4031-b810-9415101f2e21" providerId="AD" clId="Web-{79D17E1C-99EA-4689-92FE-4C0C1761AB26}" dt="2020-09-01T05:03:54.626" v="5"/>
          <ac:inkMkLst>
            <pc:docMk/>
            <pc:sldMk cId="0" sldId="468"/>
            <ac:inkMk id="51498" creationId="{BD3C3B45-6F74-40B5-B677-BBDFB7684303}"/>
          </ac:inkMkLst>
        </pc:inkChg>
        <pc:inkChg chg="del">
          <ac:chgData name="Md. Nahid Hasan" userId="S::nahid@vu.edu.bd::85ea5f9e-65d6-4031-b810-9415101f2e21" providerId="AD" clId="Web-{79D17E1C-99EA-4689-92FE-4C0C1761AB26}" dt="2020-09-01T05:03:54.626" v="4"/>
          <ac:inkMkLst>
            <pc:docMk/>
            <pc:sldMk cId="0" sldId="468"/>
            <ac:inkMk id="51499" creationId="{CC4BB72C-E610-4DDF-A5D9-681E54CDE584}"/>
          </ac:inkMkLst>
        </pc:inkChg>
        <pc:inkChg chg="del">
          <ac:chgData name="Md. Nahid Hasan" userId="S::nahid@vu.edu.bd::85ea5f9e-65d6-4031-b810-9415101f2e21" providerId="AD" clId="Web-{79D17E1C-99EA-4689-92FE-4C0C1761AB26}" dt="2020-09-01T05:03:54.626" v="3"/>
          <ac:inkMkLst>
            <pc:docMk/>
            <pc:sldMk cId="0" sldId="468"/>
            <ac:inkMk id="51500" creationId="{73BBF03F-533A-4471-8A39-B33AC122E949}"/>
          </ac:inkMkLst>
        </pc:inkChg>
        <pc:inkChg chg="del">
          <ac:chgData name="Md. Nahid Hasan" userId="S::nahid@vu.edu.bd::85ea5f9e-65d6-4031-b810-9415101f2e21" providerId="AD" clId="Web-{79D17E1C-99EA-4689-92FE-4C0C1761AB26}" dt="2020-09-01T05:03:54.626" v="2"/>
          <ac:inkMkLst>
            <pc:docMk/>
            <pc:sldMk cId="0" sldId="468"/>
            <ac:inkMk id="51501" creationId="{ECC4C210-D4E5-4564-993F-C24A6F27B659}"/>
          </ac:inkMkLst>
        </pc:inkChg>
        <pc:inkChg chg="del">
          <ac:chgData name="Md. Nahid Hasan" userId="S::nahid@vu.edu.bd::85ea5f9e-65d6-4031-b810-9415101f2e21" providerId="AD" clId="Web-{79D17E1C-99EA-4689-92FE-4C0C1761AB26}" dt="2020-09-01T05:03:54.626" v="1"/>
          <ac:inkMkLst>
            <pc:docMk/>
            <pc:sldMk cId="0" sldId="468"/>
            <ac:inkMk id="51502" creationId="{96B6C446-06EB-4A51-953B-C42D6960CC38}"/>
          </ac:inkMkLst>
        </pc:inkChg>
        <pc:inkChg chg="del">
          <ac:chgData name="Md. Nahid Hasan" userId="S::nahid@vu.edu.bd::85ea5f9e-65d6-4031-b810-9415101f2e21" providerId="AD" clId="Web-{79D17E1C-99EA-4689-92FE-4C0C1761AB26}" dt="2020-09-01T05:03:54.610" v="0"/>
          <ac:inkMkLst>
            <pc:docMk/>
            <pc:sldMk cId="0" sldId="468"/>
            <ac:inkMk id="51503" creationId="{6098CD7E-E14D-4D73-9224-B80511BAE2E9}"/>
          </ac:inkMkLst>
        </pc:inkChg>
      </pc:sldChg>
    </pc:docChg>
  </pc:docChgLst>
  <pc:docChgLst>
    <pc:chgData name="Md. Nahid Hasan" userId="S::nahid@vu.edu.bd::85ea5f9e-65d6-4031-b810-9415101f2e21" providerId="AD" clId="Web-{38B3B718-999F-460E-F088-525D549A34C2}"/>
    <pc:docChg chg="modSld">
      <pc:chgData name="Md. Nahid Hasan" userId="S::nahid@vu.edu.bd::85ea5f9e-65d6-4031-b810-9415101f2e21" providerId="AD" clId="Web-{38B3B718-999F-460E-F088-525D549A34C2}" dt="2020-08-31T03:36:43.139" v="3"/>
      <pc:docMkLst>
        <pc:docMk/>
      </pc:docMkLst>
      <pc:sldChg chg="delSp">
        <pc:chgData name="Md. Nahid Hasan" userId="S::nahid@vu.edu.bd::85ea5f9e-65d6-4031-b810-9415101f2e21" providerId="AD" clId="Web-{38B3B718-999F-460E-F088-525D549A34C2}" dt="2020-08-31T03:36:29.436" v="0"/>
        <pc:sldMkLst>
          <pc:docMk/>
          <pc:sldMk cId="0" sldId="427"/>
        </pc:sldMkLst>
        <pc:inkChg chg="del">
          <ac:chgData name="Md. Nahid Hasan" userId="S::nahid@vu.edu.bd::85ea5f9e-65d6-4031-b810-9415101f2e21" providerId="AD" clId="Web-{38B3B718-999F-460E-F088-525D549A34C2}" dt="2020-08-31T03:36:29.436" v="0"/>
          <ac:inkMkLst>
            <pc:docMk/>
            <pc:sldMk cId="0" sldId="427"/>
            <ac:inkMk id="2" creationId="{B17C10CA-1976-45FB-8FC4-F59E1B0C5ED6}"/>
          </ac:inkMkLst>
        </pc:inkChg>
      </pc:sldChg>
      <pc:sldChg chg="delSp">
        <pc:chgData name="Md. Nahid Hasan" userId="S::nahid@vu.edu.bd::85ea5f9e-65d6-4031-b810-9415101f2e21" providerId="AD" clId="Web-{38B3B718-999F-460E-F088-525D549A34C2}" dt="2020-08-31T03:36:38.702" v="2"/>
        <pc:sldMkLst>
          <pc:docMk/>
          <pc:sldMk cId="0" sldId="429"/>
        </pc:sldMkLst>
        <pc:inkChg chg="del">
          <ac:chgData name="Md. Nahid Hasan" userId="S::nahid@vu.edu.bd::85ea5f9e-65d6-4031-b810-9415101f2e21" providerId="AD" clId="Web-{38B3B718-999F-460E-F088-525D549A34C2}" dt="2020-08-31T03:36:38.702" v="2"/>
          <ac:inkMkLst>
            <pc:docMk/>
            <pc:sldMk cId="0" sldId="429"/>
            <ac:inkMk id="2" creationId="{7EA156F0-38A8-4BD7-B7DC-F29074E2A982}"/>
          </ac:inkMkLst>
        </pc:inkChg>
      </pc:sldChg>
      <pc:sldChg chg="delSp">
        <pc:chgData name="Md. Nahid Hasan" userId="S::nahid@vu.edu.bd::85ea5f9e-65d6-4031-b810-9415101f2e21" providerId="AD" clId="Web-{38B3B718-999F-460E-F088-525D549A34C2}" dt="2020-08-31T03:36:35.248" v="1"/>
        <pc:sldMkLst>
          <pc:docMk/>
          <pc:sldMk cId="0" sldId="430"/>
        </pc:sldMkLst>
        <pc:inkChg chg="del">
          <ac:chgData name="Md. Nahid Hasan" userId="S::nahid@vu.edu.bd::85ea5f9e-65d6-4031-b810-9415101f2e21" providerId="AD" clId="Web-{38B3B718-999F-460E-F088-525D549A34C2}" dt="2020-08-31T03:36:35.248" v="1"/>
          <ac:inkMkLst>
            <pc:docMk/>
            <pc:sldMk cId="0" sldId="430"/>
            <ac:inkMk id="2" creationId="{DF659AA3-2F76-4062-AEAE-CBCA5384523B}"/>
          </ac:inkMkLst>
        </pc:inkChg>
      </pc:sldChg>
      <pc:sldChg chg="delSp">
        <pc:chgData name="Md. Nahid Hasan" userId="S::nahid@vu.edu.bd::85ea5f9e-65d6-4031-b810-9415101f2e21" providerId="AD" clId="Web-{38B3B718-999F-460E-F088-525D549A34C2}" dt="2020-08-31T03:36:43.139" v="3"/>
        <pc:sldMkLst>
          <pc:docMk/>
          <pc:sldMk cId="0" sldId="440"/>
        </pc:sldMkLst>
        <pc:inkChg chg="del">
          <ac:chgData name="Md. Nahid Hasan" userId="S::nahid@vu.edu.bd::85ea5f9e-65d6-4031-b810-9415101f2e21" providerId="AD" clId="Web-{38B3B718-999F-460E-F088-525D549A34C2}" dt="2020-08-31T03:36:43.139" v="3"/>
          <ac:inkMkLst>
            <pc:docMk/>
            <pc:sldMk cId="0" sldId="440"/>
            <ac:inkMk id="2" creationId="{5F22DC7E-1C15-44FB-BEF5-8FED6089DF79}"/>
          </ac:inkMkLst>
        </pc:inkChg>
      </pc:sldChg>
    </pc:docChg>
  </pc:docChgLst>
  <pc:docChgLst>
    <pc:chgData name="Md. Nahid Hasan" userId="S::nahid@vu.edu.bd::85ea5f9e-65d6-4031-b810-9415101f2e21" providerId="AD" clId="Web-{5F0E2B81-32D6-43B0-8437-A9125BC95C10}"/>
    <pc:docChg chg="modSld">
      <pc:chgData name="Md. Nahid Hasan" userId="S::nahid@vu.edu.bd::85ea5f9e-65d6-4031-b810-9415101f2e21" providerId="AD" clId="Web-{5F0E2B81-32D6-43B0-8437-A9125BC95C10}" dt="2021-01-01T10:27:17.078" v="189"/>
      <pc:docMkLst>
        <pc:docMk/>
      </pc:docMkLst>
      <pc:sldChg chg="delSp">
        <pc:chgData name="Md. Nahid Hasan" userId="S::nahid@vu.edu.bd::85ea5f9e-65d6-4031-b810-9415101f2e21" providerId="AD" clId="Web-{5F0E2B81-32D6-43B0-8437-A9125BC95C10}" dt="2021-01-01T10:27:12.406" v="188"/>
        <pc:sldMkLst>
          <pc:docMk/>
          <pc:sldMk cId="0" sldId="444"/>
        </pc:sldMkLst>
        <pc:inkChg chg="del">
          <ac:chgData name="Md. Nahid Hasan" userId="S::nahid@vu.edu.bd::85ea5f9e-65d6-4031-b810-9415101f2e21" providerId="AD" clId="Web-{5F0E2B81-32D6-43B0-8437-A9125BC95C10}" dt="2021-01-01T10:27:12.406" v="188"/>
          <ac:inkMkLst>
            <pc:docMk/>
            <pc:sldMk cId="0" sldId="444"/>
            <ac:inkMk id="2" creationId="{B207826E-6C9B-4414-AA45-3E2331B51AD8}"/>
          </ac:inkMkLst>
        </pc:inkChg>
        <pc:inkChg chg="del">
          <ac:chgData name="Md. Nahid Hasan" userId="S::nahid@vu.edu.bd::85ea5f9e-65d6-4031-b810-9415101f2e21" providerId="AD" clId="Web-{5F0E2B81-32D6-43B0-8437-A9125BC95C10}" dt="2021-01-01T10:27:12.406" v="187"/>
          <ac:inkMkLst>
            <pc:docMk/>
            <pc:sldMk cId="0" sldId="444"/>
            <ac:inkMk id="3" creationId="{7B9313BE-9C66-4DCB-8249-65503594FF86}"/>
          </ac:inkMkLst>
        </pc:inkChg>
        <pc:inkChg chg="del">
          <ac:chgData name="Md. Nahid Hasan" userId="S::nahid@vu.edu.bd::85ea5f9e-65d6-4031-b810-9415101f2e21" providerId="AD" clId="Web-{5F0E2B81-32D6-43B0-8437-A9125BC95C10}" dt="2021-01-01T10:27:12.406" v="186"/>
          <ac:inkMkLst>
            <pc:docMk/>
            <pc:sldMk cId="0" sldId="444"/>
            <ac:inkMk id="6" creationId="{65032531-4E76-4EE7-8AE0-F22AD08D6F17}"/>
          </ac:inkMkLst>
        </pc:inkChg>
        <pc:inkChg chg="del">
          <ac:chgData name="Md. Nahid Hasan" userId="S::nahid@vu.edu.bd::85ea5f9e-65d6-4031-b810-9415101f2e21" providerId="AD" clId="Web-{5F0E2B81-32D6-43B0-8437-A9125BC95C10}" dt="2021-01-01T10:27:12.406" v="185"/>
          <ac:inkMkLst>
            <pc:docMk/>
            <pc:sldMk cId="0" sldId="444"/>
            <ac:inkMk id="17" creationId="{413B71BC-3981-47A6-B0B6-532B96AA264D}"/>
          </ac:inkMkLst>
        </pc:inkChg>
        <pc:inkChg chg="del">
          <ac:chgData name="Md. Nahid Hasan" userId="S::nahid@vu.edu.bd::85ea5f9e-65d6-4031-b810-9415101f2e21" providerId="AD" clId="Web-{5F0E2B81-32D6-43B0-8437-A9125BC95C10}" dt="2021-01-01T10:27:12.406" v="184"/>
          <ac:inkMkLst>
            <pc:docMk/>
            <pc:sldMk cId="0" sldId="444"/>
            <ac:inkMk id="18" creationId="{4F9E6CE8-BE7F-4A35-B7DF-E6367ED7A64A}"/>
          </ac:inkMkLst>
        </pc:inkChg>
        <pc:inkChg chg="del">
          <ac:chgData name="Md. Nahid Hasan" userId="S::nahid@vu.edu.bd::85ea5f9e-65d6-4031-b810-9415101f2e21" providerId="AD" clId="Web-{5F0E2B81-32D6-43B0-8437-A9125BC95C10}" dt="2021-01-01T10:27:12.406" v="183"/>
          <ac:inkMkLst>
            <pc:docMk/>
            <pc:sldMk cId="0" sldId="444"/>
            <ac:inkMk id="19" creationId="{81FF5A11-AE0A-4C12-A61A-2FCECE1323CB}"/>
          </ac:inkMkLst>
        </pc:inkChg>
        <pc:inkChg chg="del">
          <ac:chgData name="Md. Nahid Hasan" userId="S::nahid@vu.edu.bd::85ea5f9e-65d6-4031-b810-9415101f2e21" providerId="AD" clId="Web-{5F0E2B81-32D6-43B0-8437-A9125BC95C10}" dt="2021-01-01T10:27:12.390" v="182"/>
          <ac:inkMkLst>
            <pc:docMk/>
            <pc:sldMk cId="0" sldId="444"/>
            <ac:inkMk id="20" creationId="{121FCA69-B63F-43B2-833D-C215BCE4950C}"/>
          </ac:inkMkLst>
        </pc:inkChg>
        <pc:inkChg chg="del">
          <ac:chgData name="Md. Nahid Hasan" userId="S::nahid@vu.edu.bd::85ea5f9e-65d6-4031-b810-9415101f2e21" providerId="AD" clId="Web-{5F0E2B81-32D6-43B0-8437-A9125BC95C10}" dt="2021-01-01T10:27:12.390" v="181"/>
          <ac:inkMkLst>
            <pc:docMk/>
            <pc:sldMk cId="0" sldId="444"/>
            <ac:inkMk id="21" creationId="{38F23973-3190-4E78-A1BE-C57EE045BFA8}"/>
          </ac:inkMkLst>
        </pc:inkChg>
        <pc:inkChg chg="del">
          <ac:chgData name="Md. Nahid Hasan" userId="S::nahid@vu.edu.bd::85ea5f9e-65d6-4031-b810-9415101f2e21" providerId="AD" clId="Web-{5F0E2B81-32D6-43B0-8437-A9125BC95C10}" dt="2021-01-01T10:27:12.390" v="180"/>
          <ac:inkMkLst>
            <pc:docMk/>
            <pc:sldMk cId="0" sldId="444"/>
            <ac:inkMk id="22" creationId="{E640B57A-0E9B-4975-8342-9E46479FF0FD}"/>
          </ac:inkMkLst>
        </pc:inkChg>
        <pc:inkChg chg="del">
          <ac:chgData name="Md. Nahid Hasan" userId="S::nahid@vu.edu.bd::85ea5f9e-65d6-4031-b810-9415101f2e21" providerId="AD" clId="Web-{5F0E2B81-32D6-43B0-8437-A9125BC95C10}" dt="2021-01-01T10:27:12.390" v="179"/>
          <ac:inkMkLst>
            <pc:docMk/>
            <pc:sldMk cId="0" sldId="444"/>
            <ac:inkMk id="23" creationId="{63F815E7-700F-4A7E-9474-4E1AC0203873}"/>
          </ac:inkMkLst>
        </pc:inkChg>
        <pc:inkChg chg="del">
          <ac:chgData name="Md. Nahid Hasan" userId="S::nahid@vu.edu.bd::85ea5f9e-65d6-4031-b810-9415101f2e21" providerId="AD" clId="Web-{5F0E2B81-32D6-43B0-8437-A9125BC95C10}" dt="2021-01-01T10:27:12.390" v="178"/>
          <ac:inkMkLst>
            <pc:docMk/>
            <pc:sldMk cId="0" sldId="444"/>
            <ac:inkMk id="24" creationId="{6EE0506F-FA21-46E5-806B-4BEC97D3BE34}"/>
          </ac:inkMkLst>
        </pc:inkChg>
        <pc:inkChg chg="del">
          <ac:chgData name="Md. Nahid Hasan" userId="S::nahid@vu.edu.bd::85ea5f9e-65d6-4031-b810-9415101f2e21" providerId="AD" clId="Web-{5F0E2B81-32D6-43B0-8437-A9125BC95C10}" dt="2021-01-01T10:27:12.390" v="177"/>
          <ac:inkMkLst>
            <pc:docMk/>
            <pc:sldMk cId="0" sldId="444"/>
            <ac:inkMk id="25" creationId="{C9682B96-C4EF-46EF-95D6-CCB785A90003}"/>
          </ac:inkMkLst>
        </pc:inkChg>
        <pc:inkChg chg="del">
          <ac:chgData name="Md. Nahid Hasan" userId="S::nahid@vu.edu.bd::85ea5f9e-65d6-4031-b810-9415101f2e21" providerId="AD" clId="Web-{5F0E2B81-32D6-43B0-8437-A9125BC95C10}" dt="2021-01-01T10:27:12.390" v="176"/>
          <ac:inkMkLst>
            <pc:docMk/>
            <pc:sldMk cId="0" sldId="444"/>
            <ac:inkMk id="26" creationId="{1FFDEB81-0444-4081-A87D-780466B8846C}"/>
          </ac:inkMkLst>
        </pc:inkChg>
        <pc:inkChg chg="del">
          <ac:chgData name="Md. Nahid Hasan" userId="S::nahid@vu.edu.bd::85ea5f9e-65d6-4031-b810-9415101f2e21" providerId="AD" clId="Web-{5F0E2B81-32D6-43B0-8437-A9125BC95C10}" dt="2021-01-01T10:27:12.390" v="175"/>
          <ac:inkMkLst>
            <pc:docMk/>
            <pc:sldMk cId="0" sldId="444"/>
            <ac:inkMk id="27" creationId="{5DFCCB51-80F6-417D-A3AB-FB19A348004E}"/>
          </ac:inkMkLst>
        </pc:inkChg>
        <pc:inkChg chg="del">
          <ac:chgData name="Md. Nahid Hasan" userId="S::nahid@vu.edu.bd::85ea5f9e-65d6-4031-b810-9415101f2e21" providerId="AD" clId="Web-{5F0E2B81-32D6-43B0-8437-A9125BC95C10}" dt="2021-01-01T10:27:12.390" v="174"/>
          <ac:inkMkLst>
            <pc:docMk/>
            <pc:sldMk cId="0" sldId="444"/>
            <ac:inkMk id="28" creationId="{82FC5B3B-8416-48DE-B082-BBAD04B00099}"/>
          </ac:inkMkLst>
        </pc:inkChg>
        <pc:inkChg chg="del">
          <ac:chgData name="Md. Nahid Hasan" userId="S::nahid@vu.edu.bd::85ea5f9e-65d6-4031-b810-9415101f2e21" providerId="AD" clId="Web-{5F0E2B81-32D6-43B0-8437-A9125BC95C10}" dt="2021-01-01T10:27:12.390" v="173"/>
          <ac:inkMkLst>
            <pc:docMk/>
            <pc:sldMk cId="0" sldId="444"/>
            <ac:inkMk id="29" creationId="{5AFE1EB1-2C76-4F7F-8B39-ABBAC2E623AD}"/>
          </ac:inkMkLst>
        </pc:inkChg>
        <pc:inkChg chg="del">
          <ac:chgData name="Md. Nahid Hasan" userId="S::nahid@vu.edu.bd::85ea5f9e-65d6-4031-b810-9415101f2e21" providerId="AD" clId="Web-{5F0E2B81-32D6-43B0-8437-A9125BC95C10}" dt="2021-01-01T10:27:12.390" v="172"/>
          <ac:inkMkLst>
            <pc:docMk/>
            <pc:sldMk cId="0" sldId="444"/>
            <ac:inkMk id="30" creationId="{20BC9460-C49F-44B9-8781-D578C61F1066}"/>
          </ac:inkMkLst>
        </pc:inkChg>
        <pc:inkChg chg="del">
          <ac:chgData name="Md. Nahid Hasan" userId="S::nahid@vu.edu.bd::85ea5f9e-65d6-4031-b810-9415101f2e21" providerId="AD" clId="Web-{5F0E2B81-32D6-43B0-8437-A9125BC95C10}" dt="2021-01-01T10:27:12.390" v="171"/>
          <ac:inkMkLst>
            <pc:docMk/>
            <pc:sldMk cId="0" sldId="444"/>
            <ac:inkMk id="31" creationId="{CE8827BD-9FE9-47B6-B1D7-CC8BB8806FD6}"/>
          </ac:inkMkLst>
        </pc:inkChg>
        <pc:inkChg chg="del">
          <ac:chgData name="Md. Nahid Hasan" userId="S::nahid@vu.edu.bd::85ea5f9e-65d6-4031-b810-9415101f2e21" providerId="AD" clId="Web-{5F0E2B81-32D6-43B0-8437-A9125BC95C10}" dt="2021-01-01T10:27:12.375" v="170"/>
          <ac:inkMkLst>
            <pc:docMk/>
            <pc:sldMk cId="0" sldId="444"/>
            <ac:inkMk id="32" creationId="{C425897C-DEC7-48AF-8D67-A7DF195F9B7D}"/>
          </ac:inkMkLst>
        </pc:inkChg>
        <pc:inkChg chg="del">
          <ac:chgData name="Md. Nahid Hasan" userId="S::nahid@vu.edu.bd::85ea5f9e-65d6-4031-b810-9415101f2e21" providerId="AD" clId="Web-{5F0E2B81-32D6-43B0-8437-A9125BC95C10}" dt="2021-01-01T10:27:12.375" v="169"/>
          <ac:inkMkLst>
            <pc:docMk/>
            <pc:sldMk cId="0" sldId="444"/>
            <ac:inkMk id="33" creationId="{F3307B37-1A72-4350-B532-85B6F9675F83}"/>
          </ac:inkMkLst>
        </pc:inkChg>
        <pc:inkChg chg="del">
          <ac:chgData name="Md. Nahid Hasan" userId="S::nahid@vu.edu.bd::85ea5f9e-65d6-4031-b810-9415101f2e21" providerId="AD" clId="Web-{5F0E2B81-32D6-43B0-8437-A9125BC95C10}" dt="2021-01-01T10:27:12.375" v="168"/>
          <ac:inkMkLst>
            <pc:docMk/>
            <pc:sldMk cId="0" sldId="444"/>
            <ac:inkMk id="34" creationId="{4D17FF25-E972-43F3-B845-29B92FDE8D32}"/>
          </ac:inkMkLst>
        </pc:inkChg>
        <pc:inkChg chg="del">
          <ac:chgData name="Md. Nahid Hasan" userId="S::nahid@vu.edu.bd::85ea5f9e-65d6-4031-b810-9415101f2e21" providerId="AD" clId="Web-{5F0E2B81-32D6-43B0-8437-A9125BC95C10}" dt="2021-01-01T10:27:12.375" v="167"/>
          <ac:inkMkLst>
            <pc:docMk/>
            <pc:sldMk cId="0" sldId="444"/>
            <ac:inkMk id="35" creationId="{03B8B0A0-CA35-4F79-864D-0F2E20543AAE}"/>
          </ac:inkMkLst>
        </pc:inkChg>
        <pc:inkChg chg="del">
          <ac:chgData name="Md. Nahid Hasan" userId="S::nahid@vu.edu.bd::85ea5f9e-65d6-4031-b810-9415101f2e21" providerId="AD" clId="Web-{5F0E2B81-32D6-43B0-8437-A9125BC95C10}" dt="2021-01-01T10:27:12.375" v="166"/>
          <ac:inkMkLst>
            <pc:docMk/>
            <pc:sldMk cId="0" sldId="444"/>
            <ac:inkMk id="36" creationId="{7D0A758D-145A-4AE6-A759-73E9BE677D60}"/>
          </ac:inkMkLst>
        </pc:inkChg>
        <pc:inkChg chg="del">
          <ac:chgData name="Md. Nahid Hasan" userId="S::nahid@vu.edu.bd::85ea5f9e-65d6-4031-b810-9415101f2e21" providerId="AD" clId="Web-{5F0E2B81-32D6-43B0-8437-A9125BC95C10}" dt="2021-01-01T10:27:12.375" v="165"/>
          <ac:inkMkLst>
            <pc:docMk/>
            <pc:sldMk cId="0" sldId="444"/>
            <ac:inkMk id="37" creationId="{1B25648F-2379-4909-B148-E148487E6398}"/>
          </ac:inkMkLst>
        </pc:inkChg>
        <pc:inkChg chg="del">
          <ac:chgData name="Md. Nahid Hasan" userId="S::nahid@vu.edu.bd::85ea5f9e-65d6-4031-b810-9415101f2e21" providerId="AD" clId="Web-{5F0E2B81-32D6-43B0-8437-A9125BC95C10}" dt="2021-01-01T10:27:12.375" v="164"/>
          <ac:inkMkLst>
            <pc:docMk/>
            <pc:sldMk cId="0" sldId="444"/>
            <ac:inkMk id="38" creationId="{691AE2A4-5A13-4BF2-96BB-AEF8B4AA05F0}"/>
          </ac:inkMkLst>
        </pc:inkChg>
        <pc:inkChg chg="del">
          <ac:chgData name="Md. Nahid Hasan" userId="S::nahid@vu.edu.bd::85ea5f9e-65d6-4031-b810-9415101f2e21" providerId="AD" clId="Web-{5F0E2B81-32D6-43B0-8437-A9125BC95C10}" dt="2021-01-01T10:27:12.375" v="163"/>
          <ac:inkMkLst>
            <pc:docMk/>
            <pc:sldMk cId="0" sldId="444"/>
            <ac:inkMk id="39" creationId="{FBB5194E-3D99-428F-B358-D19D02F52DEF}"/>
          </ac:inkMkLst>
        </pc:inkChg>
        <pc:inkChg chg="del">
          <ac:chgData name="Md. Nahid Hasan" userId="S::nahid@vu.edu.bd::85ea5f9e-65d6-4031-b810-9415101f2e21" providerId="AD" clId="Web-{5F0E2B81-32D6-43B0-8437-A9125BC95C10}" dt="2021-01-01T10:27:12.375" v="162"/>
          <ac:inkMkLst>
            <pc:docMk/>
            <pc:sldMk cId="0" sldId="444"/>
            <ac:inkMk id="40" creationId="{4F0A2394-9163-4152-9E3F-7D78DCEFDE5B}"/>
          </ac:inkMkLst>
        </pc:inkChg>
        <pc:inkChg chg="del">
          <ac:chgData name="Md. Nahid Hasan" userId="S::nahid@vu.edu.bd::85ea5f9e-65d6-4031-b810-9415101f2e21" providerId="AD" clId="Web-{5F0E2B81-32D6-43B0-8437-A9125BC95C10}" dt="2021-01-01T10:27:12.375" v="161"/>
          <ac:inkMkLst>
            <pc:docMk/>
            <pc:sldMk cId="0" sldId="444"/>
            <ac:inkMk id="41" creationId="{C23DFBC4-BD43-48C6-B312-DD5C2649E379}"/>
          </ac:inkMkLst>
        </pc:inkChg>
        <pc:inkChg chg="del">
          <ac:chgData name="Md. Nahid Hasan" userId="S::nahid@vu.edu.bd::85ea5f9e-65d6-4031-b810-9415101f2e21" providerId="AD" clId="Web-{5F0E2B81-32D6-43B0-8437-A9125BC95C10}" dt="2021-01-01T10:27:12.375" v="160"/>
          <ac:inkMkLst>
            <pc:docMk/>
            <pc:sldMk cId="0" sldId="444"/>
            <ac:inkMk id="42" creationId="{144C416D-4247-4FEF-966A-27CD880904B7}"/>
          </ac:inkMkLst>
        </pc:inkChg>
        <pc:inkChg chg="del">
          <ac:chgData name="Md. Nahid Hasan" userId="S::nahid@vu.edu.bd::85ea5f9e-65d6-4031-b810-9415101f2e21" providerId="AD" clId="Web-{5F0E2B81-32D6-43B0-8437-A9125BC95C10}" dt="2021-01-01T10:27:12.375" v="159"/>
          <ac:inkMkLst>
            <pc:docMk/>
            <pc:sldMk cId="0" sldId="444"/>
            <ac:inkMk id="43" creationId="{B6BD76D2-D08B-4DF9-93DD-20EDCA232ABF}"/>
          </ac:inkMkLst>
        </pc:inkChg>
        <pc:inkChg chg="del">
          <ac:chgData name="Md. Nahid Hasan" userId="S::nahid@vu.edu.bd::85ea5f9e-65d6-4031-b810-9415101f2e21" providerId="AD" clId="Web-{5F0E2B81-32D6-43B0-8437-A9125BC95C10}" dt="2021-01-01T10:27:12.359" v="158"/>
          <ac:inkMkLst>
            <pc:docMk/>
            <pc:sldMk cId="0" sldId="444"/>
            <ac:inkMk id="44" creationId="{39FB6478-3B23-4B0A-A8FD-CED2FE9015B9}"/>
          </ac:inkMkLst>
        </pc:inkChg>
        <pc:inkChg chg="del">
          <ac:chgData name="Md. Nahid Hasan" userId="S::nahid@vu.edu.bd::85ea5f9e-65d6-4031-b810-9415101f2e21" providerId="AD" clId="Web-{5F0E2B81-32D6-43B0-8437-A9125BC95C10}" dt="2021-01-01T10:27:12.359" v="157"/>
          <ac:inkMkLst>
            <pc:docMk/>
            <pc:sldMk cId="0" sldId="444"/>
            <ac:inkMk id="45" creationId="{78A10965-4008-424C-8F11-D6B196E97AFD}"/>
          </ac:inkMkLst>
        </pc:inkChg>
        <pc:inkChg chg="del">
          <ac:chgData name="Md. Nahid Hasan" userId="S::nahid@vu.edu.bd::85ea5f9e-65d6-4031-b810-9415101f2e21" providerId="AD" clId="Web-{5F0E2B81-32D6-43B0-8437-A9125BC95C10}" dt="2021-01-01T10:27:12.359" v="156"/>
          <ac:inkMkLst>
            <pc:docMk/>
            <pc:sldMk cId="0" sldId="444"/>
            <ac:inkMk id="46" creationId="{32BF40D5-2AC3-4466-B00D-541693CF6240}"/>
          </ac:inkMkLst>
        </pc:inkChg>
        <pc:inkChg chg="del">
          <ac:chgData name="Md. Nahid Hasan" userId="S::nahid@vu.edu.bd::85ea5f9e-65d6-4031-b810-9415101f2e21" providerId="AD" clId="Web-{5F0E2B81-32D6-43B0-8437-A9125BC95C10}" dt="2021-01-01T10:27:12.359" v="155"/>
          <ac:inkMkLst>
            <pc:docMk/>
            <pc:sldMk cId="0" sldId="444"/>
            <ac:inkMk id="47" creationId="{5F11F5A6-4C47-47CF-BA5E-955D3D6F1F95}"/>
          </ac:inkMkLst>
        </pc:inkChg>
        <pc:inkChg chg="del">
          <ac:chgData name="Md. Nahid Hasan" userId="S::nahid@vu.edu.bd::85ea5f9e-65d6-4031-b810-9415101f2e21" providerId="AD" clId="Web-{5F0E2B81-32D6-43B0-8437-A9125BC95C10}" dt="2021-01-01T10:27:12.359" v="154"/>
          <ac:inkMkLst>
            <pc:docMk/>
            <pc:sldMk cId="0" sldId="444"/>
            <ac:inkMk id="48" creationId="{2065863D-35A9-4F25-B100-D4DC314E0492}"/>
          </ac:inkMkLst>
        </pc:inkChg>
        <pc:inkChg chg="del">
          <ac:chgData name="Md. Nahid Hasan" userId="S::nahid@vu.edu.bd::85ea5f9e-65d6-4031-b810-9415101f2e21" providerId="AD" clId="Web-{5F0E2B81-32D6-43B0-8437-A9125BC95C10}" dt="2021-01-01T10:27:12.359" v="153"/>
          <ac:inkMkLst>
            <pc:docMk/>
            <pc:sldMk cId="0" sldId="444"/>
            <ac:inkMk id="49" creationId="{085904A4-0C52-454E-BD38-F5B040F6A776}"/>
          </ac:inkMkLst>
        </pc:inkChg>
        <pc:inkChg chg="del">
          <ac:chgData name="Md. Nahid Hasan" userId="S::nahid@vu.edu.bd::85ea5f9e-65d6-4031-b810-9415101f2e21" providerId="AD" clId="Web-{5F0E2B81-32D6-43B0-8437-A9125BC95C10}" dt="2021-01-01T10:27:12.359" v="152"/>
          <ac:inkMkLst>
            <pc:docMk/>
            <pc:sldMk cId="0" sldId="444"/>
            <ac:inkMk id="50" creationId="{3FF85889-497E-45F7-AED2-7451287754FC}"/>
          </ac:inkMkLst>
        </pc:inkChg>
        <pc:inkChg chg="del">
          <ac:chgData name="Md. Nahid Hasan" userId="S::nahid@vu.edu.bd::85ea5f9e-65d6-4031-b810-9415101f2e21" providerId="AD" clId="Web-{5F0E2B81-32D6-43B0-8437-A9125BC95C10}" dt="2021-01-01T10:27:12.359" v="151"/>
          <ac:inkMkLst>
            <pc:docMk/>
            <pc:sldMk cId="0" sldId="444"/>
            <ac:inkMk id="51" creationId="{9AA0006F-1828-4091-850E-E517570DD777}"/>
          </ac:inkMkLst>
        </pc:inkChg>
        <pc:inkChg chg="del">
          <ac:chgData name="Md. Nahid Hasan" userId="S::nahid@vu.edu.bd::85ea5f9e-65d6-4031-b810-9415101f2e21" providerId="AD" clId="Web-{5F0E2B81-32D6-43B0-8437-A9125BC95C10}" dt="2021-01-01T10:27:12.359" v="150"/>
          <ac:inkMkLst>
            <pc:docMk/>
            <pc:sldMk cId="0" sldId="444"/>
            <ac:inkMk id="52" creationId="{F13F7BA3-47AF-44DA-8E6B-C502FE61E2B7}"/>
          </ac:inkMkLst>
        </pc:inkChg>
        <pc:inkChg chg="del">
          <ac:chgData name="Md. Nahid Hasan" userId="S::nahid@vu.edu.bd::85ea5f9e-65d6-4031-b810-9415101f2e21" providerId="AD" clId="Web-{5F0E2B81-32D6-43B0-8437-A9125BC95C10}" dt="2021-01-01T10:27:12.359" v="149"/>
          <ac:inkMkLst>
            <pc:docMk/>
            <pc:sldMk cId="0" sldId="444"/>
            <ac:inkMk id="53" creationId="{BF9589C0-E978-41B1-87E2-A030E36115C6}"/>
          </ac:inkMkLst>
        </pc:inkChg>
        <pc:inkChg chg="del">
          <ac:chgData name="Md. Nahid Hasan" userId="S::nahid@vu.edu.bd::85ea5f9e-65d6-4031-b810-9415101f2e21" providerId="AD" clId="Web-{5F0E2B81-32D6-43B0-8437-A9125BC95C10}" dt="2021-01-01T10:27:12.359" v="148"/>
          <ac:inkMkLst>
            <pc:docMk/>
            <pc:sldMk cId="0" sldId="444"/>
            <ac:inkMk id="54" creationId="{0300A580-71EF-479C-B1B2-9C2652BD32C0}"/>
          </ac:inkMkLst>
        </pc:inkChg>
        <pc:inkChg chg="del">
          <ac:chgData name="Md. Nahid Hasan" userId="S::nahid@vu.edu.bd::85ea5f9e-65d6-4031-b810-9415101f2e21" providerId="AD" clId="Web-{5F0E2B81-32D6-43B0-8437-A9125BC95C10}" dt="2021-01-01T10:27:12.359" v="147"/>
          <ac:inkMkLst>
            <pc:docMk/>
            <pc:sldMk cId="0" sldId="444"/>
            <ac:inkMk id="55" creationId="{93D24C2F-3E4E-47B7-95E7-C87EDE2FF9DC}"/>
          </ac:inkMkLst>
        </pc:inkChg>
        <pc:inkChg chg="del">
          <ac:chgData name="Md. Nahid Hasan" userId="S::nahid@vu.edu.bd::85ea5f9e-65d6-4031-b810-9415101f2e21" providerId="AD" clId="Web-{5F0E2B81-32D6-43B0-8437-A9125BC95C10}" dt="2021-01-01T10:27:12.344" v="146"/>
          <ac:inkMkLst>
            <pc:docMk/>
            <pc:sldMk cId="0" sldId="444"/>
            <ac:inkMk id="56" creationId="{951C395E-982E-4537-9F0F-A40A0C79AF02}"/>
          </ac:inkMkLst>
        </pc:inkChg>
        <pc:inkChg chg="del">
          <ac:chgData name="Md. Nahid Hasan" userId="S::nahid@vu.edu.bd::85ea5f9e-65d6-4031-b810-9415101f2e21" providerId="AD" clId="Web-{5F0E2B81-32D6-43B0-8437-A9125BC95C10}" dt="2021-01-01T10:27:12.344" v="145"/>
          <ac:inkMkLst>
            <pc:docMk/>
            <pc:sldMk cId="0" sldId="444"/>
            <ac:inkMk id="57" creationId="{D62EABDF-BDE2-4E93-B624-1A76FB72C453}"/>
          </ac:inkMkLst>
        </pc:inkChg>
        <pc:inkChg chg="del">
          <ac:chgData name="Md. Nahid Hasan" userId="S::nahid@vu.edu.bd::85ea5f9e-65d6-4031-b810-9415101f2e21" providerId="AD" clId="Web-{5F0E2B81-32D6-43B0-8437-A9125BC95C10}" dt="2021-01-01T10:27:12.344" v="144"/>
          <ac:inkMkLst>
            <pc:docMk/>
            <pc:sldMk cId="0" sldId="444"/>
            <ac:inkMk id="58" creationId="{82A45D6A-DBD3-4A0C-86B5-65F8BC3E860D}"/>
          </ac:inkMkLst>
        </pc:inkChg>
        <pc:inkChg chg="del">
          <ac:chgData name="Md. Nahid Hasan" userId="S::nahid@vu.edu.bd::85ea5f9e-65d6-4031-b810-9415101f2e21" providerId="AD" clId="Web-{5F0E2B81-32D6-43B0-8437-A9125BC95C10}" dt="2021-01-01T10:27:12.344" v="143"/>
          <ac:inkMkLst>
            <pc:docMk/>
            <pc:sldMk cId="0" sldId="444"/>
            <ac:inkMk id="59" creationId="{AA3B42F1-9EEC-40BD-880A-B154E9DFB46C}"/>
          </ac:inkMkLst>
        </pc:inkChg>
        <pc:inkChg chg="del">
          <ac:chgData name="Md. Nahid Hasan" userId="S::nahid@vu.edu.bd::85ea5f9e-65d6-4031-b810-9415101f2e21" providerId="AD" clId="Web-{5F0E2B81-32D6-43B0-8437-A9125BC95C10}" dt="2021-01-01T10:27:12.344" v="142"/>
          <ac:inkMkLst>
            <pc:docMk/>
            <pc:sldMk cId="0" sldId="444"/>
            <ac:inkMk id="60" creationId="{F27B1A4C-F822-407F-B641-F689FFF1390D}"/>
          </ac:inkMkLst>
        </pc:inkChg>
        <pc:inkChg chg="del">
          <ac:chgData name="Md. Nahid Hasan" userId="S::nahid@vu.edu.bd::85ea5f9e-65d6-4031-b810-9415101f2e21" providerId="AD" clId="Web-{5F0E2B81-32D6-43B0-8437-A9125BC95C10}" dt="2021-01-01T10:27:12.344" v="141"/>
          <ac:inkMkLst>
            <pc:docMk/>
            <pc:sldMk cId="0" sldId="444"/>
            <ac:inkMk id="61" creationId="{F7D32232-FD06-4004-B728-62A69E410CBA}"/>
          </ac:inkMkLst>
        </pc:inkChg>
        <pc:inkChg chg="del">
          <ac:chgData name="Md. Nahid Hasan" userId="S::nahid@vu.edu.bd::85ea5f9e-65d6-4031-b810-9415101f2e21" providerId="AD" clId="Web-{5F0E2B81-32D6-43B0-8437-A9125BC95C10}" dt="2021-01-01T10:27:12.344" v="140"/>
          <ac:inkMkLst>
            <pc:docMk/>
            <pc:sldMk cId="0" sldId="444"/>
            <ac:inkMk id="62" creationId="{5E077859-883D-4AAA-B1C6-FE778190A573}"/>
          </ac:inkMkLst>
        </pc:inkChg>
        <pc:inkChg chg="del">
          <ac:chgData name="Md. Nahid Hasan" userId="S::nahid@vu.edu.bd::85ea5f9e-65d6-4031-b810-9415101f2e21" providerId="AD" clId="Web-{5F0E2B81-32D6-43B0-8437-A9125BC95C10}" dt="2021-01-01T10:27:12.344" v="139"/>
          <ac:inkMkLst>
            <pc:docMk/>
            <pc:sldMk cId="0" sldId="444"/>
            <ac:inkMk id="63" creationId="{5DAF3BFF-3AF9-4FD0-9A46-2359465BF3AC}"/>
          </ac:inkMkLst>
        </pc:inkChg>
        <pc:inkChg chg="del">
          <ac:chgData name="Md. Nahid Hasan" userId="S::nahid@vu.edu.bd::85ea5f9e-65d6-4031-b810-9415101f2e21" providerId="AD" clId="Web-{5F0E2B81-32D6-43B0-8437-A9125BC95C10}" dt="2021-01-01T10:27:12.344" v="138"/>
          <ac:inkMkLst>
            <pc:docMk/>
            <pc:sldMk cId="0" sldId="444"/>
            <ac:inkMk id="35840" creationId="{C89A9ADA-FAED-4FB6-BA10-C661F6E6AA31}"/>
          </ac:inkMkLst>
        </pc:inkChg>
        <pc:inkChg chg="del">
          <ac:chgData name="Md. Nahid Hasan" userId="S::nahid@vu.edu.bd::85ea5f9e-65d6-4031-b810-9415101f2e21" providerId="AD" clId="Web-{5F0E2B81-32D6-43B0-8437-A9125BC95C10}" dt="2021-01-01T10:27:12.344" v="137"/>
          <ac:inkMkLst>
            <pc:docMk/>
            <pc:sldMk cId="0" sldId="444"/>
            <ac:inkMk id="35841" creationId="{7DCF0781-ABA1-448E-9A70-85CA9DCE62B1}"/>
          </ac:inkMkLst>
        </pc:inkChg>
        <pc:inkChg chg="del">
          <ac:chgData name="Md. Nahid Hasan" userId="S::nahid@vu.edu.bd::85ea5f9e-65d6-4031-b810-9415101f2e21" providerId="AD" clId="Web-{5F0E2B81-32D6-43B0-8437-A9125BC95C10}" dt="2021-01-01T10:27:12.344" v="136"/>
          <ac:inkMkLst>
            <pc:docMk/>
            <pc:sldMk cId="0" sldId="444"/>
            <ac:inkMk id="35842" creationId="{2AFB1501-B5D4-474F-8CA6-81AF7A3F6454}"/>
          </ac:inkMkLst>
        </pc:inkChg>
        <pc:inkChg chg="del">
          <ac:chgData name="Md. Nahid Hasan" userId="S::nahid@vu.edu.bd::85ea5f9e-65d6-4031-b810-9415101f2e21" providerId="AD" clId="Web-{5F0E2B81-32D6-43B0-8437-A9125BC95C10}" dt="2021-01-01T10:27:12.344" v="135"/>
          <ac:inkMkLst>
            <pc:docMk/>
            <pc:sldMk cId="0" sldId="444"/>
            <ac:inkMk id="35844" creationId="{F88A42FA-3F91-4BE1-81EA-0873E14B4DB2}"/>
          </ac:inkMkLst>
        </pc:inkChg>
        <pc:inkChg chg="del">
          <ac:chgData name="Md. Nahid Hasan" userId="S::nahid@vu.edu.bd::85ea5f9e-65d6-4031-b810-9415101f2e21" providerId="AD" clId="Web-{5F0E2B81-32D6-43B0-8437-A9125BC95C10}" dt="2021-01-01T10:27:12.328" v="134"/>
          <ac:inkMkLst>
            <pc:docMk/>
            <pc:sldMk cId="0" sldId="444"/>
            <ac:inkMk id="35845" creationId="{911A3657-B111-4BED-8914-0AC6F7AEF03A}"/>
          </ac:inkMkLst>
        </pc:inkChg>
        <pc:inkChg chg="del">
          <ac:chgData name="Md. Nahid Hasan" userId="S::nahid@vu.edu.bd::85ea5f9e-65d6-4031-b810-9415101f2e21" providerId="AD" clId="Web-{5F0E2B81-32D6-43B0-8437-A9125BC95C10}" dt="2021-01-01T10:27:12.328" v="133"/>
          <ac:inkMkLst>
            <pc:docMk/>
            <pc:sldMk cId="0" sldId="444"/>
            <ac:inkMk id="35846" creationId="{393E64B3-56A5-4128-B354-D17A99D14DAF}"/>
          </ac:inkMkLst>
        </pc:inkChg>
        <pc:inkChg chg="del">
          <ac:chgData name="Md. Nahid Hasan" userId="S::nahid@vu.edu.bd::85ea5f9e-65d6-4031-b810-9415101f2e21" providerId="AD" clId="Web-{5F0E2B81-32D6-43B0-8437-A9125BC95C10}" dt="2021-01-01T10:27:12.328" v="132"/>
          <ac:inkMkLst>
            <pc:docMk/>
            <pc:sldMk cId="0" sldId="444"/>
            <ac:inkMk id="35847" creationId="{62424B07-65B3-4EEB-8E7F-64BE7B488511}"/>
          </ac:inkMkLst>
        </pc:inkChg>
        <pc:inkChg chg="del">
          <ac:chgData name="Md. Nahid Hasan" userId="S::nahid@vu.edu.bd::85ea5f9e-65d6-4031-b810-9415101f2e21" providerId="AD" clId="Web-{5F0E2B81-32D6-43B0-8437-A9125BC95C10}" dt="2021-01-01T10:27:12.328" v="131"/>
          <ac:inkMkLst>
            <pc:docMk/>
            <pc:sldMk cId="0" sldId="444"/>
            <ac:inkMk id="35848" creationId="{AB2AE996-21F2-4FC9-A678-83586AD4C9C3}"/>
          </ac:inkMkLst>
        </pc:inkChg>
        <pc:inkChg chg="del">
          <ac:chgData name="Md. Nahid Hasan" userId="S::nahid@vu.edu.bd::85ea5f9e-65d6-4031-b810-9415101f2e21" providerId="AD" clId="Web-{5F0E2B81-32D6-43B0-8437-A9125BC95C10}" dt="2021-01-01T10:27:12.328" v="130"/>
          <ac:inkMkLst>
            <pc:docMk/>
            <pc:sldMk cId="0" sldId="444"/>
            <ac:inkMk id="35849" creationId="{21685024-9BEE-4301-9E5E-5B41CC30D8DF}"/>
          </ac:inkMkLst>
        </pc:inkChg>
        <pc:inkChg chg="del">
          <ac:chgData name="Md. Nahid Hasan" userId="S::nahid@vu.edu.bd::85ea5f9e-65d6-4031-b810-9415101f2e21" providerId="AD" clId="Web-{5F0E2B81-32D6-43B0-8437-A9125BC95C10}" dt="2021-01-01T10:27:12.328" v="129"/>
          <ac:inkMkLst>
            <pc:docMk/>
            <pc:sldMk cId="0" sldId="444"/>
            <ac:inkMk id="35850" creationId="{D26195FE-9149-4272-87B5-4E16D1385BAF}"/>
          </ac:inkMkLst>
        </pc:inkChg>
        <pc:inkChg chg="del">
          <ac:chgData name="Md. Nahid Hasan" userId="S::nahid@vu.edu.bd::85ea5f9e-65d6-4031-b810-9415101f2e21" providerId="AD" clId="Web-{5F0E2B81-32D6-43B0-8437-A9125BC95C10}" dt="2021-01-01T10:27:12.328" v="128"/>
          <ac:inkMkLst>
            <pc:docMk/>
            <pc:sldMk cId="0" sldId="444"/>
            <ac:inkMk id="35851" creationId="{CD6499FA-32AC-4507-804D-CD3B2A9BA329}"/>
          </ac:inkMkLst>
        </pc:inkChg>
        <pc:inkChg chg="del">
          <ac:chgData name="Md. Nahid Hasan" userId="S::nahid@vu.edu.bd::85ea5f9e-65d6-4031-b810-9415101f2e21" providerId="AD" clId="Web-{5F0E2B81-32D6-43B0-8437-A9125BC95C10}" dt="2021-01-01T10:27:12.328" v="127"/>
          <ac:inkMkLst>
            <pc:docMk/>
            <pc:sldMk cId="0" sldId="444"/>
            <ac:inkMk id="35852" creationId="{C8FD9108-5534-46E1-BD9D-31018EC0464F}"/>
          </ac:inkMkLst>
        </pc:inkChg>
        <pc:inkChg chg="del">
          <ac:chgData name="Md. Nahid Hasan" userId="S::nahid@vu.edu.bd::85ea5f9e-65d6-4031-b810-9415101f2e21" providerId="AD" clId="Web-{5F0E2B81-32D6-43B0-8437-A9125BC95C10}" dt="2021-01-01T10:27:12.328" v="126"/>
          <ac:inkMkLst>
            <pc:docMk/>
            <pc:sldMk cId="0" sldId="444"/>
            <ac:inkMk id="35853" creationId="{6C4388E9-2747-40DC-AC1D-AE14482CCB25}"/>
          </ac:inkMkLst>
        </pc:inkChg>
        <pc:inkChg chg="del">
          <ac:chgData name="Md. Nahid Hasan" userId="S::nahid@vu.edu.bd::85ea5f9e-65d6-4031-b810-9415101f2e21" providerId="AD" clId="Web-{5F0E2B81-32D6-43B0-8437-A9125BC95C10}" dt="2021-01-01T10:27:12.328" v="125"/>
          <ac:inkMkLst>
            <pc:docMk/>
            <pc:sldMk cId="0" sldId="444"/>
            <ac:inkMk id="35854" creationId="{38AC7165-D4A6-4ECA-B765-F9623A846832}"/>
          </ac:inkMkLst>
        </pc:inkChg>
        <pc:inkChg chg="del">
          <ac:chgData name="Md. Nahid Hasan" userId="S::nahid@vu.edu.bd::85ea5f9e-65d6-4031-b810-9415101f2e21" providerId="AD" clId="Web-{5F0E2B81-32D6-43B0-8437-A9125BC95C10}" dt="2021-01-01T10:27:12.328" v="124"/>
          <ac:inkMkLst>
            <pc:docMk/>
            <pc:sldMk cId="0" sldId="444"/>
            <ac:inkMk id="35855" creationId="{89467A54-3F12-4043-AB95-287F954F1D18}"/>
          </ac:inkMkLst>
        </pc:inkChg>
        <pc:inkChg chg="del">
          <ac:chgData name="Md. Nahid Hasan" userId="S::nahid@vu.edu.bd::85ea5f9e-65d6-4031-b810-9415101f2e21" providerId="AD" clId="Web-{5F0E2B81-32D6-43B0-8437-A9125BC95C10}" dt="2021-01-01T10:27:12.328" v="123"/>
          <ac:inkMkLst>
            <pc:docMk/>
            <pc:sldMk cId="0" sldId="444"/>
            <ac:inkMk id="35856" creationId="{9A9E43DC-C73A-4844-9B26-6CD38D242A6C}"/>
          </ac:inkMkLst>
        </pc:inkChg>
        <pc:inkChg chg="del">
          <ac:chgData name="Md. Nahid Hasan" userId="S::nahid@vu.edu.bd::85ea5f9e-65d6-4031-b810-9415101f2e21" providerId="AD" clId="Web-{5F0E2B81-32D6-43B0-8437-A9125BC95C10}" dt="2021-01-01T10:27:12.312" v="122"/>
          <ac:inkMkLst>
            <pc:docMk/>
            <pc:sldMk cId="0" sldId="444"/>
            <ac:inkMk id="35857" creationId="{8678969A-157B-47C8-970A-5B584C5A4C69}"/>
          </ac:inkMkLst>
        </pc:inkChg>
        <pc:inkChg chg="del">
          <ac:chgData name="Md. Nahid Hasan" userId="S::nahid@vu.edu.bd::85ea5f9e-65d6-4031-b810-9415101f2e21" providerId="AD" clId="Web-{5F0E2B81-32D6-43B0-8437-A9125BC95C10}" dt="2021-01-01T10:27:12.312" v="121"/>
          <ac:inkMkLst>
            <pc:docMk/>
            <pc:sldMk cId="0" sldId="444"/>
            <ac:inkMk id="35858" creationId="{ECAEB09B-399E-4FBE-A03F-12594A1900DD}"/>
          </ac:inkMkLst>
        </pc:inkChg>
        <pc:inkChg chg="del">
          <ac:chgData name="Md. Nahid Hasan" userId="S::nahid@vu.edu.bd::85ea5f9e-65d6-4031-b810-9415101f2e21" providerId="AD" clId="Web-{5F0E2B81-32D6-43B0-8437-A9125BC95C10}" dt="2021-01-01T10:27:12.312" v="120"/>
          <ac:inkMkLst>
            <pc:docMk/>
            <pc:sldMk cId="0" sldId="444"/>
            <ac:inkMk id="35859" creationId="{E0604682-7940-4AB8-9D5C-39BA312CC91F}"/>
          </ac:inkMkLst>
        </pc:inkChg>
        <pc:inkChg chg="del">
          <ac:chgData name="Md. Nahid Hasan" userId="S::nahid@vu.edu.bd::85ea5f9e-65d6-4031-b810-9415101f2e21" providerId="AD" clId="Web-{5F0E2B81-32D6-43B0-8437-A9125BC95C10}" dt="2021-01-01T10:27:12.312" v="119"/>
          <ac:inkMkLst>
            <pc:docMk/>
            <pc:sldMk cId="0" sldId="444"/>
            <ac:inkMk id="35860" creationId="{51CAD053-83A7-4CCB-BC74-B3852DF4C1A3}"/>
          </ac:inkMkLst>
        </pc:inkChg>
        <pc:inkChg chg="del">
          <ac:chgData name="Md. Nahid Hasan" userId="S::nahid@vu.edu.bd::85ea5f9e-65d6-4031-b810-9415101f2e21" providerId="AD" clId="Web-{5F0E2B81-32D6-43B0-8437-A9125BC95C10}" dt="2021-01-01T10:27:12.312" v="118"/>
          <ac:inkMkLst>
            <pc:docMk/>
            <pc:sldMk cId="0" sldId="444"/>
            <ac:inkMk id="35861" creationId="{BA58FBAF-C565-46D0-B8BE-6794847C32EC}"/>
          </ac:inkMkLst>
        </pc:inkChg>
        <pc:inkChg chg="del">
          <ac:chgData name="Md. Nahid Hasan" userId="S::nahid@vu.edu.bd::85ea5f9e-65d6-4031-b810-9415101f2e21" providerId="AD" clId="Web-{5F0E2B81-32D6-43B0-8437-A9125BC95C10}" dt="2021-01-01T10:27:12.312" v="117"/>
          <ac:inkMkLst>
            <pc:docMk/>
            <pc:sldMk cId="0" sldId="444"/>
            <ac:inkMk id="35862" creationId="{E79735EF-659B-4438-A6D7-122FC371BBB7}"/>
          </ac:inkMkLst>
        </pc:inkChg>
        <pc:inkChg chg="del">
          <ac:chgData name="Md. Nahid Hasan" userId="S::nahid@vu.edu.bd::85ea5f9e-65d6-4031-b810-9415101f2e21" providerId="AD" clId="Web-{5F0E2B81-32D6-43B0-8437-A9125BC95C10}" dt="2021-01-01T10:27:12.312" v="116"/>
          <ac:inkMkLst>
            <pc:docMk/>
            <pc:sldMk cId="0" sldId="444"/>
            <ac:inkMk id="35863" creationId="{35D19308-9B85-47AF-ABFD-FF6AACDCFC27}"/>
          </ac:inkMkLst>
        </pc:inkChg>
        <pc:inkChg chg="del">
          <ac:chgData name="Md. Nahid Hasan" userId="S::nahid@vu.edu.bd::85ea5f9e-65d6-4031-b810-9415101f2e21" providerId="AD" clId="Web-{5F0E2B81-32D6-43B0-8437-A9125BC95C10}" dt="2021-01-01T10:27:12.312" v="115"/>
          <ac:inkMkLst>
            <pc:docMk/>
            <pc:sldMk cId="0" sldId="444"/>
            <ac:inkMk id="35864" creationId="{979DF1DA-F4B7-4333-9A91-A2627B71EF7A}"/>
          </ac:inkMkLst>
        </pc:inkChg>
        <pc:inkChg chg="del">
          <ac:chgData name="Md. Nahid Hasan" userId="S::nahid@vu.edu.bd::85ea5f9e-65d6-4031-b810-9415101f2e21" providerId="AD" clId="Web-{5F0E2B81-32D6-43B0-8437-A9125BC95C10}" dt="2021-01-01T10:27:12.312" v="114"/>
          <ac:inkMkLst>
            <pc:docMk/>
            <pc:sldMk cId="0" sldId="444"/>
            <ac:inkMk id="35865" creationId="{E78E9B9A-26A0-4898-BBFE-C7DDE3EB6182}"/>
          </ac:inkMkLst>
        </pc:inkChg>
        <pc:inkChg chg="del">
          <ac:chgData name="Md. Nahid Hasan" userId="S::nahid@vu.edu.bd::85ea5f9e-65d6-4031-b810-9415101f2e21" providerId="AD" clId="Web-{5F0E2B81-32D6-43B0-8437-A9125BC95C10}" dt="2021-01-01T10:27:12.312" v="113"/>
          <ac:inkMkLst>
            <pc:docMk/>
            <pc:sldMk cId="0" sldId="444"/>
            <ac:inkMk id="35866" creationId="{0C8EE75B-99EC-4AD7-9AF5-0EE8F5C845C6}"/>
          </ac:inkMkLst>
        </pc:inkChg>
        <pc:inkChg chg="del">
          <ac:chgData name="Md. Nahid Hasan" userId="S::nahid@vu.edu.bd::85ea5f9e-65d6-4031-b810-9415101f2e21" providerId="AD" clId="Web-{5F0E2B81-32D6-43B0-8437-A9125BC95C10}" dt="2021-01-01T10:27:12.312" v="112"/>
          <ac:inkMkLst>
            <pc:docMk/>
            <pc:sldMk cId="0" sldId="444"/>
            <ac:inkMk id="35867" creationId="{086E7592-233E-47ED-B6DA-A680760E369B}"/>
          </ac:inkMkLst>
        </pc:inkChg>
        <pc:inkChg chg="del">
          <ac:chgData name="Md. Nahid Hasan" userId="S::nahid@vu.edu.bd::85ea5f9e-65d6-4031-b810-9415101f2e21" providerId="AD" clId="Web-{5F0E2B81-32D6-43B0-8437-A9125BC95C10}" dt="2021-01-01T10:27:12.297" v="111"/>
          <ac:inkMkLst>
            <pc:docMk/>
            <pc:sldMk cId="0" sldId="444"/>
            <ac:inkMk id="35868" creationId="{1756542C-5232-4CA0-943F-E5C135980351}"/>
          </ac:inkMkLst>
        </pc:inkChg>
        <pc:inkChg chg="del">
          <ac:chgData name="Md. Nahid Hasan" userId="S::nahid@vu.edu.bd::85ea5f9e-65d6-4031-b810-9415101f2e21" providerId="AD" clId="Web-{5F0E2B81-32D6-43B0-8437-A9125BC95C10}" dt="2021-01-01T10:27:12.297" v="110"/>
          <ac:inkMkLst>
            <pc:docMk/>
            <pc:sldMk cId="0" sldId="444"/>
            <ac:inkMk id="35869" creationId="{11A8E23A-CD2E-4AC7-8948-FC69419FBA86}"/>
          </ac:inkMkLst>
        </pc:inkChg>
        <pc:inkChg chg="del">
          <ac:chgData name="Md. Nahid Hasan" userId="S::nahid@vu.edu.bd::85ea5f9e-65d6-4031-b810-9415101f2e21" providerId="AD" clId="Web-{5F0E2B81-32D6-43B0-8437-A9125BC95C10}" dt="2021-01-01T10:27:12.297" v="109"/>
          <ac:inkMkLst>
            <pc:docMk/>
            <pc:sldMk cId="0" sldId="444"/>
            <ac:inkMk id="35870" creationId="{6C13129F-3DA6-4D99-9A1B-63E472473279}"/>
          </ac:inkMkLst>
        </pc:inkChg>
        <pc:inkChg chg="del">
          <ac:chgData name="Md. Nahid Hasan" userId="S::nahid@vu.edu.bd::85ea5f9e-65d6-4031-b810-9415101f2e21" providerId="AD" clId="Web-{5F0E2B81-32D6-43B0-8437-A9125BC95C10}" dt="2021-01-01T10:27:12.297" v="108"/>
          <ac:inkMkLst>
            <pc:docMk/>
            <pc:sldMk cId="0" sldId="444"/>
            <ac:inkMk id="35871" creationId="{AC1C6C71-C013-46C7-AA8C-3A26D08BD8DC}"/>
          </ac:inkMkLst>
        </pc:inkChg>
        <pc:inkChg chg="del">
          <ac:chgData name="Md. Nahid Hasan" userId="S::nahid@vu.edu.bd::85ea5f9e-65d6-4031-b810-9415101f2e21" providerId="AD" clId="Web-{5F0E2B81-32D6-43B0-8437-A9125BC95C10}" dt="2021-01-01T10:27:12.297" v="107"/>
          <ac:inkMkLst>
            <pc:docMk/>
            <pc:sldMk cId="0" sldId="444"/>
            <ac:inkMk id="35872" creationId="{5E59E5B6-3732-4E66-B16E-6875DDBEFF88}"/>
          </ac:inkMkLst>
        </pc:inkChg>
        <pc:inkChg chg="del">
          <ac:chgData name="Md. Nahid Hasan" userId="S::nahid@vu.edu.bd::85ea5f9e-65d6-4031-b810-9415101f2e21" providerId="AD" clId="Web-{5F0E2B81-32D6-43B0-8437-A9125BC95C10}" dt="2021-01-01T10:27:12.297" v="106"/>
          <ac:inkMkLst>
            <pc:docMk/>
            <pc:sldMk cId="0" sldId="444"/>
            <ac:inkMk id="35873" creationId="{686B31EC-36EF-4CC3-8A5A-7437E1624CD1}"/>
          </ac:inkMkLst>
        </pc:inkChg>
        <pc:inkChg chg="del">
          <ac:chgData name="Md. Nahid Hasan" userId="S::nahid@vu.edu.bd::85ea5f9e-65d6-4031-b810-9415101f2e21" providerId="AD" clId="Web-{5F0E2B81-32D6-43B0-8437-A9125BC95C10}" dt="2021-01-01T10:27:12.297" v="105"/>
          <ac:inkMkLst>
            <pc:docMk/>
            <pc:sldMk cId="0" sldId="444"/>
            <ac:inkMk id="35874" creationId="{8953E3E7-4766-4DE8-A3E4-47143D81C7B7}"/>
          </ac:inkMkLst>
        </pc:inkChg>
        <pc:inkChg chg="del">
          <ac:chgData name="Md. Nahid Hasan" userId="S::nahid@vu.edu.bd::85ea5f9e-65d6-4031-b810-9415101f2e21" providerId="AD" clId="Web-{5F0E2B81-32D6-43B0-8437-A9125BC95C10}" dt="2021-01-01T10:27:12.297" v="104"/>
          <ac:inkMkLst>
            <pc:docMk/>
            <pc:sldMk cId="0" sldId="444"/>
            <ac:inkMk id="35875" creationId="{8F4877C8-AFAE-4182-91DC-5830A31C1C03}"/>
          </ac:inkMkLst>
        </pc:inkChg>
        <pc:inkChg chg="del">
          <ac:chgData name="Md. Nahid Hasan" userId="S::nahid@vu.edu.bd::85ea5f9e-65d6-4031-b810-9415101f2e21" providerId="AD" clId="Web-{5F0E2B81-32D6-43B0-8437-A9125BC95C10}" dt="2021-01-01T10:27:12.297" v="103"/>
          <ac:inkMkLst>
            <pc:docMk/>
            <pc:sldMk cId="0" sldId="444"/>
            <ac:inkMk id="35876" creationId="{8178853B-B10C-46E2-8C01-64FE88011994}"/>
          </ac:inkMkLst>
        </pc:inkChg>
        <pc:inkChg chg="del">
          <ac:chgData name="Md. Nahid Hasan" userId="S::nahid@vu.edu.bd::85ea5f9e-65d6-4031-b810-9415101f2e21" providerId="AD" clId="Web-{5F0E2B81-32D6-43B0-8437-A9125BC95C10}" dt="2021-01-01T10:27:12.297" v="102"/>
          <ac:inkMkLst>
            <pc:docMk/>
            <pc:sldMk cId="0" sldId="444"/>
            <ac:inkMk id="35877" creationId="{488F5445-9534-4742-9EE0-449D665B8964}"/>
          </ac:inkMkLst>
        </pc:inkChg>
        <pc:inkChg chg="del">
          <ac:chgData name="Md. Nahid Hasan" userId="S::nahid@vu.edu.bd::85ea5f9e-65d6-4031-b810-9415101f2e21" providerId="AD" clId="Web-{5F0E2B81-32D6-43B0-8437-A9125BC95C10}" dt="2021-01-01T10:27:12.297" v="101"/>
          <ac:inkMkLst>
            <pc:docMk/>
            <pc:sldMk cId="0" sldId="444"/>
            <ac:inkMk id="35878" creationId="{92EE5C41-08B5-4265-AF62-FF6A3781AD2D}"/>
          </ac:inkMkLst>
        </pc:inkChg>
        <pc:inkChg chg="del">
          <ac:chgData name="Md. Nahid Hasan" userId="S::nahid@vu.edu.bd::85ea5f9e-65d6-4031-b810-9415101f2e21" providerId="AD" clId="Web-{5F0E2B81-32D6-43B0-8437-A9125BC95C10}" dt="2021-01-01T10:27:12.281" v="100"/>
          <ac:inkMkLst>
            <pc:docMk/>
            <pc:sldMk cId="0" sldId="444"/>
            <ac:inkMk id="35879" creationId="{CFE7A3DE-7858-49F5-9EBD-20A5CFC70408}"/>
          </ac:inkMkLst>
        </pc:inkChg>
        <pc:inkChg chg="del">
          <ac:chgData name="Md. Nahid Hasan" userId="S::nahid@vu.edu.bd::85ea5f9e-65d6-4031-b810-9415101f2e21" providerId="AD" clId="Web-{5F0E2B81-32D6-43B0-8437-A9125BC95C10}" dt="2021-01-01T10:27:12.281" v="99"/>
          <ac:inkMkLst>
            <pc:docMk/>
            <pc:sldMk cId="0" sldId="444"/>
            <ac:inkMk id="35880" creationId="{54E09E48-68C3-4E72-A9FB-912CC317CF2F}"/>
          </ac:inkMkLst>
        </pc:inkChg>
        <pc:inkChg chg="del">
          <ac:chgData name="Md. Nahid Hasan" userId="S::nahid@vu.edu.bd::85ea5f9e-65d6-4031-b810-9415101f2e21" providerId="AD" clId="Web-{5F0E2B81-32D6-43B0-8437-A9125BC95C10}" dt="2021-01-01T10:27:12.281" v="98"/>
          <ac:inkMkLst>
            <pc:docMk/>
            <pc:sldMk cId="0" sldId="444"/>
            <ac:inkMk id="35881" creationId="{83DB5B00-72D9-4D0C-9449-F13C9BB1E4FF}"/>
          </ac:inkMkLst>
        </pc:inkChg>
        <pc:inkChg chg="del">
          <ac:chgData name="Md. Nahid Hasan" userId="S::nahid@vu.edu.bd::85ea5f9e-65d6-4031-b810-9415101f2e21" providerId="AD" clId="Web-{5F0E2B81-32D6-43B0-8437-A9125BC95C10}" dt="2021-01-01T10:27:12.281" v="97"/>
          <ac:inkMkLst>
            <pc:docMk/>
            <pc:sldMk cId="0" sldId="444"/>
            <ac:inkMk id="35882" creationId="{638BCE5E-62F8-4731-A8ED-9F515840D122}"/>
          </ac:inkMkLst>
        </pc:inkChg>
        <pc:inkChg chg="del">
          <ac:chgData name="Md. Nahid Hasan" userId="S::nahid@vu.edu.bd::85ea5f9e-65d6-4031-b810-9415101f2e21" providerId="AD" clId="Web-{5F0E2B81-32D6-43B0-8437-A9125BC95C10}" dt="2021-01-01T10:27:12.281" v="96"/>
          <ac:inkMkLst>
            <pc:docMk/>
            <pc:sldMk cId="0" sldId="444"/>
            <ac:inkMk id="35883" creationId="{45F24559-F500-45CC-9826-3DB469B79CD9}"/>
          </ac:inkMkLst>
        </pc:inkChg>
        <pc:inkChg chg="del">
          <ac:chgData name="Md. Nahid Hasan" userId="S::nahid@vu.edu.bd::85ea5f9e-65d6-4031-b810-9415101f2e21" providerId="AD" clId="Web-{5F0E2B81-32D6-43B0-8437-A9125BC95C10}" dt="2021-01-01T10:27:12.281" v="95"/>
          <ac:inkMkLst>
            <pc:docMk/>
            <pc:sldMk cId="0" sldId="444"/>
            <ac:inkMk id="35884" creationId="{A60A383F-2433-4418-82B0-54E0587D29D1}"/>
          </ac:inkMkLst>
        </pc:inkChg>
        <pc:inkChg chg="del">
          <ac:chgData name="Md. Nahid Hasan" userId="S::nahid@vu.edu.bd::85ea5f9e-65d6-4031-b810-9415101f2e21" providerId="AD" clId="Web-{5F0E2B81-32D6-43B0-8437-A9125BC95C10}" dt="2021-01-01T10:27:12.281" v="94"/>
          <ac:inkMkLst>
            <pc:docMk/>
            <pc:sldMk cId="0" sldId="444"/>
            <ac:inkMk id="35885" creationId="{BC444202-ABC3-4574-936E-FE445C3A1E87}"/>
          </ac:inkMkLst>
        </pc:inkChg>
        <pc:inkChg chg="del">
          <ac:chgData name="Md. Nahid Hasan" userId="S::nahid@vu.edu.bd::85ea5f9e-65d6-4031-b810-9415101f2e21" providerId="AD" clId="Web-{5F0E2B81-32D6-43B0-8437-A9125BC95C10}" dt="2021-01-01T10:27:12.281" v="93"/>
          <ac:inkMkLst>
            <pc:docMk/>
            <pc:sldMk cId="0" sldId="444"/>
            <ac:inkMk id="35886" creationId="{DA517A34-D46C-4846-A2FD-DC7F6611929A}"/>
          </ac:inkMkLst>
        </pc:inkChg>
        <pc:inkChg chg="del">
          <ac:chgData name="Md. Nahid Hasan" userId="S::nahid@vu.edu.bd::85ea5f9e-65d6-4031-b810-9415101f2e21" providerId="AD" clId="Web-{5F0E2B81-32D6-43B0-8437-A9125BC95C10}" dt="2021-01-01T10:27:12.281" v="92"/>
          <ac:inkMkLst>
            <pc:docMk/>
            <pc:sldMk cId="0" sldId="444"/>
            <ac:inkMk id="35887" creationId="{887146AE-948B-4F66-B2E2-BD214490F781}"/>
          </ac:inkMkLst>
        </pc:inkChg>
        <pc:inkChg chg="del">
          <ac:chgData name="Md. Nahid Hasan" userId="S::nahid@vu.edu.bd::85ea5f9e-65d6-4031-b810-9415101f2e21" providerId="AD" clId="Web-{5F0E2B81-32D6-43B0-8437-A9125BC95C10}" dt="2021-01-01T10:27:12.281" v="91"/>
          <ac:inkMkLst>
            <pc:docMk/>
            <pc:sldMk cId="0" sldId="444"/>
            <ac:inkMk id="35888" creationId="{C5E6C557-900F-4E12-9601-3C6F4978DD50}"/>
          </ac:inkMkLst>
        </pc:inkChg>
        <pc:inkChg chg="del">
          <ac:chgData name="Md. Nahid Hasan" userId="S::nahid@vu.edu.bd::85ea5f9e-65d6-4031-b810-9415101f2e21" providerId="AD" clId="Web-{5F0E2B81-32D6-43B0-8437-A9125BC95C10}" dt="2021-01-01T10:27:12.281" v="90"/>
          <ac:inkMkLst>
            <pc:docMk/>
            <pc:sldMk cId="0" sldId="444"/>
            <ac:inkMk id="35889" creationId="{8327402A-F66C-4F99-9A67-CA039EC63003}"/>
          </ac:inkMkLst>
        </pc:inkChg>
        <pc:inkChg chg="del">
          <ac:chgData name="Md. Nahid Hasan" userId="S::nahid@vu.edu.bd::85ea5f9e-65d6-4031-b810-9415101f2e21" providerId="AD" clId="Web-{5F0E2B81-32D6-43B0-8437-A9125BC95C10}" dt="2021-01-01T10:27:12.281" v="89"/>
          <ac:inkMkLst>
            <pc:docMk/>
            <pc:sldMk cId="0" sldId="444"/>
            <ac:inkMk id="35890" creationId="{CEFF7488-AC03-4111-A78E-DCAA1E164829}"/>
          </ac:inkMkLst>
        </pc:inkChg>
        <pc:inkChg chg="del">
          <ac:chgData name="Md. Nahid Hasan" userId="S::nahid@vu.edu.bd::85ea5f9e-65d6-4031-b810-9415101f2e21" providerId="AD" clId="Web-{5F0E2B81-32D6-43B0-8437-A9125BC95C10}" dt="2021-01-01T10:27:12.265" v="88"/>
          <ac:inkMkLst>
            <pc:docMk/>
            <pc:sldMk cId="0" sldId="444"/>
            <ac:inkMk id="35891" creationId="{2A24B7DE-5600-4339-9A27-ED0AFA8C0626}"/>
          </ac:inkMkLst>
        </pc:inkChg>
        <pc:inkChg chg="del">
          <ac:chgData name="Md. Nahid Hasan" userId="S::nahid@vu.edu.bd::85ea5f9e-65d6-4031-b810-9415101f2e21" providerId="AD" clId="Web-{5F0E2B81-32D6-43B0-8437-A9125BC95C10}" dt="2021-01-01T10:27:12.265" v="87"/>
          <ac:inkMkLst>
            <pc:docMk/>
            <pc:sldMk cId="0" sldId="444"/>
            <ac:inkMk id="35892" creationId="{8D2D644D-BF53-4083-B1F6-D01BCCAC5A2E}"/>
          </ac:inkMkLst>
        </pc:inkChg>
        <pc:inkChg chg="del">
          <ac:chgData name="Md. Nahid Hasan" userId="S::nahid@vu.edu.bd::85ea5f9e-65d6-4031-b810-9415101f2e21" providerId="AD" clId="Web-{5F0E2B81-32D6-43B0-8437-A9125BC95C10}" dt="2021-01-01T10:27:12.265" v="86"/>
          <ac:inkMkLst>
            <pc:docMk/>
            <pc:sldMk cId="0" sldId="444"/>
            <ac:inkMk id="35893" creationId="{88F629ED-A6A8-4ACC-AC0B-63D8D81C8F05}"/>
          </ac:inkMkLst>
        </pc:inkChg>
        <pc:inkChg chg="del">
          <ac:chgData name="Md. Nahid Hasan" userId="S::nahid@vu.edu.bd::85ea5f9e-65d6-4031-b810-9415101f2e21" providerId="AD" clId="Web-{5F0E2B81-32D6-43B0-8437-A9125BC95C10}" dt="2021-01-01T10:27:12.265" v="85"/>
          <ac:inkMkLst>
            <pc:docMk/>
            <pc:sldMk cId="0" sldId="444"/>
            <ac:inkMk id="35894" creationId="{DE3191F2-2690-4CE7-B134-8A8D664CF93E}"/>
          </ac:inkMkLst>
        </pc:inkChg>
        <pc:inkChg chg="del">
          <ac:chgData name="Md. Nahid Hasan" userId="S::nahid@vu.edu.bd::85ea5f9e-65d6-4031-b810-9415101f2e21" providerId="AD" clId="Web-{5F0E2B81-32D6-43B0-8437-A9125BC95C10}" dt="2021-01-01T10:27:12.265" v="84"/>
          <ac:inkMkLst>
            <pc:docMk/>
            <pc:sldMk cId="0" sldId="444"/>
            <ac:inkMk id="35895" creationId="{56910617-5A13-42EE-BAA4-457B5E0444B1}"/>
          </ac:inkMkLst>
        </pc:inkChg>
        <pc:inkChg chg="del">
          <ac:chgData name="Md. Nahid Hasan" userId="S::nahid@vu.edu.bd::85ea5f9e-65d6-4031-b810-9415101f2e21" providerId="AD" clId="Web-{5F0E2B81-32D6-43B0-8437-A9125BC95C10}" dt="2021-01-01T10:27:12.265" v="83"/>
          <ac:inkMkLst>
            <pc:docMk/>
            <pc:sldMk cId="0" sldId="444"/>
            <ac:inkMk id="35896" creationId="{BEA2255A-4D7C-4BAC-9DD7-91FF63CEB720}"/>
          </ac:inkMkLst>
        </pc:inkChg>
        <pc:inkChg chg="del">
          <ac:chgData name="Md. Nahid Hasan" userId="S::nahid@vu.edu.bd::85ea5f9e-65d6-4031-b810-9415101f2e21" providerId="AD" clId="Web-{5F0E2B81-32D6-43B0-8437-A9125BC95C10}" dt="2021-01-01T10:27:12.265" v="82"/>
          <ac:inkMkLst>
            <pc:docMk/>
            <pc:sldMk cId="0" sldId="444"/>
            <ac:inkMk id="35897" creationId="{98263C29-1F8F-4C79-AE62-B940BE18EE99}"/>
          </ac:inkMkLst>
        </pc:inkChg>
        <pc:inkChg chg="del">
          <ac:chgData name="Md. Nahid Hasan" userId="S::nahid@vu.edu.bd::85ea5f9e-65d6-4031-b810-9415101f2e21" providerId="AD" clId="Web-{5F0E2B81-32D6-43B0-8437-A9125BC95C10}" dt="2021-01-01T10:27:12.265" v="81"/>
          <ac:inkMkLst>
            <pc:docMk/>
            <pc:sldMk cId="0" sldId="444"/>
            <ac:inkMk id="35898" creationId="{4884F778-29C6-4C3A-A92D-ECC79D1C8D6F}"/>
          </ac:inkMkLst>
        </pc:inkChg>
        <pc:inkChg chg="del">
          <ac:chgData name="Md. Nahid Hasan" userId="S::nahid@vu.edu.bd::85ea5f9e-65d6-4031-b810-9415101f2e21" providerId="AD" clId="Web-{5F0E2B81-32D6-43B0-8437-A9125BC95C10}" dt="2021-01-01T10:27:12.265" v="80"/>
          <ac:inkMkLst>
            <pc:docMk/>
            <pc:sldMk cId="0" sldId="444"/>
            <ac:inkMk id="35899" creationId="{E341A28A-AA2D-4251-AA9E-A59584C81ED8}"/>
          </ac:inkMkLst>
        </pc:inkChg>
        <pc:inkChg chg="del">
          <ac:chgData name="Md. Nahid Hasan" userId="S::nahid@vu.edu.bd::85ea5f9e-65d6-4031-b810-9415101f2e21" providerId="AD" clId="Web-{5F0E2B81-32D6-43B0-8437-A9125BC95C10}" dt="2021-01-01T10:27:12.265" v="79"/>
          <ac:inkMkLst>
            <pc:docMk/>
            <pc:sldMk cId="0" sldId="444"/>
            <ac:inkMk id="237568" creationId="{A3ADE36B-335F-4329-9F18-1C0C69839308}"/>
          </ac:inkMkLst>
        </pc:inkChg>
        <pc:inkChg chg="del">
          <ac:chgData name="Md. Nahid Hasan" userId="S::nahid@vu.edu.bd::85ea5f9e-65d6-4031-b810-9415101f2e21" providerId="AD" clId="Web-{5F0E2B81-32D6-43B0-8437-A9125BC95C10}" dt="2021-01-01T10:27:12.265" v="78"/>
          <ac:inkMkLst>
            <pc:docMk/>
            <pc:sldMk cId="0" sldId="444"/>
            <ac:inkMk id="237569" creationId="{6043EDFA-C77F-439B-BE49-1A0C67080531}"/>
          </ac:inkMkLst>
        </pc:inkChg>
        <pc:inkChg chg="del">
          <ac:chgData name="Md. Nahid Hasan" userId="S::nahid@vu.edu.bd::85ea5f9e-65d6-4031-b810-9415101f2e21" providerId="AD" clId="Web-{5F0E2B81-32D6-43B0-8437-A9125BC95C10}" dt="2021-01-01T10:27:12.250" v="77"/>
          <ac:inkMkLst>
            <pc:docMk/>
            <pc:sldMk cId="0" sldId="444"/>
            <ac:inkMk id="237571" creationId="{C3D9359E-3CD2-4932-B957-0AC6D9C20196}"/>
          </ac:inkMkLst>
        </pc:inkChg>
        <pc:inkChg chg="del">
          <ac:chgData name="Md. Nahid Hasan" userId="S::nahid@vu.edu.bd::85ea5f9e-65d6-4031-b810-9415101f2e21" providerId="AD" clId="Web-{5F0E2B81-32D6-43B0-8437-A9125BC95C10}" dt="2021-01-01T10:27:12.250" v="76"/>
          <ac:inkMkLst>
            <pc:docMk/>
            <pc:sldMk cId="0" sldId="444"/>
            <ac:inkMk id="237572" creationId="{E87CD335-F0E1-4BF5-A667-35B0AEB402A7}"/>
          </ac:inkMkLst>
        </pc:inkChg>
        <pc:inkChg chg="del">
          <ac:chgData name="Md. Nahid Hasan" userId="S::nahid@vu.edu.bd::85ea5f9e-65d6-4031-b810-9415101f2e21" providerId="AD" clId="Web-{5F0E2B81-32D6-43B0-8437-A9125BC95C10}" dt="2021-01-01T10:27:12.250" v="75"/>
          <ac:inkMkLst>
            <pc:docMk/>
            <pc:sldMk cId="0" sldId="444"/>
            <ac:inkMk id="237573" creationId="{F1BA8514-FF83-4234-BDCE-B637E117138B}"/>
          </ac:inkMkLst>
        </pc:inkChg>
        <pc:inkChg chg="del">
          <ac:chgData name="Md. Nahid Hasan" userId="S::nahid@vu.edu.bd::85ea5f9e-65d6-4031-b810-9415101f2e21" providerId="AD" clId="Web-{5F0E2B81-32D6-43B0-8437-A9125BC95C10}" dt="2021-01-01T10:27:12.250" v="74"/>
          <ac:inkMkLst>
            <pc:docMk/>
            <pc:sldMk cId="0" sldId="444"/>
            <ac:inkMk id="237574" creationId="{91F5791A-AD08-417D-B8AF-715C7B69F4A1}"/>
          </ac:inkMkLst>
        </pc:inkChg>
        <pc:inkChg chg="del">
          <ac:chgData name="Md. Nahid Hasan" userId="S::nahid@vu.edu.bd::85ea5f9e-65d6-4031-b810-9415101f2e21" providerId="AD" clId="Web-{5F0E2B81-32D6-43B0-8437-A9125BC95C10}" dt="2021-01-01T10:27:12.250" v="73"/>
          <ac:inkMkLst>
            <pc:docMk/>
            <pc:sldMk cId="0" sldId="444"/>
            <ac:inkMk id="237575" creationId="{539CCDDD-E08E-45B7-A389-A733AC086107}"/>
          </ac:inkMkLst>
        </pc:inkChg>
        <pc:inkChg chg="del">
          <ac:chgData name="Md. Nahid Hasan" userId="S::nahid@vu.edu.bd::85ea5f9e-65d6-4031-b810-9415101f2e21" providerId="AD" clId="Web-{5F0E2B81-32D6-43B0-8437-A9125BC95C10}" dt="2021-01-01T10:27:12.250" v="72"/>
          <ac:inkMkLst>
            <pc:docMk/>
            <pc:sldMk cId="0" sldId="444"/>
            <ac:inkMk id="237576" creationId="{41759E88-F184-4906-843F-7042991CBC6C}"/>
          </ac:inkMkLst>
        </pc:inkChg>
        <pc:inkChg chg="del">
          <ac:chgData name="Md. Nahid Hasan" userId="S::nahid@vu.edu.bd::85ea5f9e-65d6-4031-b810-9415101f2e21" providerId="AD" clId="Web-{5F0E2B81-32D6-43B0-8437-A9125BC95C10}" dt="2021-01-01T10:27:12.250" v="71"/>
          <ac:inkMkLst>
            <pc:docMk/>
            <pc:sldMk cId="0" sldId="444"/>
            <ac:inkMk id="237577" creationId="{C5E4A23B-85C7-43BD-9995-2FFB98324C85}"/>
          </ac:inkMkLst>
        </pc:inkChg>
        <pc:inkChg chg="del">
          <ac:chgData name="Md. Nahid Hasan" userId="S::nahid@vu.edu.bd::85ea5f9e-65d6-4031-b810-9415101f2e21" providerId="AD" clId="Web-{5F0E2B81-32D6-43B0-8437-A9125BC95C10}" dt="2021-01-01T10:27:12.250" v="70"/>
          <ac:inkMkLst>
            <pc:docMk/>
            <pc:sldMk cId="0" sldId="444"/>
            <ac:inkMk id="237578" creationId="{3EA06DDC-D10F-4FB3-87A4-3B90D52FCB93}"/>
          </ac:inkMkLst>
        </pc:inkChg>
        <pc:inkChg chg="del">
          <ac:chgData name="Md. Nahid Hasan" userId="S::nahid@vu.edu.bd::85ea5f9e-65d6-4031-b810-9415101f2e21" providerId="AD" clId="Web-{5F0E2B81-32D6-43B0-8437-A9125BC95C10}" dt="2021-01-01T10:27:12.250" v="69"/>
          <ac:inkMkLst>
            <pc:docMk/>
            <pc:sldMk cId="0" sldId="444"/>
            <ac:inkMk id="237579" creationId="{B8A3E499-76FF-4BA6-8CD2-14B718DDF111}"/>
          </ac:inkMkLst>
        </pc:inkChg>
        <pc:inkChg chg="del">
          <ac:chgData name="Md. Nahid Hasan" userId="S::nahid@vu.edu.bd::85ea5f9e-65d6-4031-b810-9415101f2e21" providerId="AD" clId="Web-{5F0E2B81-32D6-43B0-8437-A9125BC95C10}" dt="2021-01-01T10:27:12.250" v="68"/>
          <ac:inkMkLst>
            <pc:docMk/>
            <pc:sldMk cId="0" sldId="444"/>
            <ac:inkMk id="237580" creationId="{3A74694A-D983-4A49-B94C-49B65D03436B}"/>
          </ac:inkMkLst>
        </pc:inkChg>
        <pc:inkChg chg="del">
          <ac:chgData name="Md. Nahid Hasan" userId="S::nahid@vu.edu.bd::85ea5f9e-65d6-4031-b810-9415101f2e21" providerId="AD" clId="Web-{5F0E2B81-32D6-43B0-8437-A9125BC95C10}" dt="2021-01-01T10:27:12.250" v="67"/>
          <ac:inkMkLst>
            <pc:docMk/>
            <pc:sldMk cId="0" sldId="444"/>
            <ac:inkMk id="237581" creationId="{A36A24E7-CF2E-49E8-AFFE-0A3152E176E1}"/>
          </ac:inkMkLst>
        </pc:inkChg>
        <pc:inkChg chg="del">
          <ac:chgData name="Md. Nahid Hasan" userId="S::nahid@vu.edu.bd::85ea5f9e-65d6-4031-b810-9415101f2e21" providerId="AD" clId="Web-{5F0E2B81-32D6-43B0-8437-A9125BC95C10}" dt="2021-01-01T10:27:12.234" v="66"/>
          <ac:inkMkLst>
            <pc:docMk/>
            <pc:sldMk cId="0" sldId="444"/>
            <ac:inkMk id="237582" creationId="{5DE85FFE-337B-4AC8-98F8-A2A6AACF7E60}"/>
          </ac:inkMkLst>
        </pc:inkChg>
        <pc:inkChg chg="del">
          <ac:chgData name="Md. Nahid Hasan" userId="S::nahid@vu.edu.bd::85ea5f9e-65d6-4031-b810-9415101f2e21" providerId="AD" clId="Web-{5F0E2B81-32D6-43B0-8437-A9125BC95C10}" dt="2021-01-01T10:27:12.234" v="65"/>
          <ac:inkMkLst>
            <pc:docMk/>
            <pc:sldMk cId="0" sldId="444"/>
            <ac:inkMk id="237583" creationId="{3472E017-A2EA-4472-B1ED-08705E947C5F}"/>
          </ac:inkMkLst>
        </pc:inkChg>
        <pc:inkChg chg="del">
          <ac:chgData name="Md. Nahid Hasan" userId="S::nahid@vu.edu.bd::85ea5f9e-65d6-4031-b810-9415101f2e21" providerId="AD" clId="Web-{5F0E2B81-32D6-43B0-8437-A9125BC95C10}" dt="2021-01-01T10:27:12.234" v="64"/>
          <ac:inkMkLst>
            <pc:docMk/>
            <pc:sldMk cId="0" sldId="444"/>
            <ac:inkMk id="237584" creationId="{AA10A2D0-852D-458E-A668-6E1A27A54AA5}"/>
          </ac:inkMkLst>
        </pc:inkChg>
        <pc:inkChg chg="del">
          <ac:chgData name="Md. Nahid Hasan" userId="S::nahid@vu.edu.bd::85ea5f9e-65d6-4031-b810-9415101f2e21" providerId="AD" clId="Web-{5F0E2B81-32D6-43B0-8437-A9125BC95C10}" dt="2021-01-01T10:27:12.234" v="63"/>
          <ac:inkMkLst>
            <pc:docMk/>
            <pc:sldMk cId="0" sldId="444"/>
            <ac:inkMk id="237585" creationId="{40C1C665-CC5B-4201-940C-191F81D31ABF}"/>
          </ac:inkMkLst>
        </pc:inkChg>
        <pc:inkChg chg="del">
          <ac:chgData name="Md. Nahid Hasan" userId="S::nahid@vu.edu.bd::85ea5f9e-65d6-4031-b810-9415101f2e21" providerId="AD" clId="Web-{5F0E2B81-32D6-43B0-8437-A9125BC95C10}" dt="2021-01-01T10:27:12.234" v="62"/>
          <ac:inkMkLst>
            <pc:docMk/>
            <pc:sldMk cId="0" sldId="444"/>
            <ac:inkMk id="237586" creationId="{B4008958-AEC3-4239-998E-E58581967EA0}"/>
          </ac:inkMkLst>
        </pc:inkChg>
        <pc:inkChg chg="del">
          <ac:chgData name="Md. Nahid Hasan" userId="S::nahid@vu.edu.bd::85ea5f9e-65d6-4031-b810-9415101f2e21" providerId="AD" clId="Web-{5F0E2B81-32D6-43B0-8437-A9125BC95C10}" dt="2021-01-01T10:27:12.234" v="61"/>
          <ac:inkMkLst>
            <pc:docMk/>
            <pc:sldMk cId="0" sldId="444"/>
            <ac:inkMk id="237587" creationId="{54E8D848-6D58-4489-8C68-45C0A80871A0}"/>
          </ac:inkMkLst>
        </pc:inkChg>
        <pc:inkChg chg="del">
          <ac:chgData name="Md. Nahid Hasan" userId="S::nahid@vu.edu.bd::85ea5f9e-65d6-4031-b810-9415101f2e21" providerId="AD" clId="Web-{5F0E2B81-32D6-43B0-8437-A9125BC95C10}" dt="2021-01-01T10:27:12.234" v="60"/>
          <ac:inkMkLst>
            <pc:docMk/>
            <pc:sldMk cId="0" sldId="444"/>
            <ac:inkMk id="237588" creationId="{7B9848D1-2492-4AB1-866D-EB3D14CC0641}"/>
          </ac:inkMkLst>
        </pc:inkChg>
        <pc:inkChg chg="del">
          <ac:chgData name="Md. Nahid Hasan" userId="S::nahid@vu.edu.bd::85ea5f9e-65d6-4031-b810-9415101f2e21" providerId="AD" clId="Web-{5F0E2B81-32D6-43B0-8437-A9125BC95C10}" dt="2021-01-01T10:27:12.234" v="59"/>
          <ac:inkMkLst>
            <pc:docMk/>
            <pc:sldMk cId="0" sldId="444"/>
            <ac:inkMk id="237589" creationId="{28F1B39B-3F8B-4FED-94C5-B020A8570CB1}"/>
          </ac:inkMkLst>
        </pc:inkChg>
        <pc:inkChg chg="del">
          <ac:chgData name="Md. Nahid Hasan" userId="S::nahid@vu.edu.bd::85ea5f9e-65d6-4031-b810-9415101f2e21" providerId="AD" clId="Web-{5F0E2B81-32D6-43B0-8437-A9125BC95C10}" dt="2021-01-01T10:27:12.234" v="58"/>
          <ac:inkMkLst>
            <pc:docMk/>
            <pc:sldMk cId="0" sldId="444"/>
            <ac:inkMk id="237596" creationId="{C9CBB37E-F8DC-4D13-97BB-453333D90D82}"/>
          </ac:inkMkLst>
        </pc:inkChg>
        <pc:inkChg chg="del">
          <ac:chgData name="Md. Nahid Hasan" userId="S::nahid@vu.edu.bd::85ea5f9e-65d6-4031-b810-9415101f2e21" providerId="AD" clId="Web-{5F0E2B81-32D6-43B0-8437-A9125BC95C10}" dt="2021-01-01T10:27:12.234" v="57"/>
          <ac:inkMkLst>
            <pc:docMk/>
            <pc:sldMk cId="0" sldId="444"/>
            <ac:inkMk id="237597" creationId="{8F9E64AF-B0AE-499D-8BC9-2E8FDD98EBFD}"/>
          </ac:inkMkLst>
        </pc:inkChg>
        <pc:inkChg chg="del">
          <ac:chgData name="Md. Nahid Hasan" userId="S::nahid@vu.edu.bd::85ea5f9e-65d6-4031-b810-9415101f2e21" providerId="AD" clId="Web-{5F0E2B81-32D6-43B0-8437-A9125BC95C10}" dt="2021-01-01T10:27:12.234" v="56"/>
          <ac:inkMkLst>
            <pc:docMk/>
            <pc:sldMk cId="0" sldId="444"/>
            <ac:inkMk id="237598" creationId="{464A0995-02D9-43B0-960E-78A361799BE6}"/>
          </ac:inkMkLst>
        </pc:inkChg>
        <pc:inkChg chg="del">
          <ac:chgData name="Md. Nahid Hasan" userId="S::nahid@vu.edu.bd::85ea5f9e-65d6-4031-b810-9415101f2e21" providerId="AD" clId="Web-{5F0E2B81-32D6-43B0-8437-A9125BC95C10}" dt="2021-01-01T10:27:12.219" v="55"/>
          <ac:inkMkLst>
            <pc:docMk/>
            <pc:sldMk cId="0" sldId="444"/>
            <ac:inkMk id="237603" creationId="{501CF4DE-D968-4063-89FE-D9B2C711F494}"/>
          </ac:inkMkLst>
        </pc:inkChg>
        <pc:inkChg chg="del">
          <ac:chgData name="Md. Nahid Hasan" userId="S::nahid@vu.edu.bd::85ea5f9e-65d6-4031-b810-9415101f2e21" providerId="AD" clId="Web-{5F0E2B81-32D6-43B0-8437-A9125BC95C10}" dt="2021-01-01T10:27:12.219" v="54"/>
          <ac:inkMkLst>
            <pc:docMk/>
            <pc:sldMk cId="0" sldId="444"/>
            <ac:inkMk id="237604" creationId="{DE87847D-5308-499E-BA61-4333A734F201}"/>
          </ac:inkMkLst>
        </pc:inkChg>
        <pc:inkChg chg="del">
          <ac:chgData name="Md. Nahid Hasan" userId="S::nahid@vu.edu.bd::85ea5f9e-65d6-4031-b810-9415101f2e21" providerId="AD" clId="Web-{5F0E2B81-32D6-43B0-8437-A9125BC95C10}" dt="2021-01-01T10:27:12.219" v="53"/>
          <ac:inkMkLst>
            <pc:docMk/>
            <pc:sldMk cId="0" sldId="444"/>
            <ac:inkMk id="237605" creationId="{84110B0F-514D-4CA6-A362-4E49BEA49536}"/>
          </ac:inkMkLst>
        </pc:inkChg>
        <pc:inkChg chg="del">
          <ac:chgData name="Md. Nahid Hasan" userId="S::nahid@vu.edu.bd::85ea5f9e-65d6-4031-b810-9415101f2e21" providerId="AD" clId="Web-{5F0E2B81-32D6-43B0-8437-A9125BC95C10}" dt="2021-01-01T10:27:12.219" v="52"/>
          <ac:inkMkLst>
            <pc:docMk/>
            <pc:sldMk cId="0" sldId="444"/>
            <ac:inkMk id="237606" creationId="{EE3F34AF-3D0B-4CFB-8406-B4232C4B12E3}"/>
          </ac:inkMkLst>
        </pc:inkChg>
        <pc:inkChg chg="del">
          <ac:chgData name="Md. Nahid Hasan" userId="S::nahid@vu.edu.bd::85ea5f9e-65d6-4031-b810-9415101f2e21" providerId="AD" clId="Web-{5F0E2B81-32D6-43B0-8437-A9125BC95C10}" dt="2021-01-01T10:27:12.219" v="51"/>
          <ac:inkMkLst>
            <pc:docMk/>
            <pc:sldMk cId="0" sldId="444"/>
            <ac:inkMk id="237607" creationId="{BD33360F-2E81-478F-813B-66D250C8D0D6}"/>
          </ac:inkMkLst>
        </pc:inkChg>
        <pc:inkChg chg="del">
          <ac:chgData name="Md. Nahid Hasan" userId="S::nahid@vu.edu.bd::85ea5f9e-65d6-4031-b810-9415101f2e21" providerId="AD" clId="Web-{5F0E2B81-32D6-43B0-8437-A9125BC95C10}" dt="2021-01-01T10:27:12.219" v="50"/>
          <ac:inkMkLst>
            <pc:docMk/>
            <pc:sldMk cId="0" sldId="444"/>
            <ac:inkMk id="237608" creationId="{81AE6B9F-224D-422F-AC63-27227D8802DF}"/>
          </ac:inkMkLst>
        </pc:inkChg>
        <pc:inkChg chg="del">
          <ac:chgData name="Md. Nahid Hasan" userId="S::nahid@vu.edu.bd::85ea5f9e-65d6-4031-b810-9415101f2e21" providerId="AD" clId="Web-{5F0E2B81-32D6-43B0-8437-A9125BC95C10}" dt="2021-01-01T10:27:12.219" v="49"/>
          <ac:inkMkLst>
            <pc:docMk/>
            <pc:sldMk cId="0" sldId="444"/>
            <ac:inkMk id="237609" creationId="{3459C5D1-00FD-4560-A7A9-996E0C8370E8}"/>
          </ac:inkMkLst>
        </pc:inkChg>
        <pc:inkChg chg="del">
          <ac:chgData name="Md. Nahid Hasan" userId="S::nahid@vu.edu.bd::85ea5f9e-65d6-4031-b810-9415101f2e21" providerId="AD" clId="Web-{5F0E2B81-32D6-43B0-8437-A9125BC95C10}" dt="2021-01-01T10:27:12.219" v="48"/>
          <ac:inkMkLst>
            <pc:docMk/>
            <pc:sldMk cId="0" sldId="444"/>
            <ac:inkMk id="237610" creationId="{107792C2-1D30-4279-B53E-F1874EF78827}"/>
          </ac:inkMkLst>
        </pc:inkChg>
        <pc:inkChg chg="del">
          <ac:chgData name="Md. Nahid Hasan" userId="S::nahid@vu.edu.bd::85ea5f9e-65d6-4031-b810-9415101f2e21" providerId="AD" clId="Web-{5F0E2B81-32D6-43B0-8437-A9125BC95C10}" dt="2021-01-01T10:27:12.219" v="47"/>
          <ac:inkMkLst>
            <pc:docMk/>
            <pc:sldMk cId="0" sldId="444"/>
            <ac:inkMk id="237611" creationId="{40214965-EA15-47DB-9B82-FC9194F7A9B4}"/>
          </ac:inkMkLst>
        </pc:inkChg>
        <pc:inkChg chg="del">
          <ac:chgData name="Md. Nahid Hasan" userId="S::nahid@vu.edu.bd::85ea5f9e-65d6-4031-b810-9415101f2e21" providerId="AD" clId="Web-{5F0E2B81-32D6-43B0-8437-A9125BC95C10}" dt="2021-01-01T10:27:12.219" v="46"/>
          <ac:inkMkLst>
            <pc:docMk/>
            <pc:sldMk cId="0" sldId="444"/>
            <ac:inkMk id="237612" creationId="{FD36F3A2-7417-45C7-AB04-9D3F84FB43E0}"/>
          </ac:inkMkLst>
        </pc:inkChg>
        <pc:inkChg chg="del">
          <ac:chgData name="Md. Nahid Hasan" userId="S::nahid@vu.edu.bd::85ea5f9e-65d6-4031-b810-9415101f2e21" providerId="AD" clId="Web-{5F0E2B81-32D6-43B0-8437-A9125BC95C10}" dt="2021-01-01T10:27:12.219" v="45"/>
          <ac:inkMkLst>
            <pc:docMk/>
            <pc:sldMk cId="0" sldId="444"/>
            <ac:inkMk id="237614" creationId="{4DFDBCD2-547A-432F-98E5-B88C5863B58D}"/>
          </ac:inkMkLst>
        </pc:inkChg>
        <pc:inkChg chg="del">
          <ac:chgData name="Md. Nahid Hasan" userId="S::nahid@vu.edu.bd::85ea5f9e-65d6-4031-b810-9415101f2e21" providerId="AD" clId="Web-{5F0E2B81-32D6-43B0-8437-A9125BC95C10}" dt="2021-01-01T10:27:12.203" v="44"/>
          <ac:inkMkLst>
            <pc:docMk/>
            <pc:sldMk cId="0" sldId="444"/>
            <ac:inkMk id="237615" creationId="{16C102E0-B627-4F75-85B3-313141E9BD74}"/>
          </ac:inkMkLst>
        </pc:inkChg>
        <pc:inkChg chg="del">
          <ac:chgData name="Md. Nahid Hasan" userId="S::nahid@vu.edu.bd::85ea5f9e-65d6-4031-b810-9415101f2e21" providerId="AD" clId="Web-{5F0E2B81-32D6-43B0-8437-A9125BC95C10}" dt="2021-01-01T10:27:12.203" v="43"/>
          <ac:inkMkLst>
            <pc:docMk/>
            <pc:sldMk cId="0" sldId="444"/>
            <ac:inkMk id="237616" creationId="{591F1E61-287B-4D5D-A697-4DCC051F4E38}"/>
          </ac:inkMkLst>
        </pc:inkChg>
        <pc:inkChg chg="del">
          <ac:chgData name="Md. Nahid Hasan" userId="S::nahid@vu.edu.bd::85ea5f9e-65d6-4031-b810-9415101f2e21" providerId="AD" clId="Web-{5F0E2B81-32D6-43B0-8437-A9125BC95C10}" dt="2021-01-01T10:27:12.203" v="42"/>
          <ac:inkMkLst>
            <pc:docMk/>
            <pc:sldMk cId="0" sldId="444"/>
            <ac:inkMk id="237617" creationId="{85954BA3-F3F9-432F-BBAF-2A67CA7742AE}"/>
          </ac:inkMkLst>
        </pc:inkChg>
        <pc:inkChg chg="del">
          <ac:chgData name="Md. Nahid Hasan" userId="S::nahid@vu.edu.bd::85ea5f9e-65d6-4031-b810-9415101f2e21" providerId="AD" clId="Web-{5F0E2B81-32D6-43B0-8437-A9125BC95C10}" dt="2021-01-01T10:27:12.203" v="41"/>
          <ac:inkMkLst>
            <pc:docMk/>
            <pc:sldMk cId="0" sldId="444"/>
            <ac:inkMk id="237618" creationId="{8445AC35-9F52-4912-9AE4-2DA476A205BA}"/>
          </ac:inkMkLst>
        </pc:inkChg>
        <pc:inkChg chg="del">
          <ac:chgData name="Md. Nahid Hasan" userId="S::nahid@vu.edu.bd::85ea5f9e-65d6-4031-b810-9415101f2e21" providerId="AD" clId="Web-{5F0E2B81-32D6-43B0-8437-A9125BC95C10}" dt="2021-01-01T10:27:12.203" v="40"/>
          <ac:inkMkLst>
            <pc:docMk/>
            <pc:sldMk cId="0" sldId="444"/>
            <ac:inkMk id="237619" creationId="{DF318950-7C61-405E-899D-9DC1AC2C9B10}"/>
          </ac:inkMkLst>
        </pc:inkChg>
        <pc:inkChg chg="del">
          <ac:chgData name="Md. Nahid Hasan" userId="S::nahid@vu.edu.bd::85ea5f9e-65d6-4031-b810-9415101f2e21" providerId="AD" clId="Web-{5F0E2B81-32D6-43B0-8437-A9125BC95C10}" dt="2021-01-01T10:27:12.203" v="39"/>
          <ac:inkMkLst>
            <pc:docMk/>
            <pc:sldMk cId="0" sldId="444"/>
            <ac:inkMk id="237620" creationId="{29FE9FE4-1D1C-49D6-B689-01877879E298}"/>
          </ac:inkMkLst>
        </pc:inkChg>
        <pc:inkChg chg="del">
          <ac:chgData name="Md. Nahid Hasan" userId="S::nahid@vu.edu.bd::85ea5f9e-65d6-4031-b810-9415101f2e21" providerId="AD" clId="Web-{5F0E2B81-32D6-43B0-8437-A9125BC95C10}" dt="2021-01-01T10:27:12.203" v="38"/>
          <ac:inkMkLst>
            <pc:docMk/>
            <pc:sldMk cId="0" sldId="444"/>
            <ac:inkMk id="237621" creationId="{41425FB6-E811-4115-9BF4-A145DA7EC21D}"/>
          </ac:inkMkLst>
        </pc:inkChg>
        <pc:inkChg chg="del">
          <ac:chgData name="Md. Nahid Hasan" userId="S::nahid@vu.edu.bd::85ea5f9e-65d6-4031-b810-9415101f2e21" providerId="AD" clId="Web-{5F0E2B81-32D6-43B0-8437-A9125BC95C10}" dt="2021-01-01T10:27:12.203" v="37"/>
          <ac:inkMkLst>
            <pc:docMk/>
            <pc:sldMk cId="0" sldId="444"/>
            <ac:inkMk id="237622" creationId="{FE1A7FCD-CE9C-47E7-BE86-7CF6BDAAE22C}"/>
          </ac:inkMkLst>
        </pc:inkChg>
        <pc:inkChg chg="del">
          <ac:chgData name="Md. Nahid Hasan" userId="S::nahid@vu.edu.bd::85ea5f9e-65d6-4031-b810-9415101f2e21" providerId="AD" clId="Web-{5F0E2B81-32D6-43B0-8437-A9125BC95C10}" dt="2021-01-01T10:27:12.203" v="36"/>
          <ac:inkMkLst>
            <pc:docMk/>
            <pc:sldMk cId="0" sldId="444"/>
            <ac:inkMk id="237623" creationId="{6A3A00C6-2AF0-4387-8A72-79AEC35AAFB7}"/>
          </ac:inkMkLst>
        </pc:inkChg>
        <pc:inkChg chg="del">
          <ac:chgData name="Md. Nahid Hasan" userId="S::nahid@vu.edu.bd::85ea5f9e-65d6-4031-b810-9415101f2e21" providerId="AD" clId="Web-{5F0E2B81-32D6-43B0-8437-A9125BC95C10}" dt="2021-01-01T10:27:12.203" v="35"/>
          <ac:inkMkLst>
            <pc:docMk/>
            <pc:sldMk cId="0" sldId="444"/>
            <ac:inkMk id="237624" creationId="{CB0F5545-B7C8-4F65-9FB8-B3F0AD24AF8B}"/>
          </ac:inkMkLst>
        </pc:inkChg>
        <pc:inkChg chg="del">
          <ac:chgData name="Md. Nahid Hasan" userId="S::nahid@vu.edu.bd::85ea5f9e-65d6-4031-b810-9415101f2e21" providerId="AD" clId="Web-{5F0E2B81-32D6-43B0-8437-A9125BC95C10}" dt="2021-01-01T10:27:12.203" v="34"/>
          <ac:inkMkLst>
            <pc:docMk/>
            <pc:sldMk cId="0" sldId="444"/>
            <ac:inkMk id="237625" creationId="{0B557B32-45AE-4081-A09E-9B4A20631EDE}"/>
          </ac:inkMkLst>
        </pc:inkChg>
        <pc:inkChg chg="del">
          <ac:chgData name="Md. Nahid Hasan" userId="S::nahid@vu.edu.bd::85ea5f9e-65d6-4031-b810-9415101f2e21" providerId="AD" clId="Web-{5F0E2B81-32D6-43B0-8437-A9125BC95C10}" dt="2021-01-01T10:27:12.187" v="33"/>
          <ac:inkMkLst>
            <pc:docMk/>
            <pc:sldMk cId="0" sldId="444"/>
            <ac:inkMk id="237626" creationId="{D32CDFAB-88FB-4C49-8D4C-7BCA39F2E23F}"/>
          </ac:inkMkLst>
        </pc:inkChg>
        <pc:inkChg chg="del">
          <ac:chgData name="Md. Nahid Hasan" userId="S::nahid@vu.edu.bd::85ea5f9e-65d6-4031-b810-9415101f2e21" providerId="AD" clId="Web-{5F0E2B81-32D6-43B0-8437-A9125BC95C10}" dt="2021-01-01T10:27:12.187" v="32"/>
          <ac:inkMkLst>
            <pc:docMk/>
            <pc:sldMk cId="0" sldId="444"/>
            <ac:inkMk id="237630" creationId="{C2ED9808-BE16-459F-BDA9-7257DB9F7BF7}"/>
          </ac:inkMkLst>
        </pc:inkChg>
        <pc:inkChg chg="del">
          <ac:chgData name="Md. Nahid Hasan" userId="S::nahid@vu.edu.bd::85ea5f9e-65d6-4031-b810-9415101f2e21" providerId="AD" clId="Web-{5F0E2B81-32D6-43B0-8437-A9125BC95C10}" dt="2021-01-01T10:27:12.187" v="31"/>
          <ac:inkMkLst>
            <pc:docMk/>
            <pc:sldMk cId="0" sldId="444"/>
            <ac:inkMk id="237631" creationId="{0B09584C-EA3F-4A34-BA8A-B84D96FDE28F}"/>
          </ac:inkMkLst>
        </pc:inkChg>
        <pc:inkChg chg="del">
          <ac:chgData name="Md. Nahid Hasan" userId="S::nahid@vu.edu.bd::85ea5f9e-65d6-4031-b810-9415101f2e21" providerId="AD" clId="Web-{5F0E2B81-32D6-43B0-8437-A9125BC95C10}" dt="2021-01-01T10:27:12.187" v="30"/>
          <ac:inkMkLst>
            <pc:docMk/>
            <pc:sldMk cId="0" sldId="444"/>
            <ac:inkMk id="237632" creationId="{71152C35-EE4A-4623-A383-985045D38255}"/>
          </ac:inkMkLst>
        </pc:inkChg>
        <pc:inkChg chg="del">
          <ac:chgData name="Md. Nahid Hasan" userId="S::nahid@vu.edu.bd::85ea5f9e-65d6-4031-b810-9415101f2e21" providerId="AD" clId="Web-{5F0E2B81-32D6-43B0-8437-A9125BC95C10}" dt="2021-01-01T10:27:12.187" v="29"/>
          <ac:inkMkLst>
            <pc:docMk/>
            <pc:sldMk cId="0" sldId="444"/>
            <ac:inkMk id="237633" creationId="{7C206998-0594-4825-A79A-400F3B100756}"/>
          </ac:inkMkLst>
        </pc:inkChg>
        <pc:inkChg chg="del">
          <ac:chgData name="Md. Nahid Hasan" userId="S::nahid@vu.edu.bd::85ea5f9e-65d6-4031-b810-9415101f2e21" providerId="AD" clId="Web-{5F0E2B81-32D6-43B0-8437-A9125BC95C10}" dt="2021-01-01T10:27:12.187" v="28"/>
          <ac:inkMkLst>
            <pc:docMk/>
            <pc:sldMk cId="0" sldId="444"/>
            <ac:inkMk id="237634" creationId="{96ED01B9-B351-4DC3-961C-61D9D0AE8DA2}"/>
          </ac:inkMkLst>
        </pc:inkChg>
        <pc:inkChg chg="del">
          <ac:chgData name="Md. Nahid Hasan" userId="S::nahid@vu.edu.bd::85ea5f9e-65d6-4031-b810-9415101f2e21" providerId="AD" clId="Web-{5F0E2B81-32D6-43B0-8437-A9125BC95C10}" dt="2021-01-01T10:27:12.187" v="27"/>
          <ac:inkMkLst>
            <pc:docMk/>
            <pc:sldMk cId="0" sldId="444"/>
            <ac:inkMk id="237635" creationId="{84E9B3AC-C43C-46A5-9B1D-EB7FB91EF801}"/>
          </ac:inkMkLst>
        </pc:inkChg>
        <pc:inkChg chg="del">
          <ac:chgData name="Md. Nahid Hasan" userId="S::nahid@vu.edu.bd::85ea5f9e-65d6-4031-b810-9415101f2e21" providerId="AD" clId="Web-{5F0E2B81-32D6-43B0-8437-A9125BC95C10}" dt="2021-01-01T10:27:12.187" v="26"/>
          <ac:inkMkLst>
            <pc:docMk/>
            <pc:sldMk cId="0" sldId="444"/>
            <ac:inkMk id="237636" creationId="{834F49D1-9703-4F86-A543-8AE5CAE75F76}"/>
          </ac:inkMkLst>
        </pc:inkChg>
        <pc:inkChg chg="del">
          <ac:chgData name="Md. Nahid Hasan" userId="S::nahid@vu.edu.bd::85ea5f9e-65d6-4031-b810-9415101f2e21" providerId="AD" clId="Web-{5F0E2B81-32D6-43B0-8437-A9125BC95C10}" dt="2021-01-01T10:27:12.187" v="25"/>
          <ac:inkMkLst>
            <pc:docMk/>
            <pc:sldMk cId="0" sldId="444"/>
            <ac:inkMk id="237637" creationId="{6BB08E51-6E62-4B0B-96B6-5C5956E1EB04}"/>
          </ac:inkMkLst>
        </pc:inkChg>
        <pc:inkChg chg="del">
          <ac:chgData name="Md. Nahid Hasan" userId="S::nahid@vu.edu.bd::85ea5f9e-65d6-4031-b810-9415101f2e21" providerId="AD" clId="Web-{5F0E2B81-32D6-43B0-8437-A9125BC95C10}" dt="2021-01-01T10:27:12.187" v="24"/>
          <ac:inkMkLst>
            <pc:docMk/>
            <pc:sldMk cId="0" sldId="444"/>
            <ac:inkMk id="237638" creationId="{479BB98C-D7C3-44AC-A463-495502A11CB8}"/>
          </ac:inkMkLst>
        </pc:inkChg>
        <pc:inkChg chg="del">
          <ac:chgData name="Md. Nahid Hasan" userId="S::nahid@vu.edu.bd::85ea5f9e-65d6-4031-b810-9415101f2e21" providerId="AD" clId="Web-{5F0E2B81-32D6-43B0-8437-A9125BC95C10}" dt="2021-01-01T10:27:12.187" v="23"/>
          <ac:inkMkLst>
            <pc:docMk/>
            <pc:sldMk cId="0" sldId="444"/>
            <ac:inkMk id="237639" creationId="{2B3903BD-FB89-473C-B748-B5D10B8FBA99}"/>
          </ac:inkMkLst>
        </pc:inkChg>
        <pc:inkChg chg="del">
          <ac:chgData name="Md. Nahid Hasan" userId="S::nahid@vu.edu.bd::85ea5f9e-65d6-4031-b810-9415101f2e21" providerId="AD" clId="Web-{5F0E2B81-32D6-43B0-8437-A9125BC95C10}" dt="2021-01-01T10:27:12.187" v="22"/>
          <ac:inkMkLst>
            <pc:docMk/>
            <pc:sldMk cId="0" sldId="444"/>
            <ac:inkMk id="237640" creationId="{395092C4-B720-4993-8F74-84F7628B280E}"/>
          </ac:inkMkLst>
        </pc:inkChg>
        <pc:inkChg chg="del">
          <ac:chgData name="Md. Nahid Hasan" userId="S::nahid@vu.edu.bd::85ea5f9e-65d6-4031-b810-9415101f2e21" providerId="AD" clId="Web-{5F0E2B81-32D6-43B0-8437-A9125BC95C10}" dt="2021-01-01T10:27:12.172" v="21"/>
          <ac:inkMkLst>
            <pc:docMk/>
            <pc:sldMk cId="0" sldId="444"/>
            <ac:inkMk id="237641" creationId="{1C87209A-4F50-4A16-9D06-1A373BEE396B}"/>
          </ac:inkMkLst>
        </pc:inkChg>
        <pc:inkChg chg="del">
          <ac:chgData name="Md. Nahid Hasan" userId="S::nahid@vu.edu.bd::85ea5f9e-65d6-4031-b810-9415101f2e21" providerId="AD" clId="Web-{5F0E2B81-32D6-43B0-8437-A9125BC95C10}" dt="2021-01-01T10:27:12.172" v="20"/>
          <ac:inkMkLst>
            <pc:docMk/>
            <pc:sldMk cId="0" sldId="444"/>
            <ac:inkMk id="237642" creationId="{777DBE21-783B-45ED-89F9-1B3B77914EEC}"/>
          </ac:inkMkLst>
        </pc:inkChg>
        <pc:inkChg chg="del">
          <ac:chgData name="Md. Nahid Hasan" userId="S::nahid@vu.edu.bd::85ea5f9e-65d6-4031-b810-9415101f2e21" providerId="AD" clId="Web-{5F0E2B81-32D6-43B0-8437-A9125BC95C10}" dt="2021-01-01T10:27:12.172" v="19"/>
          <ac:inkMkLst>
            <pc:docMk/>
            <pc:sldMk cId="0" sldId="444"/>
            <ac:inkMk id="237643" creationId="{41B2C0C1-E594-4CA1-BF0B-D799C32280ED}"/>
          </ac:inkMkLst>
        </pc:inkChg>
        <pc:inkChg chg="del">
          <ac:chgData name="Md. Nahid Hasan" userId="S::nahid@vu.edu.bd::85ea5f9e-65d6-4031-b810-9415101f2e21" providerId="AD" clId="Web-{5F0E2B81-32D6-43B0-8437-A9125BC95C10}" dt="2021-01-01T10:27:12.172" v="18"/>
          <ac:inkMkLst>
            <pc:docMk/>
            <pc:sldMk cId="0" sldId="444"/>
            <ac:inkMk id="237644" creationId="{0B59D4E4-9737-4ADF-90F8-219015D76252}"/>
          </ac:inkMkLst>
        </pc:inkChg>
        <pc:inkChg chg="del">
          <ac:chgData name="Md. Nahid Hasan" userId="S::nahid@vu.edu.bd::85ea5f9e-65d6-4031-b810-9415101f2e21" providerId="AD" clId="Web-{5F0E2B81-32D6-43B0-8437-A9125BC95C10}" dt="2021-01-01T10:27:12.172" v="17"/>
          <ac:inkMkLst>
            <pc:docMk/>
            <pc:sldMk cId="0" sldId="444"/>
            <ac:inkMk id="237645" creationId="{8F5667CB-E271-473E-9821-9DE1B6CB3858}"/>
          </ac:inkMkLst>
        </pc:inkChg>
        <pc:inkChg chg="del">
          <ac:chgData name="Md. Nahid Hasan" userId="S::nahid@vu.edu.bd::85ea5f9e-65d6-4031-b810-9415101f2e21" providerId="AD" clId="Web-{5F0E2B81-32D6-43B0-8437-A9125BC95C10}" dt="2021-01-01T10:27:12.172" v="16"/>
          <ac:inkMkLst>
            <pc:docMk/>
            <pc:sldMk cId="0" sldId="444"/>
            <ac:inkMk id="237646" creationId="{5B7589D0-4BE7-467F-8B93-0953EB832651}"/>
          </ac:inkMkLst>
        </pc:inkChg>
        <pc:inkChg chg="del">
          <ac:chgData name="Md. Nahid Hasan" userId="S::nahid@vu.edu.bd::85ea5f9e-65d6-4031-b810-9415101f2e21" providerId="AD" clId="Web-{5F0E2B81-32D6-43B0-8437-A9125BC95C10}" dt="2021-01-01T10:27:12.172" v="15"/>
          <ac:inkMkLst>
            <pc:docMk/>
            <pc:sldMk cId="0" sldId="444"/>
            <ac:inkMk id="237647" creationId="{73D29FF0-3001-45B1-A4CB-C838DF42D505}"/>
          </ac:inkMkLst>
        </pc:inkChg>
        <pc:inkChg chg="del">
          <ac:chgData name="Md. Nahid Hasan" userId="S::nahid@vu.edu.bd::85ea5f9e-65d6-4031-b810-9415101f2e21" providerId="AD" clId="Web-{5F0E2B81-32D6-43B0-8437-A9125BC95C10}" dt="2021-01-01T10:27:12.172" v="14"/>
          <ac:inkMkLst>
            <pc:docMk/>
            <pc:sldMk cId="0" sldId="444"/>
            <ac:inkMk id="237648" creationId="{D7AB578A-9488-4A56-B939-EBF244A1CBA1}"/>
          </ac:inkMkLst>
        </pc:inkChg>
        <pc:inkChg chg="del">
          <ac:chgData name="Md. Nahid Hasan" userId="S::nahid@vu.edu.bd::85ea5f9e-65d6-4031-b810-9415101f2e21" providerId="AD" clId="Web-{5F0E2B81-32D6-43B0-8437-A9125BC95C10}" dt="2021-01-01T10:27:12.172" v="13"/>
          <ac:inkMkLst>
            <pc:docMk/>
            <pc:sldMk cId="0" sldId="444"/>
            <ac:inkMk id="237649" creationId="{C9B25DCC-9CD0-416C-B339-93F3984C82F8}"/>
          </ac:inkMkLst>
        </pc:inkChg>
        <pc:inkChg chg="del">
          <ac:chgData name="Md. Nahid Hasan" userId="S::nahid@vu.edu.bd::85ea5f9e-65d6-4031-b810-9415101f2e21" providerId="AD" clId="Web-{5F0E2B81-32D6-43B0-8437-A9125BC95C10}" dt="2021-01-01T10:27:12.172" v="12"/>
          <ac:inkMkLst>
            <pc:docMk/>
            <pc:sldMk cId="0" sldId="444"/>
            <ac:inkMk id="237650" creationId="{5988C25C-DF19-46D1-81C8-C33C01CF9ACE}"/>
          </ac:inkMkLst>
        </pc:inkChg>
        <pc:inkChg chg="del">
          <ac:chgData name="Md. Nahid Hasan" userId="S::nahid@vu.edu.bd::85ea5f9e-65d6-4031-b810-9415101f2e21" providerId="AD" clId="Web-{5F0E2B81-32D6-43B0-8437-A9125BC95C10}" dt="2021-01-01T10:27:12.172" v="11"/>
          <ac:inkMkLst>
            <pc:docMk/>
            <pc:sldMk cId="0" sldId="444"/>
            <ac:inkMk id="237651" creationId="{AE49D5EE-D491-408A-9CDB-19D23E9B2448}"/>
          </ac:inkMkLst>
        </pc:inkChg>
        <pc:inkChg chg="del">
          <ac:chgData name="Md. Nahid Hasan" userId="S::nahid@vu.edu.bd::85ea5f9e-65d6-4031-b810-9415101f2e21" providerId="AD" clId="Web-{5F0E2B81-32D6-43B0-8437-A9125BC95C10}" dt="2021-01-01T10:27:12.156" v="10"/>
          <ac:inkMkLst>
            <pc:docMk/>
            <pc:sldMk cId="0" sldId="444"/>
            <ac:inkMk id="237652" creationId="{57F8068D-617D-42E0-93AB-729ACA1500F7}"/>
          </ac:inkMkLst>
        </pc:inkChg>
        <pc:inkChg chg="del">
          <ac:chgData name="Md. Nahid Hasan" userId="S::nahid@vu.edu.bd::85ea5f9e-65d6-4031-b810-9415101f2e21" providerId="AD" clId="Web-{5F0E2B81-32D6-43B0-8437-A9125BC95C10}" dt="2021-01-01T10:27:12.156" v="9"/>
          <ac:inkMkLst>
            <pc:docMk/>
            <pc:sldMk cId="0" sldId="444"/>
            <ac:inkMk id="237653" creationId="{B8AE83FC-7E20-4114-A82E-16E77C11032D}"/>
          </ac:inkMkLst>
        </pc:inkChg>
        <pc:inkChg chg="del">
          <ac:chgData name="Md. Nahid Hasan" userId="S::nahid@vu.edu.bd::85ea5f9e-65d6-4031-b810-9415101f2e21" providerId="AD" clId="Web-{5F0E2B81-32D6-43B0-8437-A9125BC95C10}" dt="2021-01-01T10:27:12.156" v="8"/>
          <ac:inkMkLst>
            <pc:docMk/>
            <pc:sldMk cId="0" sldId="444"/>
            <ac:inkMk id="237654" creationId="{2884C5CF-ACF6-4AFC-B9A7-243F0F7FC5A4}"/>
          </ac:inkMkLst>
        </pc:inkChg>
        <pc:inkChg chg="del">
          <ac:chgData name="Md. Nahid Hasan" userId="S::nahid@vu.edu.bd::85ea5f9e-65d6-4031-b810-9415101f2e21" providerId="AD" clId="Web-{5F0E2B81-32D6-43B0-8437-A9125BC95C10}" dt="2021-01-01T10:27:12.156" v="7"/>
          <ac:inkMkLst>
            <pc:docMk/>
            <pc:sldMk cId="0" sldId="444"/>
            <ac:inkMk id="237655" creationId="{5C70E1B1-A0FB-4E46-A954-692A35A1D3A8}"/>
          </ac:inkMkLst>
        </pc:inkChg>
        <pc:inkChg chg="del">
          <ac:chgData name="Md. Nahid Hasan" userId="S::nahid@vu.edu.bd::85ea5f9e-65d6-4031-b810-9415101f2e21" providerId="AD" clId="Web-{5F0E2B81-32D6-43B0-8437-A9125BC95C10}" dt="2021-01-01T10:27:12.156" v="6"/>
          <ac:inkMkLst>
            <pc:docMk/>
            <pc:sldMk cId="0" sldId="444"/>
            <ac:inkMk id="237656" creationId="{2BDB668A-976C-4DB3-8566-1E2351264716}"/>
          </ac:inkMkLst>
        </pc:inkChg>
        <pc:inkChg chg="del">
          <ac:chgData name="Md. Nahid Hasan" userId="S::nahid@vu.edu.bd::85ea5f9e-65d6-4031-b810-9415101f2e21" providerId="AD" clId="Web-{5F0E2B81-32D6-43B0-8437-A9125BC95C10}" dt="2021-01-01T10:27:12.156" v="5"/>
          <ac:inkMkLst>
            <pc:docMk/>
            <pc:sldMk cId="0" sldId="444"/>
            <ac:inkMk id="237657" creationId="{03D466B4-F148-42DA-BCA9-7FCE682A8ED9}"/>
          </ac:inkMkLst>
        </pc:inkChg>
        <pc:inkChg chg="del">
          <ac:chgData name="Md. Nahid Hasan" userId="S::nahid@vu.edu.bd::85ea5f9e-65d6-4031-b810-9415101f2e21" providerId="AD" clId="Web-{5F0E2B81-32D6-43B0-8437-A9125BC95C10}" dt="2021-01-01T10:27:12.156" v="4"/>
          <ac:inkMkLst>
            <pc:docMk/>
            <pc:sldMk cId="0" sldId="444"/>
            <ac:inkMk id="237658" creationId="{9715663B-AAFD-4EC2-B07E-63DE36E6C65F}"/>
          </ac:inkMkLst>
        </pc:inkChg>
        <pc:inkChg chg="del">
          <ac:chgData name="Md. Nahid Hasan" userId="S::nahid@vu.edu.bd::85ea5f9e-65d6-4031-b810-9415101f2e21" providerId="AD" clId="Web-{5F0E2B81-32D6-43B0-8437-A9125BC95C10}" dt="2021-01-01T10:27:12.156" v="3"/>
          <ac:inkMkLst>
            <pc:docMk/>
            <pc:sldMk cId="0" sldId="444"/>
            <ac:inkMk id="237659" creationId="{0ED1FD1D-B51F-4589-AE8A-DA65DF6976D7}"/>
          </ac:inkMkLst>
        </pc:inkChg>
        <pc:inkChg chg="del">
          <ac:chgData name="Md. Nahid Hasan" userId="S::nahid@vu.edu.bd::85ea5f9e-65d6-4031-b810-9415101f2e21" providerId="AD" clId="Web-{5F0E2B81-32D6-43B0-8437-A9125BC95C10}" dt="2021-01-01T10:27:12.156" v="2"/>
          <ac:inkMkLst>
            <pc:docMk/>
            <pc:sldMk cId="0" sldId="444"/>
            <ac:inkMk id="237660" creationId="{AEB666E8-77D2-40DB-84F4-E3A1564CDF7B}"/>
          </ac:inkMkLst>
        </pc:inkChg>
        <pc:inkChg chg="del">
          <ac:chgData name="Md. Nahid Hasan" userId="S::nahid@vu.edu.bd::85ea5f9e-65d6-4031-b810-9415101f2e21" providerId="AD" clId="Web-{5F0E2B81-32D6-43B0-8437-A9125BC95C10}" dt="2021-01-01T10:27:12.156" v="1"/>
          <ac:inkMkLst>
            <pc:docMk/>
            <pc:sldMk cId="0" sldId="444"/>
            <ac:inkMk id="237661" creationId="{AB69A477-8691-4052-9C0C-50C98471CF1B}"/>
          </ac:inkMkLst>
        </pc:inkChg>
        <pc:inkChg chg="del">
          <ac:chgData name="Md. Nahid Hasan" userId="S::nahid@vu.edu.bd::85ea5f9e-65d6-4031-b810-9415101f2e21" providerId="AD" clId="Web-{5F0E2B81-32D6-43B0-8437-A9125BC95C10}" dt="2021-01-01T10:27:12.156" v="0"/>
          <ac:inkMkLst>
            <pc:docMk/>
            <pc:sldMk cId="0" sldId="444"/>
            <ac:inkMk id="237662" creationId="{91E4E47E-FC8A-48F8-9547-8F350C7E2F90}"/>
          </ac:inkMkLst>
        </pc:inkChg>
      </pc:sldChg>
      <pc:sldChg chg="delSp">
        <pc:chgData name="Md. Nahid Hasan" userId="S::nahid@vu.edu.bd::85ea5f9e-65d6-4031-b810-9415101f2e21" providerId="AD" clId="Web-{5F0E2B81-32D6-43B0-8437-A9125BC95C10}" dt="2021-01-01T10:27:17.078" v="189"/>
        <pc:sldMkLst>
          <pc:docMk/>
          <pc:sldMk cId="0" sldId="460"/>
        </pc:sldMkLst>
        <pc:inkChg chg="del">
          <ac:chgData name="Md. Nahid Hasan" userId="S::nahid@vu.edu.bd::85ea5f9e-65d6-4031-b810-9415101f2e21" providerId="AD" clId="Web-{5F0E2B81-32D6-43B0-8437-A9125BC95C10}" dt="2021-01-01T10:27:17.078" v="189"/>
          <ac:inkMkLst>
            <pc:docMk/>
            <pc:sldMk cId="0" sldId="460"/>
            <ac:inkMk id="71845" creationId="{D953716F-287B-4D26-A42C-A1A2C5EC2514}"/>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2-17T08:22:39.030"/>
    </inkml:context>
    <inkml:brush xml:id="br0">
      <inkml:brushProperty name="width" value="0.1" units="cm"/>
      <inkml:brushProperty name="height" value="0.1" units="cm"/>
      <inkml:brushProperty name="color" value="#E71224"/>
    </inkml:brush>
  </inkml:definitions>
  <inkml:trace contextRef="#ctx0" brushRef="#br0">20876 9470 16383 0 0,'11'0'0'0'0,"11"0"0"0"0,6 0 0 0 0,5 0 0 0 0,2 0 0 0 0,8-6 0 0 0,1-2 0 0 0,0 1 0 0 0,-8-5 0 0 0,-4 0 0 0 0,-2 2 0 0 0,0-3 0 0 0,1 0 0 0 0,0 3 0 0 0,2 3 0 0 0,0 3 0 0 0,1 1 0 0 0,-6 2-16383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2-21T13:43:33.262"/>
    </inkml:context>
    <inkml:brush xml:id="br0">
      <inkml:brushProperty name="width" value="0.1" units="cm"/>
      <inkml:brushProperty name="height" value="0.1" units="cm"/>
      <inkml:brushProperty name="color" value="#E71224"/>
    </inkml:brush>
  </inkml:definitions>
  <inkml:trace contextRef="#ctx0" brushRef="#br0">20876 9760 16383 0 0,'5'0'0'0'0,"32"-17"0"0"0,39-24 0 0 0,6-4-16383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2-21T13:43:36.126"/>
    </inkml:context>
    <inkml:brush xml:id="br0">
      <inkml:brushProperty name="width" value="0.1" units="cm"/>
      <inkml:brushProperty name="height" value="0.1" units="cm"/>
    </inkml:brush>
  </inkml:definitions>
  <inkml:trace contextRef="#ctx0" brushRef="#br0">6853 12809 16383 0 0,'0'-6'0'0'0,"0"-2"-16383"0"0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2-21T13:43:36.127"/>
    </inkml:context>
    <inkml:brush xml:id="br0">
      <inkml:brushProperty name="width" value="0.1" units="cm"/>
      <inkml:brushProperty name="height" value="0.1" units="cm"/>
    </inkml:brush>
  </inkml:definitions>
  <inkml:trace contextRef="#ctx0" brushRef="#br0">6856 13203 16383 0 0,'-6'0'0'0'0,"-2"0"-16383"0"0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2-21T13:43:36.140"/>
    </inkml:context>
    <inkml:brush xml:id="br0">
      <inkml:brushProperty name="width" value="0.1" units="cm"/>
      <inkml:brushProperty name="height" value="0.1" units="cm"/>
    </inkml:brush>
  </inkml:definitions>
  <inkml:trace contextRef="#ctx0" brushRef="#br0">23574 1561 16383 0 0,'6'0'0'0'0,"8"0"0"0"0,13 0 0 0 0,7 0 0 0 0,11 0 0 0 0,2 0 0 0 0,0 6 0 0 0,-2 2 0 0 0,-4 5 0 0 0,-8 6 0 0 0,-10 13 0 0 0,-9 5 0 0 0,-6 3 0 0 0,-6 0 0 0 0,-2 0 0 0 0,-1-2 0 0 0,-1-1 0 0 0,0-1 0 0 0,1-1 0 0 0,0-1 0 0 0,-6 0 0 0 0,-1 0 0 0 0,-5-5 0 0 0,-7-15 0 0 0,7-8 0 0 0,16-6 0 0 0,14-3 0 0 0,10-1 0 0 0,12 0 0 0 0,11 1 0 0 0,3 1 0 0 0,-2 1 0 0 0,-9 0-16383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1-30T18:42:58.405"/>
    </inkml:context>
    <inkml:brush xml:id="br0">
      <inkml:brushProperty name="width" value="0.1" units="cm"/>
      <inkml:brushProperty name="height" value="0.1" units="cm"/>
      <inkml:brushProperty name="color" value="#E71224"/>
    </inkml:brush>
  </inkml:definitions>
  <inkml:trace contextRef="#ctx0" brushRef="#br0">1911 7151 9283 0 0,'21'34'-9283'0'0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433045C3-D672-45D2-A616-E912F91DDF7C}"/>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Times" panose="02020603050405020304" pitchFamily="18" charset="0"/>
              </a:defRPr>
            </a:lvl1pPr>
          </a:lstStyle>
          <a:p>
            <a:pPr>
              <a:defRPr/>
            </a:pPr>
            <a:endParaRPr lang="en-US" altLang="en-US"/>
          </a:p>
        </p:txBody>
      </p:sp>
      <p:sp>
        <p:nvSpPr>
          <p:cNvPr id="70659" name="Rectangle 3">
            <a:extLst>
              <a:ext uri="{FF2B5EF4-FFF2-40B4-BE49-F238E27FC236}">
                <a16:creationId xmlns:a16="http://schemas.microsoft.com/office/drawing/2014/main" id="{A3DB80EC-1BA8-4868-ACB0-974DBE7C613A}"/>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Times" panose="02020603050405020304" pitchFamily="18" charset="0"/>
              </a:defRPr>
            </a:lvl1pPr>
          </a:lstStyle>
          <a:p>
            <a:pPr>
              <a:defRPr/>
            </a:pPr>
            <a:endParaRPr lang="en-US" altLang="en-US"/>
          </a:p>
        </p:txBody>
      </p:sp>
      <p:sp>
        <p:nvSpPr>
          <p:cNvPr id="2052" name="Rectangle 4">
            <a:extLst>
              <a:ext uri="{FF2B5EF4-FFF2-40B4-BE49-F238E27FC236}">
                <a16:creationId xmlns:a16="http://schemas.microsoft.com/office/drawing/2014/main" id="{5EA18B62-FD72-4B70-967D-E3264BEBEE3D}"/>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61" name="Rectangle 5">
            <a:extLst>
              <a:ext uri="{FF2B5EF4-FFF2-40B4-BE49-F238E27FC236}">
                <a16:creationId xmlns:a16="http://schemas.microsoft.com/office/drawing/2014/main" id="{CB01EE5F-9CDF-4E67-8B7A-A99D7F210248}"/>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70662" name="Rectangle 6">
            <a:extLst>
              <a:ext uri="{FF2B5EF4-FFF2-40B4-BE49-F238E27FC236}">
                <a16:creationId xmlns:a16="http://schemas.microsoft.com/office/drawing/2014/main" id="{FEF9AABB-40F1-46E3-B754-BA08D7B6374B}"/>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Times" panose="02020603050405020304" pitchFamily="18" charset="0"/>
              </a:defRPr>
            </a:lvl1pPr>
          </a:lstStyle>
          <a:p>
            <a:pPr>
              <a:defRPr/>
            </a:pPr>
            <a:endParaRPr lang="en-US" altLang="en-US"/>
          </a:p>
        </p:txBody>
      </p:sp>
      <p:sp>
        <p:nvSpPr>
          <p:cNvPr id="70663" name="Rectangle 7">
            <a:extLst>
              <a:ext uri="{FF2B5EF4-FFF2-40B4-BE49-F238E27FC236}">
                <a16:creationId xmlns:a16="http://schemas.microsoft.com/office/drawing/2014/main" id="{B2EF757F-844A-40C3-BB45-5BCBDA11711D}"/>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atin typeface="Times" panose="02020603050405020304" pitchFamily="18" charset="0"/>
              </a:defRPr>
            </a:lvl1pPr>
          </a:lstStyle>
          <a:p>
            <a:pPr>
              <a:defRPr/>
            </a:pPr>
            <a:fld id="{2C2A140F-A188-4810-A146-12D7F8335AF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129567D9-A411-4807-A8F9-EABF8C27BC5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BF7F879-A7ED-47FD-84FA-5CD2486F442B}" type="slidenum">
              <a:rPr lang="en-US" altLang="en-US" sz="1200" smtClean="0">
                <a:latin typeface="Times" panose="02020603050405020304" pitchFamily="18" charset="0"/>
              </a:rPr>
              <a:pPr/>
              <a:t>1</a:t>
            </a:fld>
            <a:endParaRPr lang="en-US" altLang="en-US" sz="1200">
              <a:latin typeface="Times" panose="02020603050405020304" pitchFamily="18" charset="0"/>
            </a:endParaRPr>
          </a:p>
        </p:txBody>
      </p:sp>
      <p:sp>
        <p:nvSpPr>
          <p:cNvPr id="4099" name="Rectangle 2">
            <a:extLst>
              <a:ext uri="{FF2B5EF4-FFF2-40B4-BE49-F238E27FC236}">
                <a16:creationId xmlns:a16="http://schemas.microsoft.com/office/drawing/2014/main" id="{A394CA53-AF2F-43DE-88C1-5DFC7BEF2497}"/>
              </a:ext>
            </a:extLst>
          </p:cNvPr>
          <p:cNvSpPr>
            <a:spLocks noGrp="1" noRot="1" noChangeAspect="1" noChangeArrowheads="1" noTextEdit="1"/>
          </p:cNvSpPr>
          <p:nvPr>
            <p:ph type="sldImg"/>
          </p:nvPr>
        </p:nvSpPr>
        <p:spPr>
          <a:ln/>
        </p:spPr>
      </p:sp>
      <p:sp>
        <p:nvSpPr>
          <p:cNvPr id="4100" name="Rectangle 3">
            <a:extLst>
              <a:ext uri="{FF2B5EF4-FFF2-40B4-BE49-F238E27FC236}">
                <a16:creationId xmlns:a16="http://schemas.microsoft.com/office/drawing/2014/main" id="{10700BA3-A0A0-41D9-B0CB-8143FE16ED9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B3766402-29AE-405F-B368-DC7E91D71AC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00C046B-83ED-4DA8-AC7A-ECD6CE359DC4}" type="slidenum">
              <a:rPr lang="en-US" altLang="en-US" sz="1200" smtClean="0">
                <a:latin typeface="Times" panose="02020603050405020304" pitchFamily="18" charset="0"/>
              </a:rPr>
              <a:pPr/>
              <a:t>2</a:t>
            </a:fld>
            <a:endParaRPr lang="en-US" altLang="en-US" sz="1200">
              <a:latin typeface="Times" panose="02020603050405020304" pitchFamily="18" charset="0"/>
            </a:endParaRPr>
          </a:p>
        </p:txBody>
      </p:sp>
      <p:sp>
        <p:nvSpPr>
          <p:cNvPr id="6147" name="Rectangle 2">
            <a:extLst>
              <a:ext uri="{FF2B5EF4-FFF2-40B4-BE49-F238E27FC236}">
                <a16:creationId xmlns:a16="http://schemas.microsoft.com/office/drawing/2014/main" id="{3E023511-A118-4AA3-9EB6-BEB40481BADA}"/>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7FD2B01-589F-4DCF-ABD4-24276C7168B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C8CDE751-6D2B-4BB4-9892-2FEB5CD6067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BCFF98D-3AAC-46D4-A2FD-4BF74AB5963A}" type="slidenum">
              <a:rPr lang="en-US" altLang="en-US" sz="1200" smtClean="0">
                <a:latin typeface="Times" panose="02020603050405020304" pitchFamily="18" charset="0"/>
              </a:rPr>
              <a:pPr/>
              <a:t>3</a:t>
            </a:fld>
            <a:endParaRPr lang="en-US" altLang="en-US" sz="1200">
              <a:latin typeface="Times" panose="02020603050405020304" pitchFamily="18" charset="0"/>
            </a:endParaRPr>
          </a:p>
        </p:txBody>
      </p:sp>
      <p:sp>
        <p:nvSpPr>
          <p:cNvPr id="8195" name="Rectangle 2">
            <a:extLst>
              <a:ext uri="{FF2B5EF4-FFF2-40B4-BE49-F238E27FC236}">
                <a16:creationId xmlns:a16="http://schemas.microsoft.com/office/drawing/2014/main" id="{68ACB3EF-AD81-40E4-9C71-92BCA65A610F}"/>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5DE59356-E08E-43C2-8948-7BF7DDB8E94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A69616A-A3F9-4F7D-A891-4F7665D6601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8096E2D-C54B-4457-A940-20F237B96BE3}" type="slidenum">
              <a:rPr lang="en-US" altLang="en-US" sz="1200" smtClean="0">
                <a:latin typeface="Times" panose="02020603050405020304" pitchFamily="18" charset="0"/>
              </a:rPr>
              <a:pPr/>
              <a:t>4</a:t>
            </a:fld>
            <a:endParaRPr lang="en-US" altLang="en-US" sz="1200">
              <a:latin typeface="Times" panose="02020603050405020304" pitchFamily="18" charset="0"/>
            </a:endParaRPr>
          </a:p>
        </p:txBody>
      </p:sp>
      <p:sp>
        <p:nvSpPr>
          <p:cNvPr id="10243" name="Rectangle 2">
            <a:extLst>
              <a:ext uri="{FF2B5EF4-FFF2-40B4-BE49-F238E27FC236}">
                <a16:creationId xmlns:a16="http://schemas.microsoft.com/office/drawing/2014/main" id="{67B1433C-3F7F-4812-B5F6-2EDE25491637}"/>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EB1B3333-E81C-4ACC-9AA8-5700F34E18F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29A67AD8-7027-4253-8DEE-63FDABD8896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0736A46-C362-413B-BA94-8889BD5AA6DE}" type="slidenum">
              <a:rPr lang="en-US" altLang="en-US" sz="1200" smtClean="0">
                <a:latin typeface="Times" panose="02020603050405020304" pitchFamily="18" charset="0"/>
              </a:rPr>
              <a:pPr/>
              <a:t>5</a:t>
            </a:fld>
            <a:endParaRPr lang="en-US" altLang="en-US" sz="1200">
              <a:latin typeface="Times" panose="02020603050405020304" pitchFamily="18" charset="0"/>
            </a:endParaRPr>
          </a:p>
        </p:txBody>
      </p:sp>
      <p:sp>
        <p:nvSpPr>
          <p:cNvPr id="12291" name="Rectangle 2">
            <a:extLst>
              <a:ext uri="{FF2B5EF4-FFF2-40B4-BE49-F238E27FC236}">
                <a16:creationId xmlns:a16="http://schemas.microsoft.com/office/drawing/2014/main" id="{60B30A3F-C2E7-4731-9657-D5EBEE52CF55}"/>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7D085D5A-BF3A-48C5-ABE7-43B9D274706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C0742565-27E8-49DF-8D82-3DA43C4D7F1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340D96F-2124-4756-8570-F15899513387}" type="slidenum">
              <a:rPr lang="en-US" altLang="en-US" sz="1200" smtClean="0">
                <a:latin typeface="Times" panose="02020603050405020304" pitchFamily="18" charset="0"/>
              </a:rPr>
              <a:pPr/>
              <a:t>6</a:t>
            </a:fld>
            <a:endParaRPr lang="en-US" altLang="en-US" sz="1200">
              <a:latin typeface="Times" panose="02020603050405020304" pitchFamily="18" charset="0"/>
            </a:endParaRPr>
          </a:p>
        </p:txBody>
      </p:sp>
      <p:sp>
        <p:nvSpPr>
          <p:cNvPr id="14339" name="Rectangle 2">
            <a:extLst>
              <a:ext uri="{FF2B5EF4-FFF2-40B4-BE49-F238E27FC236}">
                <a16:creationId xmlns:a16="http://schemas.microsoft.com/office/drawing/2014/main" id="{928374DD-2FAB-4F83-B99C-E680436EC355}"/>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50490B45-11E3-433E-A759-FD1FBA41F27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AF05E2F1-FE68-4FB8-8D72-6ABAA30AE81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F207BF4F-6A45-4B47-8629-FA58149050BB}" type="slidenum">
              <a:rPr lang="en-US" altLang="en-US" sz="1200" smtClean="0">
                <a:latin typeface="Times" panose="02020603050405020304" pitchFamily="18" charset="0"/>
              </a:rPr>
              <a:pPr/>
              <a:t>7</a:t>
            </a:fld>
            <a:endParaRPr lang="en-US" altLang="en-US" sz="1200">
              <a:latin typeface="Times" panose="02020603050405020304" pitchFamily="18" charset="0"/>
            </a:endParaRPr>
          </a:p>
        </p:txBody>
      </p:sp>
      <p:sp>
        <p:nvSpPr>
          <p:cNvPr id="16387" name="Rectangle 2">
            <a:extLst>
              <a:ext uri="{FF2B5EF4-FFF2-40B4-BE49-F238E27FC236}">
                <a16:creationId xmlns:a16="http://schemas.microsoft.com/office/drawing/2014/main" id="{775874AB-D976-44B9-86A7-C174DBE2CA34}"/>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D4F248C9-B65A-47FC-8583-B4E009BC2B7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A5F6D1A0-AA8D-4181-8BC6-EAE067057DF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04B506D-F7F1-43A6-A1D1-3F1ED05B7B74}" type="slidenum">
              <a:rPr lang="en-US" altLang="en-US" sz="1200" smtClean="0">
                <a:latin typeface="Times" panose="02020603050405020304" pitchFamily="18" charset="0"/>
              </a:rPr>
              <a:pPr/>
              <a:t>8</a:t>
            </a:fld>
            <a:endParaRPr lang="en-US" altLang="en-US" sz="1200">
              <a:latin typeface="Times" panose="02020603050405020304" pitchFamily="18" charset="0"/>
            </a:endParaRPr>
          </a:p>
        </p:txBody>
      </p:sp>
      <p:sp>
        <p:nvSpPr>
          <p:cNvPr id="18435" name="Rectangle 2">
            <a:extLst>
              <a:ext uri="{FF2B5EF4-FFF2-40B4-BE49-F238E27FC236}">
                <a16:creationId xmlns:a16="http://schemas.microsoft.com/office/drawing/2014/main" id="{317E4B0C-4F96-40CE-8A38-A3C2CD8E64A6}"/>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EDB04F63-6B49-4953-875B-AC1BAD8B9FB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BD348A3F-6F92-47BF-BB51-7F9253D0B37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B6CCA48-3469-45A7-B7BD-BA7D0FEC961B}" type="slidenum">
              <a:rPr lang="en-US" altLang="en-US" sz="1200" smtClean="0">
                <a:latin typeface="Times" panose="02020603050405020304" pitchFamily="18" charset="0"/>
              </a:rPr>
              <a:pPr/>
              <a:t>9</a:t>
            </a:fld>
            <a:endParaRPr lang="en-US" altLang="en-US" sz="1200">
              <a:latin typeface="Times" panose="02020603050405020304" pitchFamily="18" charset="0"/>
            </a:endParaRPr>
          </a:p>
        </p:txBody>
      </p:sp>
      <p:sp>
        <p:nvSpPr>
          <p:cNvPr id="20483" name="Rectangle 2">
            <a:extLst>
              <a:ext uri="{FF2B5EF4-FFF2-40B4-BE49-F238E27FC236}">
                <a16:creationId xmlns:a16="http://schemas.microsoft.com/office/drawing/2014/main" id="{7B67F7BA-F79C-4DA2-B617-29DDAE7CDF0F}"/>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82DAB7D0-45B2-4DF0-81FE-18031C9159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F9D6669E-3B81-4282-8C82-34650B81383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DC3C152-C8BE-47F7-B1E5-7A222C2ED52F}" type="slidenum">
              <a:rPr lang="en-US" altLang="en-US" sz="1200" smtClean="0">
                <a:latin typeface="Times" panose="02020603050405020304" pitchFamily="18" charset="0"/>
              </a:rPr>
              <a:pPr/>
              <a:t>10</a:t>
            </a:fld>
            <a:endParaRPr lang="en-US" altLang="en-US" sz="1200">
              <a:latin typeface="Times" panose="02020603050405020304" pitchFamily="18" charset="0"/>
            </a:endParaRPr>
          </a:p>
        </p:txBody>
      </p:sp>
      <p:sp>
        <p:nvSpPr>
          <p:cNvPr id="22531" name="Rectangle 2">
            <a:extLst>
              <a:ext uri="{FF2B5EF4-FFF2-40B4-BE49-F238E27FC236}">
                <a16:creationId xmlns:a16="http://schemas.microsoft.com/office/drawing/2014/main" id="{A0BD4FDD-0814-4CE6-8C5A-50AD6667AC45}"/>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B21E7D81-49ED-4E87-AA4D-C23849B2E72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D66D5D02-05EA-45E5-B35F-B3C2C46C538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1E2AE63-E8D3-4FEE-ADE6-740EED26FEAC}" type="slidenum">
              <a:rPr lang="en-US" altLang="en-US" sz="1200" smtClean="0">
                <a:latin typeface="Times" panose="02020603050405020304" pitchFamily="18" charset="0"/>
              </a:rPr>
              <a:pPr/>
              <a:t>11</a:t>
            </a:fld>
            <a:endParaRPr lang="en-US" altLang="en-US" sz="1200">
              <a:latin typeface="Times" panose="02020603050405020304" pitchFamily="18" charset="0"/>
            </a:endParaRPr>
          </a:p>
        </p:txBody>
      </p:sp>
      <p:sp>
        <p:nvSpPr>
          <p:cNvPr id="24579" name="Rectangle 2">
            <a:extLst>
              <a:ext uri="{FF2B5EF4-FFF2-40B4-BE49-F238E27FC236}">
                <a16:creationId xmlns:a16="http://schemas.microsoft.com/office/drawing/2014/main" id="{23847AD7-95ED-4368-9F43-61D544D33BFE}"/>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CF334BFB-29A5-4C26-98BA-94EA7416C95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D75AB667-3DE0-4981-9BBE-31A4F5D5C92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05CA37E-A1BD-4B8E-9FE8-349EAC5D7268}" type="slidenum">
              <a:rPr lang="en-US" altLang="en-US" sz="1200" smtClean="0">
                <a:latin typeface="Times" panose="02020603050405020304" pitchFamily="18" charset="0"/>
              </a:rPr>
              <a:pPr/>
              <a:t>12</a:t>
            </a:fld>
            <a:endParaRPr lang="en-US" altLang="en-US" sz="1200">
              <a:latin typeface="Times" panose="02020603050405020304" pitchFamily="18" charset="0"/>
            </a:endParaRPr>
          </a:p>
        </p:txBody>
      </p:sp>
      <p:sp>
        <p:nvSpPr>
          <p:cNvPr id="26627" name="Rectangle 2">
            <a:extLst>
              <a:ext uri="{FF2B5EF4-FFF2-40B4-BE49-F238E27FC236}">
                <a16:creationId xmlns:a16="http://schemas.microsoft.com/office/drawing/2014/main" id="{6EF9CB15-0F89-4837-AB45-550E155A567D}"/>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C7DE1E31-B125-4395-8076-80483D14F71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BCBD1DBE-7C98-45C8-B537-62A0BFEC729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263C316-9187-4E3E-A25C-86CEE15E7000}" type="slidenum">
              <a:rPr lang="en-US" altLang="en-US" sz="1200" smtClean="0">
                <a:latin typeface="Times" panose="02020603050405020304" pitchFamily="18" charset="0"/>
              </a:rPr>
              <a:pPr/>
              <a:t>13</a:t>
            </a:fld>
            <a:endParaRPr lang="en-US" altLang="en-US" sz="1200">
              <a:latin typeface="Times" panose="02020603050405020304" pitchFamily="18" charset="0"/>
            </a:endParaRPr>
          </a:p>
        </p:txBody>
      </p:sp>
      <p:sp>
        <p:nvSpPr>
          <p:cNvPr id="28675" name="Rectangle 2">
            <a:extLst>
              <a:ext uri="{FF2B5EF4-FFF2-40B4-BE49-F238E27FC236}">
                <a16:creationId xmlns:a16="http://schemas.microsoft.com/office/drawing/2014/main" id="{CAF31539-DB7E-49DE-9DAD-F445E287367A}"/>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1FA15CAF-CD70-4F73-96CB-80FE66D94EF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88B2DE66-E8EC-4041-82FF-B885AF748DD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F1D62C9F-5D69-4261-A93F-B228816C4DC9}" type="slidenum">
              <a:rPr lang="en-US" altLang="en-US" sz="1200" smtClean="0">
                <a:latin typeface="Times" panose="02020603050405020304" pitchFamily="18" charset="0"/>
              </a:rPr>
              <a:pPr/>
              <a:t>14</a:t>
            </a:fld>
            <a:endParaRPr lang="en-US" altLang="en-US" sz="1200">
              <a:latin typeface="Times" panose="02020603050405020304" pitchFamily="18" charset="0"/>
            </a:endParaRPr>
          </a:p>
        </p:txBody>
      </p:sp>
      <p:sp>
        <p:nvSpPr>
          <p:cNvPr id="30723" name="Rectangle 2">
            <a:extLst>
              <a:ext uri="{FF2B5EF4-FFF2-40B4-BE49-F238E27FC236}">
                <a16:creationId xmlns:a16="http://schemas.microsoft.com/office/drawing/2014/main" id="{D57DCD4F-02D9-4B5A-B08B-83275B3EA3EA}"/>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A298BF2C-4B31-4EC4-A6D2-DF0CAE23D67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983431CD-3462-4B8F-AF9E-7D8CCAE8071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0B018F1-F732-4CA8-B225-3C343C3756E5}" type="slidenum">
              <a:rPr lang="en-US" altLang="en-US" sz="1200" smtClean="0">
                <a:latin typeface="Times" panose="02020603050405020304" pitchFamily="18" charset="0"/>
              </a:rPr>
              <a:pPr/>
              <a:t>15</a:t>
            </a:fld>
            <a:endParaRPr lang="en-US" altLang="en-US" sz="1200">
              <a:latin typeface="Times" panose="02020603050405020304" pitchFamily="18" charset="0"/>
            </a:endParaRPr>
          </a:p>
        </p:txBody>
      </p:sp>
      <p:sp>
        <p:nvSpPr>
          <p:cNvPr id="32771" name="Rectangle 2">
            <a:extLst>
              <a:ext uri="{FF2B5EF4-FFF2-40B4-BE49-F238E27FC236}">
                <a16:creationId xmlns:a16="http://schemas.microsoft.com/office/drawing/2014/main" id="{D9F972A7-89C0-461D-B491-074BB17F0AAC}"/>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8138F9DF-3634-46EE-BAF5-1A85726CBF3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55CA0F60-35CC-462A-B6FF-C7B7235AF41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3FBABFD-341E-4BB7-845E-FEE6EF6730CF}" type="slidenum">
              <a:rPr lang="en-US" altLang="en-US" sz="1200" smtClean="0">
                <a:latin typeface="Times" panose="02020603050405020304" pitchFamily="18" charset="0"/>
              </a:rPr>
              <a:pPr/>
              <a:t>16</a:t>
            </a:fld>
            <a:endParaRPr lang="en-US" altLang="en-US" sz="1200">
              <a:latin typeface="Times" panose="02020603050405020304" pitchFamily="18" charset="0"/>
            </a:endParaRPr>
          </a:p>
        </p:txBody>
      </p:sp>
      <p:sp>
        <p:nvSpPr>
          <p:cNvPr id="34819" name="Rectangle 2">
            <a:extLst>
              <a:ext uri="{FF2B5EF4-FFF2-40B4-BE49-F238E27FC236}">
                <a16:creationId xmlns:a16="http://schemas.microsoft.com/office/drawing/2014/main" id="{A0971BC5-8B93-427B-81FF-196B73D6AF6D}"/>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C86772C9-6458-4442-A9BD-F65BE863FEC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7A44F864-2CB9-4C6F-9E93-9156437298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4B94127-5A37-4DE1-BEA2-277D7AB8315C}" type="slidenum">
              <a:rPr lang="en-US" altLang="en-US" sz="1200" smtClean="0">
                <a:latin typeface="Times" panose="02020603050405020304" pitchFamily="18" charset="0"/>
              </a:rPr>
              <a:pPr/>
              <a:t>17</a:t>
            </a:fld>
            <a:endParaRPr lang="en-US" altLang="en-US" sz="1200">
              <a:latin typeface="Times" panose="02020603050405020304" pitchFamily="18" charset="0"/>
            </a:endParaRPr>
          </a:p>
        </p:txBody>
      </p:sp>
      <p:sp>
        <p:nvSpPr>
          <p:cNvPr id="36867" name="Rectangle 2">
            <a:extLst>
              <a:ext uri="{FF2B5EF4-FFF2-40B4-BE49-F238E27FC236}">
                <a16:creationId xmlns:a16="http://schemas.microsoft.com/office/drawing/2014/main" id="{335304C1-EFDD-4BB5-846E-04F842965FAF}"/>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EBA70280-33F3-4589-8286-AEFB4356FD4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DC3DF8A4-1BFD-4626-A2A0-816F4E8A2ED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0D1ABE8-47B6-4A92-B6D2-1FCE5DD5205A}" type="slidenum">
              <a:rPr lang="en-US" altLang="en-US" sz="1200" smtClean="0">
                <a:latin typeface="Times" panose="02020603050405020304" pitchFamily="18" charset="0"/>
              </a:rPr>
              <a:pPr/>
              <a:t>18</a:t>
            </a:fld>
            <a:endParaRPr lang="en-US" altLang="en-US" sz="1200">
              <a:latin typeface="Times" panose="02020603050405020304" pitchFamily="18" charset="0"/>
            </a:endParaRPr>
          </a:p>
        </p:txBody>
      </p:sp>
      <p:sp>
        <p:nvSpPr>
          <p:cNvPr id="38915" name="Rectangle 2">
            <a:extLst>
              <a:ext uri="{FF2B5EF4-FFF2-40B4-BE49-F238E27FC236}">
                <a16:creationId xmlns:a16="http://schemas.microsoft.com/office/drawing/2014/main" id="{872DC8D4-F59D-49DC-8DE0-3E6517D82AEC}"/>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8DA75A74-207E-4AA5-AE40-DF79ADC2FE5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C70DD6A2-0A0F-4573-86EF-664452CDD06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87F8B23-B232-4D71-AC64-BA4A23B9F6D8}" type="slidenum">
              <a:rPr lang="en-US" altLang="en-US" sz="1200" smtClean="0">
                <a:latin typeface="Times" panose="02020603050405020304" pitchFamily="18" charset="0"/>
              </a:rPr>
              <a:pPr/>
              <a:t>19</a:t>
            </a:fld>
            <a:endParaRPr lang="en-US" altLang="en-US" sz="1200">
              <a:latin typeface="Times" panose="02020603050405020304" pitchFamily="18" charset="0"/>
            </a:endParaRPr>
          </a:p>
        </p:txBody>
      </p:sp>
      <p:sp>
        <p:nvSpPr>
          <p:cNvPr id="40963" name="Rectangle 2">
            <a:extLst>
              <a:ext uri="{FF2B5EF4-FFF2-40B4-BE49-F238E27FC236}">
                <a16:creationId xmlns:a16="http://schemas.microsoft.com/office/drawing/2014/main" id="{0D41944C-41A0-4197-B534-65499414D680}"/>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C7FBA3C-DA8D-4168-A9CD-ADF1986618F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68B7B429-DE9C-40AE-A285-88CB3C5654D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E3C08A2-B1A4-422E-91DD-DCE0011ED9CC}" type="slidenum">
              <a:rPr lang="en-US" altLang="en-US" sz="1200" smtClean="0">
                <a:latin typeface="Times" panose="02020603050405020304" pitchFamily="18" charset="0"/>
              </a:rPr>
              <a:pPr/>
              <a:t>20</a:t>
            </a:fld>
            <a:endParaRPr lang="en-US" altLang="en-US" sz="1200">
              <a:latin typeface="Times" panose="02020603050405020304" pitchFamily="18" charset="0"/>
            </a:endParaRPr>
          </a:p>
        </p:txBody>
      </p:sp>
      <p:sp>
        <p:nvSpPr>
          <p:cNvPr id="43011" name="Rectangle 2">
            <a:extLst>
              <a:ext uri="{FF2B5EF4-FFF2-40B4-BE49-F238E27FC236}">
                <a16:creationId xmlns:a16="http://schemas.microsoft.com/office/drawing/2014/main" id="{ED81ADD3-273B-4D5F-999C-5CE7FF2E9235}"/>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626CADF0-7C07-4B7F-8A3E-D90030D9C85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F34BE585-3A91-42E6-9F1B-98192D97251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5F16D0B-97C2-4D83-ADEF-0DE43B15E741}" type="slidenum">
              <a:rPr lang="en-US" altLang="en-US" sz="1200" smtClean="0">
                <a:latin typeface="Times" panose="02020603050405020304" pitchFamily="18" charset="0"/>
              </a:rPr>
              <a:pPr/>
              <a:t>21</a:t>
            </a:fld>
            <a:endParaRPr lang="en-US" altLang="en-US" sz="1200">
              <a:latin typeface="Times" panose="02020603050405020304" pitchFamily="18" charset="0"/>
            </a:endParaRPr>
          </a:p>
        </p:txBody>
      </p:sp>
      <p:sp>
        <p:nvSpPr>
          <p:cNvPr id="45059" name="Rectangle 2">
            <a:extLst>
              <a:ext uri="{FF2B5EF4-FFF2-40B4-BE49-F238E27FC236}">
                <a16:creationId xmlns:a16="http://schemas.microsoft.com/office/drawing/2014/main" id="{5CC40539-D21A-42A5-AE47-202E0C75FD52}"/>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4D7E093E-8FB0-4AE2-A778-F58567B67B9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A9CA8B7D-A1C2-4AFF-84BF-558F81CDDDC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AD96BEF-9703-4426-AB6B-DF80FBE137C0}" type="slidenum">
              <a:rPr lang="en-US" altLang="en-US" sz="1200" smtClean="0">
                <a:latin typeface="Times" panose="02020603050405020304" pitchFamily="18" charset="0"/>
              </a:rPr>
              <a:pPr/>
              <a:t>22</a:t>
            </a:fld>
            <a:endParaRPr lang="en-US" altLang="en-US" sz="1200">
              <a:latin typeface="Times" panose="02020603050405020304" pitchFamily="18" charset="0"/>
            </a:endParaRPr>
          </a:p>
        </p:txBody>
      </p:sp>
      <p:sp>
        <p:nvSpPr>
          <p:cNvPr id="47107" name="Rectangle 2">
            <a:extLst>
              <a:ext uri="{FF2B5EF4-FFF2-40B4-BE49-F238E27FC236}">
                <a16:creationId xmlns:a16="http://schemas.microsoft.com/office/drawing/2014/main" id="{EA707097-BE4B-4AC2-B17F-39168BF4E94C}"/>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A53DDF89-6FAC-4A88-96BE-77F5A265E71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EE584DEC-5E73-47DA-93B4-CD6084DB3D4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646FAA5-F502-4715-8601-40BDA89AC178}" type="slidenum">
              <a:rPr lang="en-US" altLang="en-US" sz="1200" smtClean="0">
                <a:latin typeface="Times" panose="02020603050405020304" pitchFamily="18" charset="0"/>
              </a:rPr>
              <a:pPr/>
              <a:t>31</a:t>
            </a:fld>
            <a:endParaRPr lang="en-US" altLang="en-US" sz="1200">
              <a:latin typeface="Times" panose="02020603050405020304" pitchFamily="18" charset="0"/>
            </a:endParaRPr>
          </a:p>
        </p:txBody>
      </p:sp>
      <p:sp>
        <p:nvSpPr>
          <p:cNvPr id="57347" name="Rectangle 2">
            <a:extLst>
              <a:ext uri="{FF2B5EF4-FFF2-40B4-BE49-F238E27FC236}">
                <a16:creationId xmlns:a16="http://schemas.microsoft.com/office/drawing/2014/main" id="{A1CC167A-B022-4979-8467-2479590244E6}"/>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2388E85C-51DC-437D-9649-265727B0B0E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703267E5-3B51-4722-AF38-A6F86B330ED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E1D565E-4D79-434F-B8AB-2A31BB9A16C4}" type="slidenum">
              <a:rPr lang="en-US" altLang="en-US" sz="1200" smtClean="0">
                <a:latin typeface="Arial" panose="020B0604020202020204" pitchFamily="34" charset="0"/>
              </a:rPr>
              <a:pPr/>
              <a:t>34</a:t>
            </a:fld>
            <a:endParaRPr lang="en-US" altLang="en-US" sz="1200">
              <a:latin typeface="Arial" panose="020B0604020202020204" pitchFamily="34" charset="0"/>
            </a:endParaRPr>
          </a:p>
        </p:txBody>
      </p:sp>
      <p:sp>
        <p:nvSpPr>
          <p:cNvPr id="61443" name="Rectangle 2">
            <a:extLst>
              <a:ext uri="{FF2B5EF4-FFF2-40B4-BE49-F238E27FC236}">
                <a16:creationId xmlns:a16="http://schemas.microsoft.com/office/drawing/2014/main" id="{7293D100-5199-4B90-A425-E4490008D827}"/>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498E5805-BD18-4C4E-BE16-0A148BDBF47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98172461-837E-4336-AEF5-47D8E9DBB19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4A7A605-3E03-4C2D-8F25-278590FF9154}" type="slidenum">
              <a:rPr lang="en-US" altLang="en-US" sz="1200" smtClean="0">
                <a:latin typeface="Arial" panose="020B0604020202020204" pitchFamily="34" charset="0"/>
              </a:rPr>
              <a:pPr/>
              <a:t>35</a:t>
            </a:fld>
            <a:endParaRPr lang="en-US" altLang="en-US" sz="1200">
              <a:latin typeface="Arial" panose="020B0604020202020204" pitchFamily="34" charset="0"/>
            </a:endParaRPr>
          </a:p>
        </p:txBody>
      </p:sp>
      <p:sp>
        <p:nvSpPr>
          <p:cNvPr id="63491" name="Rectangle 2">
            <a:extLst>
              <a:ext uri="{FF2B5EF4-FFF2-40B4-BE49-F238E27FC236}">
                <a16:creationId xmlns:a16="http://schemas.microsoft.com/office/drawing/2014/main" id="{11C0A6DB-8564-420C-8B57-BD9494CFB231}"/>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102DF175-4DBD-480D-BD57-CB3D724D600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1E9BB590-B1BE-49F1-AB2D-FA73B5D67DB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BEF8386-7F4D-4994-8756-52FB8433B187}" type="slidenum">
              <a:rPr lang="en-US" altLang="en-US" sz="1200" smtClean="0">
                <a:latin typeface="Arial" panose="020B0604020202020204" pitchFamily="34" charset="0"/>
              </a:rPr>
              <a:pPr/>
              <a:t>36</a:t>
            </a:fld>
            <a:endParaRPr lang="en-US" altLang="en-US" sz="1200">
              <a:latin typeface="Arial" panose="020B0604020202020204" pitchFamily="34" charset="0"/>
            </a:endParaRPr>
          </a:p>
        </p:txBody>
      </p:sp>
      <p:sp>
        <p:nvSpPr>
          <p:cNvPr id="65539" name="Rectangle 2">
            <a:extLst>
              <a:ext uri="{FF2B5EF4-FFF2-40B4-BE49-F238E27FC236}">
                <a16:creationId xmlns:a16="http://schemas.microsoft.com/office/drawing/2014/main" id="{2C8668CC-5A77-4B59-868F-4642C2D5F6B1}"/>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CC3AA2D9-C688-4B11-81EE-61766C3A348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E3263D44-DA75-4971-83B5-09C9DAB9614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593E177-A671-4743-87CD-60C09511C7FC}" type="slidenum">
              <a:rPr lang="en-US" altLang="en-US" sz="1200" smtClean="0">
                <a:latin typeface="Arial" panose="020B0604020202020204" pitchFamily="34" charset="0"/>
              </a:rPr>
              <a:pPr/>
              <a:t>37</a:t>
            </a:fld>
            <a:endParaRPr lang="en-US" altLang="en-US" sz="1200">
              <a:latin typeface="Arial" panose="020B0604020202020204" pitchFamily="34" charset="0"/>
            </a:endParaRPr>
          </a:p>
        </p:txBody>
      </p:sp>
      <p:sp>
        <p:nvSpPr>
          <p:cNvPr id="67587" name="Rectangle 2">
            <a:extLst>
              <a:ext uri="{FF2B5EF4-FFF2-40B4-BE49-F238E27FC236}">
                <a16:creationId xmlns:a16="http://schemas.microsoft.com/office/drawing/2014/main" id="{1E66AD71-5519-41F0-81CF-A86967D2333F}"/>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8353C49A-6DEB-4BA4-9C72-11E01628931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0266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3361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144337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36557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6911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07197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595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8310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188536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0366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83117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ext Box 7">
            <a:extLst>
              <a:ext uri="{FF2B5EF4-FFF2-40B4-BE49-F238E27FC236}">
                <a16:creationId xmlns:a16="http://schemas.microsoft.com/office/drawing/2014/main" id="{405990CE-978B-41CF-AC99-59CF5448A0FF}"/>
              </a:ext>
            </a:extLst>
          </p:cNvPr>
          <p:cNvSpPr txBox="1">
            <a:spLocks noChangeArrowheads="1"/>
          </p:cNvSpPr>
          <p:nvPr userDrawn="1"/>
        </p:nvSpPr>
        <p:spPr bwMode="auto">
          <a:xfrm>
            <a:off x="0" y="6553200"/>
            <a:ext cx="2209800" cy="304800"/>
          </a:xfrm>
          <a:prstGeom prst="rect">
            <a:avLst/>
          </a:prstGeom>
          <a:noFill/>
          <a:ln>
            <a:noFill/>
          </a:ln>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defRPr/>
            </a:pPr>
            <a:r>
              <a:rPr lang="en-US" altLang="en-US" sz="1400">
                <a:latin typeface="McGrawHill-Italic" pitchFamily="2" charset="0"/>
              </a:rPr>
              <a:t>McGraw-Hill</a:t>
            </a:r>
            <a:endParaRPr lang="en-US" altLang="en-US"/>
          </a:p>
        </p:txBody>
      </p:sp>
      <p:sp>
        <p:nvSpPr>
          <p:cNvPr id="1027" name="Text Box 8">
            <a:extLst>
              <a:ext uri="{FF2B5EF4-FFF2-40B4-BE49-F238E27FC236}">
                <a16:creationId xmlns:a16="http://schemas.microsoft.com/office/drawing/2014/main" id="{41F82A08-8250-45B3-AC47-24D86E46556C}"/>
              </a:ext>
            </a:extLst>
          </p:cNvPr>
          <p:cNvSpPr txBox="1">
            <a:spLocks noChangeArrowheads="1"/>
          </p:cNvSpPr>
          <p:nvPr userDrawn="1"/>
        </p:nvSpPr>
        <p:spPr bwMode="auto">
          <a:xfrm>
            <a:off x="4572000" y="6553200"/>
            <a:ext cx="4572000" cy="304800"/>
          </a:xfrm>
          <a:prstGeom prst="rect">
            <a:avLst/>
          </a:prstGeom>
          <a:noFill/>
          <a:ln>
            <a:noFill/>
          </a:ln>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spcBef>
                <a:spcPct val="50000"/>
              </a:spcBef>
              <a:buFontTx/>
              <a:buChar char="©"/>
              <a:defRPr/>
            </a:pPr>
            <a:r>
              <a:rPr lang="en-US" altLang="en-US" sz="1400">
                <a:latin typeface="McGrawHill-Italic" pitchFamily="2" charset="0"/>
              </a:rPr>
              <a:t>The McGraw-Hill Companies, Inc., 2000</a:t>
            </a:r>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324" Type="http://schemas.openxmlformats.org/officeDocument/2006/relationships/image" Target="../media/image17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customXml" Target="../ink/ink1.xml"/><Relationship Id="rId325" Type="http://schemas.openxmlformats.org/officeDocument/2006/relationships/customXml" Target="../ink/ink2.xml"/><Relationship Id="rId545" Type="http://schemas.openxmlformats.org/officeDocument/2006/relationships/image" Target="../media/image129.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65" Type="http://schemas.openxmlformats.org/officeDocument/2006/relationships/image" Target="../media/image539.png"/><Relationship Id="rId3" Type="http://schemas.openxmlformats.org/officeDocument/2006/relationships/customXml" Target="../ink/ink3.xml"/><Relationship Id="rId2" Type="http://schemas.openxmlformats.org/officeDocument/2006/relationships/notesSlide" Target="../notesSlides/notesSlide17.xml"/><Relationship Id="rId268" Type="http://schemas.openxmlformats.org/officeDocument/2006/relationships/customXml" Target="../ink/ink5.xml"/><Relationship Id="rId292" Type="http://schemas.openxmlformats.org/officeDocument/2006/relationships/image" Target="../media/image552.png"/><Relationship Id="rId1" Type="http://schemas.openxmlformats.org/officeDocument/2006/relationships/slideLayout" Target="../slideLayouts/slideLayout7.xml"/><Relationship Id="rId267" Type="http://schemas.openxmlformats.org/officeDocument/2006/relationships/image" Target="../media/image540.png"/><Relationship Id="rId266" Type="http://schemas.openxmlformats.org/officeDocument/2006/relationships/customXml" Target="../ink/ink4.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image" Target="../media/image1810.png"/><Relationship Id="rId3" Type="http://schemas.openxmlformats.org/officeDocument/2006/relationships/customXml" Target="../ink/ink6.xml"/><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AutoShape 2">
            <a:extLst>
              <a:ext uri="{FF2B5EF4-FFF2-40B4-BE49-F238E27FC236}">
                <a16:creationId xmlns:a16="http://schemas.microsoft.com/office/drawing/2014/main" id="{69F18FA5-991E-455D-9D21-FAACE2BE9B10}"/>
              </a:ext>
            </a:extLst>
          </p:cNvPr>
          <p:cNvSpPr>
            <a:spLocks noChangeArrowheads="1"/>
          </p:cNvSpPr>
          <p:nvPr/>
        </p:nvSpPr>
        <p:spPr bwMode="auto">
          <a:xfrm>
            <a:off x="304800" y="1219200"/>
            <a:ext cx="8534400" cy="4419600"/>
          </a:xfrm>
          <a:prstGeom prst="verticalScroll">
            <a:avLst>
              <a:gd name="adj" fmla="val 12500"/>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5" name="Rectangle 3">
            <a:extLst>
              <a:ext uri="{FF2B5EF4-FFF2-40B4-BE49-F238E27FC236}">
                <a16:creationId xmlns:a16="http://schemas.microsoft.com/office/drawing/2014/main" id="{04B73DAD-40CD-4CEA-92A0-14009F2BC593}"/>
              </a:ext>
            </a:extLst>
          </p:cNvPr>
          <p:cNvSpPr>
            <a:spLocks noChangeArrowheads="1"/>
          </p:cNvSpPr>
          <p:nvPr/>
        </p:nvSpPr>
        <p:spPr bwMode="auto">
          <a:xfrm>
            <a:off x="2686050" y="3352800"/>
            <a:ext cx="38496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4400" b="1">
                <a:latin typeface="Times" panose="02020603050405020304" pitchFamily="18" charset="0"/>
              </a:rPr>
              <a:t>SUBNETTING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a:extLst>
              <a:ext uri="{FF2B5EF4-FFF2-40B4-BE49-F238E27FC236}">
                <a16:creationId xmlns:a16="http://schemas.microsoft.com/office/drawing/2014/main" id="{9323BC87-8061-4EB1-900D-2733810055AA}"/>
              </a:ext>
            </a:extLst>
          </p:cNvPr>
          <p:cNvSpPr>
            <a:spLocks noChangeArrowheads="1"/>
          </p:cNvSpPr>
          <p:nvPr/>
        </p:nvSpPr>
        <p:spPr bwMode="auto">
          <a:xfrm>
            <a:off x="685800" y="2562225"/>
            <a:ext cx="7391400" cy="1247775"/>
          </a:xfrm>
          <a:prstGeom prst="rect">
            <a:avLst/>
          </a:prstGeom>
          <a:solidFill>
            <a:srgbClr val="99CCFF"/>
          </a:solidFill>
          <a:ln w="57150">
            <a:solidFill>
              <a:srgbClr val="FF3300"/>
            </a:solidFill>
            <a:miter lim="800000"/>
            <a:headEnd/>
            <a:tailEnd/>
          </a:ln>
          <a:effectLst/>
        </p:spPr>
        <p:txBody>
          <a:bodyPr>
            <a:spAutoFit/>
          </a:bodyPr>
          <a:lstStyle/>
          <a:p>
            <a:pPr algn="ctr" eaLnBrk="1" hangingPunct="1">
              <a:spcBef>
                <a:spcPts val="1100"/>
              </a:spcBef>
              <a:spcAft>
                <a:spcPts val="1100"/>
              </a:spcAft>
              <a:defRPr/>
            </a:pPr>
            <a:r>
              <a:rPr lang="en-US" sz="3600" b="1" i="1">
                <a:effectLst>
                  <a:outerShdw blurRad="38100" dist="38100" dir="2700000" algn="tl">
                    <a:srgbClr val="000000"/>
                  </a:outerShdw>
                </a:effectLst>
                <a:latin typeface="Times" panose="02020603050405020304" pitchFamily="18" charset="0"/>
              </a:rPr>
              <a:t>IP addresses are designed with </a:t>
            </a:r>
            <a:br>
              <a:rPr lang="en-US" sz="3600" b="1" i="1">
                <a:effectLst>
                  <a:outerShdw blurRad="38100" dist="38100" dir="2700000" algn="tl">
                    <a:srgbClr val="000000"/>
                  </a:outerShdw>
                </a:effectLst>
                <a:latin typeface="Times" panose="02020603050405020304" pitchFamily="18" charset="0"/>
              </a:rPr>
            </a:br>
            <a:r>
              <a:rPr lang="en-US" sz="3600" b="1" i="1">
                <a:effectLst>
                  <a:outerShdw blurRad="38100" dist="38100" dir="2700000" algn="tl">
                    <a:srgbClr val="000000"/>
                  </a:outerShdw>
                </a:effectLst>
                <a:latin typeface="Times" panose="02020603050405020304" pitchFamily="18" charset="0"/>
              </a:rPr>
              <a:t>two levels of hierarchy.</a:t>
            </a:r>
          </a:p>
        </p:txBody>
      </p:sp>
      <p:pic>
        <p:nvPicPr>
          <p:cNvPr id="5123" name="Picture 3">
            <a:extLst>
              <a:ext uri="{FF2B5EF4-FFF2-40B4-BE49-F238E27FC236}">
                <a16:creationId xmlns:a16="http://schemas.microsoft.com/office/drawing/2014/main" id="{0A8E4CD4-7097-4BD7-9C8E-A2D16BE673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808163"/>
            <a:ext cx="2057400"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3">
            <a:extLst>
              <a:ext uri="{FF2B5EF4-FFF2-40B4-BE49-F238E27FC236}">
                <a16:creationId xmlns:a16="http://schemas.microsoft.com/office/drawing/2014/main" id="{E804B56D-AFF7-45D7-809C-D1859F4299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163" y="2790825"/>
            <a:ext cx="8199437" cy="216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804" name="Text Box 4">
            <a:extLst>
              <a:ext uri="{FF2B5EF4-FFF2-40B4-BE49-F238E27FC236}">
                <a16:creationId xmlns:a16="http://schemas.microsoft.com/office/drawing/2014/main" id="{58639941-8DB2-45BF-8D71-D3EEB3E2C13F}"/>
              </a:ext>
            </a:extLst>
          </p:cNvPr>
          <p:cNvSpPr txBox="1">
            <a:spLocks noChangeArrowheads="1"/>
          </p:cNvSpPr>
          <p:nvPr/>
        </p:nvSpPr>
        <p:spPr bwMode="auto">
          <a:xfrm>
            <a:off x="2339975" y="692150"/>
            <a:ext cx="5116513" cy="1066800"/>
          </a:xfrm>
          <a:prstGeom prst="rect">
            <a:avLst/>
          </a:prstGeom>
          <a:noFill/>
          <a:ln>
            <a:noFill/>
          </a:ln>
          <a:effectLst/>
        </p:spPr>
        <p:txBody>
          <a:bodyPr wrap="none">
            <a:spAutoFit/>
          </a:bodyPr>
          <a:lstStyle/>
          <a:p>
            <a:pPr algn="ctr">
              <a:defRPr/>
            </a:pPr>
            <a:r>
              <a:rPr lang="en-US" sz="3200" b="1" dirty="0">
                <a:solidFill>
                  <a:schemeClr val="accent2">
                    <a:lumMod val="75000"/>
                  </a:schemeClr>
                </a:solidFill>
              </a:rPr>
              <a:t>A network with two levels of</a:t>
            </a:r>
            <a:br>
              <a:rPr lang="en-US" sz="3200" b="1" dirty="0">
                <a:solidFill>
                  <a:schemeClr val="accent2">
                    <a:lumMod val="75000"/>
                  </a:schemeClr>
                </a:solidFill>
              </a:rPr>
            </a:br>
            <a:r>
              <a:rPr lang="en-US" sz="3200" b="1" dirty="0">
                <a:solidFill>
                  <a:schemeClr val="accent2">
                    <a:lumMod val="75000"/>
                  </a:schemeClr>
                </a:solidFill>
              </a:rPr>
              <a:t>hierarchy (not sub netted)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2">
            <a:extLst>
              <a:ext uri="{FF2B5EF4-FFF2-40B4-BE49-F238E27FC236}">
                <a16:creationId xmlns:a16="http://schemas.microsoft.com/office/drawing/2014/main" id="{594AADBF-2105-476A-8552-CA6DD9B62468}"/>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a:t>Subnetting</a:t>
            </a:r>
            <a:endParaRPr lang="en-US" altLang="en-US"/>
          </a:p>
        </p:txBody>
      </p:sp>
      <p:sp>
        <p:nvSpPr>
          <p:cNvPr id="9219" name="Rectangle 3">
            <a:extLst>
              <a:ext uri="{FF2B5EF4-FFF2-40B4-BE49-F238E27FC236}">
                <a16:creationId xmlns:a16="http://schemas.microsoft.com/office/drawing/2014/main" id="{1D025D83-E8AB-4459-A694-40B482C11CB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a:r>
              <a:rPr lang="en-US" altLang="en-US"/>
              <a:t>Subnetting is a process of dividing a single large network in multiple smaller networks.</a:t>
            </a:r>
          </a:p>
          <a:p>
            <a:pPr algn="just"/>
            <a:r>
              <a:rPr lang="en-US" altLang="en-US"/>
              <a:t>A single large network is just like a town without any sector and street address</a:t>
            </a:r>
            <a:endParaRPr lang="en-GB" altLang="en-US"/>
          </a:p>
          <a:p>
            <a:pPr algn="just"/>
            <a:r>
              <a:rPr lang="en-GB" altLang="en-US"/>
              <a:t>Subnetting is done by borrowing bits from the host part and add them the network part</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3">
            <a:extLst>
              <a:ext uri="{FF2B5EF4-FFF2-40B4-BE49-F238E27FC236}">
                <a16:creationId xmlns:a16="http://schemas.microsoft.com/office/drawing/2014/main" id="{8411AB2C-9AED-4827-AAD6-B11D028A3D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0688" y="1295400"/>
            <a:ext cx="6380162" cy="530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67" name="Text Box 4">
            <a:extLst>
              <a:ext uri="{FF2B5EF4-FFF2-40B4-BE49-F238E27FC236}">
                <a16:creationId xmlns:a16="http://schemas.microsoft.com/office/drawing/2014/main" id="{A8E626F1-9C37-4870-82F1-8D7B559D8B51}"/>
              </a:ext>
            </a:extLst>
          </p:cNvPr>
          <p:cNvSpPr txBox="1">
            <a:spLocks noChangeArrowheads="1"/>
          </p:cNvSpPr>
          <p:nvPr/>
        </p:nvSpPr>
        <p:spPr bwMode="auto">
          <a:xfrm>
            <a:off x="1981200" y="0"/>
            <a:ext cx="538797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200" b="1">
                <a:solidFill>
                  <a:schemeClr val="accent2"/>
                </a:solidFill>
              </a:rPr>
              <a:t>A network with three levels of</a:t>
            </a:r>
          </a:p>
          <a:p>
            <a:pPr algn="ctr"/>
            <a:r>
              <a:rPr lang="en-US" altLang="en-US" sz="3200" b="1">
                <a:solidFill>
                  <a:schemeClr val="accent2"/>
                </a:solidFill>
              </a:rPr>
              <a:t>hierarchy (subnetted)</a:t>
            </a:r>
          </a:p>
        </p:txBody>
      </p:sp>
      <mc:AlternateContent xmlns:mc="http://schemas.openxmlformats.org/markup-compatibility/2006" xmlns:p14="http://schemas.microsoft.com/office/powerpoint/2010/main">
        <mc:Choice Requires="p14">
          <p:contentPart p14:bwMode="auto" r:id="rId4">
            <p14:nvContentPartPr>
              <p14:cNvPr id="11370" name="Ink 11369">
                <a:extLst>
                  <a:ext uri="{FF2B5EF4-FFF2-40B4-BE49-F238E27FC236}">
                    <a16:creationId xmlns:a16="http://schemas.microsoft.com/office/drawing/2014/main" id="{1A7FB470-484F-4992-860E-DA83E665273C}"/>
                  </a:ext>
                </a:extLst>
              </p14:cNvPr>
              <p14:cNvContentPartPr/>
              <p14:nvPr/>
            </p14:nvContentPartPr>
            <p14:xfrm>
              <a:off x="7760043" y="4262176"/>
              <a:ext cx="209549" cy="38100"/>
            </p14:xfrm>
          </p:contentPart>
        </mc:Choice>
        <mc:Fallback xmlns="">
          <p:pic>
            <p:nvPicPr>
              <p:cNvPr id="11370" name="Ink 11369">
                <a:extLst>
                  <a:ext uri="{FF2B5EF4-FFF2-40B4-BE49-F238E27FC236}">
                    <a16:creationId xmlns:a16="http://schemas.microsoft.com/office/drawing/2014/main" id="{1A7FB470-484F-4992-860E-DA83E665273C}"/>
                  </a:ext>
                </a:extLst>
              </p:cNvPr>
              <p:cNvPicPr/>
              <p:nvPr/>
            </p:nvPicPr>
            <p:blipFill>
              <a:blip r:embed="rId324"/>
              <a:stretch>
                <a:fillRect/>
              </a:stretch>
            </p:blipFill>
            <p:spPr>
              <a:xfrm>
                <a:off x="7742340" y="4244204"/>
                <a:ext cx="245317" cy="73684"/>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5" name="Ink 4">
                <a:extLst>
                  <a:ext uri="{FF2B5EF4-FFF2-40B4-BE49-F238E27FC236}">
                    <a16:creationId xmlns:a16="http://schemas.microsoft.com/office/drawing/2014/main" id="{3876D577-7E27-4ABA-A93A-A40F44DAE0F8}"/>
                  </a:ext>
                </a:extLst>
              </p14:cNvPr>
              <p14:cNvContentPartPr/>
              <p14:nvPr/>
            </p14:nvContentPartPr>
            <p14:xfrm>
              <a:off x="7883610" y="4411068"/>
              <a:ext cx="76199" cy="38100"/>
            </p14:xfrm>
          </p:contentPart>
        </mc:Choice>
        <mc:Fallback xmlns="">
          <p:pic>
            <p:nvPicPr>
              <p:cNvPr id="5" name="Ink 4">
                <a:extLst>
                  <a:ext uri="{FF2B5EF4-FFF2-40B4-BE49-F238E27FC236}">
                    <a16:creationId xmlns:a16="http://schemas.microsoft.com/office/drawing/2014/main" id="{3876D577-7E27-4ABA-A93A-A40F44DAE0F8}"/>
                  </a:ext>
                </a:extLst>
              </p:cNvPr>
              <p:cNvPicPr/>
              <p:nvPr/>
            </p:nvPicPr>
            <p:blipFill>
              <a:blip r:embed="rId545"/>
              <a:stretch>
                <a:fillRect/>
              </a:stretch>
            </p:blipFill>
            <p:spPr>
              <a:xfrm>
                <a:off x="7865034" y="4393288"/>
                <a:ext cx="113730" cy="74023"/>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3">
            <a:extLst>
              <a:ext uri="{FF2B5EF4-FFF2-40B4-BE49-F238E27FC236}">
                <a16:creationId xmlns:a16="http://schemas.microsoft.com/office/drawing/2014/main" id="{9B9D0BFC-A743-46DC-86BA-0788CFA346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752600"/>
            <a:ext cx="5162550" cy="333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8900" name="Text Box 4">
            <a:extLst>
              <a:ext uri="{FF2B5EF4-FFF2-40B4-BE49-F238E27FC236}">
                <a16:creationId xmlns:a16="http://schemas.microsoft.com/office/drawing/2014/main" id="{135290EA-C06C-4E14-98EA-32D7E48F117C}"/>
              </a:ext>
            </a:extLst>
          </p:cNvPr>
          <p:cNvSpPr txBox="1">
            <a:spLocks noChangeArrowheads="1"/>
          </p:cNvSpPr>
          <p:nvPr/>
        </p:nvSpPr>
        <p:spPr bwMode="auto">
          <a:xfrm>
            <a:off x="1981200" y="95250"/>
            <a:ext cx="5106988" cy="1066800"/>
          </a:xfrm>
          <a:prstGeom prst="rect">
            <a:avLst/>
          </a:prstGeom>
          <a:noFill/>
          <a:ln>
            <a:noFill/>
          </a:ln>
          <a:effectLst/>
        </p:spPr>
        <p:txBody>
          <a:bodyPr wrap="none">
            <a:spAutoFit/>
          </a:bodyPr>
          <a:lstStyle/>
          <a:p>
            <a:pPr algn="ctr">
              <a:defRPr/>
            </a:pPr>
            <a:r>
              <a:rPr lang="en-US" sz="3200" b="1" dirty="0">
                <a:solidFill>
                  <a:schemeClr val="accent2">
                    <a:lumMod val="75000"/>
                  </a:schemeClr>
                </a:solidFill>
              </a:rPr>
              <a:t>Addresses in a network with</a:t>
            </a:r>
            <a:br>
              <a:rPr lang="en-US" sz="3200" b="1" dirty="0">
                <a:solidFill>
                  <a:schemeClr val="accent2">
                    <a:lumMod val="75000"/>
                  </a:schemeClr>
                </a:solidFill>
              </a:rPr>
            </a:br>
            <a:r>
              <a:rPr lang="en-US" sz="3200" b="1" dirty="0">
                <a:solidFill>
                  <a:schemeClr val="accent2">
                    <a:lumMod val="75000"/>
                  </a:schemeClr>
                </a:solidFill>
              </a:rPr>
              <a:t>and without subnetting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3">
            <a:extLst>
              <a:ext uri="{FF2B5EF4-FFF2-40B4-BE49-F238E27FC236}">
                <a16:creationId xmlns:a16="http://schemas.microsoft.com/office/drawing/2014/main" id="{EC7FAF8C-B005-4107-9DFB-00CC2EC48E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825" y="2311400"/>
            <a:ext cx="6862763"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660" name="Text Box 4">
            <a:extLst>
              <a:ext uri="{FF2B5EF4-FFF2-40B4-BE49-F238E27FC236}">
                <a16:creationId xmlns:a16="http://schemas.microsoft.com/office/drawing/2014/main" id="{42860CBA-7F51-4B16-A622-3111FA96264D}"/>
              </a:ext>
            </a:extLst>
          </p:cNvPr>
          <p:cNvSpPr txBox="1">
            <a:spLocks noChangeArrowheads="1"/>
          </p:cNvSpPr>
          <p:nvPr/>
        </p:nvSpPr>
        <p:spPr bwMode="auto">
          <a:xfrm>
            <a:off x="1835150" y="620713"/>
            <a:ext cx="6276975" cy="1066800"/>
          </a:xfrm>
          <a:prstGeom prst="rect">
            <a:avLst/>
          </a:prstGeom>
          <a:noFill/>
          <a:ln>
            <a:noFill/>
          </a:ln>
          <a:effec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defRPr/>
            </a:pPr>
            <a:r>
              <a:rPr lang="en-US" sz="3200" b="1">
                <a:solidFill>
                  <a:schemeClr val="accent2">
                    <a:lumMod val="75000"/>
                  </a:schemeClr>
                </a:solidFill>
              </a:rPr>
              <a:t>Comparison of a default mask and </a:t>
            </a:r>
          </a:p>
          <a:p>
            <a:pPr algn="ctr">
              <a:defRPr/>
            </a:pPr>
            <a:r>
              <a:rPr lang="en-US" sz="3200" b="1">
                <a:solidFill>
                  <a:schemeClr val="accent2">
                    <a:lumMod val="75000"/>
                  </a:schemeClr>
                </a:solidFill>
              </a:rPr>
              <a:t>a subnet mask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3">
            <a:extLst>
              <a:ext uri="{FF2B5EF4-FFF2-40B4-BE49-F238E27FC236}">
                <a16:creationId xmlns:a16="http://schemas.microsoft.com/office/drawing/2014/main" id="{36F4F4CE-C0BA-431B-85F7-95ECBD67A9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1125538"/>
            <a:ext cx="6567487" cy="5110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11" name="Text Box 4">
            <a:extLst>
              <a:ext uri="{FF2B5EF4-FFF2-40B4-BE49-F238E27FC236}">
                <a16:creationId xmlns:a16="http://schemas.microsoft.com/office/drawing/2014/main" id="{44394D8F-36AD-413F-AC84-483FAE0FEEAD}"/>
              </a:ext>
            </a:extLst>
          </p:cNvPr>
          <p:cNvSpPr txBox="1">
            <a:spLocks noChangeArrowheads="1"/>
          </p:cNvSpPr>
          <p:nvPr/>
        </p:nvSpPr>
        <p:spPr bwMode="auto">
          <a:xfrm>
            <a:off x="1676400" y="95250"/>
            <a:ext cx="568801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b="1">
                <a:solidFill>
                  <a:schemeClr val="accent2"/>
                </a:solidFill>
              </a:rPr>
              <a:t>Default  mask and subnet mask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32DEC734-8169-4CD2-B1F7-72DB545D2BF9}"/>
              </a:ext>
            </a:extLst>
          </p:cNvPr>
          <p:cNvSpPr>
            <a:spLocks noChangeArrowheads="1"/>
          </p:cNvSpPr>
          <p:nvPr/>
        </p:nvSpPr>
        <p:spPr bwMode="auto">
          <a:xfrm>
            <a:off x="900113" y="2492375"/>
            <a:ext cx="8077200" cy="2308225"/>
          </a:xfrm>
          <a:prstGeom prst="rect">
            <a:avLst/>
          </a:prstGeom>
          <a:noFill/>
          <a:ln w="571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sz="3600">
                <a:solidFill>
                  <a:srgbClr val="000000"/>
                </a:solidFill>
                <a:latin typeface="Times" panose="02020603050405020304" pitchFamily="18" charset="0"/>
              </a:rPr>
              <a:t>Given an IP address, we can find the subnet address the same way we found the network address. We apply the mask to the address. </a:t>
            </a:r>
          </a:p>
        </p:txBody>
      </p:sp>
      <p:sp>
        <p:nvSpPr>
          <p:cNvPr id="19459" name="Rectangle 3">
            <a:extLst>
              <a:ext uri="{FF2B5EF4-FFF2-40B4-BE49-F238E27FC236}">
                <a16:creationId xmlns:a16="http://schemas.microsoft.com/office/drawing/2014/main" id="{F6A4DD28-10FF-4F20-B64A-2F3838C61D09}"/>
              </a:ext>
            </a:extLst>
          </p:cNvPr>
          <p:cNvSpPr>
            <a:spLocks noChangeArrowheads="1"/>
          </p:cNvSpPr>
          <p:nvPr/>
        </p:nvSpPr>
        <p:spPr bwMode="auto">
          <a:xfrm>
            <a:off x="1506538" y="935038"/>
            <a:ext cx="628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spcAft>
                <a:spcPts val="300"/>
              </a:spcAft>
            </a:pPr>
            <a:r>
              <a:rPr lang="en-US" altLang="en-US" sz="3600" b="1">
                <a:solidFill>
                  <a:srgbClr val="FF3300"/>
                </a:solidFill>
              </a:rPr>
              <a:t>Finding the Subnet Address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Text Box 2">
            <a:extLst>
              <a:ext uri="{FF2B5EF4-FFF2-40B4-BE49-F238E27FC236}">
                <a16:creationId xmlns:a16="http://schemas.microsoft.com/office/drawing/2014/main" id="{3FD76254-0B2A-422F-BC50-037C6310C079}"/>
              </a:ext>
            </a:extLst>
          </p:cNvPr>
          <p:cNvSpPr txBox="1">
            <a:spLocks noChangeArrowheads="1"/>
          </p:cNvSpPr>
          <p:nvPr/>
        </p:nvSpPr>
        <p:spPr bwMode="auto">
          <a:xfrm>
            <a:off x="3563938" y="981075"/>
            <a:ext cx="1997075" cy="584200"/>
          </a:xfrm>
          <a:prstGeom prst="rect">
            <a:avLst/>
          </a:prstGeom>
          <a:solidFill>
            <a:schemeClr val="bg1"/>
          </a:solidFill>
          <a:ln w="38100">
            <a:solidFill>
              <a:srgbClr val="FF3300"/>
            </a:solid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rPr>
              <a:t>Example 1</a:t>
            </a:r>
          </a:p>
        </p:txBody>
      </p:sp>
      <p:sp>
        <p:nvSpPr>
          <p:cNvPr id="21507" name="Rectangle 3">
            <a:extLst>
              <a:ext uri="{FF2B5EF4-FFF2-40B4-BE49-F238E27FC236}">
                <a16:creationId xmlns:a16="http://schemas.microsoft.com/office/drawing/2014/main" id="{5DBF25E0-61B7-4049-A3C7-7224385B68DD}"/>
              </a:ext>
            </a:extLst>
          </p:cNvPr>
          <p:cNvSpPr>
            <a:spLocks noChangeArrowheads="1"/>
          </p:cNvSpPr>
          <p:nvPr/>
        </p:nvSpPr>
        <p:spPr bwMode="auto">
          <a:xfrm>
            <a:off x="395288" y="2708275"/>
            <a:ext cx="84582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eaLnBrk="1" hangingPunct="1">
              <a:spcBef>
                <a:spcPct val="50000"/>
              </a:spcBef>
            </a:pPr>
            <a:r>
              <a:rPr lang="en-US" altLang="en-US" sz="3600">
                <a:latin typeface="Times" panose="02020603050405020304" pitchFamily="18" charset="0"/>
              </a:rPr>
              <a:t>What is the sub network address if the destination address is 200.45.34.56 and the subnet mask is 255.255.240.0?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Text Box 2">
            <a:extLst>
              <a:ext uri="{FF2B5EF4-FFF2-40B4-BE49-F238E27FC236}">
                <a16:creationId xmlns:a16="http://schemas.microsoft.com/office/drawing/2014/main" id="{59496CBF-38A0-4B36-8E7B-2E0109CA5F2B}"/>
              </a:ext>
            </a:extLst>
          </p:cNvPr>
          <p:cNvSpPr txBox="1">
            <a:spLocks noChangeArrowheads="1"/>
          </p:cNvSpPr>
          <p:nvPr/>
        </p:nvSpPr>
        <p:spPr bwMode="auto">
          <a:xfrm>
            <a:off x="3779838" y="908050"/>
            <a:ext cx="1643062" cy="617538"/>
          </a:xfrm>
          <a:prstGeom prst="rect">
            <a:avLst/>
          </a:prstGeom>
          <a:solidFill>
            <a:schemeClr val="bg1"/>
          </a:solidFill>
          <a:ln w="38100">
            <a:solidFill>
              <a:srgbClr val="FF3300"/>
            </a:solid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rPr>
              <a:t>Solution</a:t>
            </a:r>
          </a:p>
        </p:txBody>
      </p:sp>
      <p:sp>
        <p:nvSpPr>
          <p:cNvPr id="221187" name="Rectangle 3">
            <a:extLst>
              <a:ext uri="{FF2B5EF4-FFF2-40B4-BE49-F238E27FC236}">
                <a16:creationId xmlns:a16="http://schemas.microsoft.com/office/drawing/2014/main" id="{55CCDE58-02B0-4BB0-B554-CBB06793B0E5}"/>
              </a:ext>
            </a:extLst>
          </p:cNvPr>
          <p:cNvSpPr>
            <a:spLocks noChangeArrowheads="1"/>
          </p:cNvSpPr>
          <p:nvPr/>
        </p:nvSpPr>
        <p:spPr bwMode="auto">
          <a:xfrm>
            <a:off x="533400" y="2420938"/>
            <a:ext cx="8610600" cy="3662362"/>
          </a:xfrm>
          <a:prstGeom prst="rect">
            <a:avLst/>
          </a:prstGeom>
          <a:noFill/>
          <a:ln>
            <a:noFill/>
          </a:ln>
          <a:effectLst/>
        </p:spPr>
        <p:txBody>
          <a:bodyPr>
            <a:spAutoFit/>
          </a:bodyPr>
          <a:lstStyle/>
          <a:p>
            <a:pPr eaLnBrk="1" hangingPunct="1">
              <a:spcBef>
                <a:spcPct val="50000"/>
              </a:spcBef>
              <a:defRPr/>
            </a:pPr>
            <a:r>
              <a:rPr lang="en-US" sz="3600">
                <a:solidFill>
                  <a:schemeClr val="bg2"/>
                </a:solidFill>
                <a:latin typeface="Times" panose="02020603050405020304" pitchFamily="18" charset="0"/>
              </a:rPr>
              <a:t>11001000  00101101  00100010  00111000</a:t>
            </a:r>
          </a:p>
          <a:p>
            <a:pPr eaLnBrk="1" hangingPunct="1">
              <a:spcBef>
                <a:spcPct val="50000"/>
              </a:spcBef>
              <a:defRPr/>
            </a:pPr>
            <a:r>
              <a:rPr lang="en-US" sz="3600">
                <a:solidFill>
                  <a:schemeClr val="bg2"/>
                </a:solidFill>
                <a:latin typeface="Times" panose="02020603050405020304" pitchFamily="18" charset="0"/>
              </a:rPr>
              <a:t>11111111  11111111  1111</a:t>
            </a:r>
            <a:r>
              <a:rPr lang="en-US" sz="3600" b="1" u="sng">
                <a:solidFill>
                  <a:schemeClr val="bg2"/>
                </a:solidFill>
                <a:latin typeface="Times" panose="02020603050405020304" pitchFamily="18" charset="0"/>
              </a:rPr>
              <a:t>0000</a:t>
            </a:r>
            <a:r>
              <a:rPr lang="en-US" sz="3600" b="1">
                <a:solidFill>
                  <a:schemeClr val="bg2"/>
                </a:solidFill>
                <a:latin typeface="Times" panose="02020603050405020304" pitchFamily="18" charset="0"/>
              </a:rPr>
              <a:t> </a:t>
            </a:r>
            <a:r>
              <a:rPr lang="en-US" sz="3600">
                <a:solidFill>
                  <a:schemeClr val="bg2"/>
                </a:solidFill>
                <a:latin typeface="Times" panose="02020603050405020304" pitchFamily="18" charset="0"/>
              </a:rPr>
              <a:t> </a:t>
            </a:r>
            <a:r>
              <a:rPr lang="en-US" sz="3600" b="1" u="sng">
                <a:solidFill>
                  <a:schemeClr val="bg2"/>
                </a:solidFill>
                <a:latin typeface="Times" panose="02020603050405020304" pitchFamily="18" charset="0"/>
              </a:rPr>
              <a:t>00000000</a:t>
            </a:r>
          </a:p>
          <a:p>
            <a:pPr eaLnBrk="1" hangingPunct="1">
              <a:spcBef>
                <a:spcPct val="50000"/>
              </a:spcBef>
              <a:defRPr/>
            </a:pPr>
            <a:r>
              <a:rPr lang="en-US" sz="3600">
                <a:solidFill>
                  <a:schemeClr val="bg2"/>
                </a:solidFill>
                <a:latin typeface="Times" panose="02020603050405020304" pitchFamily="18" charset="0"/>
              </a:rPr>
              <a:t>11001000  00101101  0010</a:t>
            </a:r>
            <a:r>
              <a:rPr lang="en-US" sz="3600" b="1">
                <a:solidFill>
                  <a:srgbClr val="FF3300"/>
                </a:solidFill>
                <a:effectLst>
                  <a:outerShdw blurRad="38100" dist="38100" dir="2700000" algn="tl">
                    <a:srgbClr val="C0C0C0"/>
                  </a:outerShdw>
                </a:effectLst>
                <a:latin typeface="Times" panose="02020603050405020304" pitchFamily="18" charset="0"/>
              </a:rPr>
              <a:t>0000</a:t>
            </a:r>
            <a:r>
              <a:rPr lang="en-US" sz="3600">
                <a:solidFill>
                  <a:schemeClr val="bg2"/>
                </a:solidFill>
                <a:latin typeface="Times" panose="02020603050405020304" pitchFamily="18" charset="0"/>
              </a:rPr>
              <a:t>  </a:t>
            </a:r>
            <a:r>
              <a:rPr lang="en-US" sz="3600" b="1">
                <a:solidFill>
                  <a:srgbClr val="FF3300"/>
                </a:solidFill>
                <a:effectLst>
                  <a:outerShdw blurRad="38100" dist="38100" dir="2700000" algn="tl">
                    <a:srgbClr val="C0C0C0"/>
                  </a:outerShdw>
                </a:effectLst>
                <a:latin typeface="Times" panose="02020603050405020304" pitchFamily="18" charset="0"/>
              </a:rPr>
              <a:t>00000000</a:t>
            </a:r>
          </a:p>
          <a:p>
            <a:pPr eaLnBrk="1" hangingPunct="1">
              <a:spcBef>
                <a:spcPct val="50000"/>
              </a:spcBef>
              <a:defRPr/>
            </a:pPr>
            <a:br>
              <a:rPr lang="en-US" sz="3600">
                <a:solidFill>
                  <a:schemeClr val="bg2"/>
                </a:solidFill>
                <a:latin typeface="Times" panose="02020603050405020304" pitchFamily="18" charset="0"/>
              </a:rPr>
            </a:br>
            <a:r>
              <a:rPr lang="en-US" sz="3600">
                <a:solidFill>
                  <a:schemeClr val="bg2"/>
                </a:solidFill>
                <a:latin typeface="Times" panose="02020603050405020304" pitchFamily="18" charset="0"/>
              </a:rPr>
              <a:t>The subnetwork address is </a:t>
            </a:r>
            <a:r>
              <a:rPr lang="en-US" sz="3600" b="1">
                <a:solidFill>
                  <a:schemeClr val="bg2"/>
                </a:solidFill>
                <a:latin typeface="Times" panose="02020603050405020304" pitchFamily="18" charset="0"/>
              </a:rPr>
              <a:t>200.45.32.0</a:t>
            </a:r>
            <a:r>
              <a:rPr lang="en-US" sz="3600">
                <a:solidFill>
                  <a:schemeClr val="bg2"/>
                </a:solidFill>
                <a:latin typeface="Times" panose="02020603050405020304" pitchFamily="18" charset="0"/>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Text Box 2">
            <a:extLst>
              <a:ext uri="{FF2B5EF4-FFF2-40B4-BE49-F238E27FC236}">
                <a16:creationId xmlns:a16="http://schemas.microsoft.com/office/drawing/2014/main" id="{7EF38AA8-B0AF-4BCF-80A1-3A10E4CB0C2E}"/>
              </a:ext>
            </a:extLst>
          </p:cNvPr>
          <p:cNvSpPr txBox="1">
            <a:spLocks noChangeArrowheads="1"/>
          </p:cNvSpPr>
          <p:nvPr/>
        </p:nvSpPr>
        <p:spPr bwMode="auto">
          <a:xfrm>
            <a:off x="2987675" y="981075"/>
            <a:ext cx="1997075" cy="584200"/>
          </a:xfrm>
          <a:prstGeom prst="rect">
            <a:avLst/>
          </a:prstGeom>
          <a:solidFill>
            <a:schemeClr val="bg1"/>
          </a:solidFill>
          <a:ln w="38100">
            <a:solidFill>
              <a:srgbClr val="FF3300"/>
            </a:solid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rPr>
              <a:t>Example 2</a:t>
            </a:r>
          </a:p>
        </p:txBody>
      </p:sp>
      <p:sp>
        <p:nvSpPr>
          <p:cNvPr id="25603" name="Rectangle 3">
            <a:extLst>
              <a:ext uri="{FF2B5EF4-FFF2-40B4-BE49-F238E27FC236}">
                <a16:creationId xmlns:a16="http://schemas.microsoft.com/office/drawing/2014/main" id="{0B2EE041-2D15-44C5-91F1-160DE991792D}"/>
              </a:ext>
            </a:extLst>
          </p:cNvPr>
          <p:cNvSpPr>
            <a:spLocks noChangeArrowheads="1"/>
          </p:cNvSpPr>
          <p:nvPr/>
        </p:nvSpPr>
        <p:spPr bwMode="auto">
          <a:xfrm>
            <a:off x="685800" y="2492375"/>
            <a:ext cx="84582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eaLnBrk="1" hangingPunct="1">
              <a:spcBef>
                <a:spcPct val="50000"/>
              </a:spcBef>
            </a:pPr>
            <a:r>
              <a:rPr lang="en-US" altLang="en-US" sz="3600">
                <a:latin typeface="Times" panose="02020603050405020304" pitchFamily="18" charset="0"/>
              </a:rPr>
              <a:t>What is the subnetwork address if the destination address is 19.30.80.5 and the mask is 255.255.192.0?</a:t>
            </a:r>
          </a:p>
        </p:txBody>
      </p:sp>
      <p:sp>
        <p:nvSpPr>
          <p:cNvPr id="225284" name="Text Box 4">
            <a:extLst>
              <a:ext uri="{FF2B5EF4-FFF2-40B4-BE49-F238E27FC236}">
                <a16:creationId xmlns:a16="http://schemas.microsoft.com/office/drawing/2014/main" id="{91269081-2175-4D32-884E-E1FF3057983F}"/>
              </a:ext>
            </a:extLst>
          </p:cNvPr>
          <p:cNvSpPr txBox="1">
            <a:spLocks noChangeArrowheads="1"/>
          </p:cNvSpPr>
          <p:nvPr/>
        </p:nvSpPr>
        <p:spPr bwMode="auto">
          <a:xfrm>
            <a:off x="3635375" y="4437063"/>
            <a:ext cx="1643063" cy="617537"/>
          </a:xfrm>
          <a:prstGeom prst="rect">
            <a:avLst/>
          </a:prstGeom>
          <a:solidFill>
            <a:schemeClr val="bg1"/>
          </a:solidFill>
          <a:ln w="38100">
            <a:solidFill>
              <a:srgbClr val="FF3300"/>
            </a:solid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rPr>
              <a:t>Solution</a:t>
            </a:r>
          </a:p>
        </p:txBody>
      </p:sp>
      <p:sp>
        <p:nvSpPr>
          <p:cNvPr id="25605" name="Rectangle 5">
            <a:extLst>
              <a:ext uri="{FF2B5EF4-FFF2-40B4-BE49-F238E27FC236}">
                <a16:creationId xmlns:a16="http://schemas.microsoft.com/office/drawing/2014/main" id="{572E7DFD-611B-4490-AD6E-CC0C22E72671}"/>
              </a:ext>
            </a:extLst>
          </p:cNvPr>
          <p:cNvSpPr>
            <a:spLocks noChangeArrowheads="1"/>
          </p:cNvSpPr>
          <p:nvPr/>
        </p:nvSpPr>
        <p:spPr bwMode="auto">
          <a:xfrm>
            <a:off x="533400" y="5516563"/>
            <a:ext cx="8610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sz="3600">
                <a:solidFill>
                  <a:schemeClr val="bg2"/>
                </a:solidFill>
                <a:latin typeface="Times" panose="02020603050405020304" pitchFamily="18" charset="0"/>
              </a:rPr>
              <a:t>                         See next slide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3">
            <a:extLst>
              <a:ext uri="{FF2B5EF4-FFF2-40B4-BE49-F238E27FC236}">
                <a16:creationId xmlns:a16="http://schemas.microsoft.com/office/drawing/2014/main" id="{1A6F86B3-4892-4FEA-AD27-F80DEB7F04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717675"/>
            <a:ext cx="7991475" cy="430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651" name="Text Box 4">
            <a:extLst>
              <a:ext uri="{FF2B5EF4-FFF2-40B4-BE49-F238E27FC236}">
                <a16:creationId xmlns:a16="http://schemas.microsoft.com/office/drawing/2014/main" id="{3D42F231-008E-4303-9E94-F4EBF4B61AF9}"/>
              </a:ext>
            </a:extLst>
          </p:cNvPr>
          <p:cNvSpPr txBox="1">
            <a:spLocks noChangeArrowheads="1"/>
          </p:cNvSpPr>
          <p:nvPr/>
        </p:nvSpPr>
        <p:spPr bwMode="auto">
          <a:xfrm>
            <a:off x="3124200" y="95250"/>
            <a:ext cx="285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b="1">
                <a:solidFill>
                  <a:schemeClr val="accent2"/>
                </a:solidFill>
              </a:rPr>
              <a:t> </a:t>
            </a:r>
          </a:p>
        </p:txBody>
      </p:sp>
      <p:sp>
        <p:nvSpPr>
          <p:cNvPr id="227333" name="Text Box 5">
            <a:extLst>
              <a:ext uri="{FF2B5EF4-FFF2-40B4-BE49-F238E27FC236}">
                <a16:creationId xmlns:a16="http://schemas.microsoft.com/office/drawing/2014/main" id="{DE4E1AE6-48E4-4C95-922E-695ACFCC7070}"/>
              </a:ext>
            </a:extLst>
          </p:cNvPr>
          <p:cNvSpPr txBox="1">
            <a:spLocks noChangeArrowheads="1"/>
          </p:cNvSpPr>
          <p:nvPr/>
        </p:nvSpPr>
        <p:spPr bwMode="auto">
          <a:xfrm>
            <a:off x="3995738" y="908050"/>
            <a:ext cx="1643062" cy="617538"/>
          </a:xfrm>
          <a:prstGeom prst="rect">
            <a:avLst/>
          </a:prstGeom>
          <a:solidFill>
            <a:schemeClr val="bg1"/>
          </a:solidFill>
          <a:ln w="38100">
            <a:solidFill>
              <a:srgbClr val="FF3300"/>
            </a:solid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rPr>
              <a:t>Solution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a:extLst>
              <a:ext uri="{FF2B5EF4-FFF2-40B4-BE49-F238E27FC236}">
                <a16:creationId xmlns:a16="http://schemas.microsoft.com/office/drawing/2014/main" id="{B211B4D5-9640-400D-8BE9-B1DD8A2C7710}"/>
              </a:ext>
            </a:extLst>
          </p:cNvPr>
          <p:cNvSpPr>
            <a:spLocks noChangeArrowheads="1"/>
          </p:cNvSpPr>
          <p:nvPr/>
        </p:nvSpPr>
        <p:spPr bwMode="auto">
          <a:xfrm>
            <a:off x="762000" y="2790825"/>
            <a:ext cx="7620000" cy="1247775"/>
          </a:xfrm>
          <a:prstGeom prst="rect">
            <a:avLst/>
          </a:prstGeom>
          <a:gradFill rotWithShape="0">
            <a:gsLst>
              <a:gs pos="0">
                <a:srgbClr val="5E9EFF"/>
              </a:gs>
              <a:gs pos="39999">
                <a:srgbClr val="85C2FF"/>
              </a:gs>
              <a:gs pos="70000">
                <a:srgbClr val="C4D6EB"/>
              </a:gs>
              <a:gs pos="100000">
                <a:srgbClr val="FFEBFA"/>
              </a:gs>
            </a:gsLst>
            <a:lin ang="5400000" scaled="1"/>
          </a:gradFill>
          <a:ln w="57150">
            <a:solidFill>
              <a:srgbClr val="FF3300"/>
            </a:solidFill>
            <a:miter lim="800000"/>
            <a:headEnd/>
            <a:tailEnd/>
          </a:ln>
          <a:effectLst/>
        </p:spPr>
        <p:txBody>
          <a:bodyPr>
            <a:spAutoFit/>
          </a:bodyPr>
          <a:lstStyle/>
          <a:p>
            <a:pPr algn="ctr" eaLnBrk="1" hangingPunct="1">
              <a:spcBef>
                <a:spcPts val="1100"/>
              </a:spcBef>
              <a:spcAft>
                <a:spcPts val="1100"/>
              </a:spcAft>
              <a:defRPr/>
            </a:pPr>
            <a:r>
              <a:rPr lang="en-US" sz="3600" b="1" i="1">
                <a:effectLst>
                  <a:outerShdw blurRad="38100" dist="38100" dir="2700000" algn="tl">
                    <a:srgbClr val="000000"/>
                  </a:outerShdw>
                </a:effectLst>
                <a:latin typeface="Times" panose="02020603050405020304" pitchFamily="18" charset="0"/>
              </a:rPr>
              <a:t>The number of subnets must be </a:t>
            </a:r>
            <a:br>
              <a:rPr lang="en-US" sz="3600" b="1" i="1">
                <a:effectLst>
                  <a:outerShdw blurRad="38100" dist="38100" dir="2700000" algn="tl">
                    <a:srgbClr val="000000"/>
                  </a:outerShdw>
                </a:effectLst>
                <a:latin typeface="Times" panose="02020603050405020304" pitchFamily="18" charset="0"/>
              </a:rPr>
            </a:br>
            <a:r>
              <a:rPr lang="en-US" sz="3600" b="1" i="1">
                <a:effectLst>
                  <a:outerShdw blurRad="38100" dist="38100" dir="2700000" algn="tl">
                    <a:srgbClr val="000000"/>
                  </a:outerShdw>
                </a:effectLst>
                <a:latin typeface="Times" panose="02020603050405020304" pitchFamily="18" charset="0"/>
              </a:rPr>
              <a:t>a power of 2. </a:t>
            </a:r>
          </a:p>
        </p:txBody>
      </p:sp>
      <p:pic>
        <p:nvPicPr>
          <p:cNvPr id="29699" name="Picture 3">
            <a:extLst>
              <a:ext uri="{FF2B5EF4-FFF2-40B4-BE49-F238E27FC236}">
                <a16:creationId xmlns:a16="http://schemas.microsoft.com/office/drawing/2014/main" id="{9C586FD3-45AF-4021-94B2-B72EE68EB6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051050"/>
            <a:ext cx="2057400"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Text Box 2">
            <a:extLst>
              <a:ext uri="{FF2B5EF4-FFF2-40B4-BE49-F238E27FC236}">
                <a16:creationId xmlns:a16="http://schemas.microsoft.com/office/drawing/2014/main" id="{7D5059B6-8A40-4412-BBEE-B54C90C676CF}"/>
              </a:ext>
            </a:extLst>
          </p:cNvPr>
          <p:cNvSpPr txBox="1">
            <a:spLocks noChangeArrowheads="1"/>
          </p:cNvSpPr>
          <p:nvPr/>
        </p:nvSpPr>
        <p:spPr bwMode="auto">
          <a:xfrm>
            <a:off x="3779838" y="1125538"/>
            <a:ext cx="1997075" cy="584200"/>
          </a:xfrm>
          <a:prstGeom prst="rect">
            <a:avLst/>
          </a:prstGeom>
          <a:solidFill>
            <a:schemeClr val="bg1"/>
          </a:solidFill>
          <a:ln w="38100">
            <a:solidFill>
              <a:srgbClr val="FF3300"/>
            </a:solid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rPr>
              <a:t>Example 3</a:t>
            </a:r>
          </a:p>
        </p:txBody>
      </p:sp>
      <p:sp>
        <p:nvSpPr>
          <p:cNvPr id="31747" name="Rectangle 3">
            <a:extLst>
              <a:ext uri="{FF2B5EF4-FFF2-40B4-BE49-F238E27FC236}">
                <a16:creationId xmlns:a16="http://schemas.microsoft.com/office/drawing/2014/main" id="{8D59ACD1-88A5-49B9-ADFA-20BBD85D00BF}"/>
              </a:ext>
            </a:extLst>
          </p:cNvPr>
          <p:cNvSpPr>
            <a:spLocks noChangeArrowheads="1"/>
          </p:cNvSpPr>
          <p:nvPr/>
        </p:nvSpPr>
        <p:spPr bwMode="auto">
          <a:xfrm>
            <a:off x="468313" y="2565400"/>
            <a:ext cx="84582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eaLnBrk="1" hangingPunct="1">
              <a:spcBef>
                <a:spcPct val="50000"/>
              </a:spcBef>
            </a:pPr>
            <a:r>
              <a:rPr lang="en-US" altLang="en-US" sz="3600">
                <a:latin typeface="Times" panose="02020603050405020304" pitchFamily="18" charset="0"/>
              </a:rPr>
              <a:t>A company is granted the site address 201.70.64.0 (class C). The company needs six subnets. Design the subnets. </a:t>
            </a:r>
          </a:p>
        </p:txBody>
      </p:sp>
      <p:sp>
        <p:nvSpPr>
          <p:cNvPr id="233476" name="Text Box 4">
            <a:extLst>
              <a:ext uri="{FF2B5EF4-FFF2-40B4-BE49-F238E27FC236}">
                <a16:creationId xmlns:a16="http://schemas.microsoft.com/office/drawing/2014/main" id="{4B03CDF8-E01F-4D20-A5AE-44511CC1C6DB}"/>
              </a:ext>
            </a:extLst>
          </p:cNvPr>
          <p:cNvSpPr txBox="1">
            <a:spLocks noChangeArrowheads="1"/>
          </p:cNvSpPr>
          <p:nvPr/>
        </p:nvSpPr>
        <p:spPr bwMode="auto">
          <a:xfrm>
            <a:off x="3563938" y="4652963"/>
            <a:ext cx="1643062" cy="617537"/>
          </a:xfrm>
          <a:prstGeom prst="rect">
            <a:avLst/>
          </a:prstGeom>
          <a:solidFill>
            <a:schemeClr val="bg1"/>
          </a:solidFill>
          <a:ln w="38100">
            <a:solidFill>
              <a:srgbClr val="FF3300"/>
            </a:solid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rPr>
              <a:t>Solution</a:t>
            </a:r>
          </a:p>
        </p:txBody>
      </p:sp>
      <p:sp>
        <p:nvSpPr>
          <p:cNvPr id="31749" name="Rectangle 5">
            <a:extLst>
              <a:ext uri="{FF2B5EF4-FFF2-40B4-BE49-F238E27FC236}">
                <a16:creationId xmlns:a16="http://schemas.microsoft.com/office/drawing/2014/main" id="{7F24CBF5-FBEA-43E8-85DC-3B081D614DD7}"/>
              </a:ext>
            </a:extLst>
          </p:cNvPr>
          <p:cNvSpPr>
            <a:spLocks noChangeArrowheads="1"/>
          </p:cNvSpPr>
          <p:nvPr/>
        </p:nvSpPr>
        <p:spPr bwMode="auto">
          <a:xfrm>
            <a:off x="533400" y="5445125"/>
            <a:ext cx="86106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eaLnBrk="1" hangingPunct="1">
              <a:spcBef>
                <a:spcPct val="50000"/>
              </a:spcBef>
            </a:pPr>
            <a:r>
              <a:rPr lang="en-US" altLang="en-US" sz="3600">
                <a:latin typeface="Times" panose="02020603050405020304" pitchFamily="18" charset="0"/>
              </a:rPr>
              <a:t>The number of 1s in the default </a:t>
            </a:r>
            <a:br>
              <a:rPr lang="en-US" altLang="en-US" sz="3600">
                <a:latin typeface="Times" panose="02020603050405020304" pitchFamily="18" charset="0"/>
              </a:rPr>
            </a:br>
            <a:r>
              <a:rPr lang="en-US" altLang="en-US" sz="3600">
                <a:latin typeface="Times" panose="02020603050405020304" pitchFamily="18" charset="0"/>
              </a:rPr>
              <a:t>mask is 24 (class 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Text Box 2">
            <a:extLst>
              <a:ext uri="{FF2B5EF4-FFF2-40B4-BE49-F238E27FC236}">
                <a16:creationId xmlns:a16="http://schemas.microsoft.com/office/drawing/2014/main" id="{3219B341-15C7-4C29-B9B5-746F7B4EBA23}"/>
              </a:ext>
            </a:extLst>
          </p:cNvPr>
          <p:cNvSpPr txBox="1">
            <a:spLocks noChangeArrowheads="1"/>
          </p:cNvSpPr>
          <p:nvPr/>
        </p:nvSpPr>
        <p:spPr bwMode="auto">
          <a:xfrm>
            <a:off x="3203575" y="836613"/>
            <a:ext cx="3775075" cy="617537"/>
          </a:xfrm>
          <a:prstGeom prst="rect">
            <a:avLst/>
          </a:prstGeom>
          <a:solidFill>
            <a:schemeClr val="bg1"/>
          </a:solidFill>
          <a:ln w="38100">
            <a:solidFill>
              <a:srgbClr val="FF3300"/>
            </a:solid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rPr>
              <a:t>Solution (Continued)</a:t>
            </a:r>
          </a:p>
        </p:txBody>
      </p:sp>
      <p:sp>
        <p:nvSpPr>
          <p:cNvPr id="33795" name="Rectangle 3">
            <a:extLst>
              <a:ext uri="{FF2B5EF4-FFF2-40B4-BE49-F238E27FC236}">
                <a16:creationId xmlns:a16="http://schemas.microsoft.com/office/drawing/2014/main" id="{083040D1-C790-4920-8FCC-88574C1F6E82}"/>
              </a:ext>
            </a:extLst>
          </p:cNvPr>
          <p:cNvSpPr>
            <a:spLocks noChangeArrowheads="1"/>
          </p:cNvSpPr>
          <p:nvPr/>
        </p:nvSpPr>
        <p:spPr bwMode="auto">
          <a:xfrm>
            <a:off x="533400" y="2565400"/>
            <a:ext cx="8610600" cy="503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eaLnBrk="1" hangingPunct="1">
              <a:spcBef>
                <a:spcPct val="50000"/>
              </a:spcBef>
            </a:pPr>
            <a:r>
              <a:rPr lang="en-US" altLang="en-US" sz="3600">
                <a:latin typeface="Times" panose="02020603050405020304" pitchFamily="18" charset="0"/>
              </a:rPr>
              <a:t>The company needs six subnets. This number 6 is not a power of 2. The next number that is a power of 2 is 8 (2</a:t>
            </a:r>
            <a:r>
              <a:rPr lang="en-US" altLang="en-US" sz="3600" baseline="30000">
                <a:latin typeface="Times" panose="02020603050405020304" pitchFamily="18" charset="0"/>
              </a:rPr>
              <a:t>3</a:t>
            </a:r>
            <a:r>
              <a:rPr lang="en-US" altLang="en-US" sz="3600">
                <a:latin typeface="Times" panose="02020603050405020304" pitchFamily="18" charset="0"/>
              </a:rPr>
              <a:t>). We need 3 more 1s in the subnet mask. The total number of 1s in the subnet mask is 27 (24 </a:t>
            </a:r>
            <a:r>
              <a:rPr lang="en-US" altLang="en-US" sz="3600">
                <a:latin typeface="Symbol" panose="05050102010706020507" pitchFamily="18" charset="2"/>
              </a:rPr>
              <a:t>+</a:t>
            </a:r>
            <a:r>
              <a:rPr lang="en-US" altLang="en-US" sz="3600">
                <a:latin typeface="Times" panose="02020603050405020304" pitchFamily="18" charset="0"/>
              </a:rPr>
              <a:t> 3).</a:t>
            </a:r>
          </a:p>
          <a:p>
            <a:pPr algn="just" eaLnBrk="1" hangingPunct="1">
              <a:spcBef>
                <a:spcPct val="50000"/>
              </a:spcBef>
            </a:pPr>
            <a:r>
              <a:rPr lang="en-US" altLang="en-US" sz="3600">
                <a:latin typeface="Times" panose="02020603050405020304" pitchFamily="18" charset="0"/>
              </a:rPr>
              <a:t>The total number of 0s is 5 (32 </a:t>
            </a:r>
            <a:r>
              <a:rPr lang="en-US" altLang="en-US" sz="3600">
                <a:latin typeface="Symbol" panose="05050102010706020507" pitchFamily="18" charset="2"/>
              </a:rPr>
              <a:t>-</a:t>
            </a:r>
            <a:r>
              <a:rPr lang="en-US" altLang="en-US" sz="3600">
                <a:latin typeface="Times" panose="02020603050405020304" pitchFamily="18" charset="0"/>
              </a:rPr>
              <a:t> 27). The mask is </a:t>
            </a:r>
          </a:p>
          <a:p>
            <a:pPr algn="just" eaLnBrk="1" hangingPunct="1">
              <a:spcBef>
                <a:spcPct val="50000"/>
              </a:spcBef>
            </a:pPr>
            <a:endParaRPr lang="en-US" altLang="en-US" sz="3600">
              <a:solidFill>
                <a:schemeClr val="bg2"/>
              </a:solidFill>
              <a:latin typeface="Times"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Text Box 2">
            <a:extLst>
              <a:ext uri="{FF2B5EF4-FFF2-40B4-BE49-F238E27FC236}">
                <a16:creationId xmlns:a16="http://schemas.microsoft.com/office/drawing/2014/main" id="{368D24D8-F227-4750-A11E-E93A73B7FB1F}"/>
              </a:ext>
            </a:extLst>
          </p:cNvPr>
          <p:cNvSpPr txBox="1">
            <a:spLocks noChangeArrowheads="1"/>
          </p:cNvSpPr>
          <p:nvPr/>
        </p:nvSpPr>
        <p:spPr bwMode="auto">
          <a:xfrm>
            <a:off x="3348038" y="981075"/>
            <a:ext cx="3775075" cy="617538"/>
          </a:xfrm>
          <a:prstGeom prst="rect">
            <a:avLst/>
          </a:prstGeom>
          <a:solidFill>
            <a:schemeClr val="bg1"/>
          </a:solidFill>
          <a:ln w="38100">
            <a:solidFill>
              <a:srgbClr val="FF3300"/>
            </a:solidFill>
            <a:miter lim="800000"/>
            <a:headEnd/>
            <a:tailEnd/>
          </a:ln>
          <a:effectLst/>
        </p:spPr>
        <p:txBody>
          <a:bodyPr wrap="none">
            <a:spAutoFit/>
          </a:bodyPr>
          <a:lstStyle/>
          <a:p>
            <a:pPr eaLnBrk="1" hangingPunct="1">
              <a:defRPr/>
            </a:pPr>
            <a:r>
              <a:rPr lang="en-US" sz="3200" b="1" i="1" dirty="0">
                <a:effectLst>
                  <a:outerShdw blurRad="38100" dist="38100" dir="2700000" algn="tl">
                    <a:srgbClr val="C0C0C0"/>
                  </a:outerShdw>
                </a:effectLst>
              </a:rPr>
              <a:t>Solution (Continued)</a:t>
            </a:r>
          </a:p>
        </p:txBody>
      </p:sp>
      <p:sp>
        <p:nvSpPr>
          <p:cNvPr id="35843" name="Rectangle 3">
            <a:extLst>
              <a:ext uri="{FF2B5EF4-FFF2-40B4-BE49-F238E27FC236}">
                <a16:creationId xmlns:a16="http://schemas.microsoft.com/office/drawing/2014/main" id="{A0F74457-30DA-46DB-9854-3D3D415E47FE}"/>
              </a:ext>
            </a:extLst>
          </p:cNvPr>
          <p:cNvSpPr>
            <a:spLocks noChangeArrowheads="1"/>
          </p:cNvSpPr>
          <p:nvPr/>
        </p:nvSpPr>
        <p:spPr bwMode="auto">
          <a:xfrm>
            <a:off x="533400" y="2420938"/>
            <a:ext cx="7999413" cy="4570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ts val="700"/>
              </a:spcBef>
            </a:pPr>
            <a:endParaRPr lang="en-US" altLang="en-US" sz="3600" b="1" u="sng">
              <a:solidFill>
                <a:schemeClr val="bg2"/>
              </a:solidFill>
              <a:latin typeface="Times" panose="02020603050405020304" pitchFamily="18" charset="0"/>
            </a:endParaRPr>
          </a:p>
          <a:p>
            <a:pPr algn="ctr" eaLnBrk="1" hangingPunct="1">
              <a:spcBef>
                <a:spcPts val="700"/>
              </a:spcBef>
            </a:pPr>
            <a:r>
              <a:rPr lang="en-US" altLang="en-US" sz="3600" b="1" u="sng" dirty="0">
                <a:latin typeface="Times" panose="02020603050405020304" pitchFamily="18" charset="0"/>
              </a:rPr>
              <a:t>11111111 11111111 11111111</a:t>
            </a:r>
            <a:r>
              <a:rPr lang="en-US" altLang="en-US" sz="3600" dirty="0">
                <a:latin typeface="Times" panose="02020603050405020304" pitchFamily="18" charset="0"/>
              </a:rPr>
              <a:t> </a:t>
            </a:r>
            <a:r>
              <a:rPr lang="en-US" altLang="en-US" sz="3600" b="1" u="sng" dirty="0">
                <a:latin typeface="Times" panose="02020603050405020304" pitchFamily="18" charset="0"/>
              </a:rPr>
              <a:t>111</a:t>
            </a:r>
            <a:r>
              <a:rPr lang="en-US" altLang="en-US" sz="3600" dirty="0">
                <a:latin typeface="Times" panose="02020603050405020304" pitchFamily="18" charset="0"/>
              </a:rPr>
              <a:t>00000</a:t>
            </a:r>
          </a:p>
          <a:p>
            <a:pPr algn="ctr" eaLnBrk="1" hangingPunct="1">
              <a:spcBef>
                <a:spcPts val="100"/>
              </a:spcBef>
              <a:spcAft>
                <a:spcPts val="100"/>
              </a:spcAft>
            </a:pPr>
            <a:r>
              <a:rPr lang="en-US" altLang="en-US" sz="3600" dirty="0">
                <a:latin typeface="Times" panose="02020603050405020304" pitchFamily="18" charset="0"/>
              </a:rPr>
              <a:t>or </a:t>
            </a:r>
          </a:p>
          <a:p>
            <a:pPr algn="ctr" eaLnBrk="1" hangingPunct="1">
              <a:spcBef>
                <a:spcPct val="50000"/>
              </a:spcBef>
              <a:spcAft>
                <a:spcPts val="700"/>
              </a:spcAft>
            </a:pPr>
            <a:r>
              <a:rPr lang="en-US" altLang="en-US" sz="3200" b="1" dirty="0">
                <a:latin typeface="Times" panose="02020603050405020304" pitchFamily="18" charset="0"/>
              </a:rPr>
              <a:t>255.255.255.224</a:t>
            </a:r>
          </a:p>
          <a:p>
            <a:pPr lvl="2" algn="just" eaLnBrk="1" hangingPunct="1">
              <a:spcBef>
                <a:spcPct val="50000"/>
              </a:spcBef>
            </a:pPr>
            <a:r>
              <a:rPr lang="en-US" altLang="en-US" dirty="0">
                <a:solidFill>
                  <a:srgbClr val="000000"/>
                </a:solidFill>
                <a:latin typeface="Times" panose="02020603050405020304" pitchFamily="18" charset="0"/>
              </a:rPr>
              <a:t>The number of subnets is 8.</a:t>
            </a:r>
            <a:endParaRPr lang="en-US" altLang="en-US" b="1">
              <a:solidFill>
                <a:srgbClr val="000000"/>
              </a:solidFill>
              <a:latin typeface="Times" panose="02020603050405020304" pitchFamily="18" charset="0"/>
            </a:endParaRPr>
          </a:p>
          <a:p>
            <a:pPr lvl="2" algn="just" eaLnBrk="1" hangingPunct="1">
              <a:spcBef>
                <a:spcPts val="200"/>
              </a:spcBef>
            </a:pPr>
            <a:r>
              <a:rPr lang="en-US" altLang="en-US" dirty="0">
                <a:solidFill>
                  <a:srgbClr val="000000"/>
                </a:solidFill>
                <a:latin typeface="Times" panose="02020603050405020304" pitchFamily="18" charset="0"/>
              </a:rPr>
              <a:t>The number of addresses in each subnet is 2</a:t>
            </a:r>
            <a:r>
              <a:rPr lang="en-US" altLang="en-US" baseline="30000" dirty="0">
                <a:solidFill>
                  <a:srgbClr val="000000"/>
                </a:solidFill>
                <a:latin typeface="Times" panose="02020603050405020304" pitchFamily="18" charset="0"/>
              </a:rPr>
              <a:t>5</a:t>
            </a:r>
            <a:r>
              <a:rPr lang="en-US" altLang="en-US" dirty="0">
                <a:solidFill>
                  <a:srgbClr val="000000"/>
                </a:solidFill>
                <a:latin typeface="Times" panose="02020603050405020304" pitchFamily="18" charset="0"/>
              </a:rPr>
              <a:t> (5 is the number of 0s) or 32.</a:t>
            </a:r>
          </a:p>
          <a:p>
            <a:pPr algn="just" eaLnBrk="1" hangingPunct="1">
              <a:spcBef>
                <a:spcPct val="50000"/>
              </a:spcBef>
            </a:pPr>
            <a:r>
              <a:rPr lang="en-US" altLang="en-US" dirty="0">
                <a:solidFill>
                  <a:schemeClr val="bg2"/>
                </a:solidFill>
                <a:latin typeface="Times" panose="02020603050405020304" pitchFamily="18" charset="0"/>
              </a:rPr>
              <a:t>                                                                             See Next slide</a:t>
            </a:r>
          </a:p>
        </p:txBody>
      </p:sp>
      <mc:AlternateContent xmlns:mc="http://schemas.openxmlformats.org/markup-compatibility/2006" xmlns:p14="http://schemas.microsoft.com/office/powerpoint/2010/main">
        <mc:Choice Requires="p14">
          <p:contentPart p14:bwMode="auto" r:id="rId3">
            <p14:nvContentPartPr>
              <p14:cNvPr id="237599" name="Ink 237598">
                <a:extLst>
                  <a:ext uri="{FF2B5EF4-FFF2-40B4-BE49-F238E27FC236}">
                    <a16:creationId xmlns:a16="http://schemas.microsoft.com/office/drawing/2014/main" id="{8770D113-3853-48E7-95E1-8BC5FD549184}"/>
                  </a:ext>
                </a:extLst>
              </p14:cNvPr>
              <p14:cNvContentPartPr/>
              <p14:nvPr/>
            </p14:nvContentPartPr>
            <p14:xfrm>
              <a:off x="1359242" y="5864564"/>
              <a:ext cx="9525" cy="9525"/>
            </p14:xfrm>
          </p:contentPart>
        </mc:Choice>
        <mc:Fallback xmlns="">
          <p:pic>
            <p:nvPicPr>
              <p:cNvPr id="237599" name="Ink 237598">
                <a:extLst>
                  <a:ext uri="{FF2B5EF4-FFF2-40B4-BE49-F238E27FC236}">
                    <a16:creationId xmlns:a16="http://schemas.microsoft.com/office/drawing/2014/main" id="{8770D113-3853-48E7-95E1-8BC5FD549184}"/>
                  </a:ext>
                </a:extLst>
              </p:cNvPr>
              <p:cNvPicPr/>
              <p:nvPr/>
            </p:nvPicPr>
            <p:blipFill>
              <a:blip r:embed="rId265"/>
              <a:stretch>
                <a:fillRect/>
              </a:stretch>
            </p:blipFill>
            <p:spPr>
              <a:xfrm>
                <a:off x="892517" y="5832814"/>
                <a:ext cx="952500" cy="7239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237600" name="Ink 237599">
                <a:extLst>
                  <a:ext uri="{FF2B5EF4-FFF2-40B4-BE49-F238E27FC236}">
                    <a16:creationId xmlns:a16="http://schemas.microsoft.com/office/drawing/2014/main" id="{D7A4BEED-8709-4FBC-AF62-F7C327ACAA01}"/>
                  </a:ext>
                </a:extLst>
              </p14:cNvPr>
              <p14:cNvContentPartPr/>
              <p14:nvPr/>
            </p14:nvContentPartPr>
            <p14:xfrm>
              <a:off x="1354348" y="6054810"/>
              <a:ext cx="9525" cy="9525"/>
            </p14:xfrm>
          </p:contentPart>
        </mc:Choice>
        <mc:Fallback xmlns="">
          <p:pic>
            <p:nvPicPr>
              <p:cNvPr id="237600" name="Ink 237599">
                <a:extLst>
                  <a:ext uri="{FF2B5EF4-FFF2-40B4-BE49-F238E27FC236}">
                    <a16:creationId xmlns:a16="http://schemas.microsoft.com/office/drawing/2014/main" id="{D7A4BEED-8709-4FBC-AF62-F7C327ACAA01}"/>
                  </a:ext>
                </a:extLst>
              </p:cNvPr>
              <p:cNvPicPr/>
              <p:nvPr/>
            </p:nvPicPr>
            <p:blipFill>
              <a:blip r:embed="rId267"/>
              <a:stretch>
                <a:fillRect/>
              </a:stretch>
            </p:blipFill>
            <p:spPr>
              <a:xfrm>
                <a:off x="1322598" y="5588085"/>
                <a:ext cx="72390" cy="95250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237613" name="Ink 237612">
                <a:extLst>
                  <a:ext uri="{FF2B5EF4-FFF2-40B4-BE49-F238E27FC236}">
                    <a16:creationId xmlns:a16="http://schemas.microsoft.com/office/drawing/2014/main" id="{F961D724-4645-41BA-9DCF-F0297C0FA9BB}"/>
                  </a:ext>
                </a:extLst>
              </p14:cNvPr>
              <p14:cNvContentPartPr/>
              <p14:nvPr/>
            </p14:nvContentPartPr>
            <p14:xfrm>
              <a:off x="9168713" y="617837"/>
              <a:ext cx="219075" cy="190500"/>
            </p14:xfrm>
          </p:contentPart>
        </mc:Choice>
        <mc:Fallback xmlns="">
          <p:pic>
            <p:nvPicPr>
              <p:cNvPr id="237613" name="Ink 237612">
                <a:extLst>
                  <a:ext uri="{FF2B5EF4-FFF2-40B4-BE49-F238E27FC236}">
                    <a16:creationId xmlns:a16="http://schemas.microsoft.com/office/drawing/2014/main" id="{F961D724-4645-41BA-9DCF-F0297C0FA9BB}"/>
                  </a:ext>
                </a:extLst>
              </p:cNvPr>
              <p:cNvPicPr/>
              <p:nvPr/>
            </p:nvPicPr>
            <p:blipFill>
              <a:blip r:embed="rId292"/>
              <a:stretch>
                <a:fillRect/>
              </a:stretch>
            </p:blipFill>
            <p:spPr>
              <a:xfrm>
                <a:off x="9150487" y="599966"/>
                <a:ext cx="255162" cy="225884"/>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3">
            <a:extLst>
              <a:ext uri="{FF2B5EF4-FFF2-40B4-BE49-F238E27FC236}">
                <a16:creationId xmlns:a16="http://schemas.microsoft.com/office/drawing/2014/main" id="{E3DA025F-732B-41EE-9BEF-A3CEE15DBB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4575" y="1052513"/>
            <a:ext cx="7185025"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891" name="Text Box 4">
            <a:extLst>
              <a:ext uri="{FF2B5EF4-FFF2-40B4-BE49-F238E27FC236}">
                <a16:creationId xmlns:a16="http://schemas.microsoft.com/office/drawing/2014/main" id="{CC1CA4EF-7BF2-4BB0-B411-24783E7D8B05}"/>
              </a:ext>
            </a:extLst>
          </p:cNvPr>
          <p:cNvSpPr txBox="1">
            <a:spLocks noChangeArrowheads="1"/>
          </p:cNvSpPr>
          <p:nvPr/>
        </p:nvSpPr>
        <p:spPr bwMode="auto">
          <a:xfrm>
            <a:off x="3538538" y="95250"/>
            <a:ext cx="20431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b="1">
                <a:solidFill>
                  <a:schemeClr val="accent2"/>
                </a:solidFill>
              </a:rPr>
              <a:t>Example 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Text Box 2">
            <a:extLst>
              <a:ext uri="{FF2B5EF4-FFF2-40B4-BE49-F238E27FC236}">
                <a16:creationId xmlns:a16="http://schemas.microsoft.com/office/drawing/2014/main" id="{1CDD92F5-7E09-4D8D-B410-D30FE4D3856F}"/>
              </a:ext>
            </a:extLst>
          </p:cNvPr>
          <p:cNvSpPr txBox="1">
            <a:spLocks noChangeArrowheads="1"/>
          </p:cNvSpPr>
          <p:nvPr/>
        </p:nvSpPr>
        <p:spPr bwMode="auto">
          <a:xfrm>
            <a:off x="4114800" y="914400"/>
            <a:ext cx="1997075" cy="584200"/>
          </a:xfrm>
          <a:prstGeom prst="rect">
            <a:avLst/>
          </a:prstGeom>
          <a:solidFill>
            <a:schemeClr val="bg1"/>
          </a:solidFill>
          <a:ln w="38100">
            <a:solidFill>
              <a:srgbClr val="FF3300"/>
            </a:solid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rPr>
              <a:t>Example 4</a:t>
            </a:r>
          </a:p>
        </p:txBody>
      </p:sp>
      <p:sp>
        <p:nvSpPr>
          <p:cNvPr id="39939" name="Rectangle 3">
            <a:extLst>
              <a:ext uri="{FF2B5EF4-FFF2-40B4-BE49-F238E27FC236}">
                <a16:creationId xmlns:a16="http://schemas.microsoft.com/office/drawing/2014/main" id="{845777D3-1821-4B49-A175-2F12E86079EE}"/>
              </a:ext>
            </a:extLst>
          </p:cNvPr>
          <p:cNvSpPr>
            <a:spLocks noChangeArrowheads="1"/>
          </p:cNvSpPr>
          <p:nvPr/>
        </p:nvSpPr>
        <p:spPr bwMode="auto">
          <a:xfrm>
            <a:off x="685800" y="2565400"/>
            <a:ext cx="84582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eaLnBrk="1" hangingPunct="1">
              <a:spcBef>
                <a:spcPct val="50000"/>
              </a:spcBef>
            </a:pPr>
            <a:r>
              <a:rPr lang="en-US" altLang="en-US" sz="3600">
                <a:latin typeface="Times" panose="02020603050405020304" pitchFamily="18" charset="0"/>
              </a:rPr>
              <a:t>A company is granted the site address 181.56.0.0 (class B). The company needs 1000 subnets. Design the subnets.</a:t>
            </a:r>
          </a:p>
        </p:txBody>
      </p:sp>
      <p:sp>
        <p:nvSpPr>
          <p:cNvPr id="241668" name="Text Box 4">
            <a:extLst>
              <a:ext uri="{FF2B5EF4-FFF2-40B4-BE49-F238E27FC236}">
                <a16:creationId xmlns:a16="http://schemas.microsoft.com/office/drawing/2014/main" id="{CF302178-3162-4F13-AED7-E71E2CF766A8}"/>
              </a:ext>
            </a:extLst>
          </p:cNvPr>
          <p:cNvSpPr txBox="1">
            <a:spLocks noChangeArrowheads="1"/>
          </p:cNvSpPr>
          <p:nvPr/>
        </p:nvSpPr>
        <p:spPr bwMode="auto">
          <a:xfrm>
            <a:off x="3708400" y="4508500"/>
            <a:ext cx="1643063" cy="617538"/>
          </a:xfrm>
          <a:prstGeom prst="rect">
            <a:avLst/>
          </a:prstGeom>
          <a:solidFill>
            <a:schemeClr val="bg1"/>
          </a:solidFill>
          <a:ln w="38100">
            <a:solidFill>
              <a:srgbClr val="FF3300"/>
            </a:solid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rPr>
              <a:t>Solution</a:t>
            </a:r>
          </a:p>
        </p:txBody>
      </p:sp>
      <p:sp>
        <p:nvSpPr>
          <p:cNvPr id="39941" name="Rectangle 5">
            <a:extLst>
              <a:ext uri="{FF2B5EF4-FFF2-40B4-BE49-F238E27FC236}">
                <a16:creationId xmlns:a16="http://schemas.microsoft.com/office/drawing/2014/main" id="{80997724-8C72-4742-8DE2-C2365DA049B9}"/>
              </a:ext>
            </a:extLst>
          </p:cNvPr>
          <p:cNvSpPr>
            <a:spLocks noChangeArrowheads="1"/>
          </p:cNvSpPr>
          <p:nvPr/>
        </p:nvSpPr>
        <p:spPr bwMode="auto">
          <a:xfrm>
            <a:off x="533400" y="5361995"/>
            <a:ext cx="86106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eaLnBrk="1" hangingPunct="1">
              <a:spcBef>
                <a:spcPct val="50000"/>
              </a:spcBef>
            </a:pPr>
            <a:r>
              <a:rPr lang="en-US" altLang="en-US" sz="3600">
                <a:solidFill>
                  <a:schemeClr val="bg2"/>
                </a:solidFill>
                <a:latin typeface="Times" panose="02020603050405020304" pitchFamily="18" charset="0"/>
              </a:rPr>
              <a:t>The number of 1s in the default mask is 16 (class B).</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Text Box 2">
            <a:extLst>
              <a:ext uri="{FF2B5EF4-FFF2-40B4-BE49-F238E27FC236}">
                <a16:creationId xmlns:a16="http://schemas.microsoft.com/office/drawing/2014/main" id="{F6BA8314-0318-4D4F-BE0E-FEB29F620CC7}"/>
              </a:ext>
            </a:extLst>
          </p:cNvPr>
          <p:cNvSpPr txBox="1">
            <a:spLocks noChangeArrowheads="1"/>
          </p:cNvSpPr>
          <p:nvPr/>
        </p:nvSpPr>
        <p:spPr bwMode="auto">
          <a:xfrm>
            <a:off x="2987675" y="836613"/>
            <a:ext cx="3775075" cy="617537"/>
          </a:xfrm>
          <a:prstGeom prst="rect">
            <a:avLst/>
          </a:prstGeom>
          <a:solidFill>
            <a:schemeClr val="bg1"/>
          </a:solidFill>
          <a:ln w="38100">
            <a:solidFill>
              <a:srgbClr val="FF3300"/>
            </a:solid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rPr>
              <a:t>Solution (Continued)</a:t>
            </a:r>
          </a:p>
        </p:txBody>
      </p:sp>
      <p:sp>
        <p:nvSpPr>
          <p:cNvPr id="41987" name="Rectangle 3">
            <a:extLst>
              <a:ext uri="{FF2B5EF4-FFF2-40B4-BE49-F238E27FC236}">
                <a16:creationId xmlns:a16="http://schemas.microsoft.com/office/drawing/2014/main" id="{52D89CFF-5030-48A5-A8C5-76F134402FAE}"/>
              </a:ext>
            </a:extLst>
          </p:cNvPr>
          <p:cNvSpPr>
            <a:spLocks noChangeArrowheads="1"/>
          </p:cNvSpPr>
          <p:nvPr/>
        </p:nvSpPr>
        <p:spPr bwMode="auto">
          <a:xfrm>
            <a:off x="0" y="2379373"/>
            <a:ext cx="91440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eaLnBrk="1" hangingPunct="1">
              <a:spcBef>
                <a:spcPts val="700"/>
              </a:spcBef>
            </a:pPr>
            <a:r>
              <a:rPr lang="en-US" altLang="en-US" sz="3600" dirty="0">
                <a:latin typeface="Times" panose="02020603050405020304" pitchFamily="18" charset="0"/>
              </a:rPr>
              <a:t>The company needs 1000 subnets. This number is not a power of 2. The next number that is a power of 2 is 1024 (2</a:t>
            </a:r>
            <a:r>
              <a:rPr lang="en-US" altLang="en-US" sz="3600" baseline="30000" dirty="0">
                <a:latin typeface="Times" panose="02020603050405020304" pitchFamily="18" charset="0"/>
              </a:rPr>
              <a:t>10</a:t>
            </a:r>
            <a:r>
              <a:rPr lang="en-US" altLang="en-US" sz="3600" dirty="0">
                <a:latin typeface="Times" panose="02020603050405020304" pitchFamily="18" charset="0"/>
              </a:rPr>
              <a:t>). We need 10 more 1s in the subnet mask.</a:t>
            </a:r>
          </a:p>
          <a:p>
            <a:pPr algn="just" eaLnBrk="1" hangingPunct="1">
              <a:spcBef>
                <a:spcPts val="700"/>
              </a:spcBef>
            </a:pPr>
            <a:r>
              <a:rPr lang="en-US" altLang="en-US" sz="3600" dirty="0">
                <a:latin typeface="Times" panose="02020603050405020304" pitchFamily="18" charset="0"/>
              </a:rPr>
              <a:t>The total number of 1s in the subnet mask is 26 (16 </a:t>
            </a:r>
            <a:r>
              <a:rPr lang="en-US" altLang="en-US" sz="3600" dirty="0">
                <a:latin typeface="Symbol" panose="05050102010706020507" pitchFamily="18" charset="2"/>
              </a:rPr>
              <a:t>+</a:t>
            </a:r>
            <a:r>
              <a:rPr lang="en-US" altLang="en-US" sz="3600" dirty="0">
                <a:latin typeface="Times" panose="02020603050405020304" pitchFamily="18" charset="0"/>
              </a:rPr>
              <a:t> 10).</a:t>
            </a:r>
          </a:p>
          <a:p>
            <a:pPr algn="just" eaLnBrk="1" hangingPunct="1">
              <a:spcBef>
                <a:spcPts val="700"/>
              </a:spcBef>
            </a:pPr>
            <a:r>
              <a:rPr lang="en-US" altLang="en-US" sz="3600" dirty="0">
                <a:latin typeface="Times" panose="02020603050405020304" pitchFamily="18" charset="0"/>
              </a:rPr>
              <a:t>The total number of 0s is 6 (32 </a:t>
            </a:r>
            <a:r>
              <a:rPr lang="en-US" altLang="en-US" sz="3600" dirty="0">
                <a:latin typeface="Symbol" panose="05050102010706020507" pitchFamily="18" charset="2"/>
              </a:rPr>
              <a:t>-</a:t>
            </a:r>
            <a:r>
              <a:rPr lang="en-US" altLang="en-US" sz="3600" dirty="0">
                <a:latin typeface="Times" panose="02020603050405020304" pitchFamily="18" charset="0"/>
              </a:rPr>
              <a:t> 26).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Text Box 2">
            <a:extLst>
              <a:ext uri="{FF2B5EF4-FFF2-40B4-BE49-F238E27FC236}">
                <a16:creationId xmlns:a16="http://schemas.microsoft.com/office/drawing/2014/main" id="{66FF9391-CED0-4381-84F8-D309CDF0F652}"/>
              </a:ext>
            </a:extLst>
          </p:cNvPr>
          <p:cNvSpPr txBox="1">
            <a:spLocks noChangeArrowheads="1"/>
          </p:cNvSpPr>
          <p:nvPr/>
        </p:nvSpPr>
        <p:spPr bwMode="auto">
          <a:xfrm>
            <a:off x="3348038" y="836613"/>
            <a:ext cx="3775075" cy="617537"/>
          </a:xfrm>
          <a:prstGeom prst="rect">
            <a:avLst/>
          </a:prstGeom>
          <a:solidFill>
            <a:schemeClr val="bg1"/>
          </a:solidFill>
          <a:ln w="38100">
            <a:solidFill>
              <a:srgbClr val="FF3300"/>
            </a:solid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rPr>
              <a:t>Solution (Continued)</a:t>
            </a:r>
          </a:p>
        </p:txBody>
      </p:sp>
      <p:sp>
        <p:nvSpPr>
          <p:cNvPr id="44035" name="Rectangle 3">
            <a:extLst>
              <a:ext uri="{FF2B5EF4-FFF2-40B4-BE49-F238E27FC236}">
                <a16:creationId xmlns:a16="http://schemas.microsoft.com/office/drawing/2014/main" id="{F758E127-52A3-47FE-AC32-7F27EB779C5A}"/>
              </a:ext>
            </a:extLst>
          </p:cNvPr>
          <p:cNvSpPr>
            <a:spLocks noChangeArrowheads="1"/>
          </p:cNvSpPr>
          <p:nvPr/>
        </p:nvSpPr>
        <p:spPr bwMode="auto">
          <a:xfrm>
            <a:off x="304800" y="1257300"/>
            <a:ext cx="8610600" cy="565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eaLnBrk="1" hangingPunct="1">
              <a:spcBef>
                <a:spcPts val="700"/>
              </a:spcBef>
            </a:pPr>
            <a:r>
              <a:rPr lang="en-US" altLang="en-US" sz="3600">
                <a:solidFill>
                  <a:schemeClr val="bg2"/>
                </a:solidFill>
                <a:latin typeface="Times" panose="02020603050405020304" pitchFamily="18" charset="0"/>
              </a:rPr>
              <a:t>The mask is</a:t>
            </a:r>
          </a:p>
          <a:p>
            <a:pPr algn="just" eaLnBrk="1" hangingPunct="1">
              <a:spcBef>
                <a:spcPts val="700"/>
              </a:spcBef>
            </a:pPr>
            <a:r>
              <a:rPr lang="en-US" altLang="en-US" sz="3600" b="1">
                <a:solidFill>
                  <a:srgbClr val="FF00FF"/>
                </a:solidFill>
                <a:latin typeface="Times" panose="02020603050405020304" pitchFamily="18" charset="0"/>
              </a:rPr>
              <a:t>    </a:t>
            </a:r>
          </a:p>
          <a:p>
            <a:pPr algn="just" eaLnBrk="1" hangingPunct="1">
              <a:spcBef>
                <a:spcPts val="700"/>
              </a:spcBef>
            </a:pPr>
            <a:r>
              <a:rPr lang="en-US" altLang="en-US" sz="3600" u="sng">
                <a:solidFill>
                  <a:schemeClr val="bg2"/>
                </a:solidFill>
                <a:latin typeface="Times" panose="02020603050405020304" pitchFamily="18" charset="0"/>
              </a:rPr>
              <a:t>11111111 11111111 11111111</a:t>
            </a:r>
            <a:r>
              <a:rPr lang="en-US" altLang="en-US" sz="3600" b="1">
                <a:solidFill>
                  <a:srgbClr val="000000"/>
                </a:solidFill>
                <a:latin typeface="Times" panose="02020603050405020304" pitchFamily="18" charset="0"/>
              </a:rPr>
              <a:t> </a:t>
            </a:r>
            <a:r>
              <a:rPr lang="en-US" altLang="en-US" sz="3600" u="sng">
                <a:solidFill>
                  <a:schemeClr val="bg2"/>
                </a:solidFill>
                <a:latin typeface="Times" panose="02020603050405020304" pitchFamily="18" charset="0"/>
              </a:rPr>
              <a:t>11</a:t>
            </a:r>
            <a:r>
              <a:rPr lang="en-US" altLang="en-US" sz="3600">
                <a:solidFill>
                  <a:srgbClr val="000000"/>
                </a:solidFill>
                <a:latin typeface="Times" panose="02020603050405020304" pitchFamily="18" charset="0"/>
              </a:rPr>
              <a:t>000000</a:t>
            </a:r>
          </a:p>
          <a:p>
            <a:pPr algn="just" eaLnBrk="1" hangingPunct="1">
              <a:spcBef>
                <a:spcPts val="700"/>
              </a:spcBef>
            </a:pPr>
            <a:r>
              <a:rPr lang="en-US" altLang="en-US" sz="3600">
                <a:solidFill>
                  <a:srgbClr val="000000"/>
                </a:solidFill>
                <a:latin typeface="Times" panose="02020603050405020304" pitchFamily="18" charset="0"/>
              </a:rPr>
              <a:t>                                 or </a:t>
            </a:r>
          </a:p>
          <a:p>
            <a:pPr algn="just" eaLnBrk="1" hangingPunct="1">
              <a:spcBef>
                <a:spcPts val="700"/>
              </a:spcBef>
            </a:pPr>
            <a:r>
              <a:rPr lang="en-US" altLang="en-US" sz="3600">
                <a:solidFill>
                  <a:srgbClr val="FF00FF"/>
                </a:solidFill>
                <a:latin typeface="Times" panose="02020603050405020304" pitchFamily="18" charset="0"/>
              </a:rPr>
              <a:t>                    </a:t>
            </a:r>
            <a:r>
              <a:rPr lang="en-US" altLang="en-US" sz="3600" b="1">
                <a:solidFill>
                  <a:schemeClr val="bg2"/>
                </a:solidFill>
                <a:latin typeface="Times" panose="02020603050405020304" pitchFamily="18" charset="0"/>
              </a:rPr>
              <a:t>255.255</a:t>
            </a:r>
            <a:r>
              <a:rPr lang="en-US" altLang="en-US" sz="3600" b="1">
                <a:solidFill>
                  <a:srgbClr val="000000"/>
                </a:solidFill>
                <a:latin typeface="Times" panose="02020603050405020304" pitchFamily="18" charset="0"/>
              </a:rPr>
              <a:t>.255.192.</a:t>
            </a:r>
          </a:p>
          <a:p>
            <a:pPr algn="just" eaLnBrk="1" hangingPunct="1">
              <a:spcBef>
                <a:spcPts val="700"/>
              </a:spcBef>
            </a:pPr>
            <a:r>
              <a:rPr lang="en-US" altLang="en-US" sz="3600">
                <a:solidFill>
                  <a:srgbClr val="000000"/>
                </a:solidFill>
                <a:latin typeface="Times" panose="02020603050405020304" pitchFamily="18" charset="0"/>
              </a:rPr>
              <a:t>The number of subnets is 1024.</a:t>
            </a:r>
          </a:p>
          <a:p>
            <a:pPr algn="just" eaLnBrk="1" hangingPunct="1">
              <a:spcBef>
                <a:spcPts val="700"/>
              </a:spcBef>
            </a:pPr>
            <a:r>
              <a:rPr lang="en-US" altLang="en-US" sz="3600">
                <a:solidFill>
                  <a:srgbClr val="000000"/>
                </a:solidFill>
                <a:latin typeface="Times" panose="02020603050405020304" pitchFamily="18" charset="0"/>
              </a:rPr>
              <a:t>The number of addresses in each subnet is 2</a:t>
            </a:r>
            <a:r>
              <a:rPr lang="en-US" altLang="en-US" sz="3600" baseline="30000">
                <a:solidFill>
                  <a:srgbClr val="000000"/>
                </a:solidFill>
                <a:latin typeface="Times" panose="02020603050405020304" pitchFamily="18" charset="0"/>
              </a:rPr>
              <a:t>6</a:t>
            </a:r>
            <a:r>
              <a:rPr lang="en-US" altLang="en-US" sz="3600">
                <a:solidFill>
                  <a:srgbClr val="000000"/>
                </a:solidFill>
                <a:latin typeface="Times" panose="02020603050405020304" pitchFamily="18" charset="0"/>
              </a:rPr>
              <a:t> (6 is the number of 0s) or 64.</a:t>
            </a:r>
          </a:p>
          <a:p>
            <a:pPr algn="just" eaLnBrk="1" hangingPunct="1">
              <a:spcBef>
                <a:spcPts val="700"/>
              </a:spcBef>
            </a:pPr>
            <a:r>
              <a:rPr lang="en-US" altLang="en-US" sz="3600">
                <a:solidFill>
                  <a:schemeClr val="bg2"/>
                </a:solidFill>
                <a:latin typeface="Times" panose="02020603050405020304" pitchFamily="18" charset="0"/>
              </a:rPr>
              <a:t>See next slide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3">
            <a:extLst>
              <a:ext uri="{FF2B5EF4-FFF2-40B4-BE49-F238E27FC236}">
                <a16:creationId xmlns:a16="http://schemas.microsoft.com/office/drawing/2014/main" id="{17983D78-0A35-4DE6-956D-F49FDD3A34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620713"/>
            <a:ext cx="6216650"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083" name="Text Box 4">
            <a:extLst>
              <a:ext uri="{FF2B5EF4-FFF2-40B4-BE49-F238E27FC236}">
                <a16:creationId xmlns:a16="http://schemas.microsoft.com/office/drawing/2014/main" id="{006A9815-B408-45E5-AFA7-DE9DACAA8050}"/>
              </a:ext>
            </a:extLst>
          </p:cNvPr>
          <p:cNvSpPr txBox="1">
            <a:spLocks noChangeArrowheads="1"/>
          </p:cNvSpPr>
          <p:nvPr/>
        </p:nvSpPr>
        <p:spPr bwMode="auto">
          <a:xfrm>
            <a:off x="3614738" y="95250"/>
            <a:ext cx="22479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b="1">
                <a:solidFill>
                  <a:schemeClr val="accent2"/>
                </a:solidFill>
              </a:rPr>
              <a:t>Example 12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626D8F61-B3E4-48C3-BAB5-C5DE8C8E32DB}"/>
              </a:ext>
            </a:extLst>
          </p:cNvPr>
          <p:cNvSpPr>
            <a:spLocks noGrp="1"/>
          </p:cNvSpPr>
          <p:nvPr>
            <p:ph type="title"/>
          </p:nvPr>
        </p:nvSpPr>
        <p:spPr bwMode="auto">
          <a:xfrm>
            <a:off x="628650" y="365125"/>
            <a:ext cx="7886700" cy="1006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Example 5 </a:t>
            </a:r>
          </a:p>
        </p:txBody>
      </p:sp>
      <p:sp>
        <p:nvSpPr>
          <p:cNvPr id="3" name="Content Placeholder 2">
            <a:extLst>
              <a:ext uri="{FF2B5EF4-FFF2-40B4-BE49-F238E27FC236}">
                <a16:creationId xmlns:a16="http://schemas.microsoft.com/office/drawing/2014/main" id="{AFFE4A4F-3C69-47BA-BE00-BCA349CC454F}"/>
              </a:ext>
            </a:extLst>
          </p:cNvPr>
          <p:cNvSpPr>
            <a:spLocks noGrp="1"/>
          </p:cNvSpPr>
          <p:nvPr>
            <p:ph idx="1"/>
          </p:nvPr>
        </p:nvSpPr>
        <p:spPr>
          <a:xfrm>
            <a:off x="628650" y="1371600"/>
            <a:ext cx="7886700" cy="5486400"/>
          </a:xfrm>
        </p:spPr>
        <p:txBody>
          <a:bodyPr/>
          <a:lstStyle/>
          <a:p>
            <a:pPr>
              <a:buFontTx/>
              <a:buNone/>
              <a:defRPr/>
            </a:pPr>
            <a:r>
              <a:rPr lang="en-US" dirty="0"/>
              <a:t>Imagine, you are a network administrator, and your network address is 170.170.0.0. Your authority asks to make subnets where each subnet will contain 1024 usable hosts.</a:t>
            </a:r>
          </a:p>
          <a:p>
            <a:pPr marL="571500" indent="-571500">
              <a:buFontTx/>
              <a:buAutoNum type="romanLcPeriod"/>
              <a:defRPr/>
            </a:pPr>
            <a:r>
              <a:rPr lang="en-US" dirty="0"/>
              <a:t>How many subnet can be achieved?</a:t>
            </a:r>
          </a:p>
          <a:p>
            <a:pPr marL="571500" indent="-571500">
              <a:buFontTx/>
              <a:buAutoNum type="romanLcPeriod"/>
              <a:defRPr/>
            </a:pPr>
            <a:r>
              <a:rPr lang="en-US" dirty="0"/>
              <a:t>What is the subnet mask?</a:t>
            </a:r>
          </a:p>
          <a:p>
            <a:pPr marL="571500" indent="-571500">
              <a:buFontTx/>
              <a:buAutoNum type="romanLcPeriod"/>
              <a:defRPr/>
            </a:pPr>
            <a:r>
              <a:rPr lang="en-US" dirty="0"/>
              <a:t>What is the IP address of the 1st subnet?</a:t>
            </a:r>
          </a:p>
          <a:p>
            <a:pPr marL="571500" indent="-571500">
              <a:buFontTx/>
              <a:buAutoNum type="romanLcPeriod"/>
              <a:defRPr/>
            </a:pPr>
            <a:r>
              <a:rPr lang="en-US" dirty="0"/>
              <a:t>What is the IP address of the last subnet?</a:t>
            </a:r>
          </a:p>
          <a:p>
            <a:pPr marL="571500" indent="-571500">
              <a:buFontTx/>
              <a:buAutoNum type="romanLcPeriod"/>
              <a:defRPr/>
            </a:pPr>
            <a:r>
              <a:rPr lang="en-US" dirty="0"/>
              <a:t>What is the broadcast address if the second subnet?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14C9ED6E-0FC2-4A43-8174-25D4677247F1}"/>
              </a:ext>
            </a:extLst>
          </p:cNvPr>
          <p:cNvSpPr>
            <a:spLocks noGrp="1" noChangeArrowheads="1"/>
          </p:cNvSpPr>
          <p:nvPr>
            <p:ph type="title"/>
          </p:nvPr>
        </p:nvSpPr>
        <p:spPr bwMode="auto">
          <a:xfrm>
            <a:off x="628650" y="365125"/>
            <a:ext cx="7886700" cy="1006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Example 5 </a:t>
            </a:r>
          </a:p>
        </p:txBody>
      </p:sp>
      <p:sp>
        <p:nvSpPr>
          <p:cNvPr id="49155" name="Content Placeholder 2">
            <a:extLst>
              <a:ext uri="{FF2B5EF4-FFF2-40B4-BE49-F238E27FC236}">
                <a16:creationId xmlns:a16="http://schemas.microsoft.com/office/drawing/2014/main" id="{1A09F5D5-9393-4368-AD93-5DA97CFE0F90}"/>
              </a:ext>
            </a:extLst>
          </p:cNvPr>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170.170.0.0.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A4927083-9005-414F-81B2-FA23EF202975}"/>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Solution</a:t>
            </a:r>
          </a:p>
        </p:txBody>
      </p:sp>
      <p:sp>
        <p:nvSpPr>
          <p:cNvPr id="50179" name="Content Placeholder 2">
            <a:extLst>
              <a:ext uri="{FF2B5EF4-FFF2-40B4-BE49-F238E27FC236}">
                <a16:creationId xmlns:a16="http://schemas.microsoft.com/office/drawing/2014/main" id="{6B51258A-239A-458F-8A7B-B162C47E4EDC}"/>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71500" indent="-571500">
              <a:buFontTx/>
              <a:buAutoNum type="romanLcPeriod"/>
            </a:pPr>
            <a:r>
              <a:rPr lang="en-US" altLang="en-US" dirty="0"/>
              <a:t>Host bit needed=11,No of subnet=32</a:t>
            </a:r>
          </a:p>
          <a:p>
            <a:pPr marL="571500" indent="-571500">
              <a:buFontTx/>
              <a:buAutoNum type="romanLcPeriod"/>
            </a:pPr>
            <a:r>
              <a:rPr lang="en-US" altLang="en-US" dirty="0"/>
              <a:t>11111111.11111111.11111000.00000000</a:t>
            </a:r>
            <a:endParaRPr lang="en-US" altLang="en-US" dirty="0">
              <a:cs typeface="Times New Roman"/>
            </a:endParaRPr>
          </a:p>
          <a:p>
            <a:pPr marL="571500" indent="-571500">
              <a:buFontTx/>
              <a:buAutoNum type="romanLcPeriod"/>
            </a:pPr>
            <a:r>
              <a:rPr lang="en-US" altLang="en-US">
                <a:cs typeface="Times New Roman"/>
              </a:rPr>
              <a:t>170.170.0.0</a:t>
            </a:r>
            <a:endParaRPr lang="en-US" altLang="en-US" dirty="0"/>
          </a:p>
          <a:p>
            <a:pPr marL="571500" indent="-571500">
              <a:buFontTx/>
              <a:buAutoNum type="romanLcPeriod"/>
            </a:pPr>
            <a:r>
              <a:rPr lang="en-US" altLang="en-US" dirty="0"/>
              <a:t>170.170.248.0</a:t>
            </a:r>
            <a:endParaRPr lang="en-US" dirty="0"/>
          </a:p>
          <a:p>
            <a:pPr marL="571500" indent="-571500">
              <a:buFontTx/>
              <a:buAutoNum type="romanLcPeriod"/>
            </a:pPr>
            <a:r>
              <a:rPr lang="en-US" altLang="en-US" dirty="0"/>
              <a:t>170.170.15.255</a:t>
            </a:r>
            <a:endParaRPr lang="en-US" altLang="en-US" dirty="0">
              <a:cs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2690B284-538D-4959-94C5-D4CB17371671}"/>
              </a:ext>
            </a:extLst>
          </p:cNvPr>
          <p:cNvSpPr>
            <a:spLocks noGrp="1"/>
          </p:cNvSpPr>
          <p:nvPr>
            <p:ph type="title"/>
          </p:nvPr>
        </p:nvSpPr>
        <p:spPr bwMode="auto">
          <a:xfrm>
            <a:off x="628650" y="365125"/>
            <a:ext cx="7886700" cy="1006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Example 6</a:t>
            </a:r>
          </a:p>
        </p:txBody>
      </p:sp>
      <p:sp>
        <p:nvSpPr>
          <p:cNvPr id="3" name="Content Placeholder 2">
            <a:extLst>
              <a:ext uri="{FF2B5EF4-FFF2-40B4-BE49-F238E27FC236}">
                <a16:creationId xmlns:a16="http://schemas.microsoft.com/office/drawing/2014/main" id="{57DAAE27-3A4C-4CFC-B035-51BC0B3ACDBF}"/>
              </a:ext>
            </a:extLst>
          </p:cNvPr>
          <p:cNvSpPr>
            <a:spLocks noGrp="1"/>
          </p:cNvSpPr>
          <p:nvPr>
            <p:ph idx="1"/>
          </p:nvPr>
        </p:nvSpPr>
        <p:spPr>
          <a:xfrm>
            <a:off x="628650" y="1371600"/>
            <a:ext cx="7886700" cy="4805363"/>
          </a:xfrm>
        </p:spPr>
        <p:txBody>
          <a:bodyPr/>
          <a:lstStyle/>
          <a:p>
            <a:pPr algn="just">
              <a:buFontTx/>
              <a:buNone/>
              <a:defRPr/>
            </a:pPr>
            <a:r>
              <a:rPr lang="en-US"/>
              <a:t>Let you are a network administrator and your network address is 180.180.0.0. Your authority asks to make subnets where each subnet will contain 512 usable hosts.</a:t>
            </a:r>
          </a:p>
          <a:p>
            <a:pPr marL="571500" indent="-571500">
              <a:buFontTx/>
              <a:buAutoNum type="romanLcPeriod"/>
              <a:defRPr/>
            </a:pPr>
            <a:r>
              <a:rPr lang="en-US"/>
              <a:t>How many subnet can be achieved?</a:t>
            </a:r>
          </a:p>
          <a:p>
            <a:pPr marL="571500" indent="-571500">
              <a:buFontTx/>
              <a:buAutoNum type="romanLcPeriod"/>
              <a:defRPr/>
            </a:pPr>
            <a:r>
              <a:rPr lang="en-US"/>
              <a:t>What is the subnet mask?</a:t>
            </a:r>
          </a:p>
          <a:p>
            <a:pPr marL="571500" indent="-571500">
              <a:buFontTx/>
              <a:buAutoNum type="romanLcPeriod"/>
              <a:defRPr/>
            </a:pPr>
            <a:r>
              <a:rPr lang="en-US"/>
              <a:t>What is the IP address of the last subnet?</a:t>
            </a:r>
          </a:p>
          <a:p>
            <a:pPr marL="571500" indent="-571500">
              <a:buFontTx/>
              <a:buAutoNum type="romanLcPeriod"/>
              <a:defRPr/>
            </a:pPr>
            <a:r>
              <a:rPr lang="en-US"/>
              <a:t>What is the broadcast address if the second subnet?</a:t>
            </a:r>
          </a:p>
          <a:p>
            <a:pPr>
              <a:defRPr/>
            </a:pP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01FDBC3C-FECA-43C3-9E85-26D04FB1168B}"/>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Solution</a:t>
            </a:r>
          </a:p>
        </p:txBody>
      </p:sp>
      <p:sp>
        <p:nvSpPr>
          <p:cNvPr id="52227" name="Content Placeholder 2">
            <a:extLst>
              <a:ext uri="{FF2B5EF4-FFF2-40B4-BE49-F238E27FC236}">
                <a16:creationId xmlns:a16="http://schemas.microsoft.com/office/drawing/2014/main" id="{84698FF2-AC12-4385-A6D7-AF42619AA546}"/>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71500" indent="-571500">
              <a:buFontTx/>
              <a:buAutoNum type="romanLcPeriod"/>
            </a:pPr>
            <a:r>
              <a:rPr lang="en-US" altLang="en-US"/>
              <a:t>Host bit needed=10,No of subnet=64</a:t>
            </a:r>
          </a:p>
          <a:p>
            <a:pPr marL="571500" indent="-571500">
              <a:buFontTx/>
              <a:buAutoNum type="romanLcPeriod"/>
            </a:pPr>
            <a:r>
              <a:rPr lang="en-US" altLang="en-US"/>
              <a:t>11111111.11111111.11111100.00000000</a:t>
            </a:r>
          </a:p>
          <a:p>
            <a:pPr marL="571500" indent="-571500">
              <a:buFontTx/>
              <a:buAutoNum type="romanLcPeriod"/>
            </a:pPr>
            <a:r>
              <a:rPr lang="en-US" altLang="en-US"/>
              <a:t>180.180.252.0</a:t>
            </a:r>
          </a:p>
          <a:p>
            <a:pPr marL="571500" indent="-571500">
              <a:buFontTx/>
              <a:buAutoNum type="romanLcPeriod"/>
            </a:pPr>
            <a:r>
              <a:rPr lang="en-US" altLang="en-US"/>
              <a:t>180.180.7.255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CD538134-3BAB-4F15-B060-E9E868B408E1}"/>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Example 6</a:t>
            </a:r>
          </a:p>
        </p:txBody>
      </p:sp>
      <p:sp>
        <p:nvSpPr>
          <p:cNvPr id="3" name="Content Placeholder 2">
            <a:extLst>
              <a:ext uri="{FF2B5EF4-FFF2-40B4-BE49-F238E27FC236}">
                <a16:creationId xmlns:a16="http://schemas.microsoft.com/office/drawing/2014/main" id="{D28672F3-34DE-402E-BDEB-28287E3504E8}"/>
              </a:ext>
            </a:extLst>
          </p:cNvPr>
          <p:cNvSpPr>
            <a:spLocks noGrp="1"/>
          </p:cNvSpPr>
          <p:nvPr>
            <p:ph idx="1"/>
          </p:nvPr>
        </p:nvSpPr>
        <p:spPr/>
        <p:txBody>
          <a:bodyPr/>
          <a:lstStyle/>
          <a:p>
            <a:pPr>
              <a:defRPr/>
            </a:pPr>
            <a:r>
              <a:rPr lang="en-US"/>
              <a:t>What is the maximum number of subnet in class c using the following mask?</a:t>
            </a:r>
          </a:p>
          <a:p>
            <a:pPr marL="571500" indent="-571500">
              <a:buFontTx/>
              <a:buAutoNum type="romanLcPeriod"/>
              <a:defRPr/>
            </a:pPr>
            <a:r>
              <a:rPr lang="en-US"/>
              <a:t>255.255.255.192</a:t>
            </a:r>
          </a:p>
          <a:p>
            <a:pPr marL="571500" indent="-571500">
              <a:buFontTx/>
              <a:buAutoNum type="romanLcPeriod"/>
              <a:defRPr/>
            </a:pPr>
            <a:r>
              <a:rPr lang="en-US"/>
              <a:t>255.255.255.240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C2D5FBDE-1D40-42A9-9CF6-DF36433065F4}"/>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Solutuins</a:t>
            </a:r>
            <a:br>
              <a:rPr lang="en-US" altLang="en-US"/>
            </a:br>
            <a:endParaRPr lang="en-US" altLang="en-US"/>
          </a:p>
        </p:txBody>
      </p:sp>
      <p:sp>
        <p:nvSpPr>
          <p:cNvPr id="54275" name="Content Placeholder 2">
            <a:extLst>
              <a:ext uri="{FF2B5EF4-FFF2-40B4-BE49-F238E27FC236}">
                <a16:creationId xmlns:a16="http://schemas.microsoft.com/office/drawing/2014/main" id="{E58CEB39-7041-4D0D-9808-4FAD4E9FF2E3}"/>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i. 4</a:t>
            </a:r>
          </a:p>
          <a:p>
            <a:r>
              <a:rPr lang="en-US" altLang="en-US"/>
              <a:t>ii. 16</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9E12C3-2477-F667-298D-853AA400E7BD}"/>
              </a:ext>
            </a:extLst>
          </p:cNvPr>
          <p:cNvPicPr>
            <a:picLocks noChangeAspect="1"/>
          </p:cNvPicPr>
          <p:nvPr/>
        </p:nvPicPr>
        <p:blipFill>
          <a:blip r:embed="rId2"/>
          <a:stretch>
            <a:fillRect/>
          </a:stretch>
        </p:blipFill>
        <p:spPr>
          <a:xfrm>
            <a:off x="190500" y="6291"/>
            <a:ext cx="8949904" cy="6845418"/>
          </a:xfrm>
          <a:prstGeom prst="rect">
            <a:avLst/>
          </a:prstGeom>
        </p:spPr>
      </p:pic>
    </p:spTree>
    <p:extLst>
      <p:ext uri="{BB962C8B-B14F-4D97-AF65-F5344CB8AC3E}">
        <p14:creationId xmlns:p14="http://schemas.microsoft.com/office/powerpoint/2010/main" val="19842642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2495B6-C00A-0822-576E-E8F6AFC3A3B5}"/>
              </a:ext>
            </a:extLst>
          </p:cNvPr>
          <p:cNvPicPr>
            <a:picLocks noChangeAspect="1"/>
          </p:cNvPicPr>
          <p:nvPr/>
        </p:nvPicPr>
        <p:blipFill>
          <a:blip r:embed="rId2"/>
          <a:stretch>
            <a:fillRect/>
          </a:stretch>
        </p:blipFill>
        <p:spPr>
          <a:xfrm>
            <a:off x="3595" y="6292"/>
            <a:ext cx="9136811" cy="6845417"/>
          </a:xfrm>
          <a:prstGeom prst="rect">
            <a:avLst/>
          </a:prstGeom>
        </p:spPr>
      </p:pic>
    </p:spTree>
    <p:extLst>
      <p:ext uri="{BB962C8B-B14F-4D97-AF65-F5344CB8AC3E}">
        <p14:creationId xmlns:p14="http://schemas.microsoft.com/office/powerpoint/2010/main" val="29596884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736832F-A02B-2C2F-E99D-819FF9192849}"/>
              </a:ext>
            </a:extLst>
          </p:cNvPr>
          <p:cNvPicPr>
            <a:picLocks noChangeAspect="1"/>
          </p:cNvPicPr>
          <p:nvPr/>
        </p:nvPicPr>
        <p:blipFill>
          <a:blip r:embed="rId2"/>
          <a:stretch>
            <a:fillRect/>
          </a:stretch>
        </p:blipFill>
        <p:spPr>
          <a:xfrm>
            <a:off x="3596" y="6291"/>
            <a:ext cx="9136810" cy="6845418"/>
          </a:xfrm>
          <a:prstGeom prst="rect">
            <a:avLst/>
          </a:prstGeom>
        </p:spPr>
      </p:pic>
    </p:spTree>
    <p:extLst>
      <p:ext uri="{BB962C8B-B14F-4D97-AF65-F5344CB8AC3E}">
        <p14:creationId xmlns:p14="http://schemas.microsoft.com/office/powerpoint/2010/main" val="12249120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2F728BC-7299-7EBF-DDAE-C64C6D9AFC15}"/>
              </a:ext>
            </a:extLst>
          </p:cNvPr>
          <p:cNvPicPr>
            <a:picLocks noChangeAspect="1"/>
          </p:cNvPicPr>
          <p:nvPr/>
        </p:nvPicPr>
        <p:blipFill>
          <a:blip r:embed="rId2"/>
          <a:stretch>
            <a:fillRect/>
          </a:stretch>
        </p:blipFill>
        <p:spPr>
          <a:xfrm>
            <a:off x="3595" y="6291"/>
            <a:ext cx="9136811" cy="6845418"/>
          </a:xfrm>
          <a:prstGeom prst="rect">
            <a:avLst/>
          </a:prstGeom>
        </p:spPr>
      </p:pic>
    </p:spTree>
    <p:extLst>
      <p:ext uri="{BB962C8B-B14F-4D97-AF65-F5344CB8AC3E}">
        <p14:creationId xmlns:p14="http://schemas.microsoft.com/office/powerpoint/2010/main" val="13825929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EE2ED6-8061-826B-8078-4A4CD19A1070}"/>
              </a:ext>
            </a:extLst>
          </p:cNvPr>
          <p:cNvPicPr>
            <a:picLocks noChangeAspect="1"/>
          </p:cNvPicPr>
          <p:nvPr/>
        </p:nvPicPr>
        <p:blipFill>
          <a:blip r:embed="rId2"/>
          <a:stretch>
            <a:fillRect/>
          </a:stretch>
        </p:blipFill>
        <p:spPr>
          <a:xfrm>
            <a:off x="3595" y="6292"/>
            <a:ext cx="9136811" cy="6845417"/>
          </a:xfrm>
          <a:prstGeom prst="rect">
            <a:avLst/>
          </a:prstGeom>
        </p:spPr>
      </p:pic>
    </p:spTree>
    <p:extLst>
      <p:ext uri="{BB962C8B-B14F-4D97-AF65-F5344CB8AC3E}">
        <p14:creationId xmlns:p14="http://schemas.microsoft.com/office/powerpoint/2010/main" val="18663081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4A588E4C-FAED-469D-93AE-758027F06785}"/>
              </a:ext>
            </a:extLst>
          </p:cNvPr>
          <p:cNvSpPr>
            <a:spLocks noGrp="1"/>
          </p:cNvSpPr>
          <p:nvPr>
            <p:ph type="title"/>
          </p:nvPr>
        </p:nvSpPr>
        <p:spPr bwMode="auto">
          <a:xfrm>
            <a:off x="628650" y="365125"/>
            <a:ext cx="7886700" cy="5197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a:r>
              <a:rPr lang="en-US" altLang="en-US" sz="3600"/>
              <a:t>Suppose, one day your supervisor saying here is the network id </a:t>
            </a:r>
            <a:r>
              <a:rPr lang="en-US" altLang="en-US" sz="3600" b="1"/>
              <a:t>192.168.4.0</a:t>
            </a:r>
            <a:r>
              <a:rPr lang="en-US" altLang="en-US" sz="3600"/>
              <a:t> please create </a:t>
            </a:r>
            <a:r>
              <a:rPr lang="en-US" altLang="en-US" sz="3600" b="1"/>
              <a:t>three</a:t>
            </a:r>
            <a:r>
              <a:rPr lang="en-US" altLang="en-US" sz="3600"/>
              <a:t> subnets for our company. One subnet is the officers, one for front desk and storage room and one the public use. </a:t>
            </a:r>
            <a:br>
              <a:rPr lang="en-US" altLang="en-US" sz="3600"/>
            </a:br>
            <a:r>
              <a:rPr lang="en-US" altLang="en-US" sz="3600"/>
              <a:t>Now you task is to list each </a:t>
            </a:r>
            <a:r>
              <a:rPr lang="en-US" altLang="en-US" sz="3600" b="1"/>
              <a:t>network ID, subnet mask, Host ID range of usable host and broadcast id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AutoShape 2">
            <a:extLst>
              <a:ext uri="{FF2B5EF4-FFF2-40B4-BE49-F238E27FC236}">
                <a16:creationId xmlns:a16="http://schemas.microsoft.com/office/drawing/2014/main" id="{093CFF15-0DB3-48E3-AFCA-2EB4D74E9D52}"/>
              </a:ext>
            </a:extLst>
          </p:cNvPr>
          <p:cNvSpPr>
            <a:spLocks noChangeArrowheads="1"/>
          </p:cNvSpPr>
          <p:nvPr/>
        </p:nvSpPr>
        <p:spPr bwMode="auto">
          <a:xfrm>
            <a:off x="304800" y="1219200"/>
            <a:ext cx="8534400" cy="4419600"/>
          </a:xfrm>
          <a:prstGeom prst="verticalScroll">
            <a:avLst>
              <a:gd name="adj" fmla="val 12500"/>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6323" name="Rectangle 3">
            <a:extLst>
              <a:ext uri="{FF2B5EF4-FFF2-40B4-BE49-F238E27FC236}">
                <a16:creationId xmlns:a16="http://schemas.microsoft.com/office/drawing/2014/main" id="{8EFEB15E-10B0-4950-B81F-852BCD8A991E}"/>
              </a:ext>
            </a:extLst>
          </p:cNvPr>
          <p:cNvSpPr>
            <a:spLocks noChangeArrowheads="1"/>
          </p:cNvSpPr>
          <p:nvPr/>
        </p:nvSpPr>
        <p:spPr bwMode="auto">
          <a:xfrm>
            <a:off x="2687638" y="2911475"/>
            <a:ext cx="3848100"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4400" b="1">
                <a:latin typeface="Times" panose="02020603050405020304" pitchFamily="18" charset="0"/>
              </a:rPr>
              <a:t>CLASSLESS </a:t>
            </a:r>
          </a:p>
          <a:p>
            <a:pPr algn="ctr" eaLnBrk="1" hangingPunct="1"/>
            <a:r>
              <a:rPr lang="en-US" altLang="en-US" sz="4400" b="1">
                <a:latin typeface="Times" panose="02020603050405020304" pitchFamily="18" charset="0"/>
              </a:rPr>
              <a:t>ADDRESSING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BEDCBE2A-267C-4C88-A027-548B40A7124D}"/>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a:r>
              <a:rPr lang="en-US" altLang="en-US" sz="3600" b="1"/>
              <a:t>Disadvantage of Classful Addressing</a:t>
            </a:r>
            <a:endParaRPr lang="en-US" altLang="en-US" sz="3600"/>
          </a:p>
        </p:txBody>
      </p:sp>
      <p:sp>
        <p:nvSpPr>
          <p:cNvPr id="58371" name="Content Placeholder 2">
            <a:extLst>
              <a:ext uri="{FF2B5EF4-FFF2-40B4-BE49-F238E27FC236}">
                <a16:creationId xmlns:a16="http://schemas.microsoft.com/office/drawing/2014/main" id="{0628CC9F-8D02-4613-ACC3-98220EE5394D}"/>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Class A with a mask of 255.0.0.0 can support 16, 777, 214 addresses</a:t>
            </a:r>
          </a:p>
          <a:p>
            <a:r>
              <a:rPr lang="en-US" altLang="en-US"/>
              <a:t>Class B with a mask of 255.255.0.0 can support 65, 534 addresses</a:t>
            </a:r>
          </a:p>
          <a:p>
            <a:r>
              <a:rPr lang="en-US" altLang="en-US"/>
              <a:t>Class C with a mask of 255.255.255.0 can support 254 addresses</a:t>
            </a:r>
          </a:p>
          <a:p>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A1EA394B-8A93-4812-A974-26666295DD9D}"/>
              </a:ext>
            </a:extLst>
          </p:cNvPr>
          <p:cNvSpPr>
            <a:spLocks noGrp="1"/>
          </p:cNvSpPr>
          <p:nvPr>
            <p:ph type="ctrTitle"/>
          </p:nvPr>
        </p:nvSpPr>
        <p:spPr bwMode="auto">
          <a:xfrm>
            <a:off x="914400" y="533400"/>
            <a:ext cx="6858000" cy="782638"/>
          </a:xfrm>
        </p:spPr>
        <p:txBody>
          <a:bodyPr vert="horz" wrap="square" lIns="91440" tIns="45720" rIns="91440" bIns="45720" numCol="1" anchorCtr="0" compatLnSpc="1">
            <a:prstTxWarp prst="textNoShape">
              <a:avLst/>
            </a:prstTxWarp>
          </a:bodyPr>
          <a:lstStyle/>
          <a:p>
            <a:pPr>
              <a:defRPr/>
            </a:pPr>
            <a:r>
              <a:rPr lang="en-US" b="1">
                <a:solidFill>
                  <a:schemeClr val="accent2">
                    <a:lumMod val="75000"/>
                  </a:schemeClr>
                </a:solidFill>
              </a:rPr>
              <a:t>Slash notation</a:t>
            </a:r>
          </a:p>
        </p:txBody>
      </p:sp>
      <p:pic>
        <p:nvPicPr>
          <p:cNvPr id="59395" name="Picture 3">
            <a:extLst>
              <a:ext uri="{FF2B5EF4-FFF2-40B4-BE49-F238E27FC236}">
                <a16:creationId xmlns:a16="http://schemas.microsoft.com/office/drawing/2014/main" id="{92152071-5B00-4F68-96E9-1C6082BE8C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0700" y="2924175"/>
            <a:ext cx="5203825"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a:extLst>
              <a:ext uri="{FF2B5EF4-FFF2-40B4-BE49-F238E27FC236}">
                <a16:creationId xmlns:a16="http://schemas.microsoft.com/office/drawing/2014/main" id="{420B6AA7-4433-45C9-8A2A-A11B106D9CD8}"/>
              </a:ext>
            </a:extLst>
          </p:cNvPr>
          <p:cNvSpPr>
            <a:spLocks noChangeArrowheads="1"/>
          </p:cNvSpPr>
          <p:nvPr/>
        </p:nvSpPr>
        <p:spPr bwMode="auto">
          <a:xfrm>
            <a:off x="1042988" y="2997200"/>
            <a:ext cx="7467600" cy="1797050"/>
          </a:xfrm>
          <a:prstGeom prst="rect">
            <a:avLst/>
          </a:prstGeom>
          <a:solidFill>
            <a:srgbClr val="99CCFF"/>
          </a:solidFill>
          <a:ln w="57150">
            <a:solidFill>
              <a:srgbClr val="FF3300"/>
            </a:solidFill>
            <a:miter lim="800000"/>
            <a:headEnd/>
            <a:tailEnd/>
          </a:ln>
          <a:effectLst/>
        </p:spPr>
        <p:txBody>
          <a:bodyPr>
            <a:spAutoFit/>
          </a:bodyPr>
          <a:lstStyle/>
          <a:p>
            <a:pPr algn="ctr" eaLnBrk="1" hangingPunct="1">
              <a:spcBef>
                <a:spcPts val="1100"/>
              </a:spcBef>
              <a:spcAft>
                <a:spcPts val="1100"/>
              </a:spcAft>
              <a:defRPr/>
            </a:pPr>
            <a:r>
              <a:rPr lang="en-US" sz="3600" b="1" i="1">
                <a:effectLst>
                  <a:outerShdw blurRad="38100" dist="38100" dir="2700000" algn="tl">
                    <a:srgbClr val="000000"/>
                  </a:outerShdw>
                </a:effectLst>
                <a:latin typeface="Times" panose="02020603050405020304" pitchFamily="18" charset="0"/>
              </a:rPr>
              <a:t>Slash notation is also called </a:t>
            </a:r>
            <a:br>
              <a:rPr lang="en-US" sz="3600" b="1" i="1">
                <a:effectLst>
                  <a:outerShdw blurRad="38100" dist="38100" dir="2700000" algn="tl">
                    <a:srgbClr val="000000"/>
                  </a:outerShdw>
                </a:effectLst>
                <a:latin typeface="Times" panose="02020603050405020304" pitchFamily="18" charset="0"/>
              </a:rPr>
            </a:br>
            <a:r>
              <a:rPr lang="en-US" sz="3600" b="1" i="1">
                <a:solidFill>
                  <a:srgbClr val="FF3300"/>
                </a:solidFill>
                <a:effectLst>
                  <a:outerShdw blurRad="38100" dist="38100" dir="2700000" algn="tl">
                    <a:srgbClr val="000000"/>
                  </a:outerShdw>
                </a:effectLst>
                <a:latin typeface="Times" panose="02020603050405020304" pitchFamily="18" charset="0"/>
              </a:rPr>
              <a:t>CIDR</a:t>
            </a:r>
            <a:r>
              <a:rPr lang="en-US" sz="3600" b="1" i="1">
                <a:effectLst>
                  <a:outerShdw blurRad="38100" dist="38100" dir="2700000" algn="tl">
                    <a:srgbClr val="000000"/>
                  </a:outerShdw>
                </a:effectLst>
                <a:latin typeface="Times" panose="02020603050405020304" pitchFamily="18" charset="0"/>
              </a:rPr>
              <a:t> </a:t>
            </a:r>
            <a:br>
              <a:rPr lang="en-US" sz="3600" b="1" i="1">
                <a:effectLst>
                  <a:outerShdw blurRad="38100" dist="38100" dir="2700000" algn="tl">
                    <a:srgbClr val="000000"/>
                  </a:outerShdw>
                </a:effectLst>
                <a:latin typeface="Times" panose="02020603050405020304" pitchFamily="18" charset="0"/>
              </a:rPr>
            </a:br>
            <a:r>
              <a:rPr lang="en-US" sz="3600" b="1" i="1">
                <a:effectLst>
                  <a:outerShdw blurRad="38100" dist="38100" dir="2700000" algn="tl">
                    <a:srgbClr val="000000"/>
                  </a:outerShdw>
                </a:effectLst>
                <a:latin typeface="Times" panose="02020603050405020304" pitchFamily="18" charset="0"/>
              </a:rPr>
              <a:t>notation. </a:t>
            </a:r>
          </a:p>
        </p:txBody>
      </p:sp>
      <p:pic>
        <p:nvPicPr>
          <p:cNvPr id="60419" name="Picture 3">
            <a:extLst>
              <a:ext uri="{FF2B5EF4-FFF2-40B4-BE49-F238E27FC236}">
                <a16:creationId xmlns:a16="http://schemas.microsoft.com/office/drawing/2014/main" id="{5C36535F-816F-4FBD-A80C-CBEAA570F5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133600"/>
            <a:ext cx="2057400"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Text Box 2">
            <a:extLst>
              <a:ext uri="{FF2B5EF4-FFF2-40B4-BE49-F238E27FC236}">
                <a16:creationId xmlns:a16="http://schemas.microsoft.com/office/drawing/2014/main" id="{813D6E5F-7509-424E-BC88-CF22233FC846}"/>
              </a:ext>
            </a:extLst>
          </p:cNvPr>
          <p:cNvSpPr txBox="1">
            <a:spLocks noChangeArrowheads="1"/>
          </p:cNvSpPr>
          <p:nvPr/>
        </p:nvSpPr>
        <p:spPr bwMode="auto">
          <a:xfrm>
            <a:off x="2124075" y="1125538"/>
            <a:ext cx="2322513" cy="617537"/>
          </a:xfrm>
          <a:prstGeom prst="rect">
            <a:avLst/>
          </a:prstGeom>
          <a:solidFill>
            <a:schemeClr val="bg1"/>
          </a:solidFill>
          <a:ln w="38100">
            <a:solidFill>
              <a:srgbClr val="FF3300"/>
            </a:solid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rPr>
              <a:t>Example 17 </a:t>
            </a:r>
          </a:p>
        </p:txBody>
      </p:sp>
      <p:sp>
        <p:nvSpPr>
          <p:cNvPr id="62467" name="Rectangle 3">
            <a:extLst>
              <a:ext uri="{FF2B5EF4-FFF2-40B4-BE49-F238E27FC236}">
                <a16:creationId xmlns:a16="http://schemas.microsoft.com/office/drawing/2014/main" id="{2E783DCF-C2FB-4597-AFD5-C9758A3B886B}"/>
              </a:ext>
            </a:extLst>
          </p:cNvPr>
          <p:cNvSpPr>
            <a:spLocks noChangeArrowheads="1"/>
          </p:cNvSpPr>
          <p:nvPr/>
        </p:nvSpPr>
        <p:spPr bwMode="auto">
          <a:xfrm>
            <a:off x="395288" y="2781300"/>
            <a:ext cx="84582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eaLnBrk="1" hangingPunct="1">
              <a:spcBef>
                <a:spcPct val="50000"/>
              </a:spcBef>
            </a:pPr>
            <a:r>
              <a:rPr lang="en-US" altLang="en-US" sz="2800">
                <a:latin typeface="Times" panose="02020603050405020304" pitchFamily="18" charset="0"/>
              </a:rPr>
              <a:t>A small organization is given a block with the beginning address and the prefix length </a:t>
            </a:r>
            <a:r>
              <a:rPr lang="en-US" altLang="en-US" sz="2800" b="1">
                <a:latin typeface="Times" panose="02020603050405020304" pitchFamily="18" charset="0"/>
              </a:rPr>
              <a:t>205.16.37.24/29</a:t>
            </a:r>
            <a:r>
              <a:rPr lang="en-US" altLang="en-US" sz="2800">
                <a:latin typeface="Times" panose="02020603050405020304" pitchFamily="18" charset="0"/>
              </a:rPr>
              <a:t> (in slash notation). What is the range of the block? </a:t>
            </a:r>
            <a:endParaRPr lang="en-US" altLang="en-US" sz="2800" b="1">
              <a:latin typeface="Times"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A48810D-C3AE-4F4F-9104-424CB683AD50}"/>
                  </a:ext>
                </a:extLst>
              </p14:cNvPr>
              <p14:cNvContentPartPr/>
              <p14:nvPr/>
            </p14:nvContentPartPr>
            <p14:xfrm>
              <a:off x="-1324247" y="3277402"/>
              <a:ext cx="7200" cy="16515"/>
            </p14:xfrm>
          </p:contentPart>
        </mc:Choice>
        <mc:Fallback xmlns="">
          <p:pic>
            <p:nvPicPr>
              <p:cNvPr id="2" name="Ink 1">
                <a:extLst>
                  <a:ext uri="{FF2B5EF4-FFF2-40B4-BE49-F238E27FC236}">
                    <a16:creationId xmlns:a16="http://schemas.microsoft.com/office/drawing/2014/main" id="{DA48810D-C3AE-4F4F-9104-424CB683AD50}"/>
                  </a:ext>
                </a:extLst>
              </p:cNvPr>
              <p:cNvPicPr/>
              <p:nvPr/>
            </p:nvPicPr>
            <p:blipFill>
              <a:blip r:embed="rId8"/>
              <a:stretch>
                <a:fillRect/>
              </a:stretch>
            </p:blipFill>
            <p:spPr>
              <a:xfrm>
                <a:off x="-1340611" y="3253809"/>
                <a:ext cx="39600" cy="63229"/>
              </a:xfrm>
              <a:prstGeom prst="rect">
                <a:avLst/>
              </a:prstGeom>
            </p:spPr>
          </p:pic>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a:extLst>
              <a:ext uri="{FF2B5EF4-FFF2-40B4-BE49-F238E27FC236}">
                <a16:creationId xmlns:a16="http://schemas.microsoft.com/office/drawing/2014/main" id="{BFC94A08-DD42-41BD-88F4-E5432E6DD719}"/>
              </a:ext>
            </a:extLst>
          </p:cNvPr>
          <p:cNvSpPr>
            <a:spLocks noGrp="1" noChangeArrowheads="1"/>
          </p:cNvSpPr>
          <p:nvPr>
            <p:ph type="body" idx="4294967295"/>
          </p:nvPr>
        </p:nvSpPr>
        <p:spPr bwMode="auto">
          <a:xfrm>
            <a:off x="1450975" y="2362200"/>
            <a:ext cx="7693025" cy="3724275"/>
          </a:xfrm>
          <a:prstGeom prst="rect">
            <a:avLst/>
          </a:prstGeom>
        </p:spPr>
        <p:txBody>
          <a:bodyPr/>
          <a:lstStyle/>
          <a:p>
            <a:pPr algn="just" eaLnBrk="1" hangingPunct="1">
              <a:defRPr/>
            </a:pPr>
            <a:r>
              <a:rPr lang="en-US" altLang="en-US">
                <a:solidFill>
                  <a:schemeClr val="bg2"/>
                </a:solidFill>
              </a:rPr>
              <a:t>The beginning address is 205.16.37.24. To find the last address we keep the first 29 bits and change the last 3 bits to 1s. </a:t>
            </a:r>
          </a:p>
          <a:p>
            <a:pPr eaLnBrk="1" hangingPunct="1">
              <a:defRPr/>
            </a:pPr>
            <a:r>
              <a:rPr lang="en-US" altLang="en-US" sz="2400">
                <a:solidFill>
                  <a:schemeClr val="tx2">
                    <a:lumMod val="95000"/>
                    <a:lumOff val="5000"/>
                  </a:schemeClr>
                </a:solidFill>
              </a:rPr>
              <a:t>Beginning: </a:t>
            </a:r>
            <a:r>
              <a:rPr lang="en-US" altLang="en-US" sz="2000" b="1" u="sng">
                <a:solidFill>
                  <a:schemeClr val="tx2">
                    <a:lumMod val="95000"/>
                    <a:lumOff val="5000"/>
                  </a:schemeClr>
                </a:solidFill>
              </a:rPr>
              <a:t>11001111  00010000  00100101  00011</a:t>
            </a:r>
            <a:r>
              <a:rPr lang="en-US" altLang="en-US" sz="2000">
                <a:solidFill>
                  <a:schemeClr val="tx2">
                    <a:lumMod val="95000"/>
                    <a:lumOff val="5000"/>
                  </a:schemeClr>
                </a:solidFill>
              </a:rPr>
              <a:t>000</a:t>
            </a:r>
          </a:p>
          <a:p>
            <a:pPr eaLnBrk="1" hangingPunct="1">
              <a:defRPr/>
            </a:pPr>
            <a:r>
              <a:rPr lang="en-US" altLang="en-US" sz="2400">
                <a:solidFill>
                  <a:srgbClr val="000000"/>
                </a:solidFill>
              </a:rPr>
              <a:t>Ending :     </a:t>
            </a:r>
            <a:r>
              <a:rPr lang="en-US" altLang="en-US" sz="2000" b="1" u="sng">
                <a:solidFill>
                  <a:schemeClr val="bg2"/>
                </a:solidFill>
              </a:rPr>
              <a:t>11001111  00010000  00100101  00011</a:t>
            </a:r>
            <a:r>
              <a:rPr lang="en-US" altLang="en-US" sz="2000">
                <a:solidFill>
                  <a:srgbClr val="000000"/>
                </a:solidFill>
              </a:rPr>
              <a:t>111</a:t>
            </a:r>
          </a:p>
          <a:p>
            <a:pPr eaLnBrk="1" hangingPunct="1">
              <a:defRPr/>
            </a:pPr>
            <a:r>
              <a:rPr lang="en-US" altLang="en-US" sz="2400">
                <a:solidFill>
                  <a:srgbClr val="000000"/>
                </a:solidFill>
              </a:rPr>
              <a:t> There are only 8 addresses in this block.</a:t>
            </a:r>
            <a:endParaRPr lang="en-US" altLang="en-US" sz="2400" b="1">
              <a:solidFill>
                <a:schemeClr val="bg2"/>
              </a:solidFill>
            </a:endParaRPr>
          </a:p>
          <a:p>
            <a:pPr algn="ctr" eaLnBrk="1" hangingPunct="1">
              <a:spcBef>
                <a:spcPts val="100"/>
              </a:spcBef>
              <a:spcAft>
                <a:spcPts val="700"/>
              </a:spcAft>
              <a:buFontTx/>
              <a:buNone/>
              <a:defRPr/>
            </a:pPr>
            <a:endParaRPr lang="en-US" altLang="en-US" sz="2400">
              <a:solidFill>
                <a:schemeClr val="bg2"/>
              </a:solidFill>
            </a:endParaRPr>
          </a:p>
          <a:p>
            <a:pPr eaLnBrk="1" hangingPunct="1">
              <a:defRPr/>
            </a:pPr>
            <a:endParaRPr lang="en-US" altLang="en-US">
              <a:solidFill>
                <a:schemeClr val="bg2"/>
              </a:solidFill>
            </a:endParaRPr>
          </a:p>
        </p:txBody>
      </p:sp>
      <p:sp>
        <p:nvSpPr>
          <p:cNvPr id="322564" name="Text Box 4">
            <a:extLst>
              <a:ext uri="{FF2B5EF4-FFF2-40B4-BE49-F238E27FC236}">
                <a16:creationId xmlns:a16="http://schemas.microsoft.com/office/drawing/2014/main" id="{AC5DB92A-65D2-41F4-B86E-E95A86AD7977}"/>
              </a:ext>
            </a:extLst>
          </p:cNvPr>
          <p:cNvSpPr txBox="1">
            <a:spLocks noChangeArrowheads="1"/>
          </p:cNvSpPr>
          <p:nvPr/>
        </p:nvSpPr>
        <p:spPr bwMode="auto">
          <a:xfrm>
            <a:off x="3995738" y="981075"/>
            <a:ext cx="1643062" cy="617538"/>
          </a:xfrm>
          <a:prstGeom prst="rect">
            <a:avLst/>
          </a:prstGeom>
          <a:solidFill>
            <a:schemeClr val="bg1"/>
          </a:solidFill>
          <a:ln w="38100">
            <a:solidFill>
              <a:srgbClr val="FF3300"/>
            </a:solid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rPr>
              <a:t>Solution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Text Box 2">
            <a:extLst>
              <a:ext uri="{FF2B5EF4-FFF2-40B4-BE49-F238E27FC236}">
                <a16:creationId xmlns:a16="http://schemas.microsoft.com/office/drawing/2014/main" id="{B2019801-DDA5-4A0F-A246-0B2FF4E467AB}"/>
              </a:ext>
            </a:extLst>
          </p:cNvPr>
          <p:cNvSpPr txBox="1">
            <a:spLocks noChangeArrowheads="1"/>
          </p:cNvSpPr>
          <p:nvPr/>
        </p:nvSpPr>
        <p:spPr bwMode="auto">
          <a:xfrm>
            <a:off x="3348038" y="1052513"/>
            <a:ext cx="3484562" cy="617537"/>
          </a:xfrm>
          <a:prstGeom prst="rect">
            <a:avLst/>
          </a:prstGeom>
          <a:solidFill>
            <a:schemeClr val="bg1"/>
          </a:solidFill>
          <a:ln w="38100">
            <a:solidFill>
              <a:srgbClr val="FF3300"/>
            </a:solid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rPr>
              <a:t>Example 17 cont’d </a:t>
            </a:r>
          </a:p>
        </p:txBody>
      </p:sp>
      <p:sp>
        <p:nvSpPr>
          <p:cNvPr id="66563" name="Rectangle 3">
            <a:extLst>
              <a:ext uri="{FF2B5EF4-FFF2-40B4-BE49-F238E27FC236}">
                <a16:creationId xmlns:a16="http://schemas.microsoft.com/office/drawing/2014/main" id="{9A8C58C7-6FFE-4C5C-B5A7-7078E7B5A930}"/>
              </a:ext>
            </a:extLst>
          </p:cNvPr>
          <p:cNvSpPr>
            <a:spLocks noChangeArrowheads="1"/>
          </p:cNvSpPr>
          <p:nvPr/>
        </p:nvSpPr>
        <p:spPr bwMode="auto">
          <a:xfrm>
            <a:off x="685800" y="2924175"/>
            <a:ext cx="8458200" cy="286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eaLnBrk="1" hangingPunct="1">
              <a:spcBef>
                <a:spcPct val="50000"/>
              </a:spcBef>
            </a:pPr>
            <a:r>
              <a:rPr lang="en-US" altLang="en-US" sz="2800">
                <a:latin typeface="Times" panose="02020603050405020304" pitchFamily="18" charset="0"/>
              </a:rPr>
              <a:t>We can find the range of addresses in Example 17 by another method. We can argue that the length of the suffix is 32 </a:t>
            </a:r>
            <a:r>
              <a:rPr lang="en-US" altLang="en-US" sz="2800">
                <a:latin typeface="Symbol" panose="05050102010706020507" pitchFamily="18" charset="2"/>
              </a:rPr>
              <a:t>-</a:t>
            </a:r>
            <a:r>
              <a:rPr lang="en-US" altLang="en-US" sz="2800">
                <a:latin typeface="Times" panose="02020603050405020304" pitchFamily="18" charset="0"/>
              </a:rPr>
              <a:t> 29 or 3. So there are 2</a:t>
            </a:r>
            <a:r>
              <a:rPr lang="en-US" altLang="en-US" sz="2800" baseline="30000">
                <a:latin typeface="Times" panose="02020603050405020304" pitchFamily="18" charset="0"/>
              </a:rPr>
              <a:t>3</a:t>
            </a:r>
            <a:r>
              <a:rPr lang="en-US" altLang="en-US" sz="2800">
                <a:latin typeface="Times" panose="02020603050405020304" pitchFamily="18" charset="0"/>
              </a:rPr>
              <a:t> </a:t>
            </a:r>
            <a:r>
              <a:rPr lang="en-US" altLang="en-US" sz="2800">
                <a:latin typeface="Symbol" panose="05050102010706020507" pitchFamily="18" charset="2"/>
              </a:rPr>
              <a:t>=</a:t>
            </a:r>
            <a:r>
              <a:rPr lang="en-US" altLang="en-US" sz="2800">
                <a:latin typeface="Times" panose="02020603050405020304" pitchFamily="18" charset="0"/>
              </a:rPr>
              <a:t> 8 addresses in this block. If the first address is 205.16.37.24, the last address is 205.16.37.31 (24 </a:t>
            </a:r>
            <a:r>
              <a:rPr lang="en-US" altLang="en-US" sz="2800">
                <a:latin typeface="Symbol" panose="05050102010706020507" pitchFamily="18" charset="2"/>
              </a:rPr>
              <a:t>+</a:t>
            </a:r>
            <a:r>
              <a:rPr lang="en-US" altLang="en-US" sz="2800">
                <a:latin typeface="Times" panose="02020603050405020304" pitchFamily="18" charset="0"/>
              </a:rPr>
              <a:t> 7 </a:t>
            </a:r>
            <a:r>
              <a:rPr lang="en-US" altLang="en-US" sz="2800">
                <a:latin typeface="Symbol" panose="05050102010706020507" pitchFamily="18" charset="2"/>
              </a:rPr>
              <a:t>=</a:t>
            </a:r>
            <a:r>
              <a:rPr lang="en-US" altLang="en-US" sz="2800">
                <a:latin typeface="Times" panose="02020603050405020304" pitchFamily="18" charset="0"/>
              </a:rPr>
              <a:t> 31). </a:t>
            </a:r>
          </a:p>
          <a:p>
            <a:pPr algn="just" eaLnBrk="1" hangingPunct="1">
              <a:spcBef>
                <a:spcPct val="50000"/>
              </a:spcBef>
            </a:pPr>
            <a:endParaRPr lang="en-US" altLang="en-US" sz="2800" b="1">
              <a:latin typeface="Times"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11E44B7B-5497-4BE3-80B9-7DE10BB20A80}"/>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Question 1</a:t>
            </a:r>
          </a:p>
        </p:txBody>
      </p:sp>
      <p:sp>
        <p:nvSpPr>
          <p:cNvPr id="68611" name="object 2">
            <a:extLst>
              <a:ext uri="{FF2B5EF4-FFF2-40B4-BE49-F238E27FC236}">
                <a16:creationId xmlns:a16="http://schemas.microsoft.com/office/drawing/2014/main" id="{B58631A5-47E5-4988-8AA4-CD8B440159CB}"/>
              </a:ext>
            </a:extLst>
          </p:cNvPr>
          <p:cNvSpPr>
            <a:spLocks noGrp="1"/>
          </p:cNvSpPr>
          <p:nvPr>
            <p:ph idx="1"/>
          </p:nvPr>
        </p:nvSpPr>
        <p:spPr bwMode="auto">
          <a:xfrm>
            <a:off x="628650" y="1905000"/>
            <a:ext cx="7886700" cy="4271963"/>
          </a:xfrm>
          <a:blipFill dpi="0" rotWithShape="1">
            <a:blip r:embed="rId2"/>
            <a:srcRect/>
            <a:stretch>
              <a:fillRect/>
            </a:stretch>
          </a:blipFill>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endParaRPr lang="en-US"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B3FB2707-194C-4B83-BF1A-A0264C79722E}"/>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Question 2</a:t>
            </a:r>
          </a:p>
        </p:txBody>
      </p:sp>
      <p:sp>
        <p:nvSpPr>
          <p:cNvPr id="69635" name="Content Placeholder 2">
            <a:extLst>
              <a:ext uri="{FF2B5EF4-FFF2-40B4-BE49-F238E27FC236}">
                <a16:creationId xmlns:a16="http://schemas.microsoft.com/office/drawing/2014/main" id="{2038FF01-5EB9-4CCD-87F9-D392C0CFE869}"/>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just">
              <a:spcBef>
                <a:spcPts val="100"/>
              </a:spcBef>
              <a:buFontTx/>
              <a:buNone/>
            </a:pPr>
            <a:r>
              <a:rPr lang="en-US" altLang="en-US">
                <a:latin typeface="Wingdings" panose="05000000000000000000" pitchFamily="2" charset="2"/>
                <a:ea typeface="Wingdings" panose="05000000000000000000" pitchFamily="2" charset="2"/>
                <a:cs typeface="Wingdings" panose="05000000000000000000" pitchFamily="2" charset="2"/>
              </a:rPr>
              <a:t></a:t>
            </a:r>
            <a:r>
              <a:rPr lang="en-US" altLang="en-US">
                <a:cs typeface="Times New Roman" panose="02020603050405020304" pitchFamily="18" charset="0"/>
              </a:rPr>
              <a:t> </a:t>
            </a:r>
            <a:r>
              <a:rPr lang="en-US" altLang="en-US" sz="2400">
                <a:cs typeface="Times New Roman" panose="02020603050405020304" pitchFamily="18" charset="0"/>
              </a:rPr>
              <a:t>Suppose Varendra University has a range of IP address 200.200.0.0/16.You have to  create at least 15 usable subnets so that each subnet contains as many host as possible.  Answer the following</a:t>
            </a:r>
          </a:p>
          <a:p>
            <a:pPr marL="0" indent="0">
              <a:spcBef>
                <a:spcPts val="25"/>
              </a:spcBef>
              <a:buFontTx/>
              <a:buNone/>
            </a:pPr>
            <a:endParaRPr lang="en-US" altLang="en-US" sz="2400">
              <a:cs typeface="Times New Roman" panose="02020603050405020304" pitchFamily="18" charset="0"/>
            </a:endParaRPr>
          </a:p>
          <a:p>
            <a:pPr marL="0" indent="0">
              <a:spcBef>
                <a:spcPct val="0"/>
              </a:spcBef>
              <a:buFontTx/>
              <a:buAutoNum type="arabicPeriod"/>
            </a:pPr>
            <a:r>
              <a:rPr lang="en-US" altLang="en-US" sz="2400">
                <a:cs typeface="Times New Roman" panose="02020603050405020304" pitchFamily="18" charset="0"/>
              </a:rPr>
              <a:t>What is the class of the given IP block ?</a:t>
            </a:r>
          </a:p>
          <a:p>
            <a:pPr marL="0" indent="0">
              <a:buFontTx/>
              <a:buAutoNum type="arabicPeriod"/>
            </a:pPr>
            <a:r>
              <a:rPr lang="en-US" altLang="en-US" sz="2400">
                <a:cs typeface="Times New Roman" panose="02020603050405020304" pitchFamily="18" charset="0"/>
              </a:rPr>
              <a:t>How many usable Ip address there in each subnet ?</a:t>
            </a:r>
          </a:p>
          <a:p>
            <a:pPr marL="0" indent="0">
              <a:buFontTx/>
              <a:buAutoNum type="arabicPeriod"/>
            </a:pPr>
            <a:r>
              <a:rPr lang="en-US" altLang="en-US" sz="2400">
                <a:cs typeface="Times New Roman" panose="02020603050405020304" pitchFamily="18" charset="0"/>
              </a:rPr>
              <a:t>What will be the subnet mask of the fourth subnet ?</a:t>
            </a:r>
          </a:p>
          <a:p>
            <a:pPr marL="0" indent="0">
              <a:buFontTx/>
              <a:buAutoNum type="arabicPeriod"/>
            </a:pPr>
            <a:r>
              <a:rPr lang="en-US" altLang="en-US" sz="2400">
                <a:cs typeface="Times New Roman" panose="02020603050405020304" pitchFamily="18" charset="0"/>
              </a:rPr>
              <a:t>What will be the second usable IP address of the third subnet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a:extLst>
              <a:ext uri="{FF2B5EF4-FFF2-40B4-BE49-F238E27FC236}">
                <a16:creationId xmlns:a16="http://schemas.microsoft.com/office/drawing/2014/main" id="{4269B812-97B6-4B0C-9161-9DD29FF6BEC5}"/>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Question 3</a:t>
            </a:r>
          </a:p>
        </p:txBody>
      </p:sp>
      <p:sp>
        <p:nvSpPr>
          <p:cNvPr id="70659" name="Content Placeholder 2">
            <a:extLst>
              <a:ext uri="{FF2B5EF4-FFF2-40B4-BE49-F238E27FC236}">
                <a16:creationId xmlns:a16="http://schemas.microsoft.com/office/drawing/2014/main" id="{D658833D-F2A5-4920-8D9A-35CFBE40D3A6}"/>
              </a:ext>
            </a:extLst>
          </p:cNvPr>
          <p:cNvSpPr>
            <a:spLocks noGrp="1"/>
          </p:cNvSpPr>
          <p:nvPr>
            <p:ph idx="1"/>
          </p:nvPr>
        </p:nvSpPr>
        <p:spPr bwMode="auto">
          <a:xfrm>
            <a:off x="628650" y="1600200"/>
            <a:ext cx="7886700" cy="4489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just">
              <a:buFontTx/>
              <a:buNone/>
            </a:pPr>
            <a:r>
              <a:rPr lang="en-US" altLang="en-US" sz="2200"/>
              <a:t>For example, assume that you are a network administrator and buy 192.168.1.0/24 for Laxmisoftwares. Company has three departments connected with wan links. </a:t>
            </a:r>
          </a:p>
          <a:p>
            <a:pPr marL="0" indent="0" algn="just">
              <a:buFontTx/>
              <a:buNone/>
            </a:pPr>
            <a:r>
              <a:rPr lang="en-US" altLang="en-US" sz="2200"/>
              <a:t>• Development department has 74 computers. </a:t>
            </a:r>
          </a:p>
          <a:p>
            <a:pPr marL="0" indent="0" algn="just">
              <a:buFontTx/>
              <a:buNone/>
            </a:pPr>
            <a:r>
              <a:rPr lang="en-US" altLang="en-US" sz="2200"/>
              <a:t>• Production department has 52 computers. </a:t>
            </a:r>
          </a:p>
          <a:p>
            <a:pPr marL="0" indent="0" algn="just">
              <a:buFontTx/>
              <a:buNone/>
            </a:pPr>
            <a:r>
              <a:rPr lang="en-US" altLang="en-US" sz="2200"/>
              <a:t>• Administrative department has 28 computers.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F69BC28D-5B32-46E1-8806-370B255567E2}"/>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tLang="en-US"/>
          </a:p>
        </p:txBody>
      </p:sp>
      <p:pic>
        <p:nvPicPr>
          <p:cNvPr id="71683" name="Content Placeholder 3">
            <a:extLst>
              <a:ext uri="{FF2B5EF4-FFF2-40B4-BE49-F238E27FC236}">
                <a16:creationId xmlns:a16="http://schemas.microsoft.com/office/drawing/2014/main" id="{B096AB90-A650-4EF4-BE74-1BBEC55BDDF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365125"/>
            <a:ext cx="7467600" cy="6111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3" descr="C:\Documents and Settings\Kate\Local Settings\Temporary Internet Files\Content.IE5\HGCUV3KJ\MC900053962[1].wmf">
            <a:extLst>
              <a:ext uri="{FF2B5EF4-FFF2-40B4-BE49-F238E27FC236}">
                <a16:creationId xmlns:a16="http://schemas.microsoft.com/office/drawing/2014/main" id="{D516CE0F-6E3C-45E0-96D5-6ABFA4D01F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2209800"/>
            <a:ext cx="2716213" cy="266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F779924376A414F9F2E95E699889B10" ma:contentTypeVersion="3" ma:contentTypeDescription="Create a new document." ma:contentTypeScope="" ma:versionID="b41de44c5f5221349502e4f621f9e885">
  <xsd:schema xmlns:xsd="http://www.w3.org/2001/XMLSchema" xmlns:xs="http://www.w3.org/2001/XMLSchema" xmlns:p="http://schemas.microsoft.com/office/2006/metadata/properties" xmlns:ns2="aaa00505-5592-4795-b6e3-64c267295362" targetNamespace="http://schemas.microsoft.com/office/2006/metadata/properties" ma:root="true" ma:fieldsID="f141310c985cb07fe49e0768f8f9041f" ns2:_="">
    <xsd:import namespace="aaa00505-5592-4795-b6e3-64c26729536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a00505-5592-4795-b6e3-64c2672953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EBC90F-5D5D-4457-BD87-ECE25913AAD4}">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D6C41EE0-3314-4BE2-87B3-3DD7DB6D5DE7}">
  <ds:schemaRefs>
    <ds:schemaRef ds:uri="http://schemas.microsoft.com/sharepoint/v3/contenttype/forms"/>
  </ds:schemaRefs>
</ds:datastoreItem>
</file>

<file path=customXml/itemProps3.xml><?xml version="1.0" encoding="utf-8"?>
<ds:datastoreItem xmlns:ds="http://schemas.openxmlformats.org/officeDocument/2006/customXml" ds:itemID="{520A7B4D-74E1-474F-89EA-6F52EC24A315}"/>
</file>

<file path=docProps/app.xml><?xml version="1.0" encoding="utf-8"?>
<Properties xmlns="http://schemas.openxmlformats.org/officeDocument/2006/extended-properties" xmlns:vt="http://schemas.openxmlformats.org/officeDocument/2006/docPropsVTypes">
  <TotalTime>1257</TotalTime>
  <Words>1154</Words>
  <Application>Microsoft Office PowerPoint</Application>
  <PresentationFormat>On-screen Show (4:3)</PresentationFormat>
  <Paragraphs>154</Paragraphs>
  <Slides>47</Slides>
  <Notes>27</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Default Design</vt:lpstr>
      <vt:lpstr>PowerPoint Presentation</vt:lpstr>
      <vt:lpstr>PowerPoint Presentation</vt:lpstr>
      <vt:lpstr>PowerPoint Presentation</vt:lpstr>
      <vt:lpstr>Subnetting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5 </vt:lpstr>
      <vt:lpstr>Example 5 </vt:lpstr>
      <vt:lpstr>Solution</vt:lpstr>
      <vt:lpstr>Example 6</vt:lpstr>
      <vt:lpstr>Solution</vt:lpstr>
      <vt:lpstr>Example 6</vt:lpstr>
      <vt:lpstr>Solutuins </vt:lpstr>
      <vt:lpstr>PowerPoint Presentation</vt:lpstr>
      <vt:lpstr>PowerPoint Presentation</vt:lpstr>
      <vt:lpstr>PowerPoint Presentation</vt:lpstr>
      <vt:lpstr>PowerPoint Presentation</vt:lpstr>
      <vt:lpstr>PowerPoint Presentation</vt:lpstr>
      <vt:lpstr>Suppose, one day your supervisor saying here is the network id 192.168.4.0 please create three subnets for our company. One subnet is the officers, one for front desk and storage room and one the public use.  Now you task is to list each network ID, subnet mask, Host ID range of usable host and broadcast id</vt:lpstr>
      <vt:lpstr>PowerPoint Presentation</vt:lpstr>
      <vt:lpstr>Disadvantage of Classful Addressing</vt:lpstr>
      <vt:lpstr>Slash notation</vt:lpstr>
      <vt:lpstr>PowerPoint Presentation</vt:lpstr>
      <vt:lpstr>PowerPoint Presentation</vt:lpstr>
      <vt:lpstr>PowerPoint Presentation</vt:lpstr>
      <vt:lpstr>PowerPoint Presentation</vt:lpstr>
      <vt:lpstr>Question 1</vt:lpstr>
      <vt:lpstr>Question 2</vt:lpstr>
      <vt:lpstr>Question 3</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Md. Arshad Wasif</cp:lastModifiedBy>
  <cp:revision>851</cp:revision>
  <dcterms:created xsi:type="dcterms:W3CDTF">2000-01-15T04:50:39Z</dcterms:created>
  <dcterms:modified xsi:type="dcterms:W3CDTF">2025-04-29T03:27:27Z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0x010100EF779924376A414F9F2E95E699889B10</vt:lpwstr>
  </property>
</Properties>
</file>