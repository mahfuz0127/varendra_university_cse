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257" r:id="rId5"/>
    <p:sldId id="277" r:id="rId6"/>
    <p:sldId id="278" r:id="rId7"/>
    <p:sldId id="276" r:id="rId8"/>
    <p:sldId id="258" r:id="rId9"/>
    <p:sldId id="259" r:id="rId10"/>
    <p:sldId id="275" r:id="rId11"/>
    <p:sldId id="262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9" r:id="rId22"/>
    <p:sldId id="280" r:id="rId23"/>
    <p:sldId id="281" r:id="rId24"/>
    <p:sldId id="282" r:id="rId25"/>
    <p:sldId id="283" r:id="rId26"/>
    <p:sldId id="285" r:id="rId27"/>
    <p:sldId id="286" r:id="rId28"/>
    <p:sldId id="287" r:id="rId2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Nahid Hasan" userId="85ea5f9e-65d6-4031-b810-9415101f2e21" providerId="ADAL" clId="{D01EFDD2-347B-4F93-803D-907840872CA5}"/>
    <pc:docChg chg="modSld sldOrd">
      <pc:chgData name="Md. Nahid Hasan" userId="85ea5f9e-65d6-4031-b810-9415101f2e21" providerId="ADAL" clId="{D01EFDD2-347B-4F93-803D-907840872CA5}" dt="2021-04-11T02:25:19.266" v="1"/>
      <pc:docMkLst>
        <pc:docMk/>
      </pc:docMkLst>
      <pc:sldChg chg="ord">
        <pc:chgData name="Md. Nahid Hasan" userId="85ea5f9e-65d6-4031-b810-9415101f2e21" providerId="ADAL" clId="{D01EFDD2-347B-4F93-803D-907840872CA5}" dt="2021-04-11T02:25:19.266" v="1"/>
        <pc:sldMkLst>
          <pc:docMk/>
          <pc:sldMk cId="0" sldId="262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D8E0CEB-8360-4E8E-8E75-8D0790D983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DC348BE-0A00-409E-941B-F983DF5E903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A1EE34B6-9164-4D1E-B642-2E31E9ED93E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2B4BB405-F492-4D46-ABF3-393F1D52348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F4465857-44B9-4F4F-A504-C0951265F50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51E2C889-2DFF-46B6-98F7-E612D27D54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B1DC96E-3C4E-4BD0-904C-A14A648599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4A503F6F-08BD-4E25-ACBF-29E04693E5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E240E79-7A82-4D1C-9A54-A4847C200A57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3AA26D51-3006-4F93-9FA6-A7E1161387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78BFA8C5-4621-4778-AC11-329F01136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9B203CCB-1A4F-4764-B25C-6B24D6D197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064D399-FC8C-4A85-AE62-3135A4252106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ED27D06A-B073-4D21-8441-AC643DF138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536B8022-93CE-4B5D-925A-767519883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0A56618D-A678-4F1B-8F6C-8FD19A33CD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9B624BA-7F8F-4378-85CF-61AF0464E690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C4AD44A9-AE62-41E5-A176-861E80877C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8309269-A5FF-44DC-BE37-A0B4B792AC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69F8D072-2D46-41D1-9533-2E33B6D748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0FD56FC-01B4-4D68-A3C7-C96AA8AC1A18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96BEC5A1-CC8E-4A31-84C0-D1F1138118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67FD1CF3-E36C-4D61-9545-83A7CAF9F9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8E6373C2-C3B0-469C-B644-3E4866719A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7FE98CF-002E-4DC3-A2C5-C97CB32067F1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02FE1A4B-AA0D-4B6D-9294-8B6686019B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A2B0C8F9-C279-456D-AB24-77B6B01C99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CD90915-3091-4504-B11A-82C9F7B123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F5A03FE-CC29-4AF2-88C7-88BFFD220855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FD830CF4-7FC7-45A3-ACC7-9377129D9F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8C3AE507-EEF4-4E1F-B2B4-C0829F4651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9937363C-0191-415F-A94D-F904C06991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20A85A2-5CA0-417E-8F2E-91E22A2045D6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D3F1B5B5-15D6-4A5F-8876-FF19A8D8EE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1694475D-11A6-4488-8872-9DA8651CB2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9369FFDF-9578-483F-B554-A6A132D3A1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8ACE6DE-29E9-4CE9-B1FA-97A832EF7B44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E62D666-F4E6-4BCC-9080-D2EE1F9F86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7DB1A326-EC5F-4A23-8666-0AFC1AED3E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81F11F37-7CA2-46C3-BBA2-E72C4392F8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3F35280-7C02-4EC5-A139-361566CCC7DF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7FD6FD40-E94B-4265-96C6-CC441CFB33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9A5D9B28-9D0F-40AA-9CA3-765ED0CC65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DBA78749-0693-4A7F-9E78-155D83010A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904A22B-FD4B-419E-B1E6-9388923B3FAB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2A8BAC6B-491C-4FC4-897D-2AD1E2941F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9826CC52-2A9B-4821-925C-17EC36D550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8EAAC151-0008-421A-A57C-3919FCDC7D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D0594C6-BF87-43B4-BC24-DB6991D1A9D4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750EB8B1-9F35-4422-997B-43EF3C82CB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EA4D1CDE-FE44-45F4-AEF1-19D7B170AB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84CE6888-D3D9-4BD5-B81D-EBC41DBD8F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22B1009-242B-40B3-99CF-8400C118ADA9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D90BCAE7-7AC4-4009-A78D-C82D203ADB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2B2977A5-1EBE-4E81-BEB1-7A103CB6EE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62DC14BA-645D-49F2-A673-575D9F33D8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1A1013B-D0AA-44BA-962A-9D13D09B8C14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192A6657-C8B7-4BF6-B7A4-3FFE27779A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3E1E0925-596E-4949-9CC0-413E28EBA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E42D7D6E-E03C-446A-8815-044F508FAB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179AB84-ED68-4A36-BE16-697DDC12FC47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6EE6148B-8416-478A-B903-BC33D8A28A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EBE5EAC8-AE31-479A-8084-1438C8B2CC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0C4BB2F5-E1DC-4CFA-877B-656CD65885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498ADF4-DD76-4492-A37A-4E4CD7B3C861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DB2DF4E5-F76D-4BE0-9E2C-122CE4050A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E259DC0D-20A0-4460-B9E6-0016339B11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C86ADB6E-6106-46DD-B783-EE95BD688F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98D3EB0-BC4E-4493-B886-87828AB3CBA2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00633BF0-533F-4342-A663-553C8967C2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25469A42-A4FE-4F0B-B158-BEF204E4B1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05748495-197B-40A4-AE41-6AD35937DA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CDB279-2124-4152-891F-7AFC2B3F52C0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33F9C3D7-0D93-40DB-8B99-495FD1B707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7082B795-A2C8-4AF7-97A6-F7627E3B05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C088D273-F943-4CA7-8678-54ED97A85E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DC20E2F-4F82-4BE7-BFCA-B72BB57E3044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99A3D2E5-5103-4C99-95C7-0F13319572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AD0FCA22-460C-46EC-BBDC-86F0EB422A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8952BEA8-8BC9-4F75-AD60-9DB39F43C2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64FD93D-5749-4440-8398-90FBC3A6C798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CA462662-712C-435C-94AF-7AB3F7625A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67DB8967-39D6-41C1-AE3A-21D33260D5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EB0E57A6-44C8-46D0-90D5-89881EA40B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AC0D59D-4A5F-44F0-BE3C-6F8B27557D8D}" type="slidenum">
              <a:rPr lang="en-US" altLang="en-US" smtClean="0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7C65079A-8797-4ADB-85AC-4246249A4B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0AE966C0-5D1E-40CB-BD17-2C59A8BFDB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ACF1BB89-E9F2-477F-B87F-22BE46C5B3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19FB5D7-7B9E-4C81-BDF0-327DECDE0D72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E0791E09-F59B-4ED6-8ABD-86742BD340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4A7A8428-CE7B-4043-8F43-EF91EE1D3B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EB0E57A6-44C8-46D0-90D5-89881EA40B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AC0D59D-4A5F-44F0-BE3C-6F8B27557D8D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7C65079A-8797-4ADB-85AC-4246249A4B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0AE966C0-5D1E-40CB-BD17-2C59A8BFDB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7859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EB0E57A6-44C8-46D0-90D5-89881EA40B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AC0D59D-4A5F-44F0-BE3C-6F8B27557D8D}" type="slidenum">
              <a:rPr lang="en-US" altLang="en-US" smtClean="0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7C65079A-8797-4ADB-85AC-4246249A4B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0AE966C0-5D1E-40CB-BD17-2C59A8BFDB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0176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EB0E57A6-44C8-46D0-90D5-89881EA40B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AC0D59D-4A5F-44F0-BE3C-6F8B27557D8D}" type="slidenum">
              <a:rPr lang="en-US" altLang="en-US" smtClean="0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7C65079A-8797-4ADB-85AC-4246249A4B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0AE966C0-5D1E-40CB-BD17-2C59A8BFDB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181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D7235D-3FE2-423B-AA48-FFC88CC0EB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BE245A-56FE-4481-AF5E-7D65D0A371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4C58E8-93EC-40B7-B807-C33CB96D5C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4515F8-73AC-4A7B-81DF-29DE64D305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7978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0B0180-61E4-43A6-A30E-4E906F6D5A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7723284-08C4-4720-91F9-B3811C0937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0B9E2CA-85B1-47D1-9167-A41989ABA7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83BB2F-6A6E-4F4A-B916-C9BBE5A2EF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2327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503BE08-3E72-4B31-835B-6E7C620191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65D4B3-8B30-43FC-A68A-72CE99F701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E4984D4-4639-455B-8D18-33DC3B4180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A7A37C-0EBB-46C8-8A4D-33E9739B68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7697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C91777-D52B-4478-B4E0-C69754AFBF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CA79B6-FC69-44B0-A473-507E997B42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1FE4D6-22C9-46B9-84C1-0B4E155F80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3CF292-3C9E-433D-A49D-DC79890ADD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8269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83C63A6-A7AE-4BF6-ADE4-4E8DB27120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CB6A8A9-281A-49BF-AFF4-CA08119B6A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C5F0C4F-5F5F-4B39-88F7-92BF6897CB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B41F3A-B169-41D4-9A63-00DA9AD081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28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B2356E9-AD5A-4F4C-9EB1-0291436BD1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9C4443A-9E89-435A-9C70-B164F2A67C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2C7B6EC-5F16-4280-B171-577435283A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5E4825-71C9-4202-A83D-4C6E49A617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9487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0073D8B-F0A4-4A3E-9271-EB5E2FDFAF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4236CE0-5BD1-4E30-89BE-107E22F382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26FF7FC-B823-4496-B3F0-A83E57AD4D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92D248-CC1C-40D6-91C0-7E9F83D1B4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2364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E23AEB-4815-423C-B482-27909E2F8A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20384F-C75C-4ADE-8FFA-B2121F14C0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440A54-96B3-42E0-A5AB-23E269A885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2BAF73-10EA-48DB-B3DC-FDBC310FAB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2710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2D7B5F-6FE3-4826-9343-2F257F4478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D49F14-831E-44E7-BA3E-45ADEA2420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510C4B-E090-4F61-9429-DB57117A75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691B32-CBFF-4DC4-9C24-F8949E6B79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826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A442A06-4E94-407F-B879-046CC05163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78C98A4-9CDF-417F-A0BB-B8CEB06261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1DA021-1A6E-4E7D-995E-C8CDC4800E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602397-8437-49C2-B188-C873A72669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3899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B9E2D1D-EC30-4585-A27A-513909F505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7F13496-226F-4943-AA90-7478DE6387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C476F9-1A84-428B-B524-980AE42BC2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B10E9E-FB15-48C4-82CF-D7E18B57B9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9320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941CF2-0D86-4358-9747-28FDE0998E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55A234-0C80-47B9-A5A6-0F7E0C422D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D49D82-18D8-4DB0-9567-C5AC828620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CA7738-F5BD-4866-81FB-A92A17C502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9405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21DFB98-3034-4E55-8F04-B043DBE5D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C6453BE-6B9D-4219-947D-2099806ED0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88F35FE-1F3E-4F99-8732-D20BB6E1587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DBBBAF6-F120-4845-8E44-02BC36D056D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629FA84-F792-475C-B2CD-BB1FD8C5C9B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6D6D200-23D8-43A6-82D5-7F3B784604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3">
            <a:extLst>
              <a:ext uri="{FF2B5EF4-FFF2-40B4-BE49-F238E27FC236}">
                <a16:creationId xmlns:a16="http://schemas.microsoft.com/office/drawing/2014/main" id="{9109C330-9EE7-4146-A365-A3EDE5B60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075" name="AutoShape 4">
            <a:extLst>
              <a:ext uri="{FF2B5EF4-FFF2-40B4-BE49-F238E27FC236}">
                <a16:creationId xmlns:a16="http://schemas.microsoft.com/office/drawing/2014/main" id="{A6C15547-782B-40DF-9F39-063939DC3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076" name="AutoShape 5">
            <a:extLst>
              <a:ext uri="{FF2B5EF4-FFF2-40B4-BE49-F238E27FC236}">
                <a16:creationId xmlns:a16="http://schemas.microsoft.com/office/drawing/2014/main" id="{5A35B809-E343-4572-A833-F812501E1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077" name="AutoShape 6">
            <a:extLst>
              <a:ext uri="{FF2B5EF4-FFF2-40B4-BE49-F238E27FC236}">
                <a16:creationId xmlns:a16="http://schemas.microsoft.com/office/drawing/2014/main" id="{70C3BD02-F433-410B-AC83-5999D5F8F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078" name="Text Box 7">
            <a:extLst>
              <a:ext uri="{FF2B5EF4-FFF2-40B4-BE49-F238E27FC236}">
                <a16:creationId xmlns:a16="http://schemas.microsoft.com/office/drawing/2014/main" id="{3849A319-B04A-475C-85B1-90F7BDC8D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Internet Applications</a:t>
            </a:r>
          </a:p>
        </p:txBody>
      </p:sp>
      <p:sp>
        <p:nvSpPr>
          <p:cNvPr id="3079" name="AutoShape 8">
            <a:extLst>
              <a:ext uri="{FF2B5EF4-FFF2-40B4-BE49-F238E27FC236}">
                <a16:creationId xmlns:a16="http://schemas.microsoft.com/office/drawing/2014/main" id="{C9EE696F-A7B1-4F40-923A-A65C55425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080" name="Rectangle 9">
            <a:extLst>
              <a:ext uri="{FF2B5EF4-FFF2-40B4-BE49-F238E27FC236}">
                <a16:creationId xmlns:a16="http://schemas.microsoft.com/office/drawing/2014/main" id="{6A193B52-B7C1-44AB-A276-766BE51246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5784" y="1066800"/>
            <a:ext cx="8229600" cy="5257800"/>
          </a:xfrm>
        </p:spPr>
        <p:txBody>
          <a:bodyPr/>
          <a:lstStyle/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endParaRPr lang="en-US" altLang="en-US" sz="2400" b="1" dirty="0">
              <a:solidFill>
                <a:srgbClr val="000066"/>
              </a:solidFill>
            </a:endParaRPr>
          </a:p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endParaRPr lang="en-US" altLang="en-US" sz="2000" b="1" dirty="0">
              <a:solidFill>
                <a:srgbClr val="660066"/>
              </a:solidFill>
            </a:endParaRPr>
          </a:p>
          <a:p>
            <a:pPr marL="392113" indent="-293688" algn="ctr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CA" altLang="en-US" sz="4000" dirty="0"/>
              <a:t>Application Layer Protocols</a:t>
            </a:r>
          </a:p>
          <a:p>
            <a:pPr marL="392113" indent="-293688" algn="ctr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CA" altLang="en-US" sz="4000" dirty="0"/>
              <a:t>&amp;</a:t>
            </a:r>
          </a:p>
          <a:p>
            <a:pPr marL="392113" indent="-293688" algn="ctr" defTabSz="414338" eaLnBrk="1" hangingPunct="1">
              <a:spcBef>
                <a:spcPct val="50000"/>
              </a:spcBef>
              <a:buClr>
                <a:srgbClr val="CC0000"/>
              </a:buClr>
              <a:buNone/>
            </a:pPr>
            <a:r>
              <a:rPr lang="en-US" altLang="en-US" sz="4000" b="1" dirty="0">
                <a:solidFill>
                  <a:srgbClr val="E4005C"/>
                </a:solidFill>
                <a:latin typeface="Verdana" panose="020B0604030504040204" pitchFamily="34" charset="0"/>
              </a:rPr>
              <a:t>Basics of Network Security</a:t>
            </a:r>
          </a:p>
          <a:p>
            <a:pPr marL="392113" indent="-293688" algn="ctr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endParaRPr lang="en-US" altLang="en-US" sz="4000" b="1" dirty="0">
              <a:solidFill>
                <a:srgbClr val="E4005C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AEB08BB7-892A-4C75-A7CD-9C8A433114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 Layer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5C3ECA5D-7C02-46BB-8F8E-BD538308BD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1437"/>
            <a:ext cx="8458200" cy="4983163"/>
          </a:xfrm>
        </p:spPr>
        <p:txBody>
          <a:bodyPr/>
          <a:lstStyle/>
          <a:p>
            <a:pPr lvl="1" algn="just"/>
            <a:r>
              <a:rPr lang="en-US" altLang="en-US" sz="3200" dirty="0"/>
              <a:t>Closest to the end user.</a:t>
            </a:r>
          </a:p>
          <a:p>
            <a:pPr lvl="1" algn="just"/>
            <a:r>
              <a:rPr lang="en-US" altLang="en-US" sz="3200" dirty="0"/>
              <a:t>Application layer protocols help exchange data between programs running on the source and destination hosts.</a:t>
            </a:r>
          </a:p>
          <a:p>
            <a:pPr lvl="1" algn="just"/>
            <a:r>
              <a:rPr lang="en-US" altLang="en-US" sz="3200" dirty="0"/>
              <a:t>The TCP/IP application layer performs the functions of the upper three layers of the OSI model.</a:t>
            </a:r>
          </a:p>
          <a:p>
            <a:pPr lvl="1" algn="just"/>
            <a:r>
              <a:rPr lang="en-US" altLang="en-US" sz="3200" dirty="0"/>
              <a:t>Common application layer protocols include HTTP, FTP, TFTP(Trivial FTP), DNS.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07C1D50-D470-481E-97B2-DE83EF39F4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143000"/>
          </a:xfrm>
          <a:noFill/>
        </p:spPr>
        <p:txBody>
          <a:bodyPr lIns="0" tIns="0" rIns="0" bIns="0"/>
          <a:lstStyle/>
          <a:p>
            <a:pPr defTabSz="457200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altLang="en-US"/>
              <a:t>Application Layer Protocols</a:t>
            </a:r>
            <a:endParaRPr lang="en-GB" altLang="en-US" b="1">
              <a:solidFill>
                <a:srgbClr val="E4005C"/>
              </a:solidFill>
            </a:endParaRPr>
          </a:p>
        </p:txBody>
      </p:sp>
      <p:sp>
        <p:nvSpPr>
          <p:cNvPr id="6147" name="AutoShape 3">
            <a:extLst>
              <a:ext uri="{FF2B5EF4-FFF2-40B4-BE49-F238E27FC236}">
                <a16:creationId xmlns:a16="http://schemas.microsoft.com/office/drawing/2014/main" id="{E599BF0D-36B7-43CD-98DC-BB0964CD5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6148" name="AutoShape 4">
            <a:extLst>
              <a:ext uri="{FF2B5EF4-FFF2-40B4-BE49-F238E27FC236}">
                <a16:creationId xmlns:a16="http://schemas.microsoft.com/office/drawing/2014/main" id="{1D66C7AE-A789-4D63-A95B-351FB9FEF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6149" name="AutoShape 5">
            <a:extLst>
              <a:ext uri="{FF2B5EF4-FFF2-40B4-BE49-F238E27FC236}">
                <a16:creationId xmlns:a16="http://schemas.microsoft.com/office/drawing/2014/main" id="{82032E3C-6AB3-4D21-B624-48E0D3554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6150" name="AutoShape 6">
            <a:extLst>
              <a:ext uri="{FF2B5EF4-FFF2-40B4-BE49-F238E27FC236}">
                <a16:creationId xmlns:a16="http://schemas.microsoft.com/office/drawing/2014/main" id="{9E27D2DC-B6B9-404E-B2FD-8FDA98FE3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6151" name="Text Box 7">
            <a:extLst>
              <a:ext uri="{FF2B5EF4-FFF2-40B4-BE49-F238E27FC236}">
                <a16:creationId xmlns:a16="http://schemas.microsoft.com/office/drawing/2014/main" id="{22B35383-5CAC-4483-A1D1-5F89C6D19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Internet Applications</a:t>
            </a:r>
          </a:p>
        </p:txBody>
      </p:sp>
      <p:sp>
        <p:nvSpPr>
          <p:cNvPr id="6152" name="AutoShape 8">
            <a:extLst>
              <a:ext uri="{FF2B5EF4-FFF2-40B4-BE49-F238E27FC236}">
                <a16:creationId xmlns:a16="http://schemas.microsoft.com/office/drawing/2014/main" id="{30189949-92BD-44DA-A51A-69F1F7B52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6153" name="Rectangle 9">
            <a:extLst>
              <a:ext uri="{FF2B5EF4-FFF2-40B4-BE49-F238E27FC236}">
                <a16:creationId xmlns:a16="http://schemas.microsoft.com/office/drawing/2014/main" id="{84751C47-4BE1-419E-90BA-77CC18F2EDE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8153400" cy="4525963"/>
          </a:xfrm>
        </p:spPr>
        <p:txBody>
          <a:bodyPr/>
          <a:lstStyle/>
          <a:p>
            <a:r>
              <a:rPr lang="en-US" altLang="en-US" sz="2000" dirty="0"/>
              <a:t>TCP/IP Application Layer Protocols</a:t>
            </a:r>
          </a:p>
          <a:p>
            <a:pPr lvl="1"/>
            <a:r>
              <a:rPr lang="en-US" altLang="en-US" sz="1600" dirty="0"/>
              <a:t>TCP/IP application protocols specify the format and control information necessary for common Internet functions.</a:t>
            </a:r>
          </a:p>
          <a:p>
            <a:pPr lvl="1"/>
            <a:r>
              <a:rPr lang="en-US" altLang="en-US" sz="1600" dirty="0"/>
              <a:t>Application layer protocols must be implemented in both the source and destination devices.</a:t>
            </a:r>
          </a:p>
          <a:p>
            <a:pPr lvl="1"/>
            <a:r>
              <a:rPr lang="en-US" altLang="en-US" sz="1600" dirty="0"/>
              <a:t>Application layer protocols implemented on the source and destination host </a:t>
            </a:r>
            <a:r>
              <a:rPr lang="en-US" altLang="en-US" sz="1600" dirty="0">
                <a:highlight>
                  <a:srgbClr val="FFFF00"/>
                </a:highlight>
              </a:rPr>
              <a:t>must be compatible</a:t>
            </a:r>
            <a:r>
              <a:rPr lang="en-US" altLang="en-US" sz="1600" dirty="0"/>
              <a:t> to allow communication</a:t>
            </a:r>
            <a:endParaRPr lang="en-US" altLang="en-US" b="1" dirty="0">
              <a:solidFill>
                <a:srgbClr val="000066"/>
              </a:solidFill>
            </a:endParaRPr>
          </a:p>
        </p:txBody>
      </p:sp>
      <p:pic>
        <p:nvPicPr>
          <p:cNvPr id="6154" name="Picture 2">
            <a:extLst>
              <a:ext uri="{FF2B5EF4-FFF2-40B4-BE49-F238E27FC236}">
                <a16:creationId xmlns:a16="http://schemas.microsoft.com/office/drawing/2014/main" id="{122AF136-67E7-4300-9388-20A415936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586163"/>
            <a:ext cx="8510588" cy="280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7B783F-C5BF-76FA-1744-07A2EA5911FE}"/>
              </a:ext>
            </a:extLst>
          </p:cNvPr>
          <p:cNvSpPr txBox="1"/>
          <p:nvPr/>
        </p:nvSpPr>
        <p:spPr>
          <a:xfrm>
            <a:off x="609600" y="6172200"/>
            <a:ext cx="8404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DNS</a:t>
            </a:r>
            <a:r>
              <a:rPr lang="en-US" sz="1200" dirty="0"/>
              <a:t>: Domain Name System, </a:t>
            </a:r>
            <a:r>
              <a:rPr lang="en-US" sz="1200" b="1" dirty="0"/>
              <a:t>BOOTP</a:t>
            </a:r>
            <a:r>
              <a:rPr lang="en-US" sz="1200" dirty="0"/>
              <a:t>: Bootstrap Protocol, </a:t>
            </a:r>
            <a:r>
              <a:rPr lang="en-US" sz="1200" b="1" dirty="0"/>
              <a:t>DHCP</a:t>
            </a:r>
            <a:r>
              <a:rPr lang="en-US" sz="1200" dirty="0"/>
              <a:t>: Dynamic Host Configuration Protocol, </a:t>
            </a:r>
            <a:r>
              <a:rPr lang="en-US" sz="1200" b="1" dirty="0"/>
              <a:t>SMTP</a:t>
            </a:r>
            <a:r>
              <a:rPr lang="en-US" sz="1200" dirty="0"/>
              <a:t>: Simple Mail Transfer Protocol, </a:t>
            </a:r>
            <a:r>
              <a:rPr lang="en-US" sz="1200" b="1" dirty="0"/>
              <a:t>POP</a:t>
            </a:r>
            <a:r>
              <a:rPr lang="en-US" sz="1200" dirty="0"/>
              <a:t>: Post Office Protocol, </a:t>
            </a:r>
            <a:r>
              <a:rPr lang="en-US" sz="1200" b="1" dirty="0"/>
              <a:t>IMAP</a:t>
            </a:r>
            <a:r>
              <a:rPr lang="en-US" sz="1200" dirty="0"/>
              <a:t>: Internet Message Access Protocol, </a:t>
            </a:r>
            <a:r>
              <a:rPr lang="en-US" sz="1200" b="1" dirty="0"/>
              <a:t>FTP</a:t>
            </a:r>
            <a:r>
              <a:rPr lang="en-US" sz="1200" dirty="0"/>
              <a:t>: File Transfer Protocol, </a:t>
            </a:r>
            <a:r>
              <a:rPr lang="pt-BR" sz="1200" b="1" dirty="0"/>
              <a:t>TFTP</a:t>
            </a:r>
            <a:r>
              <a:rPr lang="pt-BR" sz="1200" dirty="0"/>
              <a:t>: Trivial File Transfer Protocol, </a:t>
            </a:r>
            <a:r>
              <a:rPr lang="en-US" sz="1200" b="1" dirty="0"/>
              <a:t>HTTP</a:t>
            </a:r>
            <a:r>
              <a:rPr lang="en-US" sz="1200" dirty="0"/>
              <a:t>: Hypertext Transfer Protocol, </a:t>
            </a:r>
            <a:r>
              <a:rPr lang="en-US" sz="1200" b="1" dirty="0"/>
              <a:t>HTTPS</a:t>
            </a:r>
            <a:r>
              <a:rPr lang="en-US" sz="1200" dirty="0"/>
              <a:t>: Hypertext Transfer Protocol Secure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AutoShape 3">
            <a:extLst>
              <a:ext uri="{FF2B5EF4-FFF2-40B4-BE49-F238E27FC236}">
                <a16:creationId xmlns:a16="http://schemas.microsoft.com/office/drawing/2014/main" id="{FDA7FBA4-046E-4DB5-8B55-574970459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8195" name="AutoShape 4">
            <a:extLst>
              <a:ext uri="{FF2B5EF4-FFF2-40B4-BE49-F238E27FC236}">
                <a16:creationId xmlns:a16="http://schemas.microsoft.com/office/drawing/2014/main" id="{1770249F-8972-45EE-B57C-0A5CE8F35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8196" name="AutoShape 5">
            <a:extLst>
              <a:ext uri="{FF2B5EF4-FFF2-40B4-BE49-F238E27FC236}">
                <a16:creationId xmlns:a16="http://schemas.microsoft.com/office/drawing/2014/main" id="{81807523-159E-47A7-A18F-87509A0E7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8197" name="AutoShape 6">
            <a:extLst>
              <a:ext uri="{FF2B5EF4-FFF2-40B4-BE49-F238E27FC236}">
                <a16:creationId xmlns:a16="http://schemas.microsoft.com/office/drawing/2014/main" id="{4941DA29-6C2D-4049-B9B2-334AF8901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8198" name="Text Box 7">
            <a:extLst>
              <a:ext uri="{FF2B5EF4-FFF2-40B4-BE49-F238E27FC236}">
                <a16:creationId xmlns:a16="http://schemas.microsoft.com/office/drawing/2014/main" id="{AEAED017-6D23-4FEB-B518-ED1A2CFC0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Internet Applications</a:t>
            </a:r>
          </a:p>
        </p:txBody>
      </p:sp>
      <p:sp>
        <p:nvSpPr>
          <p:cNvPr id="8199" name="AutoShape 8">
            <a:extLst>
              <a:ext uri="{FF2B5EF4-FFF2-40B4-BE49-F238E27FC236}">
                <a16:creationId xmlns:a16="http://schemas.microsoft.com/office/drawing/2014/main" id="{D67216F3-25EC-4D4D-AAA6-E9F8DE0AA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8200" name="Rectangle 9">
            <a:extLst>
              <a:ext uri="{FF2B5EF4-FFF2-40B4-BE49-F238E27FC236}">
                <a16:creationId xmlns:a16="http://schemas.microsoft.com/office/drawing/2014/main" id="{36C61FDB-21C8-4A1C-BC83-99A4E76F02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endParaRPr lang="en-US" altLang="en-US" sz="2400" b="1">
              <a:solidFill>
                <a:srgbClr val="000066"/>
              </a:solidFill>
            </a:endParaRPr>
          </a:p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endParaRPr lang="en-US" altLang="en-US" sz="2000" b="1">
              <a:solidFill>
                <a:srgbClr val="660066"/>
              </a:solidFill>
            </a:endParaRPr>
          </a:p>
          <a:p>
            <a:pPr marL="392113" indent="-293688" algn="ctr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4000" b="1">
                <a:solidFill>
                  <a:srgbClr val="E4005C"/>
                </a:solidFill>
                <a:latin typeface="Verdana" panose="020B0604030504040204" pitchFamily="34" charset="0"/>
              </a:rPr>
              <a:t>INTERNET </a:t>
            </a:r>
            <a:br>
              <a:rPr lang="en-US" altLang="en-US" sz="4000" b="1">
                <a:solidFill>
                  <a:srgbClr val="E4005C"/>
                </a:solidFill>
                <a:latin typeface="Verdana" panose="020B0604030504040204" pitchFamily="34" charset="0"/>
              </a:rPr>
            </a:br>
            <a:r>
              <a:rPr lang="en-US" altLang="en-US" sz="4000" b="1">
                <a:solidFill>
                  <a:srgbClr val="E4005C"/>
                </a:solidFill>
                <a:latin typeface="Verdana" panose="020B0604030504040204" pitchFamily="34" charset="0"/>
              </a:rPr>
              <a:t>APPLICATIONS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E31B5BC-645D-4FA9-AE5C-4D717BAE2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0" tIns="0" rIns="0" bIns="0"/>
          <a:lstStyle/>
          <a:p>
            <a:pPr defTabSz="457200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altLang="en-US" b="1" dirty="0">
                <a:solidFill>
                  <a:srgbClr val="E4005C"/>
                </a:solidFill>
              </a:rPr>
              <a:t>Internet Applications</a:t>
            </a:r>
            <a:endParaRPr lang="en-GB" altLang="en-US" b="1" dirty="0">
              <a:solidFill>
                <a:srgbClr val="E4005C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686A41-E74A-C126-858D-6EF81FD29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cover</a:t>
            </a:r>
          </a:p>
        </p:txBody>
      </p:sp>
      <p:sp>
        <p:nvSpPr>
          <p:cNvPr id="10249" name="Rectangle 9">
            <a:extLst>
              <a:ext uri="{FF2B5EF4-FFF2-40B4-BE49-F238E27FC236}">
                <a16:creationId xmlns:a16="http://schemas.microsoft.com/office/drawing/2014/main" id="{AD870536-1F1E-4162-9C39-2BEE998DB98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algn="just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000" b="1" dirty="0">
                <a:solidFill>
                  <a:srgbClr val="000066"/>
                </a:solidFill>
              </a:rPr>
              <a:t>Domain Name Service</a:t>
            </a:r>
          </a:p>
          <a:p>
            <a:pPr marL="0" indent="0" algn="just" eaLnBrk="1" hangingPunct="1">
              <a:spcBef>
                <a:spcPct val="50000"/>
              </a:spcBef>
              <a:buClr>
                <a:srgbClr val="CC0000"/>
              </a:buClr>
              <a:buNone/>
            </a:pPr>
            <a:r>
              <a:rPr lang="en-US" altLang="en-US" sz="2000" b="1" dirty="0">
                <a:solidFill>
                  <a:srgbClr val="000066"/>
                </a:solidFill>
                <a:sym typeface="Wingdings" panose="05000000000000000000" pitchFamily="2" charset="2"/>
              </a:rPr>
              <a:t> DNS</a:t>
            </a:r>
            <a:endParaRPr lang="en-US" altLang="en-US" sz="2000" b="1" dirty="0">
              <a:solidFill>
                <a:srgbClr val="000066"/>
              </a:solidFill>
            </a:endParaRPr>
          </a:p>
          <a:p>
            <a:pPr algn="just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000" b="1" dirty="0">
                <a:solidFill>
                  <a:srgbClr val="000066"/>
                </a:solidFill>
              </a:rPr>
              <a:t>Proxy Service </a:t>
            </a:r>
          </a:p>
          <a:p>
            <a:pPr marL="0" indent="0" algn="just" eaLnBrk="1" hangingPunct="1">
              <a:spcBef>
                <a:spcPct val="50000"/>
              </a:spcBef>
              <a:buClr>
                <a:srgbClr val="CC0000"/>
              </a:buClr>
              <a:buNone/>
            </a:pPr>
            <a:r>
              <a:rPr lang="en-US" altLang="en-US" sz="2000" b="1" dirty="0">
                <a:solidFill>
                  <a:srgbClr val="000066"/>
                </a:solidFill>
                <a:sym typeface="Wingdings" panose="05000000000000000000" pitchFamily="2" charset="2"/>
              </a:rPr>
              <a:t>Squid Proxy, Apache Proxy Server</a:t>
            </a:r>
            <a:endParaRPr lang="en-US" altLang="en-US" sz="2000" b="1" dirty="0">
              <a:solidFill>
                <a:srgbClr val="000066"/>
              </a:solidFill>
            </a:endParaRPr>
          </a:p>
          <a:p>
            <a:pPr algn="just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000" b="1" dirty="0">
                <a:solidFill>
                  <a:srgbClr val="000066"/>
                </a:solidFill>
              </a:rPr>
              <a:t>Mail Service</a:t>
            </a:r>
          </a:p>
          <a:p>
            <a:pPr marL="0" indent="0" algn="just" eaLnBrk="1" hangingPunct="1">
              <a:spcBef>
                <a:spcPct val="50000"/>
              </a:spcBef>
              <a:buClr>
                <a:srgbClr val="CC0000"/>
              </a:buClr>
              <a:buNone/>
            </a:pPr>
            <a:r>
              <a:rPr lang="en-US" altLang="en-US" sz="2000" b="1" dirty="0">
                <a:solidFill>
                  <a:srgbClr val="000066"/>
                </a:solidFill>
                <a:sym typeface="Wingdings" panose="05000000000000000000" pitchFamily="2" charset="2"/>
              </a:rPr>
              <a:t>SMTP, POP, IMAP</a:t>
            </a:r>
            <a:endParaRPr lang="en-US" altLang="en-US" sz="2000" b="1" dirty="0">
              <a:solidFill>
                <a:srgbClr val="000066"/>
              </a:solidFill>
            </a:endParaRPr>
          </a:p>
          <a:p>
            <a:pPr algn="just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000" b="1" dirty="0">
                <a:solidFill>
                  <a:srgbClr val="000066"/>
                </a:solidFill>
              </a:rPr>
              <a:t>Web Service</a:t>
            </a:r>
          </a:p>
          <a:p>
            <a:pPr marL="0" indent="0" algn="just" eaLnBrk="1" hangingPunct="1">
              <a:spcBef>
                <a:spcPct val="50000"/>
              </a:spcBef>
              <a:buClr>
                <a:srgbClr val="CC0000"/>
              </a:buClr>
              <a:buNone/>
            </a:pPr>
            <a:r>
              <a:rPr lang="en-US" altLang="en-US" sz="2000" b="1" dirty="0">
                <a:solidFill>
                  <a:srgbClr val="000066"/>
                </a:solidFill>
                <a:sym typeface="Wingdings" panose="05000000000000000000" pitchFamily="2" charset="2"/>
              </a:rPr>
              <a:t> HTTP, HTTPS</a:t>
            </a:r>
            <a:endParaRPr lang="en-US" altLang="en-US" sz="2000" b="1" dirty="0">
              <a:solidFill>
                <a:srgbClr val="000066"/>
              </a:solidFill>
            </a:endParaRPr>
          </a:p>
          <a:p>
            <a:pPr algn="just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endParaRPr lang="en-US" altLang="en-US" sz="2400" b="1" dirty="0">
              <a:solidFill>
                <a:srgbClr val="000066"/>
              </a:solidFill>
            </a:endParaRPr>
          </a:p>
          <a:p>
            <a:pPr algn="just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endParaRPr lang="en-US" altLang="en-US" sz="2400" b="1" dirty="0">
              <a:solidFill>
                <a:srgbClr val="000066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D1355-E7D5-3C58-78B7-D06CE32AC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Besides these…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19E04F3-DA29-0D72-0D40-74338FE0CBE5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974771780"/>
              </p:ext>
            </p:extLst>
          </p:nvPr>
        </p:nvGraphicFramePr>
        <p:xfrm>
          <a:off x="4645024" y="2174875"/>
          <a:ext cx="3889376" cy="4777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688">
                  <a:extLst>
                    <a:ext uri="{9D8B030D-6E8A-4147-A177-3AD203B41FA5}">
                      <a16:colId xmlns:a16="http://schemas.microsoft.com/office/drawing/2014/main" val="1671511261"/>
                    </a:ext>
                  </a:extLst>
                </a:gridCol>
                <a:gridCol w="1944688">
                  <a:extLst>
                    <a:ext uri="{9D8B030D-6E8A-4147-A177-3AD203B41FA5}">
                      <a16:colId xmlns:a16="http://schemas.microsoft.com/office/drawing/2014/main" val="2135560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Application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9497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File Sharing Service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FTP, BitTorrent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8306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Remote Access Service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Telnet, SSH, RDP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6900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Streaming Service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YouTube, Netflix, Spotify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785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VoIP Service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Skype, Zoom, WhatsApp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898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Instant Messaging Service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WhatsApp, Slack, Microsoft Teams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67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Online Gaming Service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Xbox Live, Steam, PlayStation Network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1244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Cloud Storage Service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Google Drive, Dropbox, OneDrive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0381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Social Networking Service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Facebook, Twitter, LinkedIn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950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E-commerce Service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Amazon, eBay, Alibaba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579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Search Engine Service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Google Search, Bing, DuckDuckGo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6680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VPN Service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NordVPN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ExpressVPN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6956049"/>
                  </a:ext>
                </a:extLst>
              </a:tr>
            </a:tbl>
          </a:graphicData>
        </a:graphic>
      </p:graphicFrame>
      <p:sp>
        <p:nvSpPr>
          <p:cNvPr id="10243" name="AutoShape 3">
            <a:extLst>
              <a:ext uri="{FF2B5EF4-FFF2-40B4-BE49-F238E27FC236}">
                <a16:creationId xmlns:a16="http://schemas.microsoft.com/office/drawing/2014/main" id="{294071C6-FA8C-418F-8565-5A5E9BED5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0244" name="AutoShape 4">
            <a:extLst>
              <a:ext uri="{FF2B5EF4-FFF2-40B4-BE49-F238E27FC236}">
                <a16:creationId xmlns:a16="http://schemas.microsoft.com/office/drawing/2014/main" id="{AA5BC497-9AEE-4381-B24E-F34801BA1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0245" name="AutoShape 5">
            <a:extLst>
              <a:ext uri="{FF2B5EF4-FFF2-40B4-BE49-F238E27FC236}">
                <a16:creationId xmlns:a16="http://schemas.microsoft.com/office/drawing/2014/main" id="{927E3837-442A-42B7-9DD1-A6A70A4BD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0246" name="AutoShape 6">
            <a:extLst>
              <a:ext uri="{FF2B5EF4-FFF2-40B4-BE49-F238E27FC236}">
                <a16:creationId xmlns:a16="http://schemas.microsoft.com/office/drawing/2014/main" id="{BEA851C1-16E6-4053-B611-917B72353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0247" name="Text Box 7">
            <a:extLst>
              <a:ext uri="{FF2B5EF4-FFF2-40B4-BE49-F238E27FC236}">
                <a16:creationId xmlns:a16="http://schemas.microsoft.com/office/drawing/2014/main" id="{E139303E-527F-49BC-A3D8-92AB0908B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Internet Applications</a:t>
            </a:r>
          </a:p>
        </p:txBody>
      </p:sp>
      <p:sp>
        <p:nvSpPr>
          <p:cNvPr id="10248" name="AutoShape 8">
            <a:extLst>
              <a:ext uri="{FF2B5EF4-FFF2-40B4-BE49-F238E27FC236}">
                <a16:creationId xmlns:a16="http://schemas.microsoft.com/office/drawing/2014/main" id="{F1339145-B9ED-44A7-976E-7F0072883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3">
            <a:extLst>
              <a:ext uri="{FF2B5EF4-FFF2-40B4-BE49-F238E27FC236}">
                <a16:creationId xmlns:a16="http://schemas.microsoft.com/office/drawing/2014/main" id="{B5EA808E-A9FC-444E-A677-09D9CA22B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2291" name="AutoShape 4">
            <a:extLst>
              <a:ext uri="{FF2B5EF4-FFF2-40B4-BE49-F238E27FC236}">
                <a16:creationId xmlns:a16="http://schemas.microsoft.com/office/drawing/2014/main" id="{437B4793-37A9-4E19-9623-B977B434E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2292" name="AutoShape 5">
            <a:extLst>
              <a:ext uri="{FF2B5EF4-FFF2-40B4-BE49-F238E27FC236}">
                <a16:creationId xmlns:a16="http://schemas.microsoft.com/office/drawing/2014/main" id="{340999EE-1FDB-44CF-ABE4-ED5D6D45C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2293" name="AutoShape 6">
            <a:extLst>
              <a:ext uri="{FF2B5EF4-FFF2-40B4-BE49-F238E27FC236}">
                <a16:creationId xmlns:a16="http://schemas.microsoft.com/office/drawing/2014/main" id="{9409B4D6-E8B5-45CD-99A3-3B3B3E2B5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2294" name="Text Box 7">
            <a:extLst>
              <a:ext uri="{FF2B5EF4-FFF2-40B4-BE49-F238E27FC236}">
                <a16:creationId xmlns:a16="http://schemas.microsoft.com/office/drawing/2014/main" id="{8F6E1575-9D7F-47E2-9DF2-351467B4F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DNS</a:t>
            </a:r>
          </a:p>
        </p:txBody>
      </p:sp>
      <p:sp>
        <p:nvSpPr>
          <p:cNvPr id="12295" name="AutoShape 8">
            <a:extLst>
              <a:ext uri="{FF2B5EF4-FFF2-40B4-BE49-F238E27FC236}">
                <a16:creationId xmlns:a16="http://schemas.microsoft.com/office/drawing/2014/main" id="{D4B6D482-C208-4826-8946-C0E5271E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2296" name="Rectangle 9">
            <a:extLst>
              <a:ext uri="{FF2B5EF4-FFF2-40B4-BE49-F238E27FC236}">
                <a16:creationId xmlns:a16="http://schemas.microsoft.com/office/drawing/2014/main" id="{DB7DAA50-DB1E-423E-AC6A-3CBD4D61E0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  <a:defRPr/>
            </a:pPr>
            <a:endParaRPr lang="en-US" altLang="en-US" sz="2400" b="1" dirty="0">
              <a:solidFill>
                <a:srgbClr val="000066"/>
              </a:solidFill>
            </a:endParaRPr>
          </a:p>
          <a:p>
            <a:pPr marL="441325" defTabSz="414338" eaLnBrk="1" hangingPunct="1">
              <a:spcBef>
                <a:spcPct val="50000"/>
              </a:spcBef>
              <a:buClr>
                <a:srgbClr val="CC0000"/>
              </a:buClr>
              <a:defRPr/>
            </a:pPr>
            <a:r>
              <a:rPr lang="en-US" altLang="en-US" sz="2000" b="1" dirty="0">
                <a:solidFill>
                  <a:srgbClr val="660066"/>
                </a:solidFill>
              </a:rPr>
              <a:t>DNS is short for Domain Name Service or Domain Name System.</a:t>
            </a:r>
          </a:p>
          <a:p>
            <a:pPr marL="441325" defTabSz="414338" eaLnBrk="1" hangingPunct="1">
              <a:spcBef>
                <a:spcPct val="50000"/>
              </a:spcBef>
              <a:buClr>
                <a:srgbClr val="CC0000"/>
              </a:buClr>
              <a:defRPr/>
            </a:pPr>
            <a:r>
              <a:rPr lang="en-US" altLang="en-US" sz="2000" b="1" dirty="0">
                <a:solidFill>
                  <a:srgbClr val="660066"/>
                </a:solidFill>
              </a:rPr>
              <a:t>DNS is a host name to IP Address translation service</a:t>
            </a:r>
          </a:p>
          <a:p>
            <a:pPr marL="441325" defTabSz="414338" eaLnBrk="1" hangingPunct="1">
              <a:spcBef>
                <a:spcPct val="50000"/>
              </a:spcBef>
              <a:buClr>
                <a:srgbClr val="CC0000"/>
              </a:buClr>
              <a:defRPr/>
            </a:pPr>
            <a:r>
              <a:rPr lang="en-US" altLang="en-US" sz="2000" b="1" dirty="0">
                <a:solidFill>
                  <a:srgbClr val="660066"/>
                </a:solidFill>
              </a:rPr>
              <a:t>It converts the names we type in our </a:t>
            </a:r>
            <a:r>
              <a:rPr lang="en-US" altLang="en-US" sz="2000" b="1" dirty="0">
                <a:solidFill>
                  <a:srgbClr val="FF0000"/>
                </a:solidFill>
              </a:rPr>
              <a:t>web browser address bar to the IP Address</a:t>
            </a:r>
            <a:r>
              <a:rPr lang="en-US" altLang="en-US" sz="2000" b="1" dirty="0">
                <a:solidFill>
                  <a:srgbClr val="660066"/>
                </a:solidFill>
              </a:rPr>
              <a:t> of web servers hosting those sites</a:t>
            </a:r>
          </a:p>
          <a:p>
            <a:pPr marL="441325" defTabSz="414338" eaLnBrk="1" hangingPunct="1">
              <a:spcBef>
                <a:spcPct val="50000"/>
              </a:spcBef>
              <a:buClr>
                <a:srgbClr val="CC0000"/>
              </a:buClr>
              <a:defRPr/>
            </a:pPr>
            <a:r>
              <a:rPr lang="en-US" altLang="en-US" sz="2000" b="1" dirty="0">
                <a:solidFill>
                  <a:srgbClr val="660066"/>
                </a:solidFill>
              </a:rPr>
              <a:t>The following diagram illustrates the process of DNS resolution-</a:t>
            </a:r>
          </a:p>
          <a:p>
            <a:pPr marL="441325" defTabSz="414338" eaLnBrk="1" hangingPunct="1">
              <a:spcBef>
                <a:spcPct val="50000"/>
              </a:spcBef>
              <a:buClr>
                <a:srgbClr val="CC0000"/>
              </a:buClr>
              <a:defRPr/>
            </a:pPr>
            <a:endParaRPr lang="en-US" altLang="en-US" sz="2000" b="1" dirty="0">
              <a:solidFill>
                <a:srgbClr val="660066"/>
              </a:solidFill>
            </a:endParaRPr>
          </a:p>
          <a:p>
            <a:pPr marL="392113" indent="-293688" algn="ctr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None/>
              <a:defRPr/>
            </a:pPr>
            <a:br>
              <a:rPr lang="en-GB" altLang="en-US" sz="4000" b="1" dirty="0">
                <a:solidFill>
                  <a:srgbClr val="E4005C"/>
                </a:solidFill>
              </a:rPr>
            </a:br>
            <a:endParaRPr lang="en-US" altLang="en-US" sz="4000" b="1" dirty="0">
              <a:solidFill>
                <a:srgbClr val="E4005C"/>
              </a:solidFill>
            </a:endParaRPr>
          </a:p>
        </p:txBody>
      </p:sp>
      <p:sp>
        <p:nvSpPr>
          <p:cNvPr id="12297" name="TextBox 9">
            <a:extLst>
              <a:ext uri="{FF2B5EF4-FFF2-40B4-BE49-F238E27FC236}">
                <a16:creationId xmlns:a16="http://schemas.microsoft.com/office/drawing/2014/main" id="{D911F218-EAAC-4EB0-9EC4-A2A200646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833438"/>
            <a:ext cx="45894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4000" b="1">
                <a:solidFill>
                  <a:srgbClr val="E4005C"/>
                </a:solidFill>
              </a:rPr>
              <a:t>DNS</a:t>
            </a:r>
            <a:endParaRPr lang="en-US" altLang="en-US"/>
          </a:p>
        </p:txBody>
      </p:sp>
      <p:pic>
        <p:nvPicPr>
          <p:cNvPr id="12298" name="Picture 3">
            <a:extLst>
              <a:ext uri="{FF2B5EF4-FFF2-40B4-BE49-F238E27FC236}">
                <a16:creationId xmlns:a16="http://schemas.microsoft.com/office/drawing/2014/main" id="{535C1627-61C6-4D15-A4A5-2D04A4408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4481513"/>
            <a:ext cx="6438900" cy="214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0789CA4-76AE-45E9-BD5B-C6391F16B8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0" tIns="0" rIns="0" bIns="0"/>
          <a:lstStyle/>
          <a:p>
            <a:pPr defTabSz="457200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altLang="en-US" b="1">
                <a:solidFill>
                  <a:srgbClr val="E4005C"/>
                </a:solidFill>
              </a:rPr>
              <a:t>DNS Operation</a:t>
            </a:r>
            <a:endParaRPr lang="en-GB" altLang="en-US" b="1">
              <a:solidFill>
                <a:srgbClr val="E4005C"/>
              </a:solidFill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FAC0DDA-96AB-4237-A772-516F5058693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3838" cy="4525963"/>
          </a:xfrm>
        </p:spPr>
        <p:txBody>
          <a:bodyPr/>
          <a:lstStyle/>
          <a:p>
            <a:pPr marL="392113" indent="-293688" defTabSz="414338" eaLnBrk="1" hangingPunct="1">
              <a:lnSpc>
                <a:spcPct val="80000"/>
              </a:lnSpc>
              <a:buClr>
                <a:srgbClr val="DF0587"/>
              </a:buClr>
              <a:buFont typeface="Wingdings" panose="05000000000000000000" pitchFamily="2" charset="2"/>
              <a:buNone/>
            </a:pPr>
            <a:endParaRPr lang="en-US" altLang="en-US" sz="2300" b="1">
              <a:solidFill>
                <a:srgbClr val="000066"/>
              </a:solidFill>
            </a:endParaRPr>
          </a:p>
          <a:p>
            <a:pPr marL="392113" indent="-293688" defTabSz="414338" eaLnBrk="1" hangingPunct="1"/>
            <a:endParaRPr lang="en-US" altLang="en-US" sz="2800"/>
          </a:p>
        </p:txBody>
      </p:sp>
      <p:sp>
        <p:nvSpPr>
          <p:cNvPr id="16388" name="AutoShape 4">
            <a:extLst>
              <a:ext uri="{FF2B5EF4-FFF2-40B4-BE49-F238E27FC236}">
                <a16:creationId xmlns:a16="http://schemas.microsoft.com/office/drawing/2014/main" id="{2B4E765E-40DE-443A-946D-9FD9C2D98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6389" name="AutoShape 5">
            <a:extLst>
              <a:ext uri="{FF2B5EF4-FFF2-40B4-BE49-F238E27FC236}">
                <a16:creationId xmlns:a16="http://schemas.microsoft.com/office/drawing/2014/main" id="{7CE2B489-350E-48C6-AB5E-C9FF00257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6390" name="AutoShape 6">
            <a:extLst>
              <a:ext uri="{FF2B5EF4-FFF2-40B4-BE49-F238E27FC236}">
                <a16:creationId xmlns:a16="http://schemas.microsoft.com/office/drawing/2014/main" id="{663A7E7D-6A3E-448C-A0A5-AEA780939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6391" name="AutoShape 7">
            <a:extLst>
              <a:ext uri="{FF2B5EF4-FFF2-40B4-BE49-F238E27FC236}">
                <a16:creationId xmlns:a16="http://schemas.microsoft.com/office/drawing/2014/main" id="{E484BA38-CA3E-4476-A17B-A3A881549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6392" name="Text Box 8">
            <a:extLst>
              <a:ext uri="{FF2B5EF4-FFF2-40B4-BE49-F238E27FC236}">
                <a16:creationId xmlns:a16="http://schemas.microsoft.com/office/drawing/2014/main" id="{669EED6C-61FB-4FB8-B759-D90A5FBE9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DNS Setup</a:t>
            </a:r>
          </a:p>
        </p:txBody>
      </p:sp>
      <p:sp>
        <p:nvSpPr>
          <p:cNvPr id="16393" name="AutoShape 9">
            <a:extLst>
              <a:ext uri="{FF2B5EF4-FFF2-40B4-BE49-F238E27FC236}">
                <a16:creationId xmlns:a16="http://schemas.microsoft.com/office/drawing/2014/main" id="{260EE893-66FA-4AE6-8868-DEDAC2701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6394" name="Rectangle 10">
            <a:extLst>
              <a:ext uri="{FF2B5EF4-FFF2-40B4-BE49-F238E27FC236}">
                <a16:creationId xmlns:a16="http://schemas.microsoft.com/office/drawing/2014/main" id="{4E0EAA75-BBBC-4DBE-8CEF-2D18D5D3CC1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381000" y="1906588"/>
            <a:ext cx="8096250" cy="4319587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ct val="50000"/>
              </a:spcBef>
              <a:buClr>
                <a:srgbClr val="DF0587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300" b="1" dirty="0">
                <a:solidFill>
                  <a:srgbClr val="000066"/>
                </a:solidFill>
              </a:rPr>
              <a:t>A DNS server maintains the name to IP address mapping of the domain for which it is the </a:t>
            </a:r>
            <a:r>
              <a:rPr lang="en-US" altLang="en-US" sz="2300" b="1" dirty="0">
                <a:solidFill>
                  <a:srgbClr val="FF0000"/>
                </a:solidFill>
              </a:rPr>
              <a:t>name server</a:t>
            </a:r>
            <a:r>
              <a:rPr lang="en-US" altLang="en-US" sz="2300" b="1" dirty="0">
                <a:solidFill>
                  <a:srgbClr val="000066"/>
                </a:solidFill>
              </a:rPr>
              <a:t>.</a:t>
            </a:r>
          </a:p>
          <a:p>
            <a:pPr algn="just" eaLnBrk="1" hangingPunct="1">
              <a:lnSpc>
                <a:spcPct val="90000"/>
              </a:lnSpc>
              <a:spcBef>
                <a:spcPct val="50000"/>
              </a:spcBef>
              <a:buClr>
                <a:srgbClr val="DF0587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300" b="1" dirty="0">
                <a:solidFill>
                  <a:srgbClr val="000066"/>
                </a:solidFill>
              </a:rPr>
              <a:t>The DNS server for a domain is registered with the domain registrar and the entry is maintained by the Internet Root-Servers or Country Level Root-Servers.</a:t>
            </a:r>
          </a:p>
          <a:p>
            <a:pPr algn="just" eaLnBrk="1" hangingPunct="1">
              <a:lnSpc>
                <a:spcPct val="90000"/>
              </a:lnSpc>
              <a:spcBef>
                <a:spcPct val="50000"/>
              </a:spcBef>
              <a:buClr>
                <a:srgbClr val="DF0587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300" b="1" dirty="0">
                <a:solidFill>
                  <a:srgbClr val="000066"/>
                </a:solidFill>
              </a:rPr>
              <a:t>Whenever a server is asked, if doesn’t have the answer, the root servers are contacted.</a:t>
            </a:r>
          </a:p>
          <a:p>
            <a:pPr algn="just" eaLnBrk="1" hangingPunct="1">
              <a:lnSpc>
                <a:spcPct val="90000"/>
              </a:lnSpc>
              <a:spcBef>
                <a:spcPct val="50000"/>
              </a:spcBef>
              <a:buClr>
                <a:srgbClr val="DF0587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300" b="1" dirty="0">
                <a:solidFill>
                  <a:srgbClr val="000066"/>
                </a:solidFill>
              </a:rPr>
              <a:t>The root servers refer to the DNS server for that domain (in case the domain is a top-level domain) or the Country Root Server (in case the domain is country level domain).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AutoShape 3">
            <a:extLst>
              <a:ext uri="{FF2B5EF4-FFF2-40B4-BE49-F238E27FC236}">
                <a16:creationId xmlns:a16="http://schemas.microsoft.com/office/drawing/2014/main" id="{3237918E-E236-4AFF-832B-B0435EDD5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8435" name="AutoShape 4">
            <a:extLst>
              <a:ext uri="{FF2B5EF4-FFF2-40B4-BE49-F238E27FC236}">
                <a16:creationId xmlns:a16="http://schemas.microsoft.com/office/drawing/2014/main" id="{1FC15A3B-961C-4A7C-BBE3-9B3E14F91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8436" name="AutoShape 5">
            <a:extLst>
              <a:ext uri="{FF2B5EF4-FFF2-40B4-BE49-F238E27FC236}">
                <a16:creationId xmlns:a16="http://schemas.microsoft.com/office/drawing/2014/main" id="{E787DA8F-328F-45C2-AEDE-CD4A1FFCF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8437" name="AutoShape 6">
            <a:extLst>
              <a:ext uri="{FF2B5EF4-FFF2-40B4-BE49-F238E27FC236}">
                <a16:creationId xmlns:a16="http://schemas.microsoft.com/office/drawing/2014/main" id="{F1261C98-9F6A-4BBD-99A8-9AAFEA99D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8438" name="Text Box 7">
            <a:extLst>
              <a:ext uri="{FF2B5EF4-FFF2-40B4-BE49-F238E27FC236}">
                <a16:creationId xmlns:a16="http://schemas.microsoft.com/office/drawing/2014/main" id="{7B5D0E2A-D18D-41FF-A2A3-DB0AED600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Proxy Server</a:t>
            </a:r>
          </a:p>
        </p:txBody>
      </p:sp>
      <p:sp>
        <p:nvSpPr>
          <p:cNvPr id="18439" name="AutoShape 8">
            <a:extLst>
              <a:ext uri="{FF2B5EF4-FFF2-40B4-BE49-F238E27FC236}">
                <a16:creationId xmlns:a16="http://schemas.microsoft.com/office/drawing/2014/main" id="{272D9DB3-0CE5-472C-A6BC-62D332850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8440" name="Rectangle 9">
            <a:extLst>
              <a:ext uri="{FF2B5EF4-FFF2-40B4-BE49-F238E27FC236}">
                <a16:creationId xmlns:a16="http://schemas.microsoft.com/office/drawing/2014/main" id="{5C3F212E-B974-4A8A-995C-416BB579FC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marL="392113" indent="-293688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400" b="1" dirty="0">
                <a:solidFill>
                  <a:srgbClr val="000066"/>
                </a:solidFill>
              </a:rPr>
              <a:t>In computer networking, a proxy server is a server application or appliance that acts as an intermediary for requests from clients seeking resources from servers that provide those resources</a:t>
            </a:r>
          </a:p>
          <a:p>
            <a:pPr marL="392113" indent="-293688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000" b="1" dirty="0">
                <a:solidFill>
                  <a:srgbClr val="660066"/>
                </a:solidFill>
              </a:rPr>
              <a:t>Instead of connecting directly to a server that can fulfill a requested resource (such as: a file or web page), the client directs the request to the proxy server, which evaluates the request and performs the required network transactions.</a:t>
            </a:r>
          </a:p>
        </p:txBody>
      </p:sp>
      <p:sp>
        <p:nvSpPr>
          <p:cNvPr id="18441" name="TextBox 9">
            <a:extLst>
              <a:ext uri="{FF2B5EF4-FFF2-40B4-BE49-F238E27FC236}">
                <a16:creationId xmlns:a16="http://schemas.microsoft.com/office/drawing/2014/main" id="{F9DC2BD0-A7CE-42B7-9147-197D272A5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079500"/>
            <a:ext cx="45862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92113" indent="-293688" defTabSz="4143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143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143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143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143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14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GB" altLang="en-US" sz="2800" b="1">
                <a:solidFill>
                  <a:srgbClr val="E4005C"/>
                </a:solidFill>
              </a:rPr>
              <a:t>PROXY SERVER</a:t>
            </a:r>
            <a:endParaRPr lang="en-US" altLang="en-US" sz="2800" b="1">
              <a:solidFill>
                <a:srgbClr val="E4005C"/>
              </a:solidFill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DC63811-89C0-4A00-8B3B-C16C545FE9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143000"/>
          </a:xfrm>
          <a:noFill/>
        </p:spPr>
        <p:txBody>
          <a:bodyPr lIns="0" tIns="0" rIns="0" bIns="0"/>
          <a:lstStyle/>
          <a:p>
            <a:pPr defTabSz="457200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altLang="en-US" sz="4000" b="1">
                <a:solidFill>
                  <a:srgbClr val="E4005C"/>
                </a:solidFill>
              </a:rPr>
              <a:t>What is a Web Proxy?</a:t>
            </a:r>
          </a:p>
        </p:txBody>
      </p:sp>
      <p:sp>
        <p:nvSpPr>
          <p:cNvPr id="24579" name="AutoShape 3">
            <a:extLst>
              <a:ext uri="{FF2B5EF4-FFF2-40B4-BE49-F238E27FC236}">
                <a16:creationId xmlns:a16="http://schemas.microsoft.com/office/drawing/2014/main" id="{9892D7D0-9611-486A-8B15-41ADF54A9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4580" name="AutoShape 4">
            <a:extLst>
              <a:ext uri="{FF2B5EF4-FFF2-40B4-BE49-F238E27FC236}">
                <a16:creationId xmlns:a16="http://schemas.microsoft.com/office/drawing/2014/main" id="{A6BEA8AE-F8A7-42A1-9C82-FCD00FD94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4581" name="AutoShape 5">
            <a:extLst>
              <a:ext uri="{FF2B5EF4-FFF2-40B4-BE49-F238E27FC236}">
                <a16:creationId xmlns:a16="http://schemas.microsoft.com/office/drawing/2014/main" id="{87A0F2FD-D8C7-4E64-9E44-AD6807A8C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4582" name="AutoShape 6">
            <a:extLst>
              <a:ext uri="{FF2B5EF4-FFF2-40B4-BE49-F238E27FC236}">
                <a16:creationId xmlns:a16="http://schemas.microsoft.com/office/drawing/2014/main" id="{8228999C-5AA1-4BDC-AF4C-D94C002A1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4583" name="Text Box 7">
            <a:extLst>
              <a:ext uri="{FF2B5EF4-FFF2-40B4-BE49-F238E27FC236}">
                <a16:creationId xmlns:a16="http://schemas.microsoft.com/office/drawing/2014/main" id="{DE8F0D24-946C-4F18-9072-500D50783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Proxy Server</a:t>
            </a:r>
          </a:p>
        </p:txBody>
      </p:sp>
      <p:sp>
        <p:nvSpPr>
          <p:cNvPr id="24584" name="AutoShape 8">
            <a:extLst>
              <a:ext uri="{FF2B5EF4-FFF2-40B4-BE49-F238E27FC236}">
                <a16:creationId xmlns:a16="http://schemas.microsoft.com/office/drawing/2014/main" id="{ABDDF608-E415-4AB9-BE1D-E0E8387CD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4585" name="Rectangle 9">
            <a:extLst>
              <a:ext uri="{FF2B5EF4-FFF2-40B4-BE49-F238E27FC236}">
                <a16:creationId xmlns:a16="http://schemas.microsoft.com/office/drawing/2014/main" id="{67569795-746D-4C53-A558-CD2DD3F66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873250"/>
            <a:ext cx="8305800" cy="319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Blip>
                <a:blip r:embed="rId4"/>
              </a:buBlip>
            </a:pPr>
            <a:r>
              <a:rPr lang="en-GB" altLang="en-US" sz="2400" b="1">
                <a:solidFill>
                  <a:srgbClr val="000066"/>
                </a:solidFill>
              </a:rPr>
              <a:t> A proxy is a host which relays web access requests</a:t>
            </a:r>
            <a:br>
              <a:rPr lang="en-GB" altLang="en-US" sz="2400" b="1">
                <a:solidFill>
                  <a:srgbClr val="000066"/>
                </a:solidFill>
              </a:rPr>
            </a:br>
            <a:r>
              <a:rPr lang="en-GB" altLang="en-US" sz="2400" b="1">
                <a:solidFill>
                  <a:srgbClr val="000066"/>
                </a:solidFill>
              </a:rPr>
              <a:t>   from clients</a:t>
            </a:r>
          </a:p>
          <a:p>
            <a:pPr lvl="1" algn="just" eaLnBrk="1" hangingPunct="1">
              <a:spcBef>
                <a:spcPct val="50000"/>
              </a:spcBef>
              <a:buFontTx/>
              <a:buBlip>
                <a:blip r:embed="rId4"/>
              </a:buBlip>
            </a:pPr>
            <a:r>
              <a:rPr lang="en-GB" altLang="en-US" sz="2400" b="1">
                <a:solidFill>
                  <a:srgbClr val="000066"/>
                </a:solidFill>
              </a:rPr>
              <a:t> Used when clients do not access the web directly</a:t>
            </a:r>
          </a:p>
          <a:p>
            <a:pPr lvl="1" algn="just" eaLnBrk="1" hangingPunct="1">
              <a:spcBef>
                <a:spcPct val="50000"/>
              </a:spcBef>
              <a:buFontTx/>
              <a:buBlip>
                <a:blip r:embed="rId4"/>
              </a:buBlip>
            </a:pPr>
            <a:r>
              <a:rPr lang="en-GB" altLang="en-US" sz="2400" b="1">
                <a:solidFill>
                  <a:srgbClr val="000066"/>
                </a:solidFill>
              </a:rPr>
              <a:t> Used for security, logging, accounting and</a:t>
            </a:r>
            <a:br>
              <a:rPr lang="en-GB" altLang="en-US" sz="2400" b="1">
                <a:solidFill>
                  <a:srgbClr val="000066"/>
                </a:solidFill>
              </a:rPr>
            </a:br>
            <a:r>
              <a:rPr lang="en-GB" altLang="en-US" sz="2400" b="1">
                <a:solidFill>
                  <a:srgbClr val="000066"/>
                </a:solidFill>
              </a:rPr>
              <a:t>   performance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b="1">
              <a:solidFill>
                <a:srgbClr val="000066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 b="1">
              <a:solidFill>
                <a:srgbClr val="000066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 b="1">
              <a:solidFill>
                <a:srgbClr val="000066"/>
              </a:solidFill>
            </a:endParaRPr>
          </a:p>
        </p:txBody>
      </p:sp>
      <p:grpSp>
        <p:nvGrpSpPr>
          <p:cNvPr id="24586" name="Group 10">
            <a:extLst>
              <a:ext uri="{FF2B5EF4-FFF2-40B4-BE49-F238E27FC236}">
                <a16:creationId xmlns:a16="http://schemas.microsoft.com/office/drawing/2014/main" id="{7C2BD82D-8A94-477D-B10F-5536A2BBFD0D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4953000"/>
            <a:ext cx="1682750" cy="1184275"/>
            <a:chOff x="4505" y="3084"/>
            <a:chExt cx="1060" cy="746"/>
          </a:xfrm>
        </p:grpSpPr>
        <p:grpSp>
          <p:nvGrpSpPr>
            <p:cNvPr id="24596" name="Group 11">
              <a:extLst>
                <a:ext uri="{FF2B5EF4-FFF2-40B4-BE49-F238E27FC236}">
                  <a16:creationId xmlns:a16="http://schemas.microsoft.com/office/drawing/2014/main" id="{6E3EE0BF-16EF-4FF1-AF71-BD0541662E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11" y="3483"/>
              <a:ext cx="673" cy="230"/>
              <a:chOff x="4711" y="3483"/>
              <a:chExt cx="673" cy="230"/>
            </a:xfrm>
          </p:grpSpPr>
          <p:grpSp>
            <p:nvGrpSpPr>
              <p:cNvPr id="24646" name="Group 12">
                <a:extLst>
                  <a:ext uri="{FF2B5EF4-FFF2-40B4-BE49-F238E27FC236}">
                    <a16:creationId xmlns:a16="http://schemas.microsoft.com/office/drawing/2014/main" id="{ABEEB5C7-14F8-47B2-9B72-953DFA151E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11" y="3483"/>
                <a:ext cx="673" cy="230"/>
                <a:chOff x="4711" y="3483"/>
                <a:chExt cx="673" cy="230"/>
              </a:xfrm>
            </p:grpSpPr>
            <p:grpSp>
              <p:nvGrpSpPr>
                <p:cNvPr id="24692" name="Group 13">
                  <a:extLst>
                    <a:ext uri="{FF2B5EF4-FFF2-40B4-BE49-F238E27FC236}">
                      <a16:creationId xmlns:a16="http://schemas.microsoft.com/office/drawing/2014/main" id="{F5AA09B4-A1CB-4A51-8A4C-EC9AA6EB165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11" y="3483"/>
                  <a:ext cx="673" cy="230"/>
                  <a:chOff x="4711" y="3483"/>
                  <a:chExt cx="673" cy="230"/>
                </a:xfrm>
              </p:grpSpPr>
              <p:grpSp>
                <p:nvGrpSpPr>
                  <p:cNvPr id="24698" name="Group 14">
                    <a:extLst>
                      <a:ext uri="{FF2B5EF4-FFF2-40B4-BE49-F238E27FC236}">
                        <a16:creationId xmlns:a16="http://schemas.microsoft.com/office/drawing/2014/main" id="{805DB35E-8E43-4099-8EA5-3361B561926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11" y="3483"/>
                    <a:ext cx="673" cy="230"/>
                    <a:chOff x="4711" y="3483"/>
                    <a:chExt cx="673" cy="230"/>
                  </a:xfrm>
                </p:grpSpPr>
                <p:grpSp>
                  <p:nvGrpSpPr>
                    <p:cNvPr id="24826" name="Group 15">
                      <a:extLst>
                        <a:ext uri="{FF2B5EF4-FFF2-40B4-BE49-F238E27FC236}">
                          <a16:creationId xmlns:a16="http://schemas.microsoft.com/office/drawing/2014/main" id="{73768F91-AFEF-48B9-9F59-290AD3ECC4B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11" y="3483"/>
                      <a:ext cx="673" cy="230"/>
                      <a:chOff x="4711" y="3483"/>
                      <a:chExt cx="673" cy="230"/>
                    </a:xfrm>
                  </p:grpSpPr>
                  <p:sp>
                    <p:nvSpPr>
                      <p:cNvPr id="24828" name="Rectangle 16">
                        <a:extLst>
                          <a:ext uri="{FF2B5EF4-FFF2-40B4-BE49-F238E27FC236}">
                            <a16:creationId xmlns:a16="http://schemas.microsoft.com/office/drawing/2014/main" id="{555004F4-A648-47EC-9E5F-E50C4578D7F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712" y="3542"/>
                        <a:ext cx="663" cy="171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en-GB" altLang="en-US" sz="1800"/>
                      </a:p>
                    </p:txBody>
                  </p:sp>
                  <p:sp>
                    <p:nvSpPr>
                      <p:cNvPr id="24829" name="Freeform 17">
                        <a:extLst>
                          <a:ext uri="{FF2B5EF4-FFF2-40B4-BE49-F238E27FC236}">
                            <a16:creationId xmlns:a16="http://schemas.microsoft.com/office/drawing/2014/main" id="{169A7A35-86B0-460D-A772-C7FC5D9D26F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11" y="3483"/>
                        <a:ext cx="673" cy="56"/>
                      </a:xfrm>
                      <a:custGeom>
                        <a:avLst/>
                        <a:gdLst>
                          <a:gd name="T0" fmla="*/ 0 w 673"/>
                          <a:gd name="T1" fmla="*/ 55 h 56"/>
                          <a:gd name="T2" fmla="*/ 672 w 673"/>
                          <a:gd name="T3" fmla="*/ 55 h 56"/>
                          <a:gd name="T4" fmla="*/ 609 w 673"/>
                          <a:gd name="T5" fmla="*/ 0 h 56"/>
                          <a:gd name="T6" fmla="*/ 71 w 673"/>
                          <a:gd name="T7" fmla="*/ 0 h 56"/>
                          <a:gd name="T8" fmla="*/ 0 w 673"/>
                          <a:gd name="T9" fmla="*/ 55 h 5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673"/>
                          <a:gd name="T16" fmla="*/ 0 h 56"/>
                          <a:gd name="T17" fmla="*/ 673 w 673"/>
                          <a:gd name="T18" fmla="*/ 56 h 5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673" h="56">
                            <a:moveTo>
                              <a:pt x="0" y="55"/>
                            </a:moveTo>
                            <a:lnTo>
                              <a:pt x="672" y="55"/>
                            </a:lnTo>
                            <a:lnTo>
                              <a:pt x="609" y="0"/>
                            </a:lnTo>
                            <a:lnTo>
                              <a:pt x="71" y="0"/>
                            </a:lnTo>
                            <a:lnTo>
                              <a:pt x="0" y="55"/>
                            </a:lnTo>
                          </a:path>
                        </a:pathLst>
                      </a:custGeom>
                      <a:solidFill>
                        <a:srgbClr val="C0C0C0"/>
                      </a:solidFill>
                      <a:ln w="12700" cap="rnd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24827" name="Line 18">
                      <a:extLst>
                        <a:ext uri="{FF2B5EF4-FFF2-40B4-BE49-F238E27FC236}">
                          <a16:creationId xmlns:a16="http://schemas.microsoft.com/office/drawing/2014/main" id="{71D834C9-E0BF-468F-8E69-711F5171FC3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727" y="3529"/>
                      <a:ext cx="643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4699" name="Group 19">
                    <a:extLst>
                      <a:ext uri="{FF2B5EF4-FFF2-40B4-BE49-F238E27FC236}">
                        <a16:creationId xmlns:a16="http://schemas.microsoft.com/office/drawing/2014/main" id="{6E80ED79-5FAE-4F47-BA72-216CB3A8D49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6" y="3674"/>
                    <a:ext cx="630" cy="34"/>
                    <a:chOff x="4736" y="3674"/>
                    <a:chExt cx="630" cy="34"/>
                  </a:xfrm>
                </p:grpSpPr>
                <p:grpSp>
                  <p:nvGrpSpPr>
                    <p:cNvPr id="24700" name="Group 20">
                      <a:extLst>
                        <a:ext uri="{FF2B5EF4-FFF2-40B4-BE49-F238E27FC236}">
                          <a16:creationId xmlns:a16="http://schemas.microsoft.com/office/drawing/2014/main" id="{6849B249-C7F4-4EE4-946C-B3C9C6A8D49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6" y="3674"/>
                      <a:ext cx="311" cy="34"/>
                      <a:chOff x="4736" y="3674"/>
                      <a:chExt cx="311" cy="34"/>
                    </a:xfrm>
                  </p:grpSpPr>
                  <p:grpSp>
                    <p:nvGrpSpPr>
                      <p:cNvPr id="24764" name="Group 21">
                        <a:extLst>
                          <a:ext uri="{FF2B5EF4-FFF2-40B4-BE49-F238E27FC236}">
                            <a16:creationId xmlns:a16="http://schemas.microsoft.com/office/drawing/2014/main" id="{0B474E54-32A4-443C-8001-146E44F00A3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736" y="3675"/>
                        <a:ext cx="152" cy="33"/>
                        <a:chOff x="4736" y="3675"/>
                        <a:chExt cx="152" cy="33"/>
                      </a:xfrm>
                    </p:grpSpPr>
                    <p:grpSp>
                      <p:nvGrpSpPr>
                        <p:cNvPr id="24796" name="Group 22">
                          <a:extLst>
                            <a:ext uri="{FF2B5EF4-FFF2-40B4-BE49-F238E27FC236}">
                              <a16:creationId xmlns:a16="http://schemas.microsoft.com/office/drawing/2014/main" id="{25B8F214-4BAE-4B18-9F74-FA06B430ED21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736" y="3675"/>
                          <a:ext cx="72" cy="33"/>
                          <a:chOff x="4736" y="3675"/>
                          <a:chExt cx="72" cy="33"/>
                        </a:xfrm>
                      </p:grpSpPr>
                      <p:grpSp>
                        <p:nvGrpSpPr>
                          <p:cNvPr id="24812" name="Group 23">
                            <a:extLst>
                              <a:ext uri="{FF2B5EF4-FFF2-40B4-BE49-F238E27FC236}">
                                <a16:creationId xmlns:a16="http://schemas.microsoft.com/office/drawing/2014/main" id="{C0A3663C-7972-41BB-A764-03A466183A96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736" y="3675"/>
                            <a:ext cx="32" cy="33"/>
                            <a:chOff x="4736" y="3675"/>
                            <a:chExt cx="32" cy="33"/>
                          </a:xfrm>
                        </p:grpSpPr>
                        <p:grpSp>
                          <p:nvGrpSpPr>
                            <p:cNvPr id="24820" name="Group 24">
                              <a:extLst>
                                <a:ext uri="{FF2B5EF4-FFF2-40B4-BE49-F238E27FC236}">
                                  <a16:creationId xmlns:a16="http://schemas.microsoft.com/office/drawing/2014/main" id="{AB64FDCF-C02C-46AE-B257-0EE83FD5041A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736" y="3675"/>
                              <a:ext cx="12" cy="33"/>
                              <a:chOff x="4736" y="3675"/>
                              <a:chExt cx="12" cy="33"/>
                            </a:xfrm>
                          </p:grpSpPr>
                          <p:sp>
                            <p:nvSpPr>
                              <p:cNvPr id="24824" name="Freeform 25">
                                <a:extLst>
                                  <a:ext uri="{FF2B5EF4-FFF2-40B4-BE49-F238E27FC236}">
                                    <a16:creationId xmlns:a16="http://schemas.microsoft.com/office/drawing/2014/main" id="{6DD619C5-E689-4228-98EE-0B2578F7FA18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73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825" name="Freeform 26">
                                <a:extLst>
                                  <a:ext uri="{FF2B5EF4-FFF2-40B4-BE49-F238E27FC236}">
                                    <a16:creationId xmlns:a16="http://schemas.microsoft.com/office/drawing/2014/main" id="{65F8787D-934C-42CD-BDD6-DE971B352596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74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24821" name="Group 27">
                              <a:extLst>
                                <a:ext uri="{FF2B5EF4-FFF2-40B4-BE49-F238E27FC236}">
                                  <a16:creationId xmlns:a16="http://schemas.microsoft.com/office/drawing/2014/main" id="{E6056C70-E18C-42A6-ABB0-AEB9CF6A8B76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756" y="3675"/>
                              <a:ext cx="12" cy="33"/>
                              <a:chOff x="4756" y="3675"/>
                              <a:chExt cx="12" cy="33"/>
                            </a:xfrm>
                          </p:grpSpPr>
                          <p:sp>
                            <p:nvSpPr>
                              <p:cNvPr id="24822" name="Freeform 28">
                                <a:extLst>
                                  <a:ext uri="{FF2B5EF4-FFF2-40B4-BE49-F238E27FC236}">
                                    <a16:creationId xmlns:a16="http://schemas.microsoft.com/office/drawing/2014/main" id="{6C8CB665-FF5C-40E5-A303-D8BE72DB3F7E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75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823" name="Freeform 29">
                                <a:extLst>
                                  <a:ext uri="{FF2B5EF4-FFF2-40B4-BE49-F238E27FC236}">
                                    <a16:creationId xmlns:a16="http://schemas.microsoft.com/office/drawing/2014/main" id="{068AE906-25A4-4B41-8191-2BB97911A36B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76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24813" name="Group 30">
                            <a:extLst>
                              <a:ext uri="{FF2B5EF4-FFF2-40B4-BE49-F238E27FC236}">
                                <a16:creationId xmlns:a16="http://schemas.microsoft.com/office/drawing/2014/main" id="{1F837834-B99B-490B-9547-6F0ED0652A5A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776" y="3675"/>
                            <a:ext cx="32" cy="33"/>
                            <a:chOff x="4776" y="3675"/>
                            <a:chExt cx="32" cy="33"/>
                          </a:xfrm>
                        </p:grpSpPr>
                        <p:grpSp>
                          <p:nvGrpSpPr>
                            <p:cNvPr id="24814" name="Group 31">
                              <a:extLst>
                                <a:ext uri="{FF2B5EF4-FFF2-40B4-BE49-F238E27FC236}">
                                  <a16:creationId xmlns:a16="http://schemas.microsoft.com/office/drawing/2014/main" id="{91633C98-4013-4060-B4EB-411A7EA65937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776" y="3675"/>
                              <a:ext cx="12" cy="33"/>
                              <a:chOff x="4776" y="3675"/>
                              <a:chExt cx="12" cy="33"/>
                            </a:xfrm>
                          </p:grpSpPr>
                          <p:sp>
                            <p:nvSpPr>
                              <p:cNvPr id="24818" name="Freeform 32">
                                <a:extLst>
                                  <a:ext uri="{FF2B5EF4-FFF2-40B4-BE49-F238E27FC236}">
                                    <a16:creationId xmlns:a16="http://schemas.microsoft.com/office/drawing/2014/main" id="{4157D532-6244-4C7E-A009-0F5EE192CC0A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77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819" name="Freeform 33">
                                <a:extLst>
                                  <a:ext uri="{FF2B5EF4-FFF2-40B4-BE49-F238E27FC236}">
                                    <a16:creationId xmlns:a16="http://schemas.microsoft.com/office/drawing/2014/main" id="{C7CA2BD8-DF4C-4A43-A1D6-95C515B41491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78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24815" name="Group 34">
                              <a:extLst>
                                <a:ext uri="{FF2B5EF4-FFF2-40B4-BE49-F238E27FC236}">
                                  <a16:creationId xmlns:a16="http://schemas.microsoft.com/office/drawing/2014/main" id="{BB3207FF-2D87-47D2-A26A-2F05A4BDB16C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796" y="3675"/>
                              <a:ext cx="12" cy="33"/>
                              <a:chOff x="4796" y="3675"/>
                              <a:chExt cx="12" cy="33"/>
                            </a:xfrm>
                          </p:grpSpPr>
                          <p:sp>
                            <p:nvSpPr>
                              <p:cNvPr id="24816" name="Freeform 35">
                                <a:extLst>
                                  <a:ext uri="{FF2B5EF4-FFF2-40B4-BE49-F238E27FC236}">
                                    <a16:creationId xmlns:a16="http://schemas.microsoft.com/office/drawing/2014/main" id="{8772C995-82DD-483E-80EE-E4BD29071622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79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817" name="Freeform 36">
                                <a:extLst>
                                  <a:ext uri="{FF2B5EF4-FFF2-40B4-BE49-F238E27FC236}">
                                    <a16:creationId xmlns:a16="http://schemas.microsoft.com/office/drawing/2014/main" id="{7840FB00-1B4C-4AC0-92E7-B415A9553B43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0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  <p:grpSp>
                      <p:nvGrpSpPr>
                        <p:cNvPr id="24797" name="Group 37">
                          <a:extLst>
                            <a:ext uri="{FF2B5EF4-FFF2-40B4-BE49-F238E27FC236}">
                              <a16:creationId xmlns:a16="http://schemas.microsoft.com/office/drawing/2014/main" id="{4312C3B4-5021-4D26-B6F8-7A845291EC6F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816" y="3675"/>
                          <a:ext cx="72" cy="33"/>
                          <a:chOff x="4816" y="3675"/>
                          <a:chExt cx="72" cy="33"/>
                        </a:xfrm>
                      </p:grpSpPr>
                      <p:grpSp>
                        <p:nvGrpSpPr>
                          <p:cNvPr id="24798" name="Group 38">
                            <a:extLst>
                              <a:ext uri="{FF2B5EF4-FFF2-40B4-BE49-F238E27FC236}">
                                <a16:creationId xmlns:a16="http://schemas.microsoft.com/office/drawing/2014/main" id="{64AF2460-1FAF-47A7-AD4E-1501D0D3C3B5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816" y="3675"/>
                            <a:ext cx="32" cy="33"/>
                            <a:chOff x="4816" y="3675"/>
                            <a:chExt cx="32" cy="33"/>
                          </a:xfrm>
                        </p:grpSpPr>
                        <p:grpSp>
                          <p:nvGrpSpPr>
                            <p:cNvPr id="24806" name="Group 39">
                              <a:extLst>
                                <a:ext uri="{FF2B5EF4-FFF2-40B4-BE49-F238E27FC236}">
                                  <a16:creationId xmlns:a16="http://schemas.microsoft.com/office/drawing/2014/main" id="{FA1CAE8F-75DD-4718-8A53-26A05E71AE26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816" y="3675"/>
                              <a:ext cx="12" cy="33"/>
                              <a:chOff x="4816" y="3675"/>
                              <a:chExt cx="12" cy="33"/>
                            </a:xfrm>
                          </p:grpSpPr>
                          <p:sp>
                            <p:nvSpPr>
                              <p:cNvPr id="24810" name="Freeform 40">
                                <a:extLst>
                                  <a:ext uri="{FF2B5EF4-FFF2-40B4-BE49-F238E27FC236}">
                                    <a16:creationId xmlns:a16="http://schemas.microsoft.com/office/drawing/2014/main" id="{4B5C02D3-C945-458E-81B1-974C47C2E71C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1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811" name="Freeform 41">
                                <a:extLst>
                                  <a:ext uri="{FF2B5EF4-FFF2-40B4-BE49-F238E27FC236}">
                                    <a16:creationId xmlns:a16="http://schemas.microsoft.com/office/drawing/2014/main" id="{4C24B318-440B-4AB4-BEC4-C2B430B42E5D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2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24807" name="Group 42">
                              <a:extLst>
                                <a:ext uri="{FF2B5EF4-FFF2-40B4-BE49-F238E27FC236}">
                                  <a16:creationId xmlns:a16="http://schemas.microsoft.com/office/drawing/2014/main" id="{F2D357F6-5BAE-4B83-9407-1D12AA250408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836" y="3675"/>
                              <a:ext cx="12" cy="33"/>
                              <a:chOff x="4836" y="3675"/>
                              <a:chExt cx="12" cy="33"/>
                            </a:xfrm>
                          </p:grpSpPr>
                          <p:sp>
                            <p:nvSpPr>
                              <p:cNvPr id="24808" name="Freeform 43">
                                <a:extLst>
                                  <a:ext uri="{FF2B5EF4-FFF2-40B4-BE49-F238E27FC236}">
                                    <a16:creationId xmlns:a16="http://schemas.microsoft.com/office/drawing/2014/main" id="{82E5B5C4-0D7B-42E5-9B8C-1BA1F559DE53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3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809" name="Freeform 44">
                                <a:extLst>
                                  <a:ext uri="{FF2B5EF4-FFF2-40B4-BE49-F238E27FC236}">
                                    <a16:creationId xmlns:a16="http://schemas.microsoft.com/office/drawing/2014/main" id="{684F270B-745D-4487-A89B-53A08C6B9451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4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24799" name="Group 45">
                            <a:extLst>
                              <a:ext uri="{FF2B5EF4-FFF2-40B4-BE49-F238E27FC236}">
                                <a16:creationId xmlns:a16="http://schemas.microsoft.com/office/drawing/2014/main" id="{35C44C8A-E5EF-4504-8F82-EC16384EAE07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856" y="3675"/>
                            <a:ext cx="32" cy="33"/>
                            <a:chOff x="4856" y="3675"/>
                            <a:chExt cx="32" cy="33"/>
                          </a:xfrm>
                        </p:grpSpPr>
                        <p:grpSp>
                          <p:nvGrpSpPr>
                            <p:cNvPr id="24800" name="Group 46">
                              <a:extLst>
                                <a:ext uri="{FF2B5EF4-FFF2-40B4-BE49-F238E27FC236}">
                                  <a16:creationId xmlns:a16="http://schemas.microsoft.com/office/drawing/2014/main" id="{147BE200-0455-468F-8B9B-CAE5BAB38CD3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856" y="3675"/>
                              <a:ext cx="12" cy="33"/>
                              <a:chOff x="4856" y="3675"/>
                              <a:chExt cx="12" cy="33"/>
                            </a:xfrm>
                          </p:grpSpPr>
                          <p:sp>
                            <p:nvSpPr>
                              <p:cNvPr id="24804" name="Freeform 47">
                                <a:extLst>
                                  <a:ext uri="{FF2B5EF4-FFF2-40B4-BE49-F238E27FC236}">
                                    <a16:creationId xmlns:a16="http://schemas.microsoft.com/office/drawing/2014/main" id="{31A36E6E-EAE0-4A6A-BE0B-E557837121F9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56" y="3675"/>
                                <a:ext cx="1" cy="33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3"/>
                                  <a:gd name="T2" fmla="*/ 0 w 1"/>
                                  <a:gd name="T3" fmla="*/ 0 h 33"/>
                                  <a:gd name="T4" fmla="*/ 0 w 1"/>
                                  <a:gd name="T5" fmla="*/ 32 h 33"/>
                                  <a:gd name="T6" fmla="*/ 0 w 1"/>
                                  <a:gd name="T7" fmla="*/ 32 h 33"/>
                                  <a:gd name="T8" fmla="*/ 0 w 1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3"/>
                                  <a:gd name="T17" fmla="*/ 1 w 1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3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805" name="Freeform 48">
                                <a:extLst>
                                  <a:ext uri="{FF2B5EF4-FFF2-40B4-BE49-F238E27FC236}">
                                    <a16:creationId xmlns:a16="http://schemas.microsoft.com/office/drawing/2014/main" id="{D33827BC-E557-459B-A13D-998750DAA92B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6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24801" name="Group 49">
                              <a:extLst>
                                <a:ext uri="{FF2B5EF4-FFF2-40B4-BE49-F238E27FC236}">
                                  <a16:creationId xmlns:a16="http://schemas.microsoft.com/office/drawing/2014/main" id="{07AD27A8-D06D-453F-9B35-E486334457AF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876" y="3675"/>
                              <a:ext cx="12" cy="33"/>
                              <a:chOff x="4876" y="3675"/>
                              <a:chExt cx="12" cy="33"/>
                            </a:xfrm>
                          </p:grpSpPr>
                          <p:sp>
                            <p:nvSpPr>
                              <p:cNvPr id="24802" name="Freeform 50">
                                <a:extLst>
                                  <a:ext uri="{FF2B5EF4-FFF2-40B4-BE49-F238E27FC236}">
                                    <a16:creationId xmlns:a16="http://schemas.microsoft.com/office/drawing/2014/main" id="{42AC358A-8FD3-4B52-8B00-283DBE6CFA46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7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803" name="Freeform 51">
                                <a:extLst>
                                  <a:ext uri="{FF2B5EF4-FFF2-40B4-BE49-F238E27FC236}">
                                    <a16:creationId xmlns:a16="http://schemas.microsoft.com/office/drawing/2014/main" id="{5F755B9D-88AD-4AA0-8A2C-174D297A1574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8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</p:grpSp>
                  <p:grpSp>
                    <p:nvGrpSpPr>
                      <p:cNvPr id="24765" name="Group 52">
                        <a:extLst>
                          <a:ext uri="{FF2B5EF4-FFF2-40B4-BE49-F238E27FC236}">
                            <a16:creationId xmlns:a16="http://schemas.microsoft.com/office/drawing/2014/main" id="{AC020CD6-63C4-4B27-A1F7-19433AF15FBB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896" y="3674"/>
                        <a:ext cx="151" cy="34"/>
                        <a:chOff x="4896" y="3674"/>
                        <a:chExt cx="151" cy="34"/>
                      </a:xfrm>
                    </p:grpSpPr>
                    <p:grpSp>
                      <p:nvGrpSpPr>
                        <p:cNvPr id="24766" name="Group 53">
                          <a:extLst>
                            <a:ext uri="{FF2B5EF4-FFF2-40B4-BE49-F238E27FC236}">
                              <a16:creationId xmlns:a16="http://schemas.microsoft.com/office/drawing/2014/main" id="{93238605-89FF-4DEE-B216-71D2BD2C55DD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896" y="3674"/>
                          <a:ext cx="72" cy="34"/>
                          <a:chOff x="4896" y="3674"/>
                          <a:chExt cx="72" cy="34"/>
                        </a:xfrm>
                      </p:grpSpPr>
                      <p:grpSp>
                        <p:nvGrpSpPr>
                          <p:cNvPr id="24782" name="Group 54">
                            <a:extLst>
                              <a:ext uri="{FF2B5EF4-FFF2-40B4-BE49-F238E27FC236}">
                                <a16:creationId xmlns:a16="http://schemas.microsoft.com/office/drawing/2014/main" id="{CE7A0E21-8F4D-4166-9D8D-63FC33ADC078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896" y="3674"/>
                            <a:ext cx="31" cy="34"/>
                            <a:chOff x="4896" y="3674"/>
                            <a:chExt cx="31" cy="34"/>
                          </a:xfrm>
                        </p:grpSpPr>
                        <p:grpSp>
                          <p:nvGrpSpPr>
                            <p:cNvPr id="24790" name="Group 55">
                              <a:extLst>
                                <a:ext uri="{FF2B5EF4-FFF2-40B4-BE49-F238E27FC236}">
                                  <a16:creationId xmlns:a16="http://schemas.microsoft.com/office/drawing/2014/main" id="{52104854-CDF2-4890-94C4-181A4BDA0E26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896" y="3674"/>
                              <a:ext cx="11" cy="34"/>
                              <a:chOff x="4896" y="3674"/>
                              <a:chExt cx="11" cy="34"/>
                            </a:xfrm>
                          </p:grpSpPr>
                          <p:sp>
                            <p:nvSpPr>
                              <p:cNvPr id="24794" name="Freeform 56">
                                <a:extLst>
                                  <a:ext uri="{FF2B5EF4-FFF2-40B4-BE49-F238E27FC236}">
                                    <a16:creationId xmlns:a16="http://schemas.microsoft.com/office/drawing/2014/main" id="{662D25A0-1037-4432-B9EF-542A682FD8CE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96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95" name="Freeform 57">
                                <a:extLst>
                                  <a:ext uri="{FF2B5EF4-FFF2-40B4-BE49-F238E27FC236}">
                                    <a16:creationId xmlns:a16="http://schemas.microsoft.com/office/drawing/2014/main" id="{47907B2E-25E5-42FE-9B2A-1AA87D927811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06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24791" name="Group 58">
                              <a:extLst>
                                <a:ext uri="{FF2B5EF4-FFF2-40B4-BE49-F238E27FC236}">
                                  <a16:creationId xmlns:a16="http://schemas.microsoft.com/office/drawing/2014/main" id="{198FDC5E-3D5A-45CA-99E6-D085978D36EE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915" y="3674"/>
                              <a:ext cx="12" cy="34"/>
                              <a:chOff x="4915" y="3674"/>
                              <a:chExt cx="12" cy="34"/>
                            </a:xfrm>
                          </p:grpSpPr>
                          <p:sp>
                            <p:nvSpPr>
                              <p:cNvPr id="24792" name="Freeform 59">
                                <a:extLst>
                                  <a:ext uri="{FF2B5EF4-FFF2-40B4-BE49-F238E27FC236}">
                                    <a16:creationId xmlns:a16="http://schemas.microsoft.com/office/drawing/2014/main" id="{D2F17CB6-1AB6-4906-A38C-CF614AD9E76C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15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93" name="Freeform 60">
                                <a:extLst>
                                  <a:ext uri="{FF2B5EF4-FFF2-40B4-BE49-F238E27FC236}">
                                    <a16:creationId xmlns:a16="http://schemas.microsoft.com/office/drawing/2014/main" id="{BA597ED2-3D8B-41B5-99DD-42314DBC4E4B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2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24783" name="Group 61">
                            <a:extLst>
                              <a:ext uri="{FF2B5EF4-FFF2-40B4-BE49-F238E27FC236}">
                                <a16:creationId xmlns:a16="http://schemas.microsoft.com/office/drawing/2014/main" id="{1D370674-9A68-4157-9177-52F4109E3001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936" y="3674"/>
                            <a:ext cx="32" cy="34"/>
                            <a:chOff x="4936" y="3674"/>
                            <a:chExt cx="32" cy="34"/>
                          </a:xfrm>
                        </p:grpSpPr>
                        <p:grpSp>
                          <p:nvGrpSpPr>
                            <p:cNvPr id="24784" name="Group 62">
                              <a:extLst>
                                <a:ext uri="{FF2B5EF4-FFF2-40B4-BE49-F238E27FC236}">
                                  <a16:creationId xmlns:a16="http://schemas.microsoft.com/office/drawing/2014/main" id="{3940EC1D-1B02-4ED5-9773-EC896B9861EB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936" y="3674"/>
                              <a:ext cx="12" cy="34"/>
                              <a:chOff x="4936" y="3674"/>
                              <a:chExt cx="12" cy="34"/>
                            </a:xfrm>
                          </p:grpSpPr>
                          <p:sp>
                            <p:nvSpPr>
                              <p:cNvPr id="24788" name="Freeform 63">
                                <a:extLst>
                                  <a:ext uri="{FF2B5EF4-FFF2-40B4-BE49-F238E27FC236}">
                                    <a16:creationId xmlns:a16="http://schemas.microsoft.com/office/drawing/2014/main" id="{B17BCDC8-0C90-4580-A85D-9B3740D3AC1A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36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89" name="Freeform 64">
                                <a:extLst>
                                  <a:ext uri="{FF2B5EF4-FFF2-40B4-BE49-F238E27FC236}">
                                    <a16:creationId xmlns:a16="http://schemas.microsoft.com/office/drawing/2014/main" id="{5EF5E09B-3A2E-4320-881A-C9B16431DEA0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45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24785" name="Group 65">
                              <a:extLst>
                                <a:ext uri="{FF2B5EF4-FFF2-40B4-BE49-F238E27FC236}">
                                  <a16:creationId xmlns:a16="http://schemas.microsoft.com/office/drawing/2014/main" id="{5738A42C-E31D-49A7-9462-27370FF1C6B4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956" y="3674"/>
                              <a:ext cx="12" cy="34"/>
                              <a:chOff x="4956" y="3674"/>
                              <a:chExt cx="12" cy="34"/>
                            </a:xfrm>
                          </p:grpSpPr>
                          <p:sp>
                            <p:nvSpPr>
                              <p:cNvPr id="24786" name="Freeform 66">
                                <a:extLst>
                                  <a:ext uri="{FF2B5EF4-FFF2-40B4-BE49-F238E27FC236}">
                                    <a16:creationId xmlns:a16="http://schemas.microsoft.com/office/drawing/2014/main" id="{72143DCD-9ED2-4ACB-8719-FC35C2BE941C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56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87" name="Freeform 67">
                                <a:extLst>
                                  <a:ext uri="{FF2B5EF4-FFF2-40B4-BE49-F238E27FC236}">
                                    <a16:creationId xmlns:a16="http://schemas.microsoft.com/office/drawing/2014/main" id="{252E44CD-1CE6-4A61-BB98-B0B43EE23253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65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  <p:grpSp>
                      <p:nvGrpSpPr>
                        <p:cNvPr id="24767" name="Group 68">
                          <a:extLst>
                            <a:ext uri="{FF2B5EF4-FFF2-40B4-BE49-F238E27FC236}">
                              <a16:creationId xmlns:a16="http://schemas.microsoft.com/office/drawing/2014/main" id="{545029D4-766B-414E-A4D3-53ED8A70AAB0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975" y="3674"/>
                          <a:ext cx="72" cy="34"/>
                          <a:chOff x="4975" y="3674"/>
                          <a:chExt cx="72" cy="34"/>
                        </a:xfrm>
                      </p:grpSpPr>
                      <p:grpSp>
                        <p:nvGrpSpPr>
                          <p:cNvPr id="24768" name="Group 69">
                            <a:extLst>
                              <a:ext uri="{FF2B5EF4-FFF2-40B4-BE49-F238E27FC236}">
                                <a16:creationId xmlns:a16="http://schemas.microsoft.com/office/drawing/2014/main" id="{77E33079-6CAF-4012-A23E-3D0BFCC9DC89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975" y="3674"/>
                            <a:ext cx="32" cy="34"/>
                            <a:chOff x="4975" y="3674"/>
                            <a:chExt cx="32" cy="34"/>
                          </a:xfrm>
                        </p:grpSpPr>
                        <p:grpSp>
                          <p:nvGrpSpPr>
                            <p:cNvPr id="24776" name="Group 70">
                              <a:extLst>
                                <a:ext uri="{FF2B5EF4-FFF2-40B4-BE49-F238E27FC236}">
                                  <a16:creationId xmlns:a16="http://schemas.microsoft.com/office/drawing/2014/main" id="{F6D38CDF-7F5A-4932-84F6-C48AA04903A0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975" y="3674"/>
                              <a:ext cx="12" cy="34"/>
                              <a:chOff x="4975" y="3674"/>
                              <a:chExt cx="12" cy="34"/>
                            </a:xfrm>
                          </p:grpSpPr>
                          <p:sp>
                            <p:nvSpPr>
                              <p:cNvPr id="24780" name="Freeform 71">
                                <a:extLst>
                                  <a:ext uri="{FF2B5EF4-FFF2-40B4-BE49-F238E27FC236}">
                                    <a16:creationId xmlns:a16="http://schemas.microsoft.com/office/drawing/2014/main" id="{06A54ACB-65C6-4206-B6EB-F2AB32468F9A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7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81" name="Freeform 72">
                                <a:extLst>
                                  <a:ext uri="{FF2B5EF4-FFF2-40B4-BE49-F238E27FC236}">
                                    <a16:creationId xmlns:a16="http://schemas.microsoft.com/office/drawing/2014/main" id="{FD19D735-CC2A-4D32-93D9-D31ACE89BE6D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8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24777" name="Group 73">
                              <a:extLst>
                                <a:ext uri="{FF2B5EF4-FFF2-40B4-BE49-F238E27FC236}">
                                  <a16:creationId xmlns:a16="http://schemas.microsoft.com/office/drawing/2014/main" id="{FFFC9C25-2B86-4C14-9402-F34911D550BF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995" y="3674"/>
                              <a:ext cx="12" cy="34"/>
                              <a:chOff x="4995" y="3674"/>
                              <a:chExt cx="12" cy="34"/>
                            </a:xfrm>
                          </p:grpSpPr>
                          <p:sp>
                            <p:nvSpPr>
                              <p:cNvPr id="24778" name="Freeform 74">
                                <a:extLst>
                                  <a:ext uri="{FF2B5EF4-FFF2-40B4-BE49-F238E27FC236}">
                                    <a16:creationId xmlns:a16="http://schemas.microsoft.com/office/drawing/2014/main" id="{1C6B5581-EB77-4840-9379-CA0389B0E677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95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79" name="Freeform 75">
                                <a:extLst>
                                  <a:ext uri="{FF2B5EF4-FFF2-40B4-BE49-F238E27FC236}">
                                    <a16:creationId xmlns:a16="http://schemas.microsoft.com/office/drawing/2014/main" id="{B59545DC-A570-44CA-B445-302CE8F0D809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06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24769" name="Group 76">
                            <a:extLst>
                              <a:ext uri="{FF2B5EF4-FFF2-40B4-BE49-F238E27FC236}">
                                <a16:creationId xmlns:a16="http://schemas.microsoft.com/office/drawing/2014/main" id="{E53F3CAE-2537-41D6-B74B-DA317F9F9989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015" y="3674"/>
                            <a:ext cx="32" cy="34"/>
                            <a:chOff x="5015" y="3674"/>
                            <a:chExt cx="32" cy="34"/>
                          </a:xfrm>
                        </p:grpSpPr>
                        <p:grpSp>
                          <p:nvGrpSpPr>
                            <p:cNvPr id="24770" name="Group 77">
                              <a:extLst>
                                <a:ext uri="{FF2B5EF4-FFF2-40B4-BE49-F238E27FC236}">
                                  <a16:creationId xmlns:a16="http://schemas.microsoft.com/office/drawing/2014/main" id="{B4927FA2-511D-4531-910A-8317C15FEDD9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015" y="3674"/>
                              <a:ext cx="12" cy="34"/>
                              <a:chOff x="5015" y="3674"/>
                              <a:chExt cx="12" cy="34"/>
                            </a:xfrm>
                          </p:grpSpPr>
                          <p:sp>
                            <p:nvSpPr>
                              <p:cNvPr id="24774" name="Freeform 78">
                                <a:extLst>
                                  <a:ext uri="{FF2B5EF4-FFF2-40B4-BE49-F238E27FC236}">
                                    <a16:creationId xmlns:a16="http://schemas.microsoft.com/office/drawing/2014/main" id="{3AEAD997-92CF-4C63-BFD7-7BB321F0D341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1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75" name="Freeform 79">
                                <a:extLst>
                                  <a:ext uri="{FF2B5EF4-FFF2-40B4-BE49-F238E27FC236}">
                                    <a16:creationId xmlns:a16="http://schemas.microsoft.com/office/drawing/2014/main" id="{C4AE256E-578B-4B26-8087-F54652E4B0B0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2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24771" name="Group 80">
                              <a:extLst>
                                <a:ext uri="{FF2B5EF4-FFF2-40B4-BE49-F238E27FC236}">
                                  <a16:creationId xmlns:a16="http://schemas.microsoft.com/office/drawing/2014/main" id="{07D9A0D9-3D4C-44D7-BF8F-12F227464042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035" y="3674"/>
                              <a:ext cx="12" cy="34"/>
                              <a:chOff x="5035" y="3674"/>
                              <a:chExt cx="12" cy="34"/>
                            </a:xfrm>
                          </p:grpSpPr>
                          <p:sp>
                            <p:nvSpPr>
                              <p:cNvPr id="24772" name="Freeform 81">
                                <a:extLst>
                                  <a:ext uri="{FF2B5EF4-FFF2-40B4-BE49-F238E27FC236}">
                                    <a16:creationId xmlns:a16="http://schemas.microsoft.com/office/drawing/2014/main" id="{DECB49D6-569E-4192-9E4C-7E4F6E9C4029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3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73" name="Freeform 82">
                                <a:extLst>
                                  <a:ext uri="{FF2B5EF4-FFF2-40B4-BE49-F238E27FC236}">
                                    <a16:creationId xmlns:a16="http://schemas.microsoft.com/office/drawing/2014/main" id="{5FA7A48C-9923-47E6-A01A-9373964B16B3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4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</p:grpSp>
                </p:grpSp>
                <p:grpSp>
                  <p:nvGrpSpPr>
                    <p:cNvPr id="24701" name="Group 83">
                      <a:extLst>
                        <a:ext uri="{FF2B5EF4-FFF2-40B4-BE49-F238E27FC236}">
                          <a16:creationId xmlns:a16="http://schemas.microsoft.com/office/drawing/2014/main" id="{D9850DA3-C19B-486B-A775-9603EB6E3D0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055" y="3674"/>
                      <a:ext cx="311" cy="34"/>
                      <a:chOff x="5055" y="3674"/>
                      <a:chExt cx="311" cy="34"/>
                    </a:xfrm>
                  </p:grpSpPr>
                  <p:grpSp>
                    <p:nvGrpSpPr>
                      <p:cNvPr id="24702" name="Group 84">
                        <a:extLst>
                          <a:ext uri="{FF2B5EF4-FFF2-40B4-BE49-F238E27FC236}">
                            <a16:creationId xmlns:a16="http://schemas.microsoft.com/office/drawing/2014/main" id="{DB2E483B-27AA-4429-BB8A-E558874A0D6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055" y="3674"/>
                        <a:ext cx="152" cy="34"/>
                        <a:chOff x="5055" y="3674"/>
                        <a:chExt cx="152" cy="34"/>
                      </a:xfrm>
                    </p:grpSpPr>
                    <p:grpSp>
                      <p:nvGrpSpPr>
                        <p:cNvPr id="24734" name="Group 85">
                          <a:extLst>
                            <a:ext uri="{FF2B5EF4-FFF2-40B4-BE49-F238E27FC236}">
                              <a16:creationId xmlns:a16="http://schemas.microsoft.com/office/drawing/2014/main" id="{2BD93C24-91F8-423E-9612-504487739B0C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5055" y="3674"/>
                          <a:ext cx="72" cy="34"/>
                          <a:chOff x="5055" y="3674"/>
                          <a:chExt cx="72" cy="34"/>
                        </a:xfrm>
                      </p:grpSpPr>
                      <p:grpSp>
                        <p:nvGrpSpPr>
                          <p:cNvPr id="24750" name="Group 86">
                            <a:extLst>
                              <a:ext uri="{FF2B5EF4-FFF2-40B4-BE49-F238E27FC236}">
                                <a16:creationId xmlns:a16="http://schemas.microsoft.com/office/drawing/2014/main" id="{51BA9D61-F4B8-4D5F-98C3-996B9036610F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055" y="3674"/>
                            <a:ext cx="32" cy="34"/>
                            <a:chOff x="5055" y="3674"/>
                            <a:chExt cx="32" cy="34"/>
                          </a:xfrm>
                        </p:grpSpPr>
                        <p:grpSp>
                          <p:nvGrpSpPr>
                            <p:cNvPr id="24758" name="Group 87">
                              <a:extLst>
                                <a:ext uri="{FF2B5EF4-FFF2-40B4-BE49-F238E27FC236}">
                                  <a16:creationId xmlns:a16="http://schemas.microsoft.com/office/drawing/2014/main" id="{777037D7-600C-4748-8748-C01D648F74E6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055" y="3674"/>
                              <a:ext cx="12" cy="34"/>
                              <a:chOff x="5055" y="3674"/>
                              <a:chExt cx="12" cy="34"/>
                            </a:xfrm>
                          </p:grpSpPr>
                          <p:sp>
                            <p:nvSpPr>
                              <p:cNvPr id="24762" name="Freeform 88">
                                <a:extLst>
                                  <a:ext uri="{FF2B5EF4-FFF2-40B4-BE49-F238E27FC236}">
                                    <a16:creationId xmlns:a16="http://schemas.microsoft.com/office/drawing/2014/main" id="{58FD366F-A75C-443E-9C3D-09E34B1B6469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5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63" name="Freeform 89">
                                <a:extLst>
                                  <a:ext uri="{FF2B5EF4-FFF2-40B4-BE49-F238E27FC236}">
                                    <a16:creationId xmlns:a16="http://schemas.microsoft.com/office/drawing/2014/main" id="{C6021BAA-352E-4721-BF52-CD6AFFF21FBE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6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24759" name="Group 90">
                              <a:extLst>
                                <a:ext uri="{FF2B5EF4-FFF2-40B4-BE49-F238E27FC236}">
                                  <a16:creationId xmlns:a16="http://schemas.microsoft.com/office/drawing/2014/main" id="{3A5486E9-4ACC-4F97-A2BF-B4AE9ED718DF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075" y="3674"/>
                              <a:ext cx="12" cy="34"/>
                              <a:chOff x="5075" y="3674"/>
                              <a:chExt cx="12" cy="34"/>
                            </a:xfrm>
                          </p:grpSpPr>
                          <p:sp>
                            <p:nvSpPr>
                              <p:cNvPr id="24760" name="Freeform 91">
                                <a:extLst>
                                  <a:ext uri="{FF2B5EF4-FFF2-40B4-BE49-F238E27FC236}">
                                    <a16:creationId xmlns:a16="http://schemas.microsoft.com/office/drawing/2014/main" id="{D75BF3ED-69DD-4687-B66B-03EF7828D1E0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7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61" name="Freeform 92">
                                <a:extLst>
                                  <a:ext uri="{FF2B5EF4-FFF2-40B4-BE49-F238E27FC236}">
                                    <a16:creationId xmlns:a16="http://schemas.microsoft.com/office/drawing/2014/main" id="{74D54352-014A-4B19-834B-B8B82E5DC1EC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8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24751" name="Group 93">
                            <a:extLst>
                              <a:ext uri="{FF2B5EF4-FFF2-40B4-BE49-F238E27FC236}">
                                <a16:creationId xmlns:a16="http://schemas.microsoft.com/office/drawing/2014/main" id="{A9F0FF7C-8769-4141-9650-895F37B24892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095" y="3674"/>
                            <a:ext cx="32" cy="34"/>
                            <a:chOff x="5095" y="3674"/>
                            <a:chExt cx="32" cy="34"/>
                          </a:xfrm>
                        </p:grpSpPr>
                        <p:grpSp>
                          <p:nvGrpSpPr>
                            <p:cNvPr id="24752" name="Group 94">
                              <a:extLst>
                                <a:ext uri="{FF2B5EF4-FFF2-40B4-BE49-F238E27FC236}">
                                  <a16:creationId xmlns:a16="http://schemas.microsoft.com/office/drawing/2014/main" id="{C439E18E-F81D-41BD-B486-93001371C79F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095" y="3674"/>
                              <a:ext cx="12" cy="34"/>
                              <a:chOff x="5095" y="3674"/>
                              <a:chExt cx="12" cy="34"/>
                            </a:xfrm>
                          </p:grpSpPr>
                          <p:sp>
                            <p:nvSpPr>
                              <p:cNvPr id="24756" name="Freeform 95">
                                <a:extLst>
                                  <a:ext uri="{FF2B5EF4-FFF2-40B4-BE49-F238E27FC236}">
                                    <a16:creationId xmlns:a16="http://schemas.microsoft.com/office/drawing/2014/main" id="{961BF0B8-4450-4E4F-929E-2910838A4760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9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57" name="Freeform 96">
                                <a:extLst>
                                  <a:ext uri="{FF2B5EF4-FFF2-40B4-BE49-F238E27FC236}">
                                    <a16:creationId xmlns:a16="http://schemas.microsoft.com/office/drawing/2014/main" id="{AE73C8DB-D598-488C-9F8E-C814A676D1E5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0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24753" name="Group 97">
                              <a:extLst>
                                <a:ext uri="{FF2B5EF4-FFF2-40B4-BE49-F238E27FC236}">
                                  <a16:creationId xmlns:a16="http://schemas.microsoft.com/office/drawing/2014/main" id="{D6FCDFDD-AC8E-4C44-9F08-5505C8E79F0F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115" y="3674"/>
                              <a:ext cx="12" cy="34"/>
                              <a:chOff x="5115" y="3674"/>
                              <a:chExt cx="12" cy="34"/>
                            </a:xfrm>
                          </p:grpSpPr>
                          <p:sp>
                            <p:nvSpPr>
                              <p:cNvPr id="24754" name="Freeform 98">
                                <a:extLst>
                                  <a:ext uri="{FF2B5EF4-FFF2-40B4-BE49-F238E27FC236}">
                                    <a16:creationId xmlns:a16="http://schemas.microsoft.com/office/drawing/2014/main" id="{A32FCA64-7FA1-4E5C-9047-FE83AD14483D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1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55" name="Freeform 99">
                                <a:extLst>
                                  <a:ext uri="{FF2B5EF4-FFF2-40B4-BE49-F238E27FC236}">
                                    <a16:creationId xmlns:a16="http://schemas.microsoft.com/office/drawing/2014/main" id="{61A24CFD-A926-4624-AB43-18BB95ED86E1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2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  <p:grpSp>
                      <p:nvGrpSpPr>
                        <p:cNvPr id="24735" name="Group 100">
                          <a:extLst>
                            <a:ext uri="{FF2B5EF4-FFF2-40B4-BE49-F238E27FC236}">
                              <a16:creationId xmlns:a16="http://schemas.microsoft.com/office/drawing/2014/main" id="{5D234700-CF03-41BF-B895-66B039C39F34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5135" y="3674"/>
                          <a:ext cx="72" cy="34"/>
                          <a:chOff x="5135" y="3674"/>
                          <a:chExt cx="72" cy="34"/>
                        </a:xfrm>
                      </p:grpSpPr>
                      <p:grpSp>
                        <p:nvGrpSpPr>
                          <p:cNvPr id="24736" name="Group 101">
                            <a:extLst>
                              <a:ext uri="{FF2B5EF4-FFF2-40B4-BE49-F238E27FC236}">
                                <a16:creationId xmlns:a16="http://schemas.microsoft.com/office/drawing/2014/main" id="{9A9383A8-40E3-4697-8A57-A21CF92EC0CC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135" y="3674"/>
                            <a:ext cx="32" cy="34"/>
                            <a:chOff x="5135" y="3674"/>
                            <a:chExt cx="32" cy="34"/>
                          </a:xfrm>
                        </p:grpSpPr>
                        <p:grpSp>
                          <p:nvGrpSpPr>
                            <p:cNvPr id="24744" name="Group 102">
                              <a:extLst>
                                <a:ext uri="{FF2B5EF4-FFF2-40B4-BE49-F238E27FC236}">
                                  <a16:creationId xmlns:a16="http://schemas.microsoft.com/office/drawing/2014/main" id="{B2777770-1818-442D-9CA8-BD1074913425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135" y="3674"/>
                              <a:ext cx="11" cy="34"/>
                              <a:chOff x="5135" y="3674"/>
                              <a:chExt cx="11" cy="34"/>
                            </a:xfrm>
                          </p:grpSpPr>
                          <p:sp>
                            <p:nvSpPr>
                              <p:cNvPr id="24748" name="Freeform 103">
                                <a:extLst>
                                  <a:ext uri="{FF2B5EF4-FFF2-40B4-BE49-F238E27FC236}">
                                    <a16:creationId xmlns:a16="http://schemas.microsoft.com/office/drawing/2014/main" id="{13CE7CFC-2D9A-4606-AB8A-87377E36190A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3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49" name="Freeform 104">
                                <a:extLst>
                                  <a:ext uri="{FF2B5EF4-FFF2-40B4-BE49-F238E27FC236}">
                                    <a16:creationId xmlns:a16="http://schemas.microsoft.com/office/drawing/2014/main" id="{B64DDE93-4DD6-425F-9C04-4AF148C42265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45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24745" name="Group 105">
                              <a:extLst>
                                <a:ext uri="{FF2B5EF4-FFF2-40B4-BE49-F238E27FC236}">
                                  <a16:creationId xmlns:a16="http://schemas.microsoft.com/office/drawing/2014/main" id="{CA4EE493-CE17-47DB-A570-BB2228E6EF2A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155" y="3674"/>
                              <a:ext cx="12" cy="34"/>
                              <a:chOff x="5155" y="3674"/>
                              <a:chExt cx="12" cy="34"/>
                            </a:xfrm>
                          </p:grpSpPr>
                          <p:sp>
                            <p:nvSpPr>
                              <p:cNvPr id="24746" name="Freeform 106">
                                <a:extLst>
                                  <a:ext uri="{FF2B5EF4-FFF2-40B4-BE49-F238E27FC236}">
                                    <a16:creationId xmlns:a16="http://schemas.microsoft.com/office/drawing/2014/main" id="{E3C5A8C8-43D1-4617-99F0-D5E0FD679D47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5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47" name="Freeform 107">
                                <a:extLst>
                                  <a:ext uri="{FF2B5EF4-FFF2-40B4-BE49-F238E27FC236}">
                                    <a16:creationId xmlns:a16="http://schemas.microsoft.com/office/drawing/2014/main" id="{0238D129-B7A1-4A57-84CA-3D4EB092D02C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64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24737" name="Group 108">
                            <a:extLst>
                              <a:ext uri="{FF2B5EF4-FFF2-40B4-BE49-F238E27FC236}">
                                <a16:creationId xmlns:a16="http://schemas.microsoft.com/office/drawing/2014/main" id="{82D5D3FC-9F21-47E2-A9B2-9255A65089B8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175" y="3674"/>
                            <a:ext cx="32" cy="34"/>
                            <a:chOff x="5175" y="3674"/>
                            <a:chExt cx="32" cy="34"/>
                          </a:xfrm>
                        </p:grpSpPr>
                        <p:grpSp>
                          <p:nvGrpSpPr>
                            <p:cNvPr id="24738" name="Group 109">
                              <a:extLst>
                                <a:ext uri="{FF2B5EF4-FFF2-40B4-BE49-F238E27FC236}">
                                  <a16:creationId xmlns:a16="http://schemas.microsoft.com/office/drawing/2014/main" id="{A2E36B39-EA7E-40CF-B51A-35A1E09A308C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175" y="3674"/>
                              <a:ext cx="12" cy="34"/>
                              <a:chOff x="5175" y="3674"/>
                              <a:chExt cx="12" cy="34"/>
                            </a:xfrm>
                          </p:grpSpPr>
                          <p:sp>
                            <p:nvSpPr>
                              <p:cNvPr id="24742" name="Freeform 110">
                                <a:extLst>
                                  <a:ext uri="{FF2B5EF4-FFF2-40B4-BE49-F238E27FC236}">
                                    <a16:creationId xmlns:a16="http://schemas.microsoft.com/office/drawing/2014/main" id="{5B866BB4-AEB6-4956-AB72-4B30428A1B83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7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43" name="Freeform 111">
                                <a:extLst>
                                  <a:ext uri="{FF2B5EF4-FFF2-40B4-BE49-F238E27FC236}">
                                    <a16:creationId xmlns:a16="http://schemas.microsoft.com/office/drawing/2014/main" id="{3B3BD242-3C99-428C-B8CF-D384CC3FC383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8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24739" name="Group 112">
                              <a:extLst>
                                <a:ext uri="{FF2B5EF4-FFF2-40B4-BE49-F238E27FC236}">
                                  <a16:creationId xmlns:a16="http://schemas.microsoft.com/office/drawing/2014/main" id="{6C7B0023-B60D-4A05-BF63-1D513935CEA3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195" y="3674"/>
                              <a:ext cx="12" cy="34"/>
                              <a:chOff x="5195" y="3674"/>
                              <a:chExt cx="12" cy="34"/>
                            </a:xfrm>
                          </p:grpSpPr>
                          <p:sp>
                            <p:nvSpPr>
                              <p:cNvPr id="24740" name="Freeform 113">
                                <a:extLst>
                                  <a:ext uri="{FF2B5EF4-FFF2-40B4-BE49-F238E27FC236}">
                                    <a16:creationId xmlns:a16="http://schemas.microsoft.com/office/drawing/2014/main" id="{D26450AA-7A60-49AC-8724-A06FE18C790E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95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41" name="Freeform 114">
                                <a:extLst>
                                  <a:ext uri="{FF2B5EF4-FFF2-40B4-BE49-F238E27FC236}">
                                    <a16:creationId xmlns:a16="http://schemas.microsoft.com/office/drawing/2014/main" id="{CF792977-5108-44CB-BB68-F3D044B7086D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04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</p:grpSp>
                  <p:grpSp>
                    <p:nvGrpSpPr>
                      <p:cNvPr id="24703" name="Group 115">
                        <a:extLst>
                          <a:ext uri="{FF2B5EF4-FFF2-40B4-BE49-F238E27FC236}">
                            <a16:creationId xmlns:a16="http://schemas.microsoft.com/office/drawing/2014/main" id="{EEFE088A-D7BA-476D-8A57-D6E157C9429D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215" y="3674"/>
                        <a:ext cx="151" cy="34"/>
                        <a:chOff x="5215" y="3674"/>
                        <a:chExt cx="151" cy="34"/>
                      </a:xfrm>
                    </p:grpSpPr>
                    <p:grpSp>
                      <p:nvGrpSpPr>
                        <p:cNvPr id="24704" name="Group 116">
                          <a:extLst>
                            <a:ext uri="{FF2B5EF4-FFF2-40B4-BE49-F238E27FC236}">
                              <a16:creationId xmlns:a16="http://schemas.microsoft.com/office/drawing/2014/main" id="{14EB138D-5F49-4B7D-97A0-A968DFB660C4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5215" y="3674"/>
                          <a:ext cx="71" cy="34"/>
                          <a:chOff x="5215" y="3674"/>
                          <a:chExt cx="71" cy="34"/>
                        </a:xfrm>
                      </p:grpSpPr>
                      <p:grpSp>
                        <p:nvGrpSpPr>
                          <p:cNvPr id="24720" name="Group 117">
                            <a:extLst>
                              <a:ext uri="{FF2B5EF4-FFF2-40B4-BE49-F238E27FC236}">
                                <a16:creationId xmlns:a16="http://schemas.microsoft.com/office/drawing/2014/main" id="{2DBBA33C-CD9A-47A6-A957-B305AE479188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215" y="3674"/>
                            <a:ext cx="31" cy="34"/>
                            <a:chOff x="5215" y="3674"/>
                            <a:chExt cx="31" cy="34"/>
                          </a:xfrm>
                        </p:grpSpPr>
                        <p:grpSp>
                          <p:nvGrpSpPr>
                            <p:cNvPr id="24728" name="Group 118">
                              <a:extLst>
                                <a:ext uri="{FF2B5EF4-FFF2-40B4-BE49-F238E27FC236}">
                                  <a16:creationId xmlns:a16="http://schemas.microsoft.com/office/drawing/2014/main" id="{D6BA560D-7CDC-4B8E-9E7B-DA6C24EBA7D0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215" y="3674"/>
                              <a:ext cx="11" cy="34"/>
                              <a:chOff x="5215" y="3674"/>
                              <a:chExt cx="11" cy="34"/>
                            </a:xfrm>
                          </p:grpSpPr>
                          <p:sp>
                            <p:nvSpPr>
                              <p:cNvPr id="24732" name="Freeform 119">
                                <a:extLst>
                                  <a:ext uri="{FF2B5EF4-FFF2-40B4-BE49-F238E27FC236}">
                                    <a16:creationId xmlns:a16="http://schemas.microsoft.com/office/drawing/2014/main" id="{04C5EB99-97D6-4854-8B87-7544F9A076FD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15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33" name="Freeform 120">
                                <a:extLst>
                                  <a:ext uri="{FF2B5EF4-FFF2-40B4-BE49-F238E27FC236}">
                                    <a16:creationId xmlns:a16="http://schemas.microsoft.com/office/drawing/2014/main" id="{50E51D97-13D8-4592-BEE9-2B83029E7421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2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24729" name="Group 121">
                              <a:extLst>
                                <a:ext uri="{FF2B5EF4-FFF2-40B4-BE49-F238E27FC236}">
                                  <a16:creationId xmlns:a16="http://schemas.microsoft.com/office/drawing/2014/main" id="{CA48232F-AB93-4A3B-8200-90FF7B141F30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234" y="3674"/>
                              <a:ext cx="12" cy="34"/>
                              <a:chOff x="5234" y="3674"/>
                              <a:chExt cx="12" cy="34"/>
                            </a:xfrm>
                          </p:grpSpPr>
                          <p:sp>
                            <p:nvSpPr>
                              <p:cNvPr id="24730" name="Freeform 122">
                                <a:extLst>
                                  <a:ext uri="{FF2B5EF4-FFF2-40B4-BE49-F238E27FC236}">
                                    <a16:creationId xmlns:a16="http://schemas.microsoft.com/office/drawing/2014/main" id="{3E833A48-020B-45F1-8908-A6AF23955F62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34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31" name="Freeform 123">
                                <a:extLst>
                                  <a:ext uri="{FF2B5EF4-FFF2-40B4-BE49-F238E27FC236}">
                                    <a16:creationId xmlns:a16="http://schemas.microsoft.com/office/drawing/2014/main" id="{28E8ADF1-4BDC-4694-8A97-8BA1A17E5974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45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24721" name="Group 124">
                            <a:extLst>
                              <a:ext uri="{FF2B5EF4-FFF2-40B4-BE49-F238E27FC236}">
                                <a16:creationId xmlns:a16="http://schemas.microsoft.com/office/drawing/2014/main" id="{9607EE95-6F10-4E76-A980-27C7570A72D8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254" y="3674"/>
                            <a:ext cx="32" cy="34"/>
                            <a:chOff x="5254" y="3674"/>
                            <a:chExt cx="32" cy="34"/>
                          </a:xfrm>
                        </p:grpSpPr>
                        <p:grpSp>
                          <p:nvGrpSpPr>
                            <p:cNvPr id="24722" name="Group 125">
                              <a:extLst>
                                <a:ext uri="{FF2B5EF4-FFF2-40B4-BE49-F238E27FC236}">
                                  <a16:creationId xmlns:a16="http://schemas.microsoft.com/office/drawing/2014/main" id="{8032FE2C-731C-4983-AAB2-C5DE1FF972EE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254" y="3674"/>
                              <a:ext cx="12" cy="34"/>
                              <a:chOff x="5254" y="3674"/>
                              <a:chExt cx="12" cy="34"/>
                            </a:xfrm>
                          </p:grpSpPr>
                          <p:sp>
                            <p:nvSpPr>
                              <p:cNvPr id="24726" name="Freeform 126">
                                <a:extLst>
                                  <a:ext uri="{FF2B5EF4-FFF2-40B4-BE49-F238E27FC236}">
                                    <a16:creationId xmlns:a16="http://schemas.microsoft.com/office/drawing/2014/main" id="{F6C7113A-9204-49E0-9E65-25529CC31AC3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54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27" name="Freeform 127">
                                <a:extLst>
                                  <a:ext uri="{FF2B5EF4-FFF2-40B4-BE49-F238E27FC236}">
                                    <a16:creationId xmlns:a16="http://schemas.microsoft.com/office/drawing/2014/main" id="{9A3FE57D-9C3C-4330-8ABB-36AA2374ABBB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6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24723" name="Group 128">
                              <a:extLst>
                                <a:ext uri="{FF2B5EF4-FFF2-40B4-BE49-F238E27FC236}">
                                  <a16:creationId xmlns:a16="http://schemas.microsoft.com/office/drawing/2014/main" id="{31C63EF2-0B06-4578-BC92-3A3EBEFEE63B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275" y="3674"/>
                              <a:ext cx="11" cy="34"/>
                              <a:chOff x="5275" y="3674"/>
                              <a:chExt cx="11" cy="34"/>
                            </a:xfrm>
                          </p:grpSpPr>
                          <p:sp>
                            <p:nvSpPr>
                              <p:cNvPr id="24724" name="Freeform 129">
                                <a:extLst>
                                  <a:ext uri="{FF2B5EF4-FFF2-40B4-BE49-F238E27FC236}">
                                    <a16:creationId xmlns:a16="http://schemas.microsoft.com/office/drawing/2014/main" id="{B0EF5ABD-BDCE-4AA6-9742-E072DB35912B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75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25" name="Freeform 130">
                                <a:extLst>
                                  <a:ext uri="{FF2B5EF4-FFF2-40B4-BE49-F238E27FC236}">
                                    <a16:creationId xmlns:a16="http://schemas.microsoft.com/office/drawing/2014/main" id="{15C9B5EE-FC3E-4D98-BC32-7ABCAD599D47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8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  <p:grpSp>
                      <p:nvGrpSpPr>
                        <p:cNvPr id="24705" name="Group 131">
                          <a:extLst>
                            <a:ext uri="{FF2B5EF4-FFF2-40B4-BE49-F238E27FC236}">
                              <a16:creationId xmlns:a16="http://schemas.microsoft.com/office/drawing/2014/main" id="{26DA6DAA-B83C-4841-87E9-284870CB686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5294" y="3674"/>
                          <a:ext cx="72" cy="34"/>
                          <a:chOff x="5294" y="3674"/>
                          <a:chExt cx="72" cy="34"/>
                        </a:xfrm>
                      </p:grpSpPr>
                      <p:grpSp>
                        <p:nvGrpSpPr>
                          <p:cNvPr id="24706" name="Group 132">
                            <a:extLst>
                              <a:ext uri="{FF2B5EF4-FFF2-40B4-BE49-F238E27FC236}">
                                <a16:creationId xmlns:a16="http://schemas.microsoft.com/office/drawing/2014/main" id="{78DD874A-BD27-4603-9DCB-80EBA219D626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294" y="3674"/>
                            <a:ext cx="32" cy="34"/>
                            <a:chOff x="5294" y="3674"/>
                            <a:chExt cx="32" cy="34"/>
                          </a:xfrm>
                        </p:grpSpPr>
                        <p:grpSp>
                          <p:nvGrpSpPr>
                            <p:cNvPr id="24714" name="Group 133">
                              <a:extLst>
                                <a:ext uri="{FF2B5EF4-FFF2-40B4-BE49-F238E27FC236}">
                                  <a16:creationId xmlns:a16="http://schemas.microsoft.com/office/drawing/2014/main" id="{736645AC-B04F-494C-A516-21B736BF3CF6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294" y="3674"/>
                              <a:ext cx="12" cy="34"/>
                              <a:chOff x="5294" y="3674"/>
                              <a:chExt cx="12" cy="34"/>
                            </a:xfrm>
                          </p:grpSpPr>
                          <p:sp>
                            <p:nvSpPr>
                              <p:cNvPr id="24718" name="Freeform 134">
                                <a:extLst>
                                  <a:ext uri="{FF2B5EF4-FFF2-40B4-BE49-F238E27FC236}">
                                    <a16:creationId xmlns:a16="http://schemas.microsoft.com/office/drawing/2014/main" id="{F778CBD5-A7F2-418A-8DE9-54EE9493A7C3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9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19" name="Freeform 135">
                                <a:extLst>
                                  <a:ext uri="{FF2B5EF4-FFF2-40B4-BE49-F238E27FC236}">
                                    <a16:creationId xmlns:a16="http://schemas.microsoft.com/office/drawing/2014/main" id="{539E5A5F-A5E4-44F0-9FA1-A998C58331D7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30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24715" name="Group 136">
                              <a:extLst>
                                <a:ext uri="{FF2B5EF4-FFF2-40B4-BE49-F238E27FC236}">
                                  <a16:creationId xmlns:a16="http://schemas.microsoft.com/office/drawing/2014/main" id="{EC144B1C-3BDF-4788-9DB6-152C71C1B227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314" y="3674"/>
                              <a:ext cx="12" cy="34"/>
                              <a:chOff x="5314" y="3674"/>
                              <a:chExt cx="12" cy="34"/>
                            </a:xfrm>
                          </p:grpSpPr>
                          <p:sp>
                            <p:nvSpPr>
                              <p:cNvPr id="24716" name="Freeform 137">
                                <a:extLst>
                                  <a:ext uri="{FF2B5EF4-FFF2-40B4-BE49-F238E27FC236}">
                                    <a16:creationId xmlns:a16="http://schemas.microsoft.com/office/drawing/2014/main" id="{0CFF7858-A53B-4A8A-9133-BD670EF165E9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31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17" name="Freeform 138">
                                <a:extLst>
                                  <a:ext uri="{FF2B5EF4-FFF2-40B4-BE49-F238E27FC236}">
                                    <a16:creationId xmlns:a16="http://schemas.microsoft.com/office/drawing/2014/main" id="{1F8D61FF-E7B6-45F2-A9B3-E276556B0E4F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32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24707" name="Group 139">
                            <a:extLst>
                              <a:ext uri="{FF2B5EF4-FFF2-40B4-BE49-F238E27FC236}">
                                <a16:creationId xmlns:a16="http://schemas.microsoft.com/office/drawing/2014/main" id="{E43C3F8F-17E9-44C9-8B97-7FF7779EE848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334" y="3674"/>
                            <a:ext cx="32" cy="34"/>
                            <a:chOff x="5334" y="3674"/>
                            <a:chExt cx="32" cy="34"/>
                          </a:xfrm>
                        </p:grpSpPr>
                        <p:grpSp>
                          <p:nvGrpSpPr>
                            <p:cNvPr id="24708" name="Group 140">
                              <a:extLst>
                                <a:ext uri="{FF2B5EF4-FFF2-40B4-BE49-F238E27FC236}">
                                  <a16:creationId xmlns:a16="http://schemas.microsoft.com/office/drawing/2014/main" id="{A533E3BB-4E6F-4E4A-86DD-96AEFE3F931C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334" y="3674"/>
                              <a:ext cx="12" cy="34"/>
                              <a:chOff x="5334" y="3674"/>
                              <a:chExt cx="12" cy="34"/>
                            </a:xfrm>
                          </p:grpSpPr>
                          <p:sp>
                            <p:nvSpPr>
                              <p:cNvPr id="24712" name="Freeform 141">
                                <a:extLst>
                                  <a:ext uri="{FF2B5EF4-FFF2-40B4-BE49-F238E27FC236}">
                                    <a16:creationId xmlns:a16="http://schemas.microsoft.com/office/drawing/2014/main" id="{D29A1B89-ED07-4C2F-B991-4FDCEDACAD86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33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13" name="Freeform 142">
                                <a:extLst>
                                  <a:ext uri="{FF2B5EF4-FFF2-40B4-BE49-F238E27FC236}">
                                    <a16:creationId xmlns:a16="http://schemas.microsoft.com/office/drawing/2014/main" id="{A0254DEB-BAC3-46FA-B618-050A3B2E9DCE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34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24709" name="Group 143">
                              <a:extLst>
                                <a:ext uri="{FF2B5EF4-FFF2-40B4-BE49-F238E27FC236}">
                                  <a16:creationId xmlns:a16="http://schemas.microsoft.com/office/drawing/2014/main" id="{BE753974-7263-4E09-A592-A2128CCC7DF1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354" y="3674"/>
                              <a:ext cx="12" cy="34"/>
                              <a:chOff x="5354" y="3674"/>
                              <a:chExt cx="12" cy="34"/>
                            </a:xfrm>
                          </p:grpSpPr>
                          <p:sp>
                            <p:nvSpPr>
                              <p:cNvPr id="24710" name="Freeform 144">
                                <a:extLst>
                                  <a:ext uri="{FF2B5EF4-FFF2-40B4-BE49-F238E27FC236}">
                                    <a16:creationId xmlns:a16="http://schemas.microsoft.com/office/drawing/2014/main" id="{7FF6CF70-14A8-499D-B390-ED337DE57C7E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35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24711" name="Freeform 145">
                                <a:extLst>
                                  <a:ext uri="{FF2B5EF4-FFF2-40B4-BE49-F238E27FC236}">
                                    <a16:creationId xmlns:a16="http://schemas.microsoft.com/office/drawing/2014/main" id="{672FF068-14A9-4042-AB80-3661C2F82FEB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36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</p:grpSp>
                </p:grpSp>
              </p:grpSp>
            </p:grpSp>
            <p:grpSp>
              <p:nvGrpSpPr>
                <p:cNvPr id="24693" name="Group 146">
                  <a:extLst>
                    <a:ext uri="{FF2B5EF4-FFF2-40B4-BE49-F238E27FC236}">
                      <a16:creationId xmlns:a16="http://schemas.microsoft.com/office/drawing/2014/main" id="{E6EA2941-7321-444A-A587-AED9A77E949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0" y="3556"/>
                  <a:ext cx="628" cy="82"/>
                  <a:chOff x="4730" y="3556"/>
                  <a:chExt cx="628" cy="82"/>
                </a:xfrm>
              </p:grpSpPr>
              <p:sp>
                <p:nvSpPr>
                  <p:cNvPr id="24694" name="Rectangle 147">
                    <a:extLst>
                      <a:ext uri="{FF2B5EF4-FFF2-40B4-BE49-F238E27FC236}">
                        <a16:creationId xmlns:a16="http://schemas.microsoft.com/office/drawing/2014/main" id="{181FA99A-F117-472D-A393-AE144CF204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30" y="3556"/>
                    <a:ext cx="128" cy="82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  <p:sp>
                <p:nvSpPr>
                  <p:cNvPr id="24695" name="Rectangle 148">
                    <a:extLst>
                      <a:ext uri="{FF2B5EF4-FFF2-40B4-BE49-F238E27FC236}">
                        <a16:creationId xmlns:a16="http://schemas.microsoft.com/office/drawing/2014/main" id="{473CA542-03D0-4D2A-B6B0-02CA767DCA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69" y="3556"/>
                    <a:ext cx="186" cy="82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  <p:sp>
                <p:nvSpPr>
                  <p:cNvPr id="24696" name="Rectangle 149">
                    <a:extLst>
                      <a:ext uri="{FF2B5EF4-FFF2-40B4-BE49-F238E27FC236}">
                        <a16:creationId xmlns:a16="http://schemas.microsoft.com/office/drawing/2014/main" id="{8E4D7E4F-A1B0-4D13-81DE-E9AC0ABFB7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5" y="3556"/>
                    <a:ext cx="202" cy="82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  <p:sp>
                <p:nvSpPr>
                  <p:cNvPr id="24697" name="Rectangle 150">
                    <a:extLst>
                      <a:ext uri="{FF2B5EF4-FFF2-40B4-BE49-F238E27FC236}">
                        <a16:creationId xmlns:a16="http://schemas.microsoft.com/office/drawing/2014/main" id="{7487B7CB-9E5D-427E-BD84-02CB76CF81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7" y="3556"/>
                    <a:ext cx="81" cy="82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</p:grpSp>
          </p:grpSp>
          <p:grpSp>
            <p:nvGrpSpPr>
              <p:cNvPr id="24647" name="Group 151">
                <a:extLst>
                  <a:ext uri="{FF2B5EF4-FFF2-40B4-BE49-F238E27FC236}">
                    <a16:creationId xmlns:a16="http://schemas.microsoft.com/office/drawing/2014/main" id="{8FF70386-3670-4434-ACB0-0F8D69620D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7" y="3566"/>
                <a:ext cx="52" cy="35"/>
                <a:chOff x="5287" y="3566"/>
                <a:chExt cx="52" cy="35"/>
              </a:xfrm>
            </p:grpSpPr>
            <p:sp>
              <p:nvSpPr>
                <p:cNvPr id="24687" name="Rectangle 152">
                  <a:extLst>
                    <a:ext uri="{FF2B5EF4-FFF2-40B4-BE49-F238E27FC236}">
                      <a16:creationId xmlns:a16="http://schemas.microsoft.com/office/drawing/2014/main" id="{3124143A-3D0F-4148-BC47-E3E1858A36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15" y="3566"/>
                  <a:ext cx="24" cy="35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en-US" sz="1800"/>
                </a:p>
              </p:txBody>
            </p:sp>
            <p:sp>
              <p:nvSpPr>
                <p:cNvPr id="24688" name="Rectangle 153">
                  <a:extLst>
                    <a:ext uri="{FF2B5EF4-FFF2-40B4-BE49-F238E27FC236}">
                      <a16:creationId xmlns:a16="http://schemas.microsoft.com/office/drawing/2014/main" id="{5E01BFD6-5BC4-41C2-BCA5-BFC11E455D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19" y="3576"/>
                  <a:ext cx="17" cy="5"/>
                </a:xfrm>
                <a:prstGeom prst="rect">
                  <a:avLst/>
                </a:prstGeom>
                <a:solidFill>
                  <a:srgbClr val="C0C0C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en-US" sz="1800"/>
                </a:p>
              </p:txBody>
            </p:sp>
            <p:grpSp>
              <p:nvGrpSpPr>
                <p:cNvPr id="24689" name="Group 154">
                  <a:extLst>
                    <a:ext uri="{FF2B5EF4-FFF2-40B4-BE49-F238E27FC236}">
                      <a16:creationId xmlns:a16="http://schemas.microsoft.com/office/drawing/2014/main" id="{056CCA56-00AE-4FB2-9779-0E1837CC8DF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287" y="3568"/>
                  <a:ext cx="4" cy="25"/>
                  <a:chOff x="5287" y="3568"/>
                  <a:chExt cx="4" cy="25"/>
                </a:xfrm>
              </p:grpSpPr>
              <p:sp>
                <p:nvSpPr>
                  <p:cNvPr id="24690" name="Rectangle 155">
                    <a:extLst>
                      <a:ext uri="{FF2B5EF4-FFF2-40B4-BE49-F238E27FC236}">
                        <a16:creationId xmlns:a16="http://schemas.microsoft.com/office/drawing/2014/main" id="{B5779DBA-EC91-4CCF-B6EE-0A747268760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7" y="3568"/>
                    <a:ext cx="4" cy="1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  <p:sp>
                <p:nvSpPr>
                  <p:cNvPr id="24691" name="Rectangle 156">
                    <a:extLst>
                      <a:ext uri="{FF2B5EF4-FFF2-40B4-BE49-F238E27FC236}">
                        <a16:creationId xmlns:a16="http://schemas.microsoft.com/office/drawing/2014/main" id="{260F195B-042D-4744-AB6C-F151C0C29F6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7" y="3592"/>
                    <a:ext cx="4" cy="1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</p:grpSp>
          </p:grpSp>
          <p:grpSp>
            <p:nvGrpSpPr>
              <p:cNvPr id="24648" name="Group 157">
                <a:extLst>
                  <a:ext uri="{FF2B5EF4-FFF2-40B4-BE49-F238E27FC236}">
                    <a16:creationId xmlns:a16="http://schemas.microsoft.com/office/drawing/2014/main" id="{A610A1AF-907C-4143-8BD8-0D33B6371E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76" y="3567"/>
                <a:ext cx="170" cy="52"/>
                <a:chOff x="4876" y="3567"/>
                <a:chExt cx="170" cy="52"/>
              </a:xfrm>
            </p:grpSpPr>
            <p:grpSp>
              <p:nvGrpSpPr>
                <p:cNvPr id="24681" name="Group 158">
                  <a:extLst>
                    <a:ext uri="{FF2B5EF4-FFF2-40B4-BE49-F238E27FC236}">
                      <a16:creationId xmlns:a16="http://schemas.microsoft.com/office/drawing/2014/main" id="{124E5418-BEA0-4F3D-92B4-4330E5C450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79" y="3569"/>
                  <a:ext cx="167" cy="23"/>
                  <a:chOff x="4879" y="3569"/>
                  <a:chExt cx="167" cy="23"/>
                </a:xfrm>
              </p:grpSpPr>
              <p:sp>
                <p:nvSpPr>
                  <p:cNvPr id="24684" name="Rectangle 159">
                    <a:extLst>
                      <a:ext uri="{FF2B5EF4-FFF2-40B4-BE49-F238E27FC236}">
                        <a16:creationId xmlns:a16="http://schemas.microsoft.com/office/drawing/2014/main" id="{5EBD1758-E105-4E4A-B3FC-72EACF9E30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34" y="3569"/>
                    <a:ext cx="57" cy="23"/>
                  </a:xfrm>
                  <a:prstGeom prst="rect">
                    <a:avLst/>
                  </a:prstGeom>
                  <a:solidFill>
                    <a:srgbClr val="80808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  <p:sp>
                <p:nvSpPr>
                  <p:cNvPr id="24685" name="Rectangle 160">
                    <a:extLst>
                      <a:ext uri="{FF2B5EF4-FFF2-40B4-BE49-F238E27FC236}">
                        <a16:creationId xmlns:a16="http://schemas.microsoft.com/office/drawing/2014/main" id="{02884127-4082-494D-AA78-AA4BB7CC8E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34" y="3584"/>
                    <a:ext cx="57" cy="8"/>
                  </a:xfrm>
                  <a:prstGeom prst="rect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  <p:sp>
                <p:nvSpPr>
                  <p:cNvPr id="24686" name="Rectangle 161">
                    <a:extLst>
                      <a:ext uri="{FF2B5EF4-FFF2-40B4-BE49-F238E27FC236}">
                        <a16:creationId xmlns:a16="http://schemas.microsoft.com/office/drawing/2014/main" id="{B99D83AF-6628-4D63-BF60-B3D911E844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79" y="3581"/>
                    <a:ext cx="167" cy="5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</p:grpSp>
            <p:sp>
              <p:nvSpPr>
                <p:cNvPr id="24682" name="Rectangle 162">
                  <a:extLst>
                    <a:ext uri="{FF2B5EF4-FFF2-40B4-BE49-F238E27FC236}">
                      <a16:creationId xmlns:a16="http://schemas.microsoft.com/office/drawing/2014/main" id="{F1FF9BED-4CBA-42B1-9FBC-7C235BF702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76" y="3567"/>
                  <a:ext cx="6" cy="1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en-US" sz="1800"/>
                </a:p>
              </p:txBody>
            </p:sp>
            <p:sp>
              <p:nvSpPr>
                <p:cNvPr id="24683" name="Rectangle 163">
                  <a:extLst>
                    <a:ext uri="{FF2B5EF4-FFF2-40B4-BE49-F238E27FC236}">
                      <a16:creationId xmlns:a16="http://schemas.microsoft.com/office/drawing/2014/main" id="{C8E23783-590B-49BD-9BD0-5761792F8D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21" y="3614"/>
                  <a:ext cx="11" cy="5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en-US" sz="1800"/>
                </a:p>
              </p:txBody>
            </p:sp>
          </p:grpSp>
          <p:grpSp>
            <p:nvGrpSpPr>
              <p:cNvPr id="24649" name="Group 164">
                <a:extLst>
                  <a:ext uri="{FF2B5EF4-FFF2-40B4-BE49-F238E27FC236}">
                    <a16:creationId xmlns:a16="http://schemas.microsoft.com/office/drawing/2014/main" id="{16D7CAE3-D768-42E8-A9A1-1D01BBBC3F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7" y="3621"/>
                <a:ext cx="116" cy="16"/>
                <a:chOff x="4737" y="3621"/>
                <a:chExt cx="116" cy="16"/>
              </a:xfrm>
            </p:grpSpPr>
            <p:grpSp>
              <p:nvGrpSpPr>
                <p:cNvPr id="24651" name="Group 165">
                  <a:extLst>
                    <a:ext uri="{FF2B5EF4-FFF2-40B4-BE49-F238E27FC236}">
                      <a16:creationId xmlns:a16="http://schemas.microsoft.com/office/drawing/2014/main" id="{49A4D04B-7955-451C-9EAF-F7D3107252D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7" y="3621"/>
                  <a:ext cx="56" cy="16"/>
                  <a:chOff x="4737" y="3621"/>
                  <a:chExt cx="56" cy="16"/>
                </a:xfrm>
              </p:grpSpPr>
              <p:grpSp>
                <p:nvGrpSpPr>
                  <p:cNvPr id="24667" name="Group 166">
                    <a:extLst>
                      <a:ext uri="{FF2B5EF4-FFF2-40B4-BE49-F238E27FC236}">
                        <a16:creationId xmlns:a16="http://schemas.microsoft.com/office/drawing/2014/main" id="{7B33F74F-B1C4-485F-890B-19C91FF3F61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7" y="3621"/>
                    <a:ext cx="25" cy="16"/>
                    <a:chOff x="4737" y="3621"/>
                    <a:chExt cx="25" cy="16"/>
                  </a:xfrm>
                </p:grpSpPr>
                <p:grpSp>
                  <p:nvGrpSpPr>
                    <p:cNvPr id="24675" name="Group 167">
                      <a:extLst>
                        <a:ext uri="{FF2B5EF4-FFF2-40B4-BE49-F238E27FC236}">
                          <a16:creationId xmlns:a16="http://schemas.microsoft.com/office/drawing/2014/main" id="{FB4ECA8B-4FDC-4172-8611-3CA86708AD4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7" y="3621"/>
                      <a:ext cx="11" cy="16"/>
                      <a:chOff x="4737" y="3621"/>
                      <a:chExt cx="11" cy="16"/>
                    </a:xfrm>
                  </p:grpSpPr>
                  <p:sp>
                    <p:nvSpPr>
                      <p:cNvPr id="24679" name="Freeform 168">
                        <a:extLst>
                          <a:ext uri="{FF2B5EF4-FFF2-40B4-BE49-F238E27FC236}">
                            <a16:creationId xmlns:a16="http://schemas.microsoft.com/office/drawing/2014/main" id="{168C6375-80CF-46E2-AE48-E7A0C300A02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37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680" name="Freeform 169">
                        <a:extLst>
                          <a:ext uri="{FF2B5EF4-FFF2-40B4-BE49-F238E27FC236}">
                            <a16:creationId xmlns:a16="http://schemas.microsoft.com/office/drawing/2014/main" id="{FDCFB358-E259-4848-AA82-5720C85AE2B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44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24676" name="Group 170">
                      <a:extLst>
                        <a:ext uri="{FF2B5EF4-FFF2-40B4-BE49-F238E27FC236}">
                          <a16:creationId xmlns:a16="http://schemas.microsoft.com/office/drawing/2014/main" id="{D6982410-CBF2-4A1C-A297-2E55A2EC789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52" y="3621"/>
                      <a:ext cx="10" cy="16"/>
                      <a:chOff x="4752" y="3621"/>
                      <a:chExt cx="10" cy="16"/>
                    </a:xfrm>
                  </p:grpSpPr>
                  <p:sp>
                    <p:nvSpPr>
                      <p:cNvPr id="24677" name="Freeform 171">
                        <a:extLst>
                          <a:ext uri="{FF2B5EF4-FFF2-40B4-BE49-F238E27FC236}">
                            <a16:creationId xmlns:a16="http://schemas.microsoft.com/office/drawing/2014/main" id="{66B8E666-C890-4BB0-BE09-52049F05E5B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52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678" name="Freeform 172">
                        <a:extLst>
                          <a:ext uri="{FF2B5EF4-FFF2-40B4-BE49-F238E27FC236}">
                            <a16:creationId xmlns:a16="http://schemas.microsoft.com/office/drawing/2014/main" id="{FA1A66B6-7855-43AA-AABF-2AE49355EA5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59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grpSp>
                <p:nvGrpSpPr>
                  <p:cNvPr id="24668" name="Group 173">
                    <a:extLst>
                      <a:ext uri="{FF2B5EF4-FFF2-40B4-BE49-F238E27FC236}">
                        <a16:creationId xmlns:a16="http://schemas.microsoft.com/office/drawing/2014/main" id="{71CA208F-BBDE-4815-80CD-51C9EDDAC27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67" y="3621"/>
                    <a:ext cx="26" cy="16"/>
                    <a:chOff x="4767" y="3621"/>
                    <a:chExt cx="26" cy="16"/>
                  </a:xfrm>
                </p:grpSpPr>
                <p:grpSp>
                  <p:nvGrpSpPr>
                    <p:cNvPr id="24669" name="Group 174">
                      <a:extLst>
                        <a:ext uri="{FF2B5EF4-FFF2-40B4-BE49-F238E27FC236}">
                          <a16:creationId xmlns:a16="http://schemas.microsoft.com/office/drawing/2014/main" id="{70F087D3-D271-4F29-A389-637BEF0A006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67" y="3621"/>
                      <a:ext cx="11" cy="16"/>
                      <a:chOff x="4767" y="3621"/>
                      <a:chExt cx="11" cy="16"/>
                    </a:xfrm>
                  </p:grpSpPr>
                  <p:sp>
                    <p:nvSpPr>
                      <p:cNvPr id="24673" name="Freeform 175">
                        <a:extLst>
                          <a:ext uri="{FF2B5EF4-FFF2-40B4-BE49-F238E27FC236}">
                            <a16:creationId xmlns:a16="http://schemas.microsoft.com/office/drawing/2014/main" id="{A8F6825D-38A6-4540-81A3-DEA932A5A0F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67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674" name="Freeform 176">
                        <a:extLst>
                          <a:ext uri="{FF2B5EF4-FFF2-40B4-BE49-F238E27FC236}">
                            <a16:creationId xmlns:a16="http://schemas.microsoft.com/office/drawing/2014/main" id="{CD51BEF1-0285-4AFF-B6F1-1C37BEBBB37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74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24670" name="Group 177">
                      <a:extLst>
                        <a:ext uri="{FF2B5EF4-FFF2-40B4-BE49-F238E27FC236}">
                          <a16:creationId xmlns:a16="http://schemas.microsoft.com/office/drawing/2014/main" id="{0733F702-25B9-43A8-994F-214C030F33D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82" y="3621"/>
                      <a:ext cx="11" cy="16"/>
                      <a:chOff x="4782" y="3621"/>
                      <a:chExt cx="11" cy="16"/>
                    </a:xfrm>
                  </p:grpSpPr>
                  <p:sp>
                    <p:nvSpPr>
                      <p:cNvPr id="24671" name="Freeform 178">
                        <a:extLst>
                          <a:ext uri="{FF2B5EF4-FFF2-40B4-BE49-F238E27FC236}">
                            <a16:creationId xmlns:a16="http://schemas.microsoft.com/office/drawing/2014/main" id="{692AF26C-E6B4-4A4A-95C0-F27044FAB6B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82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672" name="Freeform 179">
                        <a:extLst>
                          <a:ext uri="{FF2B5EF4-FFF2-40B4-BE49-F238E27FC236}">
                            <a16:creationId xmlns:a16="http://schemas.microsoft.com/office/drawing/2014/main" id="{09459020-7C58-4522-8E6E-1981CF5BED7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89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  <p:grpSp>
              <p:nvGrpSpPr>
                <p:cNvPr id="24652" name="Group 180">
                  <a:extLst>
                    <a:ext uri="{FF2B5EF4-FFF2-40B4-BE49-F238E27FC236}">
                      <a16:creationId xmlns:a16="http://schemas.microsoft.com/office/drawing/2014/main" id="{A7D17CC2-0DA6-4607-9D0D-8608DA5EE63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97" y="3621"/>
                  <a:ext cx="56" cy="16"/>
                  <a:chOff x="4797" y="3621"/>
                  <a:chExt cx="56" cy="16"/>
                </a:xfrm>
              </p:grpSpPr>
              <p:grpSp>
                <p:nvGrpSpPr>
                  <p:cNvPr id="24653" name="Group 181">
                    <a:extLst>
                      <a:ext uri="{FF2B5EF4-FFF2-40B4-BE49-F238E27FC236}">
                        <a16:creationId xmlns:a16="http://schemas.microsoft.com/office/drawing/2014/main" id="{F950E28B-41A8-47B4-B6F8-EC6B6A2C8B5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97" y="3621"/>
                    <a:ext cx="26" cy="16"/>
                    <a:chOff x="4797" y="3621"/>
                    <a:chExt cx="26" cy="16"/>
                  </a:xfrm>
                </p:grpSpPr>
                <p:grpSp>
                  <p:nvGrpSpPr>
                    <p:cNvPr id="24661" name="Group 182">
                      <a:extLst>
                        <a:ext uri="{FF2B5EF4-FFF2-40B4-BE49-F238E27FC236}">
                          <a16:creationId xmlns:a16="http://schemas.microsoft.com/office/drawing/2014/main" id="{CD8016B5-3216-4484-8ACE-1248D212F26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97" y="3621"/>
                      <a:ext cx="11" cy="16"/>
                      <a:chOff x="4797" y="3621"/>
                      <a:chExt cx="11" cy="16"/>
                    </a:xfrm>
                  </p:grpSpPr>
                  <p:sp>
                    <p:nvSpPr>
                      <p:cNvPr id="24665" name="Freeform 183">
                        <a:extLst>
                          <a:ext uri="{FF2B5EF4-FFF2-40B4-BE49-F238E27FC236}">
                            <a16:creationId xmlns:a16="http://schemas.microsoft.com/office/drawing/2014/main" id="{2ACAF456-8C4B-4EE9-99E6-31E9CE20978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97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666" name="Freeform 184">
                        <a:extLst>
                          <a:ext uri="{FF2B5EF4-FFF2-40B4-BE49-F238E27FC236}">
                            <a16:creationId xmlns:a16="http://schemas.microsoft.com/office/drawing/2014/main" id="{F934435C-FA11-40D8-993C-5E293C7566A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04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24662" name="Group 185">
                      <a:extLst>
                        <a:ext uri="{FF2B5EF4-FFF2-40B4-BE49-F238E27FC236}">
                          <a16:creationId xmlns:a16="http://schemas.microsoft.com/office/drawing/2014/main" id="{D5B01709-C0D6-4A42-B699-022F5181A5D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812" y="3621"/>
                      <a:ext cx="11" cy="16"/>
                      <a:chOff x="4812" y="3621"/>
                      <a:chExt cx="11" cy="16"/>
                    </a:xfrm>
                  </p:grpSpPr>
                  <p:sp>
                    <p:nvSpPr>
                      <p:cNvPr id="24663" name="Freeform 186">
                        <a:extLst>
                          <a:ext uri="{FF2B5EF4-FFF2-40B4-BE49-F238E27FC236}">
                            <a16:creationId xmlns:a16="http://schemas.microsoft.com/office/drawing/2014/main" id="{B6DEB356-227B-4A05-BE48-7C03B4BA0E5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12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664" name="Freeform 187">
                        <a:extLst>
                          <a:ext uri="{FF2B5EF4-FFF2-40B4-BE49-F238E27FC236}">
                            <a16:creationId xmlns:a16="http://schemas.microsoft.com/office/drawing/2014/main" id="{FA01A1EF-AD7B-4FDC-B1E2-81ECA70D5FC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19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grpSp>
                <p:nvGrpSpPr>
                  <p:cNvPr id="24654" name="Group 188">
                    <a:extLst>
                      <a:ext uri="{FF2B5EF4-FFF2-40B4-BE49-F238E27FC236}">
                        <a16:creationId xmlns:a16="http://schemas.microsoft.com/office/drawing/2014/main" id="{84AC985B-1918-479B-8416-9B0182879CD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827" y="3621"/>
                    <a:ext cx="26" cy="16"/>
                    <a:chOff x="4827" y="3621"/>
                    <a:chExt cx="26" cy="16"/>
                  </a:xfrm>
                </p:grpSpPr>
                <p:grpSp>
                  <p:nvGrpSpPr>
                    <p:cNvPr id="24655" name="Group 189">
                      <a:extLst>
                        <a:ext uri="{FF2B5EF4-FFF2-40B4-BE49-F238E27FC236}">
                          <a16:creationId xmlns:a16="http://schemas.microsoft.com/office/drawing/2014/main" id="{3C033141-444D-491C-B18F-0E64947A977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827" y="3621"/>
                      <a:ext cx="11" cy="16"/>
                      <a:chOff x="4827" y="3621"/>
                      <a:chExt cx="11" cy="16"/>
                    </a:xfrm>
                  </p:grpSpPr>
                  <p:sp>
                    <p:nvSpPr>
                      <p:cNvPr id="24659" name="Freeform 190">
                        <a:extLst>
                          <a:ext uri="{FF2B5EF4-FFF2-40B4-BE49-F238E27FC236}">
                            <a16:creationId xmlns:a16="http://schemas.microsoft.com/office/drawing/2014/main" id="{11CF3B2E-2FE6-4A6F-B374-A78BA936CD6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27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660" name="Freeform 191">
                        <a:extLst>
                          <a:ext uri="{FF2B5EF4-FFF2-40B4-BE49-F238E27FC236}">
                            <a16:creationId xmlns:a16="http://schemas.microsoft.com/office/drawing/2014/main" id="{4F1DFE11-6B40-4EFC-8DEA-41CFB182206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35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24656" name="Group 192">
                      <a:extLst>
                        <a:ext uri="{FF2B5EF4-FFF2-40B4-BE49-F238E27FC236}">
                          <a16:creationId xmlns:a16="http://schemas.microsoft.com/office/drawing/2014/main" id="{43D9741D-0CFA-45CB-A642-D223F13611B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842" y="3621"/>
                      <a:ext cx="11" cy="16"/>
                      <a:chOff x="4842" y="3621"/>
                      <a:chExt cx="11" cy="16"/>
                    </a:xfrm>
                  </p:grpSpPr>
                  <p:sp>
                    <p:nvSpPr>
                      <p:cNvPr id="24657" name="Freeform 193">
                        <a:extLst>
                          <a:ext uri="{FF2B5EF4-FFF2-40B4-BE49-F238E27FC236}">
                            <a16:creationId xmlns:a16="http://schemas.microsoft.com/office/drawing/2014/main" id="{27728250-3A7D-4EF7-AEEF-BC90D0B55E7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42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658" name="Freeform 194">
                        <a:extLst>
                          <a:ext uri="{FF2B5EF4-FFF2-40B4-BE49-F238E27FC236}">
                            <a16:creationId xmlns:a16="http://schemas.microsoft.com/office/drawing/2014/main" id="{EBD5F0E7-D2BD-43EE-8C99-CDAD6CE3E12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50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</p:grpSp>
          <p:sp>
            <p:nvSpPr>
              <p:cNvPr id="24650" name="Freeform 195">
                <a:extLst>
                  <a:ext uri="{FF2B5EF4-FFF2-40B4-BE49-F238E27FC236}">
                    <a16:creationId xmlns:a16="http://schemas.microsoft.com/office/drawing/2014/main" id="{16B10CFB-D551-4E37-8DDE-6C992527E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8" y="3605"/>
                <a:ext cx="640" cy="16"/>
              </a:xfrm>
              <a:custGeom>
                <a:avLst/>
                <a:gdLst>
                  <a:gd name="T0" fmla="*/ 0 w 640"/>
                  <a:gd name="T1" fmla="*/ 11 h 16"/>
                  <a:gd name="T2" fmla="*/ 281 w 640"/>
                  <a:gd name="T3" fmla="*/ 11 h 16"/>
                  <a:gd name="T4" fmla="*/ 281 w 640"/>
                  <a:gd name="T5" fmla="*/ 0 h 16"/>
                  <a:gd name="T6" fmla="*/ 325 w 640"/>
                  <a:gd name="T7" fmla="*/ 0 h 16"/>
                  <a:gd name="T8" fmla="*/ 325 w 640"/>
                  <a:gd name="T9" fmla="*/ 15 h 16"/>
                  <a:gd name="T10" fmla="*/ 639 w 640"/>
                  <a:gd name="T11" fmla="*/ 15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0"/>
                  <a:gd name="T19" fmla="*/ 0 h 16"/>
                  <a:gd name="T20" fmla="*/ 640 w 640"/>
                  <a:gd name="T21" fmla="*/ 16 h 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0" h="16">
                    <a:moveTo>
                      <a:pt x="0" y="11"/>
                    </a:moveTo>
                    <a:lnTo>
                      <a:pt x="281" y="11"/>
                    </a:lnTo>
                    <a:lnTo>
                      <a:pt x="281" y="0"/>
                    </a:lnTo>
                    <a:lnTo>
                      <a:pt x="325" y="0"/>
                    </a:lnTo>
                    <a:lnTo>
                      <a:pt x="325" y="15"/>
                    </a:lnTo>
                    <a:lnTo>
                      <a:pt x="639" y="15"/>
                    </a:lnTo>
                  </a:path>
                </a:pathLst>
              </a:cu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597" name="Group 196">
              <a:extLst>
                <a:ext uri="{FF2B5EF4-FFF2-40B4-BE49-F238E27FC236}">
                  <a16:creationId xmlns:a16="http://schemas.microsoft.com/office/drawing/2014/main" id="{353E42A8-07F0-44C4-8301-3AA0118995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5" y="3707"/>
              <a:ext cx="1060" cy="123"/>
              <a:chOff x="4505" y="3707"/>
              <a:chExt cx="1060" cy="123"/>
            </a:xfrm>
          </p:grpSpPr>
          <p:grpSp>
            <p:nvGrpSpPr>
              <p:cNvPr id="24607" name="Group 197">
                <a:extLst>
                  <a:ext uri="{FF2B5EF4-FFF2-40B4-BE49-F238E27FC236}">
                    <a16:creationId xmlns:a16="http://schemas.microsoft.com/office/drawing/2014/main" id="{DBE3D648-E1BD-4F2B-8740-477536D218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05" y="3707"/>
                <a:ext cx="1060" cy="123"/>
                <a:chOff x="4505" y="3707"/>
                <a:chExt cx="1060" cy="123"/>
              </a:xfrm>
            </p:grpSpPr>
            <p:sp>
              <p:nvSpPr>
                <p:cNvPr id="24643" name="Rectangle 198">
                  <a:extLst>
                    <a:ext uri="{FF2B5EF4-FFF2-40B4-BE49-F238E27FC236}">
                      <a16:creationId xmlns:a16="http://schemas.microsoft.com/office/drawing/2014/main" id="{12D38714-5892-4BBE-A9A3-FBCB02F85F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9" y="3815"/>
                  <a:ext cx="1047" cy="15"/>
                </a:xfrm>
                <a:prstGeom prst="rect">
                  <a:avLst/>
                </a:prstGeom>
                <a:solidFill>
                  <a:srgbClr val="C0C0C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en-US" sz="1800"/>
                </a:p>
              </p:txBody>
            </p:sp>
            <p:sp>
              <p:nvSpPr>
                <p:cNvPr id="24644" name="Freeform 199">
                  <a:extLst>
                    <a:ext uri="{FF2B5EF4-FFF2-40B4-BE49-F238E27FC236}">
                      <a16:creationId xmlns:a16="http://schemas.microsoft.com/office/drawing/2014/main" id="{A93C76C4-806A-4572-8026-DFB8187E65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05" y="3707"/>
                  <a:ext cx="1060" cy="107"/>
                </a:xfrm>
                <a:custGeom>
                  <a:avLst/>
                  <a:gdLst>
                    <a:gd name="T0" fmla="*/ 0 w 1060"/>
                    <a:gd name="T1" fmla="*/ 106 h 107"/>
                    <a:gd name="T2" fmla="*/ 1059 w 1060"/>
                    <a:gd name="T3" fmla="*/ 106 h 107"/>
                    <a:gd name="T4" fmla="*/ 997 w 1060"/>
                    <a:gd name="T5" fmla="*/ 1 h 107"/>
                    <a:gd name="T6" fmla="*/ 77 w 1060"/>
                    <a:gd name="T7" fmla="*/ 0 h 107"/>
                    <a:gd name="T8" fmla="*/ 0 w 1060"/>
                    <a:gd name="T9" fmla="*/ 106 h 10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60"/>
                    <a:gd name="T16" fmla="*/ 0 h 107"/>
                    <a:gd name="T17" fmla="*/ 1060 w 1060"/>
                    <a:gd name="T18" fmla="*/ 107 h 10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60" h="107">
                      <a:moveTo>
                        <a:pt x="0" y="106"/>
                      </a:moveTo>
                      <a:lnTo>
                        <a:pt x="1059" y="106"/>
                      </a:lnTo>
                      <a:lnTo>
                        <a:pt x="997" y="1"/>
                      </a:lnTo>
                      <a:lnTo>
                        <a:pt x="77" y="0"/>
                      </a:lnTo>
                      <a:lnTo>
                        <a:pt x="0" y="106"/>
                      </a:lnTo>
                    </a:path>
                  </a:pathLst>
                </a:custGeom>
                <a:solidFill>
                  <a:srgbClr val="C0C0C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45" name="Freeform 200">
                  <a:extLst>
                    <a:ext uri="{FF2B5EF4-FFF2-40B4-BE49-F238E27FC236}">
                      <a16:creationId xmlns:a16="http://schemas.microsoft.com/office/drawing/2014/main" id="{EE1D98ED-4C0C-4906-91BE-8B08E9413B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36" y="3719"/>
                  <a:ext cx="993" cy="82"/>
                </a:xfrm>
                <a:custGeom>
                  <a:avLst/>
                  <a:gdLst>
                    <a:gd name="T0" fmla="*/ 57 w 993"/>
                    <a:gd name="T1" fmla="*/ 0 h 82"/>
                    <a:gd name="T2" fmla="*/ 0 w 993"/>
                    <a:gd name="T3" fmla="*/ 81 h 82"/>
                    <a:gd name="T4" fmla="*/ 992 w 993"/>
                    <a:gd name="T5" fmla="*/ 81 h 82"/>
                    <a:gd name="T6" fmla="*/ 947 w 993"/>
                    <a:gd name="T7" fmla="*/ 0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93"/>
                    <a:gd name="T13" fmla="*/ 0 h 82"/>
                    <a:gd name="T14" fmla="*/ 993 w 993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93" h="82">
                      <a:moveTo>
                        <a:pt x="57" y="0"/>
                      </a:moveTo>
                      <a:lnTo>
                        <a:pt x="0" y="81"/>
                      </a:lnTo>
                      <a:lnTo>
                        <a:pt x="992" y="81"/>
                      </a:lnTo>
                      <a:lnTo>
                        <a:pt x="947" y="0"/>
                      </a:lnTo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4608" name="Group 201">
                <a:extLst>
                  <a:ext uri="{FF2B5EF4-FFF2-40B4-BE49-F238E27FC236}">
                    <a16:creationId xmlns:a16="http://schemas.microsoft.com/office/drawing/2014/main" id="{709BF175-AC39-469D-B791-8FE14B196E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22" y="3717"/>
                <a:ext cx="835" cy="24"/>
                <a:chOff x="4622" y="3717"/>
                <a:chExt cx="835" cy="24"/>
              </a:xfrm>
            </p:grpSpPr>
            <p:sp>
              <p:nvSpPr>
                <p:cNvPr id="24637" name="Freeform 202">
                  <a:extLst>
                    <a:ext uri="{FF2B5EF4-FFF2-40B4-BE49-F238E27FC236}">
                      <a16:creationId xmlns:a16="http://schemas.microsoft.com/office/drawing/2014/main" id="{229A9C08-71DE-4794-84AE-02BA008BD9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22" y="3717"/>
                  <a:ext cx="34" cy="16"/>
                </a:xfrm>
                <a:custGeom>
                  <a:avLst/>
                  <a:gdLst>
                    <a:gd name="T0" fmla="*/ 9 w 34"/>
                    <a:gd name="T1" fmla="*/ 0 h 16"/>
                    <a:gd name="T2" fmla="*/ 33 w 34"/>
                    <a:gd name="T3" fmla="*/ 0 h 16"/>
                    <a:gd name="T4" fmla="*/ 25 w 34"/>
                    <a:gd name="T5" fmla="*/ 15 h 16"/>
                    <a:gd name="T6" fmla="*/ 0 w 34"/>
                    <a:gd name="T7" fmla="*/ 15 h 16"/>
                    <a:gd name="T8" fmla="*/ 9 w 34"/>
                    <a:gd name="T9" fmla="*/ 0 h 1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4"/>
                    <a:gd name="T16" fmla="*/ 0 h 16"/>
                    <a:gd name="T17" fmla="*/ 34 w 34"/>
                    <a:gd name="T18" fmla="*/ 16 h 1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4" h="16">
                      <a:moveTo>
                        <a:pt x="9" y="0"/>
                      </a:moveTo>
                      <a:lnTo>
                        <a:pt x="33" y="0"/>
                      </a:lnTo>
                      <a:lnTo>
                        <a:pt x="25" y="15"/>
                      </a:lnTo>
                      <a:lnTo>
                        <a:pt x="0" y="15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80808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38" name="Freeform 203">
                  <a:extLst>
                    <a:ext uri="{FF2B5EF4-FFF2-40B4-BE49-F238E27FC236}">
                      <a16:creationId xmlns:a16="http://schemas.microsoft.com/office/drawing/2014/main" id="{BB94DCA3-99A0-49BB-9935-38F02C094C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3" y="3717"/>
                  <a:ext cx="132" cy="15"/>
                </a:xfrm>
                <a:custGeom>
                  <a:avLst/>
                  <a:gdLst>
                    <a:gd name="T0" fmla="*/ 6 w 132"/>
                    <a:gd name="T1" fmla="*/ 0 h 15"/>
                    <a:gd name="T2" fmla="*/ 131 w 132"/>
                    <a:gd name="T3" fmla="*/ 0 h 15"/>
                    <a:gd name="T4" fmla="*/ 126 w 132"/>
                    <a:gd name="T5" fmla="*/ 14 h 15"/>
                    <a:gd name="T6" fmla="*/ 0 w 132"/>
                    <a:gd name="T7" fmla="*/ 14 h 15"/>
                    <a:gd name="T8" fmla="*/ 6 w 132"/>
                    <a:gd name="T9" fmla="*/ 0 h 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2"/>
                    <a:gd name="T16" fmla="*/ 0 h 15"/>
                    <a:gd name="T17" fmla="*/ 132 w 132"/>
                    <a:gd name="T18" fmla="*/ 15 h 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2" h="15">
                      <a:moveTo>
                        <a:pt x="6" y="0"/>
                      </a:moveTo>
                      <a:lnTo>
                        <a:pt x="131" y="0"/>
                      </a:lnTo>
                      <a:lnTo>
                        <a:pt x="126" y="14"/>
                      </a:lnTo>
                      <a:lnTo>
                        <a:pt x="0" y="14"/>
                      </a:lnTo>
                      <a:lnTo>
                        <a:pt x="6" y="0"/>
                      </a:lnTo>
                    </a:path>
                  </a:pathLst>
                </a:custGeom>
                <a:solidFill>
                  <a:srgbClr val="80808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39" name="Freeform 204">
                  <a:extLst>
                    <a:ext uri="{FF2B5EF4-FFF2-40B4-BE49-F238E27FC236}">
                      <a16:creationId xmlns:a16="http://schemas.microsoft.com/office/drawing/2014/main" id="{904BE0B3-F676-498A-ABAF-6DE8C0600D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72" y="3717"/>
                  <a:ext cx="126" cy="16"/>
                </a:xfrm>
                <a:custGeom>
                  <a:avLst/>
                  <a:gdLst>
                    <a:gd name="T0" fmla="*/ 4 w 126"/>
                    <a:gd name="T1" fmla="*/ 0 h 16"/>
                    <a:gd name="T2" fmla="*/ 125 w 126"/>
                    <a:gd name="T3" fmla="*/ 0 h 16"/>
                    <a:gd name="T4" fmla="*/ 124 w 126"/>
                    <a:gd name="T5" fmla="*/ 15 h 16"/>
                    <a:gd name="T6" fmla="*/ 0 w 126"/>
                    <a:gd name="T7" fmla="*/ 15 h 16"/>
                    <a:gd name="T8" fmla="*/ 4 w 126"/>
                    <a:gd name="T9" fmla="*/ 0 h 1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26"/>
                    <a:gd name="T16" fmla="*/ 0 h 16"/>
                    <a:gd name="T17" fmla="*/ 126 w 126"/>
                    <a:gd name="T18" fmla="*/ 16 h 1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26" h="16">
                      <a:moveTo>
                        <a:pt x="4" y="0"/>
                      </a:moveTo>
                      <a:lnTo>
                        <a:pt x="125" y="0"/>
                      </a:lnTo>
                      <a:lnTo>
                        <a:pt x="124" y="15"/>
                      </a:lnTo>
                      <a:lnTo>
                        <a:pt x="0" y="15"/>
                      </a:lnTo>
                      <a:lnTo>
                        <a:pt x="4" y="0"/>
                      </a:lnTo>
                    </a:path>
                  </a:pathLst>
                </a:custGeom>
                <a:solidFill>
                  <a:srgbClr val="80808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40" name="Freeform 205">
                  <a:extLst>
                    <a:ext uri="{FF2B5EF4-FFF2-40B4-BE49-F238E27FC236}">
                      <a16:creationId xmlns:a16="http://schemas.microsoft.com/office/drawing/2014/main" id="{67649A86-CD7A-45D9-BB3A-D77D354BE6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17"/>
                  <a:ext cx="129" cy="16"/>
                </a:xfrm>
                <a:custGeom>
                  <a:avLst/>
                  <a:gdLst>
                    <a:gd name="T0" fmla="*/ 1 w 129"/>
                    <a:gd name="T1" fmla="*/ 0 h 16"/>
                    <a:gd name="T2" fmla="*/ 128 w 129"/>
                    <a:gd name="T3" fmla="*/ 0 h 16"/>
                    <a:gd name="T4" fmla="*/ 128 w 129"/>
                    <a:gd name="T5" fmla="*/ 15 h 16"/>
                    <a:gd name="T6" fmla="*/ 0 w 129"/>
                    <a:gd name="T7" fmla="*/ 15 h 16"/>
                    <a:gd name="T8" fmla="*/ 1 w 129"/>
                    <a:gd name="T9" fmla="*/ 0 h 1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29"/>
                    <a:gd name="T16" fmla="*/ 0 h 16"/>
                    <a:gd name="T17" fmla="*/ 129 w 129"/>
                    <a:gd name="T18" fmla="*/ 16 h 1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29" h="16">
                      <a:moveTo>
                        <a:pt x="1" y="0"/>
                      </a:moveTo>
                      <a:lnTo>
                        <a:pt x="128" y="0"/>
                      </a:lnTo>
                      <a:lnTo>
                        <a:pt x="128" y="15"/>
                      </a:lnTo>
                      <a:lnTo>
                        <a:pt x="0" y="15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80808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41" name="Freeform 206">
                  <a:extLst>
                    <a:ext uri="{FF2B5EF4-FFF2-40B4-BE49-F238E27FC236}">
                      <a16:creationId xmlns:a16="http://schemas.microsoft.com/office/drawing/2014/main" id="{3D98DA6F-5CE2-4EDE-AC48-F4576B1F23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78" y="3717"/>
                  <a:ext cx="113" cy="18"/>
                </a:xfrm>
                <a:custGeom>
                  <a:avLst/>
                  <a:gdLst>
                    <a:gd name="T0" fmla="*/ 0 w 113"/>
                    <a:gd name="T1" fmla="*/ 0 h 18"/>
                    <a:gd name="T2" fmla="*/ 109 w 113"/>
                    <a:gd name="T3" fmla="*/ 0 h 18"/>
                    <a:gd name="T4" fmla="*/ 112 w 113"/>
                    <a:gd name="T5" fmla="*/ 17 h 18"/>
                    <a:gd name="T6" fmla="*/ 0 w 113"/>
                    <a:gd name="T7" fmla="*/ 17 h 18"/>
                    <a:gd name="T8" fmla="*/ 0 w 113"/>
                    <a:gd name="T9" fmla="*/ 0 h 1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3"/>
                    <a:gd name="T16" fmla="*/ 0 h 18"/>
                    <a:gd name="T17" fmla="*/ 113 w 113"/>
                    <a:gd name="T18" fmla="*/ 18 h 1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3" h="18">
                      <a:moveTo>
                        <a:pt x="0" y="0"/>
                      </a:moveTo>
                      <a:lnTo>
                        <a:pt x="109" y="0"/>
                      </a:lnTo>
                      <a:lnTo>
                        <a:pt x="112" y="17"/>
                      </a:lnTo>
                      <a:lnTo>
                        <a:pt x="0" y="1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80808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42" name="Freeform 207">
                  <a:extLst>
                    <a:ext uri="{FF2B5EF4-FFF2-40B4-BE49-F238E27FC236}">
                      <a16:creationId xmlns:a16="http://schemas.microsoft.com/office/drawing/2014/main" id="{57D3689E-159F-4B3D-B127-775BBA3470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7" y="3726"/>
                  <a:ext cx="140" cy="15"/>
                </a:xfrm>
                <a:custGeom>
                  <a:avLst/>
                  <a:gdLst>
                    <a:gd name="T0" fmla="*/ 0 w 140"/>
                    <a:gd name="T1" fmla="*/ 0 h 15"/>
                    <a:gd name="T2" fmla="*/ 126 w 140"/>
                    <a:gd name="T3" fmla="*/ 0 h 15"/>
                    <a:gd name="T4" fmla="*/ 139 w 140"/>
                    <a:gd name="T5" fmla="*/ 14 h 15"/>
                    <a:gd name="T6" fmla="*/ 6 w 140"/>
                    <a:gd name="T7" fmla="*/ 14 h 15"/>
                    <a:gd name="T8" fmla="*/ 0 w 140"/>
                    <a:gd name="T9" fmla="*/ 0 h 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40"/>
                    <a:gd name="T16" fmla="*/ 0 h 15"/>
                    <a:gd name="T17" fmla="*/ 140 w 140"/>
                    <a:gd name="T18" fmla="*/ 15 h 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40" h="15">
                      <a:moveTo>
                        <a:pt x="0" y="0"/>
                      </a:moveTo>
                      <a:lnTo>
                        <a:pt x="126" y="0"/>
                      </a:lnTo>
                      <a:lnTo>
                        <a:pt x="139" y="14"/>
                      </a:lnTo>
                      <a:lnTo>
                        <a:pt x="6" y="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80808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4609" name="Group 208">
                <a:extLst>
                  <a:ext uri="{FF2B5EF4-FFF2-40B4-BE49-F238E27FC236}">
                    <a16:creationId xmlns:a16="http://schemas.microsoft.com/office/drawing/2014/main" id="{2A0FFA52-95C7-4E9B-9EE0-A8F3997BD3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94" y="3745"/>
                <a:ext cx="869" cy="43"/>
                <a:chOff x="4594" y="3745"/>
                <a:chExt cx="869" cy="43"/>
              </a:xfrm>
            </p:grpSpPr>
            <p:grpSp>
              <p:nvGrpSpPr>
                <p:cNvPr id="24610" name="Group 209">
                  <a:extLst>
                    <a:ext uri="{FF2B5EF4-FFF2-40B4-BE49-F238E27FC236}">
                      <a16:creationId xmlns:a16="http://schemas.microsoft.com/office/drawing/2014/main" id="{DF07F47D-896C-4292-9475-02A723ED3AD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69" y="3747"/>
                  <a:ext cx="426" cy="37"/>
                  <a:chOff x="4669" y="3747"/>
                  <a:chExt cx="426" cy="37"/>
                </a:xfrm>
              </p:grpSpPr>
              <p:sp>
                <p:nvSpPr>
                  <p:cNvPr id="24633" name="Line 210">
                    <a:extLst>
                      <a:ext uri="{FF2B5EF4-FFF2-40B4-BE49-F238E27FC236}">
                        <a16:creationId xmlns:a16="http://schemas.microsoft.com/office/drawing/2014/main" id="{C803AA55-720B-4A1C-ACC3-045CFFF0D4E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69" y="3747"/>
                    <a:ext cx="403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634" name="Line 211">
                    <a:extLst>
                      <a:ext uri="{FF2B5EF4-FFF2-40B4-BE49-F238E27FC236}">
                        <a16:creationId xmlns:a16="http://schemas.microsoft.com/office/drawing/2014/main" id="{507579E1-3D45-4785-ADB7-CA60B9AC195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86" y="3759"/>
                    <a:ext cx="40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635" name="Line 212">
                    <a:extLst>
                      <a:ext uri="{FF2B5EF4-FFF2-40B4-BE49-F238E27FC236}">
                        <a16:creationId xmlns:a16="http://schemas.microsoft.com/office/drawing/2014/main" id="{78FB93A8-1E4F-45D5-84D2-49287C015FA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91" y="3771"/>
                    <a:ext cx="356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636" name="Line 213">
                    <a:extLst>
                      <a:ext uri="{FF2B5EF4-FFF2-40B4-BE49-F238E27FC236}">
                        <a16:creationId xmlns:a16="http://schemas.microsoft.com/office/drawing/2014/main" id="{184A9061-4190-49F7-A680-C2FDC5C6341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700" y="3784"/>
                    <a:ext cx="41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611" name="Group 214">
                  <a:extLst>
                    <a:ext uri="{FF2B5EF4-FFF2-40B4-BE49-F238E27FC236}">
                      <a16:creationId xmlns:a16="http://schemas.microsoft.com/office/drawing/2014/main" id="{ACB95F03-A9F4-432D-A493-EA337C0F377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94" y="3752"/>
                  <a:ext cx="64" cy="24"/>
                  <a:chOff x="4594" y="3752"/>
                  <a:chExt cx="64" cy="24"/>
                </a:xfrm>
              </p:grpSpPr>
              <p:sp>
                <p:nvSpPr>
                  <p:cNvPr id="24630" name="Line 215">
                    <a:extLst>
                      <a:ext uri="{FF2B5EF4-FFF2-40B4-BE49-F238E27FC236}">
                        <a16:creationId xmlns:a16="http://schemas.microsoft.com/office/drawing/2014/main" id="{E8831336-1A1E-4870-840F-DE0C828FF15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12" y="3752"/>
                    <a:ext cx="33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631" name="Line 216">
                    <a:extLst>
                      <a:ext uri="{FF2B5EF4-FFF2-40B4-BE49-F238E27FC236}">
                        <a16:creationId xmlns:a16="http://schemas.microsoft.com/office/drawing/2014/main" id="{0A0B4F01-3171-486F-9800-C1C86490DF9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05" y="3765"/>
                    <a:ext cx="31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632" name="Line 217">
                    <a:extLst>
                      <a:ext uri="{FF2B5EF4-FFF2-40B4-BE49-F238E27FC236}">
                        <a16:creationId xmlns:a16="http://schemas.microsoft.com/office/drawing/2014/main" id="{1881AC88-62E9-4CB5-B635-286ABF8D288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594" y="3776"/>
                    <a:ext cx="64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612" name="Group 218">
                  <a:extLst>
                    <a:ext uri="{FF2B5EF4-FFF2-40B4-BE49-F238E27FC236}">
                      <a16:creationId xmlns:a16="http://schemas.microsoft.com/office/drawing/2014/main" id="{6D50B1F2-7680-4AE3-82FC-B1F694B185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63" y="3745"/>
                  <a:ext cx="389" cy="40"/>
                  <a:chOff x="4763" y="3745"/>
                  <a:chExt cx="389" cy="40"/>
                </a:xfrm>
              </p:grpSpPr>
              <p:sp>
                <p:nvSpPr>
                  <p:cNvPr id="24624" name="Line 219">
                    <a:extLst>
                      <a:ext uri="{FF2B5EF4-FFF2-40B4-BE49-F238E27FC236}">
                        <a16:creationId xmlns:a16="http://schemas.microsoft.com/office/drawing/2014/main" id="{1F3E9D27-2F6B-4F67-8AD5-C4228B1433F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763" y="3784"/>
                    <a:ext cx="23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625" name="Line 220">
                    <a:extLst>
                      <a:ext uri="{FF2B5EF4-FFF2-40B4-BE49-F238E27FC236}">
                        <a16:creationId xmlns:a16="http://schemas.microsoft.com/office/drawing/2014/main" id="{EDFA1D31-32B6-4687-8480-D4884F96C0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100" y="3745"/>
                    <a:ext cx="4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626" name="Line 221">
                    <a:extLst>
                      <a:ext uri="{FF2B5EF4-FFF2-40B4-BE49-F238E27FC236}">
                        <a16:creationId xmlns:a16="http://schemas.microsoft.com/office/drawing/2014/main" id="{7D846251-2D87-456E-B879-B47D55104CC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115" y="3759"/>
                    <a:ext cx="37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627" name="Line 222">
                    <a:extLst>
                      <a:ext uri="{FF2B5EF4-FFF2-40B4-BE49-F238E27FC236}">
                        <a16:creationId xmlns:a16="http://schemas.microsoft.com/office/drawing/2014/main" id="{3F2D8BDA-978D-4CC5-9FA1-19367B291FE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083" y="3772"/>
                    <a:ext cx="6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628" name="Line 223">
                    <a:extLst>
                      <a:ext uri="{FF2B5EF4-FFF2-40B4-BE49-F238E27FC236}">
                        <a16:creationId xmlns:a16="http://schemas.microsoft.com/office/drawing/2014/main" id="{F175C966-00D0-450C-8CD4-9F86C7D0E6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020" y="3784"/>
                    <a:ext cx="31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629" name="Line 224">
                    <a:extLst>
                      <a:ext uri="{FF2B5EF4-FFF2-40B4-BE49-F238E27FC236}">
                        <a16:creationId xmlns:a16="http://schemas.microsoft.com/office/drawing/2014/main" id="{83E6266A-3ACC-4263-85A8-FAB45CC29D7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071" y="3785"/>
                    <a:ext cx="77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613" name="Group 225">
                  <a:extLst>
                    <a:ext uri="{FF2B5EF4-FFF2-40B4-BE49-F238E27FC236}">
                      <a16:creationId xmlns:a16="http://schemas.microsoft.com/office/drawing/2014/main" id="{D838551B-6022-4005-B53F-5DB9E8D9500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180" y="3752"/>
                  <a:ext cx="115" cy="34"/>
                  <a:chOff x="5180" y="3752"/>
                  <a:chExt cx="115" cy="34"/>
                </a:xfrm>
              </p:grpSpPr>
              <p:sp>
                <p:nvSpPr>
                  <p:cNvPr id="24621" name="Line 226">
                    <a:extLst>
                      <a:ext uri="{FF2B5EF4-FFF2-40B4-BE49-F238E27FC236}">
                        <a16:creationId xmlns:a16="http://schemas.microsoft.com/office/drawing/2014/main" id="{6A812329-F7B9-400F-A478-12857014D08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180" y="3752"/>
                    <a:ext cx="108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622" name="Line 227">
                    <a:extLst>
                      <a:ext uri="{FF2B5EF4-FFF2-40B4-BE49-F238E27FC236}">
                        <a16:creationId xmlns:a16="http://schemas.microsoft.com/office/drawing/2014/main" id="{55E05F93-3DFB-49DD-A9DA-3DF8F12510F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196" y="3767"/>
                    <a:ext cx="94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623" name="Line 228">
                    <a:extLst>
                      <a:ext uri="{FF2B5EF4-FFF2-40B4-BE49-F238E27FC236}">
                        <a16:creationId xmlns:a16="http://schemas.microsoft.com/office/drawing/2014/main" id="{2887B126-4A53-4538-8937-0C5B2A231E8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198" y="3786"/>
                    <a:ext cx="97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4614" name="Group 229">
                  <a:extLst>
                    <a:ext uri="{FF2B5EF4-FFF2-40B4-BE49-F238E27FC236}">
                      <a16:creationId xmlns:a16="http://schemas.microsoft.com/office/drawing/2014/main" id="{73F3F597-1EC7-44BE-9F0F-39BFBC69BD9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324" y="3752"/>
                  <a:ext cx="139" cy="36"/>
                  <a:chOff x="5324" y="3752"/>
                  <a:chExt cx="139" cy="36"/>
                </a:xfrm>
              </p:grpSpPr>
              <p:sp>
                <p:nvSpPr>
                  <p:cNvPr id="24615" name="Line 230">
                    <a:extLst>
                      <a:ext uri="{FF2B5EF4-FFF2-40B4-BE49-F238E27FC236}">
                        <a16:creationId xmlns:a16="http://schemas.microsoft.com/office/drawing/2014/main" id="{0761C041-1969-44C1-89FF-A4A847A882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35" y="3752"/>
                    <a:ext cx="103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616" name="Line 231">
                    <a:extLst>
                      <a:ext uri="{FF2B5EF4-FFF2-40B4-BE49-F238E27FC236}">
                        <a16:creationId xmlns:a16="http://schemas.microsoft.com/office/drawing/2014/main" id="{2D8CF116-BF0A-431A-BAAC-417249075B6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24" y="3765"/>
                    <a:ext cx="82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617" name="Line 232">
                    <a:extLst>
                      <a:ext uri="{FF2B5EF4-FFF2-40B4-BE49-F238E27FC236}">
                        <a16:creationId xmlns:a16="http://schemas.microsoft.com/office/drawing/2014/main" id="{48D3D17D-5BDF-41C9-AAC8-1E7AA86B8C6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35" y="3776"/>
                    <a:ext cx="76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618" name="Line 233">
                    <a:extLst>
                      <a:ext uri="{FF2B5EF4-FFF2-40B4-BE49-F238E27FC236}">
                        <a16:creationId xmlns:a16="http://schemas.microsoft.com/office/drawing/2014/main" id="{C48926F6-74CC-4A94-8615-96A0EE37265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32" y="3788"/>
                    <a:ext cx="96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619" name="Line 234">
                    <a:extLst>
                      <a:ext uri="{FF2B5EF4-FFF2-40B4-BE49-F238E27FC236}">
                        <a16:creationId xmlns:a16="http://schemas.microsoft.com/office/drawing/2014/main" id="{B5C84745-2EE9-4843-A279-B9EC2F2CD62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433" y="3766"/>
                    <a:ext cx="22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620" name="Line 235">
                    <a:extLst>
                      <a:ext uri="{FF2B5EF4-FFF2-40B4-BE49-F238E27FC236}">
                        <a16:creationId xmlns:a16="http://schemas.microsoft.com/office/drawing/2014/main" id="{D2ED35FC-823F-4B18-989F-714148CD27D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443" y="3782"/>
                    <a:ext cx="20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24598" name="Group 236">
              <a:extLst>
                <a:ext uri="{FF2B5EF4-FFF2-40B4-BE49-F238E27FC236}">
                  <a16:creationId xmlns:a16="http://schemas.microsoft.com/office/drawing/2014/main" id="{07E65C42-A9BF-4819-AE50-EDA1DD7D5D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17" y="3441"/>
              <a:ext cx="461" cy="75"/>
              <a:chOff x="4817" y="3441"/>
              <a:chExt cx="461" cy="75"/>
            </a:xfrm>
          </p:grpSpPr>
          <p:grpSp>
            <p:nvGrpSpPr>
              <p:cNvPr id="24603" name="Group 237">
                <a:extLst>
                  <a:ext uri="{FF2B5EF4-FFF2-40B4-BE49-F238E27FC236}">
                    <a16:creationId xmlns:a16="http://schemas.microsoft.com/office/drawing/2014/main" id="{6F2E48E5-66DB-40EC-A6A1-21D511CAAD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17" y="3466"/>
                <a:ext cx="461" cy="50"/>
                <a:chOff x="4817" y="3466"/>
                <a:chExt cx="461" cy="50"/>
              </a:xfrm>
            </p:grpSpPr>
            <p:sp>
              <p:nvSpPr>
                <p:cNvPr id="24605" name="Freeform 238">
                  <a:extLst>
                    <a:ext uri="{FF2B5EF4-FFF2-40B4-BE49-F238E27FC236}">
                      <a16:creationId xmlns:a16="http://schemas.microsoft.com/office/drawing/2014/main" id="{ED6D40E0-36DC-4E66-BDC8-305EC8988C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17" y="3466"/>
                  <a:ext cx="461" cy="31"/>
                </a:xfrm>
                <a:custGeom>
                  <a:avLst/>
                  <a:gdLst>
                    <a:gd name="T0" fmla="*/ 0 w 461"/>
                    <a:gd name="T1" fmla="*/ 30 h 31"/>
                    <a:gd name="T2" fmla="*/ 460 w 461"/>
                    <a:gd name="T3" fmla="*/ 30 h 31"/>
                    <a:gd name="T4" fmla="*/ 434 w 461"/>
                    <a:gd name="T5" fmla="*/ 0 h 31"/>
                    <a:gd name="T6" fmla="*/ 28 w 461"/>
                    <a:gd name="T7" fmla="*/ 0 h 31"/>
                    <a:gd name="T8" fmla="*/ 0 w 461"/>
                    <a:gd name="T9" fmla="*/ 3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61"/>
                    <a:gd name="T16" fmla="*/ 0 h 31"/>
                    <a:gd name="T17" fmla="*/ 461 w 461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61" h="31">
                      <a:moveTo>
                        <a:pt x="0" y="30"/>
                      </a:moveTo>
                      <a:lnTo>
                        <a:pt x="460" y="30"/>
                      </a:lnTo>
                      <a:lnTo>
                        <a:pt x="434" y="0"/>
                      </a:lnTo>
                      <a:lnTo>
                        <a:pt x="28" y="0"/>
                      </a:lnTo>
                      <a:lnTo>
                        <a:pt x="0" y="30"/>
                      </a:lnTo>
                    </a:path>
                  </a:pathLst>
                </a:custGeom>
                <a:solidFill>
                  <a:srgbClr val="C0C0C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06" name="Rectangle 239">
                  <a:extLst>
                    <a:ext uri="{FF2B5EF4-FFF2-40B4-BE49-F238E27FC236}">
                      <a16:creationId xmlns:a16="http://schemas.microsoft.com/office/drawing/2014/main" id="{3C71E7FC-9678-4360-A36D-9709162BD0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20" y="3499"/>
                  <a:ext cx="449" cy="17"/>
                </a:xfrm>
                <a:prstGeom prst="rect">
                  <a:avLst/>
                </a:prstGeom>
                <a:solidFill>
                  <a:srgbClr val="C0C0C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en-US" sz="1800"/>
                </a:p>
              </p:txBody>
            </p:sp>
          </p:grpSp>
          <p:sp>
            <p:nvSpPr>
              <p:cNvPr id="24604" name="Freeform 240">
                <a:extLst>
                  <a:ext uri="{FF2B5EF4-FFF2-40B4-BE49-F238E27FC236}">
                    <a16:creationId xmlns:a16="http://schemas.microsoft.com/office/drawing/2014/main" id="{1A008870-F281-460E-97CF-08735BA07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3" y="3441"/>
                <a:ext cx="246" cy="56"/>
              </a:xfrm>
              <a:custGeom>
                <a:avLst/>
                <a:gdLst>
                  <a:gd name="T0" fmla="*/ 0 w 246"/>
                  <a:gd name="T1" fmla="*/ 31 h 56"/>
                  <a:gd name="T2" fmla="*/ 0 w 246"/>
                  <a:gd name="T3" fmla="*/ 0 h 56"/>
                  <a:gd name="T4" fmla="*/ 245 w 246"/>
                  <a:gd name="T5" fmla="*/ 0 h 56"/>
                  <a:gd name="T6" fmla="*/ 245 w 246"/>
                  <a:gd name="T7" fmla="*/ 31 h 56"/>
                  <a:gd name="T8" fmla="*/ 244 w 246"/>
                  <a:gd name="T9" fmla="*/ 34 h 56"/>
                  <a:gd name="T10" fmla="*/ 242 w 246"/>
                  <a:gd name="T11" fmla="*/ 37 h 56"/>
                  <a:gd name="T12" fmla="*/ 237 w 246"/>
                  <a:gd name="T13" fmla="*/ 39 h 56"/>
                  <a:gd name="T14" fmla="*/ 232 w 246"/>
                  <a:gd name="T15" fmla="*/ 42 h 56"/>
                  <a:gd name="T16" fmla="*/ 225 w 246"/>
                  <a:gd name="T17" fmla="*/ 44 h 56"/>
                  <a:gd name="T18" fmla="*/ 219 w 246"/>
                  <a:gd name="T19" fmla="*/ 46 h 56"/>
                  <a:gd name="T20" fmla="*/ 211 w 246"/>
                  <a:gd name="T21" fmla="*/ 47 h 56"/>
                  <a:gd name="T22" fmla="*/ 201 w 246"/>
                  <a:gd name="T23" fmla="*/ 49 h 56"/>
                  <a:gd name="T24" fmla="*/ 193 w 246"/>
                  <a:gd name="T25" fmla="*/ 50 h 56"/>
                  <a:gd name="T26" fmla="*/ 181 w 246"/>
                  <a:gd name="T27" fmla="*/ 52 h 56"/>
                  <a:gd name="T28" fmla="*/ 170 w 246"/>
                  <a:gd name="T29" fmla="*/ 53 h 56"/>
                  <a:gd name="T30" fmla="*/ 159 w 246"/>
                  <a:gd name="T31" fmla="*/ 54 h 56"/>
                  <a:gd name="T32" fmla="*/ 147 w 246"/>
                  <a:gd name="T33" fmla="*/ 54 h 56"/>
                  <a:gd name="T34" fmla="*/ 134 w 246"/>
                  <a:gd name="T35" fmla="*/ 55 h 56"/>
                  <a:gd name="T36" fmla="*/ 117 w 246"/>
                  <a:gd name="T37" fmla="*/ 55 h 56"/>
                  <a:gd name="T38" fmla="*/ 101 w 246"/>
                  <a:gd name="T39" fmla="*/ 54 h 56"/>
                  <a:gd name="T40" fmla="*/ 86 w 246"/>
                  <a:gd name="T41" fmla="*/ 54 h 56"/>
                  <a:gd name="T42" fmla="*/ 72 w 246"/>
                  <a:gd name="T43" fmla="*/ 53 h 56"/>
                  <a:gd name="T44" fmla="*/ 61 w 246"/>
                  <a:gd name="T45" fmla="*/ 51 h 56"/>
                  <a:gd name="T46" fmla="*/ 52 w 246"/>
                  <a:gd name="T47" fmla="*/ 50 h 56"/>
                  <a:gd name="T48" fmla="*/ 41 w 246"/>
                  <a:gd name="T49" fmla="*/ 48 h 56"/>
                  <a:gd name="T50" fmla="*/ 31 w 246"/>
                  <a:gd name="T51" fmla="*/ 47 h 56"/>
                  <a:gd name="T52" fmla="*/ 23 w 246"/>
                  <a:gd name="T53" fmla="*/ 45 h 56"/>
                  <a:gd name="T54" fmla="*/ 16 w 246"/>
                  <a:gd name="T55" fmla="*/ 42 h 56"/>
                  <a:gd name="T56" fmla="*/ 11 w 246"/>
                  <a:gd name="T57" fmla="*/ 40 h 56"/>
                  <a:gd name="T58" fmla="*/ 7 w 246"/>
                  <a:gd name="T59" fmla="*/ 38 h 56"/>
                  <a:gd name="T60" fmla="*/ 4 w 246"/>
                  <a:gd name="T61" fmla="*/ 36 h 56"/>
                  <a:gd name="T62" fmla="*/ 2 w 246"/>
                  <a:gd name="T63" fmla="*/ 34 h 56"/>
                  <a:gd name="T64" fmla="*/ 0 w 246"/>
                  <a:gd name="T65" fmla="*/ 31 h 5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6"/>
                  <a:gd name="T100" fmla="*/ 0 h 56"/>
                  <a:gd name="T101" fmla="*/ 246 w 246"/>
                  <a:gd name="T102" fmla="*/ 56 h 5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6" h="56">
                    <a:moveTo>
                      <a:pt x="0" y="31"/>
                    </a:moveTo>
                    <a:lnTo>
                      <a:pt x="0" y="0"/>
                    </a:lnTo>
                    <a:lnTo>
                      <a:pt x="245" y="0"/>
                    </a:lnTo>
                    <a:lnTo>
                      <a:pt x="245" y="31"/>
                    </a:lnTo>
                    <a:lnTo>
                      <a:pt x="244" y="34"/>
                    </a:lnTo>
                    <a:lnTo>
                      <a:pt x="242" y="37"/>
                    </a:lnTo>
                    <a:lnTo>
                      <a:pt x="237" y="39"/>
                    </a:lnTo>
                    <a:lnTo>
                      <a:pt x="232" y="42"/>
                    </a:lnTo>
                    <a:lnTo>
                      <a:pt x="225" y="44"/>
                    </a:lnTo>
                    <a:lnTo>
                      <a:pt x="219" y="46"/>
                    </a:lnTo>
                    <a:lnTo>
                      <a:pt x="211" y="47"/>
                    </a:lnTo>
                    <a:lnTo>
                      <a:pt x="201" y="49"/>
                    </a:lnTo>
                    <a:lnTo>
                      <a:pt x="193" y="50"/>
                    </a:lnTo>
                    <a:lnTo>
                      <a:pt x="181" y="52"/>
                    </a:lnTo>
                    <a:lnTo>
                      <a:pt x="170" y="53"/>
                    </a:lnTo>
                    <a:lnTo>
                      <a:pt x="159" y="54"/>
                    </a:lnTo>
                    <a:lnTo>
                      <a:pt x="147" y="54"/>
                    </a:lnTo>
                    <a:lnTo>
                      <a:pt x="134" y="55"/>
                    </a:lnTo>
                    <a:lnTo>
                      <a:pt x="117" y="55"/>
                    </a:lnTo>
                    <a:lnTo>
                      <a:pt x="101" y="54"/>
                    </a:lnTo>
                    <a:lnTo>
                      <a:pt x="86" y="54"/>
                    </a:lnTo>
                    <a:lnTo>
                      <a:pt x="72" y="53"/>
                    </a:lnTo>
                    <a:lnTo>
                      <a:pt x="61" y="51"/>
                    </a:lnTo>
                    <a:lnTo>
                      <a:pt x="52" y="50"/>
                    </a:lnTo>
                    <a:lnTo>
                      <a:pt x="41" y="48"/>
                    </a:lnTo>
                    <a:lnTo>
                      <a:pt x="31" y="47"/>
                    </a:lnTo>
                    <a:lnTo>
                      <a:pt x="23" y="45"/>
                    </a:lnTo>
                    <a:lnTo>
                      <a:pt x="16" y="42"/>
                    </a:lnTo>
                    <a:lnTo>
                      <a:pt x="11" y="40"/>
                    </a:lnTo>
                    <a:lnTo>
                      <a:pt x="7" y="38"/>
                    </a:lnTo>
                    <a:lnTo>
                      <a:pt x="4" y="36"/>
                    </a:lnTo>
                    <a:lnTo>
                      <a:pt x="2" y="34"/>
                    </a:lnTo>
                    <a:lnTo>
                      <a:pt x="0" y="31"/>
                    </a:lnTo>
                  </a:path>
                </a:pathLst>
              </a:custGeom>
              <a:solidFill>
                <a:srgbClr val="C0C0C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599" name="AutoShape 241">
              <a:extLst>
                <a:ext uri="{FF2B5EF4-FFF2-40B4-BE49-F238E27FC236}">
                  <a16:creationId xmlns:a16="http://schemas.microsoft.com/office/drawing/2014/main" id="{FB4A9FDA-D722-45E6-9579-E0145467B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3084"/>
              <a:ext cx="561" cy="360"/>
            </a:xfrm>
            <a:prstGeom prst="roundRect">
              <a:avLst>
                <a:gd name="adj" fmla="val 12292"/>
              </a:avLst>
            </a:prstGeom>
            <a:solidFill>
              <a:srgbClr val="C0C0C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en-US" sz="1800"/>
            </a:p>
          </p:txBody>
        </p:sp>
        <p:sp>
          <p:nvSpPr>
            <p:cNvPr id="24600" name="AutoShape 242">
              <a:extLst>
                <a:ext uri="{FF2B5EF4-FFF2-40B4-BE49-F238E27FC236}">
                  <a16:creationId xmlns:a16="http://schemas.microsoft.com/office/drawing/2014/main" id="{31431B14-1C7F-4C7F-AD7A-58B86E98B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7" y="3125"/>
              <a:ext cx="433" cy="278"/>
            </a:xfrm>
            <a:prstGeom prst="roundRect">
              <a:avLst>
                <a:gd name="adj" fmla="val 11981"/>
              </a:avLst>
            </a:prstGeom>
            <a:solidFill>
              <a:srgbClr val="80808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en-US" sz="1800"/>
            </a:p>
          </p:txBody>
        </p:sp>
        <p:sp>
          <p:nvSpPr>
            <p:cNvPr id="24601" name="AutoShape 243">
              <a:extLst>
                <a:ext uri="{FF2B5EF4-FFF2-40B4-BE49-F238E27FC236}">
                  <a16:creationId xmlns:a16="http://schemas.microsoft.com/office/drawing/2014/main" id="{66C55A3F-6C9C-479F-9C07-9003CE5D1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2" y="3141"/>
              <a:ext cx="383" cy="246"/>
            </a:xfrm>
            <a:prstGeom prst="roundRect">
              <a:avLst>
                <a:gd name="adj" fmla="val 12301"/>
              </a:avLst>
            </a:prstGeom>
            <a:solidFill>
              <a:srgbClr val="C0FEF9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en-US" sz="1800"/>
            </a:p>
          </p:txBody>
        </p:sp>
        <p:sp>
          <p:nvSpPr>
            <p:cNvPr id="24602" name="Rectangle 244">
              <a:extLst>
                <a:ext uri="{FF2B5EF4-FFF2-40B4-BE49-F238E27FC236}">
                  <a16:creationId xmlns:a16="http://schemas.microsoft.com/office/drawing/2014/main" id="{2C9BDAC1-F234-4B39-A404-4CE09664E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429"/>
              <a:ext cx="6" cy="1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en-US" sz="1800"/>
            </a:p>
          </p:txBody>
        </p:sp>
      </p:grpSp>
      <p:graphicFrame>
        <p:nvGraphicFramePr>
          <p:cNvPr id="24587" name="Object 245">
            <a:extLst>
              <a:ext uri="{FF2B5EF4-FFF2-40B4-BE49-F238E27FC236}">
                <a16:creationId xmlns:a16="http://schemas.microsoft.com/office/drawing/2014/main" id="{153BCE1F-DE3C-409F-AFA3-F53686E7F2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4876800"/>
          <a:ext cx="688975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Clip" r:id="rId5" imgW="689458" imgH="1361542" progId="MS_ClipArt_Gallery.2">
                  <p:embed/>
                </p:oleObj>
              </mc:Choice>
              <mc:Fallback>
                <p:oleObj name="Clip" r:id="rId5" imgW="689458" imgH="1361542" progId="MS_ClipArt_Gallery.2">
                  <p:embed/>
                  <p:pic>
                    <p:nvPicPr>
                      <p:cNvPr id="24587" name="Object 245">
                        <a:extLst>
                          <a:ext uri="{FF2B5EF4-FFF2-40B4-BE49-F238E27FC236}">
                            <a16:creationId xmlns:a16="http://schemas.microsoft.com/office/drawing/2014/main" id="{153BCE1F-DE3C-409F-AFA3-F53686E7F2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76800"/>
                        <a:ext cx="688975" cy="1360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8" name="AutoShape 246">
            <a:extLst>
              <a:ext uri="{FF2B5EF4-FFF2-40B4-BE49-F238E27FC236}">
                <a16:creationId xmlns:a16="http://schemas.microsoft.com/office/drawing/2014/main" id="{23F59BAE-5746-4128-A0F3-C5833D998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800600"/>
            <a:ext cx="1981200" cy="1600200"/>
          </a:xfrm>
          <a:prstGeom prst="irregularSeal2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4589" name="Line 247">
            <a:extLst>
              <a:ext uri="{FF2B5EF4-FFF2-40B4-BE49-F238E27FC236}">
                <a16:creationId xmlns:a16="http://schemas.microsoft.com/office/drawing/2014/main" id="{E74DD6A1-0359-494B-88AF-DF5D08C1DE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5257800"/>
            <a:ext cx="2057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Line 248">
            <a:extLst>
              <a:ext uri="{FF2B5EF4-FFF2-40B4-BE49-F238E27FC236}">
                <a16:creationId xmlns:a16="http://schemas.microsoft.com/office/drawing/2014/main" id="{66F81A38-32CD-4785-83FC-47B0CD468A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5562600"/>
            <a:ext cx="2057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Line 249">
            <a:extLst>
              <a:ext uri="{FF2B5EF4-FFF2-40B4-BE49-F238E27FC236}">
                <a16:creationId xmlns:a16="http://schemas.microsoft.com/office/drawing/2014/main" id="{437D193E-6559-46AA-A685-F3AD8A650D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5181600"/>
            <a:ext cx="1295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2" name="Line 250">
            <a:extLst>
              <a:ext uri="{FF2B5EF4-FFF2-40B4-BE49-F238E27FC236}">
                <a16:creationId xmlns:a16="http://schemas.microsoft.com/office/drawing/2014/main" id="{216B2393-1CC4-49CC-AC65-258D8D2B63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5562600"/>
            <a:ext cx="1295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3" name="Text Box 251">
            <a:extLst>
              <a:ext uri="{FF2B5EF4-FFF2-40B4-BE49-F238E27FC236}">
                <a16:creationId xmlns:a16="http://schemas.microsoft.com/office/drawing/2014/main" id="{50AFDE5F-6DF3-442B-85C3-FE5200C83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6019800"/>
            <a:ext cx="1166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GB" altLang="en-US" sz="2400">
                <a:solidFill>
                  <a:srgbClr val="E4005C"/>
                </a:solidFill>
                <a:latin typeface="Times New Roman" panose="02020603050405020304" pitchFamily="18" charset="0"/>
              </a:rPr>
              <a:t>browser</a:t>
            </a:r>
          </a:p>
        </p:txBody>
      </p:sp>
      <p:sp>
        <p:nvSpPr>
          <p:cNvPr id="24594" name="Text Box 252">
            <a:extLst>
              <a:ext uri="{FF2B5EF4-FFF2-40B4-BE49-F238E27FC236}">
                <a16:creationId xmlns:a16="http://schemas.microsoft.com/office/drawing/2014/main" id="{E78A2806-8024-44AA-AE6E-D99818835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6019800"/>
            <a:ext cx="89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GB" altLang="en-US" sz="2400">
                <a:solidFill>
                  <a:srgbClr val="E4005C"/>
                </a:solidFill>
                <a:latin typeface="Times New Roman" panose="02020603050405020304" pitchFamily="18" charset="0"/>
              </a:rPr>
              <a:t>proxy</a:t>
            </a:r>
          </a:p>
        </p:txBody>
      </p:sp>
      <p:sp>
        <p:nvSpPr>
          <p:cNvPr id="24595" name="Text Box 253">
            <a:extLst>
              <a:ext uri="{FF2B5EF4-FFF2-40B4-BE49-F238E27FC236}">
                <a16:creationId xmlns:a16="http://schemas.microsoft.com/office/drawing/2014/main" id="{AA8D458F-5CEC-498B-8CA7-36740CD5A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6096000"/>
            <a:ext cx="69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GB" altLang="en-US" sz="2400">
                <a:solidFill>
                  <a:srgbClr val="E4005C"/>
                </a:solidFill>
                <a:latin typeface="Times New Roman" panose="02020603050405020304" pitchFamily="18" charset="0"/>
              </a:rPr>
              <a:t>web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2C42F5A-8BC6-4190-94EA-5AE684F029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686800" cy="1066800"/>
          </a:xfrm>
          <a:noFill/>
        </p:spPr>
        <p:txBody>
          <a:bodyPr lIns="0" tIns="0" rIns="0" bIns="0"/>
          <a:lstStyle/>
          <a:p>
            <a:pPr defTabSz="457200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altLang="en-US" sz="4000" b="1">
                <a:solidFill>
                  <a:srgbClr val="E4005C"/>
                </a:solidFill>
              </a:rPr>
              <a:t>What is Web Caching?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566CD9B-D239-474A-ACC4-5D68D660CE5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5257800"/>
          </a:xfrm>
        </p:spPr>
        <p:txBody>
          <a:bodyPr/>
          <a:lstStyle/>
          <a:p>
            <a:pPr marL="392113" indent="-293688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GB" altLang="en-US" sz="2400" b="1">
                <a:solidFill>
                  <a:srgbClr val="000066"/>
                </a:solidFill>
              </a:rPr>
              <a:t>Storing copies of recently accessed web pages</a:t>
            </a:r>
          </a:p>
          <a:p>
            <a:pPr marL="392113" indent="-293688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GB" altLang="en-US" sz="2400" b="1">
                <a:solidFill>
                  <a:srgbClr val="000066"/>
                </a:solidFill>
              </a:rPr>
              <a:t>Pages are delivered from the cache when requested again</a:t>
            </a:r>
          </a:p>
          <a:p>
            <a:pPr marL="392113" indent="-293688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endParaRPr lang="en-GB" altLang="en-US" sz="2400" b="1">
              <a:solidFill>
                <a:srgbClr val="000066"/>
              </a:solidFill>
            </a:endParaRPr>
          </a:p>
          <a:p>
            <a:pPr marL="392113" indent="-293688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GB" altLang="en-US" sz="2400" b="1">
                <a:solidFill>
                  <a:srgbClr val="000066"/>
                </a:solidFill>
              </a:rPr>
              <a:t>Browser caches</a:t>
            </a:r>
          </a:p>
          <a:p>
            <a:pPr marL="392113" indent="-293688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GB" altLang="en-US" sz="2400" b="1">
                <a:solidFill>
                  <a:srgbClr val="000066"/>
                </a:solidFill>
              </a:rPr>
              <a:t>Proxy caches</a:t>
            </a:r>
          </a:p>
          <a:p>
            <a:pPr marL="392113" indent="-293688" algn="just" defTabSz="414338" eaLnBrk="1" hangingPunct="1">
              <a:buFontTx/>
              <a:buNone/>
            </a:pPr>
            <a:endParaRPr lang="en-US" altLang="en-US" sz="2400">
              <a:solidFill>
                <a:srgbClr val="000066"/>
              </a:solidFill>
            </a:endParaRPr>
          </a:p>
        </p:txBody>
      </p:sp>
      <p:sp>
        <p:nvSpPr>
          <p:cNvPr id="26628" name="AutoShape 4">
            <a:extLst>
              <a:ext uri="{FF2B5EF4-FFF2-40B4-BE49-F238E27FC236}">
                <a16:creationId xmlns:a16="http://schemas.microsoft.com/office/drawing/2014/main" id="{5E967222-02D8-4A77-AE08-93B6C756E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6629" name="AutoShape 5">
            <a:extLst>
              <a:ext uri="{FF2B5EF4-FFF2-40B4-BE49-F238E27FC236}">
                <a16:creationId xmlns:a16="http://schemas.microsoft.com/office/drawing/2014/main" id="{EF2C06DE-FB46-43EF-9417-5C6312533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6630" name="AutoShape 6">
            <a:extLst>
              <a:ext uri="{FF2B5EF4-FFF2-40B4-BE49-F238E27FC236}">
                <a16:creationId xmlns:a16="http://schemas.microsoft.com/office/drawing/2014/main" id="{32D5DD9C-6F0A-4E90-B840-B98910597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6631" name="AutoShape 7">
            <a:extLst>
              <a:ext uri="{FF2B5EF4-FFF2-40B4-BE49-F238E27FC236}">
                <a16:creationId xmlns:a16="http://schemas.microsoft.com/office/drawing/2014/main" id="{1F16C172-67B8-464D-963C-1BADC5321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6632" name="Text Box 8">
            <a:extLst>
              <a:ext uri="{FF2B5EF4-FFF2-40B4-BE49-F238E27FC236}">
                <a16:creationId xmlns:a16="http://schemas.microsoft.com/office/drawing/2014/main" id="{EF2B291A-BD9F-4302-A090-A99E7F544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Proxy Server</a:t>
            </a:r>
          </a:p>
        </p:txBody>
      </p:sp>
      <p:sp>
        <p:nvSpPr>
          <p:cNvPr id="26633" name="AutoShape 9">
            <a:extLst>
              <a:ext uri="{FF2B5EF4-FFF2-40B4-BE49-F238E27FC236}">
                <a16:creationId xmlns:a16="http://schemas.microsoft.com/office/drawing/2014/main" id="{53D48B0E-597E-40DD-ABC1-AE11988DA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8A0C9EFD-DDF3-40C1-B400-F610BFD6C8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686800" cy="1066800"/>
          </a:xfrm>
          <a:noFill/>
        </p:spPr>
        <p:txBody>
          <a:bodyPr lIns="0" tIns="0" rIns="0" bIns="0"/>
          <a:lstStyle/>
          <a:p>
            <a:pPr defTabSz="457200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altLang="en-US" sz="4000" b="1">
                <a:solidFill>
                  <a:srgbClr val="E4005C"/>
                </a:solidFill>
              </a:rPr>
              <a:t>Why Cache?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6B09C52-2716-4451-A515-E328ABC09FF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5257800"/>
          </a:xfrm>
        </p:spPr>
        <p:txBody>
          <a:bodyPr/>
          <a:lstStyle/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GB" altLang="en-US" sz="2400" b="1">
                <a:solidFill>
                  <a:srgbClr val="000066"/>
                </a:solidFill>
              </a:rPr>
              <a:t>Shorter response time</a:t>
            </a:r>
          </a:p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GB" altLang="en-US" sz="2400" b="1">
                <a:solidFill>
                  <a:srgbClr val="000066"/>
                </a:solidFill>
              </a:rPr>
              <a:t>Reduced bandwidth requirement</a:t>
            </a:r>
          </a:p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GB" altLang="en-US" sz="2400" b="1">
                <a:solidFill>
                  <a:srgbClr val="000066"/>
                </a:solidFill>
              </a:rPr>
              <a:t>Reduced load on servers</a:t>
            </a:r>
          </a:p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GB" altLang="en-US" sz="2400" b="1">
                <a:solidFill>
                  <a:srgbClr val="000066"/>
                </a:solidFill>
              </a:rPr>
              <a:t>Access control and logging</a:t>
            </a:r>
          </a:p>
          <a:p>
            <a:pPr marL="392113" indent="-293688" algn="just" defTabSz="414338" eaLnBrk="1" hangingPunct="1">
              <a:buFontTx/>
              <a:buNone/>
            </a:pPr>
            <a:endParaRPr lang="en-US" altLang="en-US" sz="2400">
              <a:solidFill>
                <a:srgbClr val="000066"/>
              </a:solidFill>
            </a:endParaRPr>
          </a:p>
        </p:txBody>
      </p:sp>
      <p:sp>
        <p:nvSpPr>
          <p:cNvPr id="28676" name="AutoShape 4">
            <a:extLst>
              <a:ext uri="{FF2B5EF4-FFF2-40B4-BE49-F238E27FC236}">
                <a16:creationId xmlns:a16="http://schemas.microsoft.com/office/drawing/2014/main" id="{1E70252D-23F2-4646-BF75-20449A2C1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8677" name="AutoShape 5">
            <a:extLst>
              <a:ext uri="{FF2B5EF4-FFF2-40B4-BE49-F238E27FC236}">
                <a16:creationId xmlns:a16="http://schemas.microsoft.com/office/drawing/2014/main" id="{64BCA18A-8EA3-4FAD-A768-BF5645967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8678" name="AutoShape 6">
            <a:extLst>
              <a:ext uri="{FF2B5EF4-FFF2-40B4-BE49-F238E27FC236}">
                <a16:creationId xmlns:a16="http://schemas.microsoft.com/office/drawing/2014/main" id="{AC53CF57-9D78-4054-8681-E77DCE1B6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8679" name="AutoShape 7">
            <a:extLst>
              <a:ext uri="{FF2B5EF4-FFF2-40B4-BE49-F238E27FC236}">
                <a16:creationId xmlns:a16="http://schemas.microsoft.com/office/drawing/2014/main" id="{AF7BAAE2-909D-4B4F-89DE-CFA1ED6E2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8680" name="Text Box 8">
            <a:extLst>
              <a:ext uri="{FF2B5EF4-FFF2-40B4-BE49-F238E27FC236}">
                <a16:creationId xmlns:a16="http://schemas.microsoft.com/office/drawing/2014/main" id="{066D6608-1677-48E2-A6C0-6FC1CD13A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Proxy Server</a:t>
            </a:r>
          </a:p>
        </p:txBody>
      </p:sp>
      <p:sp>
        <p:nvSpPr>
          <p:cNvPr id="28681" name="AutoShape 9">
            <a:extLst>
              <a:ext uri="{FF2B5EF4-FFF2-40B4-BE49-F238E27FC236}">
                <a16:creationId xmlns:a16="http://schemas.microsoft.com/office/drawing/2014/main" id="{F6ADA125-C3FE-418B-AB1E-8D195C98A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74B6DE2-ADBA-4E7E-A626-29935CCC69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686800" cy="1066800"/>
          </a:xfrm>
          <a:noFill/>
        </p:spPr>
        <p:txBody>
          <a:bodyPr lIns="0" tIns="0" rIns="0" bIns="0"/>
          <a:lstStyle/>
          <a:p>
            <a:pPr defTabSz="457200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altLang="en-US" sz="4000" b="1">
                <a:solidFill>
                  <a:srgbClr val="E4005C"/>
                </a:solidFill>
              </a:rPr>
              <a:t>Popular Proxy Caches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F53534DF-2E44-49A7-998D-F792327855A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5257800"/>
          </a:xfrm>
        </p:spPr>
        <p:txBody>
          <a:bodyPr/>
          <a:lstStyle/>
          <a:p>
            <a:pPr marL="392113" indent="-293688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GB" altLang="en-US" sz="2400" b="1">
                <a:solidFill>
                  <a:srgbClr val="000066"/>
                </a:solidFill>
              </a:rPr>
              <a:t>Apache proxy</a:t>
            </a:r>
          </a:p>
          <a:p>
            <a:pPr marL="392113" indent="-293688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GB" altLang="en-US" sz="2400" b="1">
                <a:solidFill>
                  <a:srgbClr val="000066"/>
                </a:solidFill>
              </a:rPr>
              <a:t>MS proxy server</a:t>
            </a:r>
          </a:p>
          <a:p>
            <a:pPr marL="392113" indent="-293688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GB" altLang="en-US" sz="2400" b="1">
                <a:solidFill>
                  <a:srgbClr val="000066"/>
                </a:solidFill>
              </a:rPr>
              <a:t>WinProxy</a:t>
            </a:r>
          </a:p>
          <a:p>
            <a:pPr marL="392113" indent="-293688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GB" altLang="en-US" sz="2400" b="1">
                <a:solidFill>
                  <a:srgbClr val="000066"/>
                </a:solidFill>
              </a:rPr>
              <a:t>Squid</a:t>
            </a:r>
          </a:p>
          <a:p>
            <a:pPr marL="782638" lvl="1" indent="-260350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GB" altLang="en-US" sz="2400" b="1">
                <a:solidFill>
                  <a:srgbClr val="000066"/>
                </a:solidFill>
              </a:rPr>
              <a:t>Squid is popular because it is powerful, configurable and free</a:t>
            </a:r>
          </a:p>
          <a:p>
            <a:pPr marL="392113" indent="-293688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GB" altLang="en-US" sz="2400" b="1">
                <a:solidFill>
                  <a:srgbClr val="000066"/>
                </a:solidFill>
              </a:rPr>
              <a:t>Many others</a:t>
            </a:r>
          </a:p>
          <a:p>
            <a:pPr marL="392113" indent="-293688" algn="just" defTabSz="414338" eaLnBrk="1" hangingPunct="1">
              <a:buFontTx/>
              <a:buNone/>
            </a:pPr>
            <a:endParaRPr lang="en-US" altLang="en-US" sz="2800">
              <a:solidFill>
                <a:srgbClr val="000066"/>
              </a:solidFill>
            </a:endParaRPr>
          </a:p>
        </p:txBody>
      </p:sp>
      <p:sp>
        <p:nvSpPr>
          <p:cNvPr id="30724" name="AutoShape 4">
            <a:extLst>
              <a:ext uri="{FF2B5EF4-FFF2-40B4-BE49-F238E27FC236}">
                <a16:creationId xmlns:a16="http://schemas.microsoft.com/office/drawing/2014/main" id="{33D6831D-3848-438D-9A2E-157F9D7B5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0725" name="AutoShape 5">
            <a:extLst>
              <a:ext uri="{FF2B5EF4-FFF2-40B4-BE49-F238E27FC236}">
                <a16:creationId xmlns:a16="http://schemas.microsoft.com/office/drawing/2014/main" id="{B52C54F6-0C8B-416E-A261-A3F4D4372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0726" name="AutoShape 6">
            <a:extLst>
              <a:ext uri="{FF2B5EF4-FFF2-40B4-BE49-F238E27FC236}">
                <a16:creationId xmlns:a16="http://schemas.microsoft.com/office/drawing/2014/main" id="{EE1306A2-2A14-4287-89AC-BCF6FDFBD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0727" name="AutoShape 7">
            <a:extLst>
              <a:ext uri="{FF2B5EF4-FFF2-40B4-BE49-F238E27FC236}">
                <a16:creationId xmlns:a16="http://schemas.microsoft.com/office/drawing/2014/main" id="{2777CD54-E6EE-48F4-AC3C-E60608A0E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0728" name="Text Box 8">
            <a:extLst>
              <a:ext uri="{FF2B5EF4-FFF2-40B4-BE49-F238E27FC236}">
                <a16:creationId xmlns:a16="http://schemas.microsoft.com/office/drawing/2014/main" id="{CED4C0A7-1699-42ED-B4BD-573CA5751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Proxy Server</a:t>
            </a:r>
          </a:p>
        </p:txBody>
      </p:sp>
      <p:sp>
        <p:nvSpPr>
          <p:cNvPr id="30729" name="AutoShape 9">
            <a:extLst>
              <a:ext uri="{FF2B5EF4-FFF2-40B4-BE49-F238E27FC236}">
                <a16:creationId xmlns:a16="http://schemas.microsoft.com/office/drawing/2014/main" id="{2B0C891C-6B8C-4DF5-9562-24569E506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AutoShape 3">
            <a:extLst>
              <a:ext uri="{FF2B5EF4-FFF2-40B4-BE49-F238E27FC236}">
                <a16:creationId xmlns:a16="http://schemas.microsoft.com/office/drawing/2014/main" id="{0312A1BA-5D8E-4BDA-97D4-674B5C9FC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2771" name="AutoShape 4">
            <a:extLst>
              <a:ext uri="{FF2B5EF4-FFF2-40B4-BE49-F238E27FC236}">
                <a16:creationId xmlns:a16="http://schemas.microsoft.com/office/drawing/2014/main" id="{246BB095-8C90-469C-AF4F-1866A604F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2772" name="AutoShape 5">
            <a:extLst>
              <a:ext uri="{FF2B5EF4-FFF2-40B4-BE49-F238E27FC236}">
                <a16:creationId xmlns:a16="http://schemas.microsoft.com/office/drawing/2014/main" id="{C291A01A-C371-4459-A36C-1E2527D69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2773" name="AutoShape 6">
            <a:extLst>
              <a:ext uri="{FF2B5EF4-FFF2-40B4-BE49-F238E27FC236}">
                <a16:creationId xmlns:a16="http://schemas.microsoft.com/office/drawing/2014/main" id="{10842E43-1878-425F-8655-8ADC97211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2774" name="Text Box 7">
            <a:extLst>
              <a:ext uri="{FF2B5EF4-FFF2-40B4-BE49-F238E27FC236}">
                <a16:creationId xmlns:a16="http://schemas.microsoft.com/office/drawing/2014/main" id="{B3FF962D-02CA-4959-9511-42B8B87BE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Web Server</a:t>
            </a:r>
          </a:p>
        </p:txBody>
      </p:sp>
      <p:sp>
        <p:nvSpPr>
          <p:cNvPr id="32775" name="AutoShape 8">
            <a:extLst>
              <a:ext uri="{FF2B5EF4-FFF2-40B4-BE49-F238E27FC236}">
                <a16:creationId xmlns:a16="http://schemas.microsoft.com/office/drawing/2014/main" id="{A121FD3A-FC68-4E1F-9D75-CC034E722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2776" name="Rectangle 9">
            <a:extLst>
              <a:ext uri="{FF2B5EF4-FFF2-40B4-BE49-F238E27FC236}">
                <a16:creationId xmlns:a16="http://schemas.microsoft.com/office/drawing/2014/main" id="{9F7A70AB-5E02-4A84-97AC-3FDA1C3C5A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endParaRPr lang="en-US" altLang="en-US" sz="2400" b="1" dirty="0">
              <a:solidFill>
                <a:srgbClr val="000066"/>
              </a:solidFill>
            </a:endParaRPr>
          </a:p>
          <a:p>
            <a:pPr marL="441325" algn="just" defTabSz="414338" eaLnBrk="1" hangingPunct="1">
              <a:spcBef>
                <a:spcPct val="50000"/>
              </a:spcBef>
              <a:buClr>
                <a:srgbClr val="CC0000"/>
              </a:buClr>
            </a:pPr>
            <a:r>
              <a:rPr lang="en-US" altLang="en-US" sz="2000" b="1" dirty="0">
                <a:solidFill>
                  <a:srgbClr val="660066"/>
                </a:solidFill>
              </a:rPr>
              <a:t>Web server is a computer where the web content is stored</a:t>
            </a:r>
          </a:p>
          <a:p>
            <a:pPr marL="441325" algn="just" defTabSz="414338" eaLnBrk="1" hangingPunct="1">
              <a:spcBef>
                <a:spcPct val="50000"/>
              </a:spcBef>
              <a:buClr>
                <a:srgbClr val="CC0000"/>
              </a:buClr>
            </a:pPr>
            <a:r>
              <a:rPr lang="en-US" altLang="en-US" sz="2000" b="1" dirty="0">
                <a:solidFill>
                  <a:srgbClr val="660066"/>
                </a:solidFill>
              </a:rPr>
              <a:t>Basically web server is used to host the web sites but there exists other web servers also such as gaming, storage, FTP, email etc.</a:t>
            </a:r>
          </a:p>
          <a:p>
            <a:pPr marL="441325" algn="just" defTabSz="414338" eaLnBrk="1" hangingPunct="1">
              <a:spcBef>
                <a:spcPct val="50000"/>
              </a:spcBef>
              <a:buClr>
                <a:srgbClr val="CC0000"/>
              </a:buClr>
            </a:pPr>
            <a:r>
              <a:rPr lang="en-US" altLang="en-US" sz="2000" b="1" dirty="0">
                <a:solidFill>
                  <a:srgbClr val="660066"/>
                </a:solidFill>
              </a:rPr>
              <a:t>When client sends request for a web page, the web server search for the requested page if requested page is found then it will send it to client with an HTTP response.</a:t>
            </a:r>
          </a:p>
          <a:p>
            <a:pPr marL="441325" algn="just" defTabSz="414338" eaLnBrk="1" hangingPunct="1">
              <a:spcBef>
                <a:spcPct val="50000"/>
              </a:spcBef>
              <a:buClr>
                <a:srgbClr val="CC0000"/>
              </a:buClr>
            </a:pPr>
            <a:endParaRPr lang="en-US" altLang="en-US" sz="2000" b="1" dirty="0">
              <a:solidFill>
                <a:srgbClr val="660066"/>
              </a:solidFill>
            </a:endParaRPr>
          </a:p>
          <a:p>
            <a:pPr marL="392113" indent="-293688" algn="ctr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br>
              <a:rPr lang="en-GB" altLang="en-US" sz="4000" b="1" dirty="0">
                <a:solidFill>
                  <a:srgbClr val="E4005C"/>
                </a:solidFill>
              </a:rPr>
            </a:br>
            <a:endParaRPr lang="en-US" altLang="en-US" sz="4000" b="1" dirty="0">
              <a:solidFill>
                <a:srgbClr val="E4005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630DFD-1D92-4795-9103-ACC15E1B1EEC}"/>
              </a:ext>
            </a:extLst>
          </p:cNvPr>
          <p:cNvSpPr txBox="1"/>
          <p:nvPr/>
        </p:nvSpPr>
        <p:spPr>
          <a:xfrm>
            <a:off x="1066800" y="789566"/>
            <a:ext cx="45856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en-US" sz="4000" b="1" dirty="0">
                <a:solidFill>
                  <a:srgbClr val="E4005C"/>
                </a:solidFill>
              </a:rPr>
              <a:t>WEB SERVER</a:t>
            </a:r>
            <a:endParaRPr lang="en-US" sz="4000" dirty="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F6E1D71-F9C0-44B6-BECF-1E1497D14E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686800" cy="1066800"/>
          </a:xfrm>
          <a:noFill/>
        </p:spPr>
        <p:txBody>
          <a:bodyPr lIns="0" tIns="0" rIns="0" bIns="0"/>
          <a:lstStyle/>
          <a:p>
            <a:pPr defTabSz="457200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altLang="en-US" sz="4000" b="1">
                <a:solidFill>
                  <a:srgbClr val="E4005C"/>
                </a:solidFill>
              </a:rPr>
              <a:t>Web Server</a:t>
            </a:r>
            <a:endParaRPr lang="en-GB" altLang="en-US" sz="4000" b="1">
              <a:solidFill>
                <a:srgbClr val="E4005C"/>
              </a:solidFill>
            </a:endParaRP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A4A8F50-6C64-4907-9599-96C925568CF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5257800"/>
          </a:xfrm>
        </p:spPr>
        <p:txBody>
          <a:bodyPr/>
          <a:lstStyle/>
          <a:p>
            <a:pPr marL="392113" indent="-293688" algn="just" defTabSz="414338" eaLnBrk="1" hangingPunct="1">
              <a:lnSpc>
                <a:spcPct val="90000"/>
              </a:lnSpc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400" b="1">
                <a:solidFill>
                  <a:srgbClr val="000066"/>
                </a:solidFill>
              </a:rPr>
              <a:t>HTTP (Hyper Text Transfer Protocol) is used to transfer web pages from a Web Server to Web Client (Browser)</a:t>
            </a:r>
          </a:p>
          <a:p>
            <a:pPr marL="392113" indent="-293688" algn="just" defTabSz="414338" eaLnBrk="1" hangingPunct="1">
              <a:lnSpc>
                <a:spcPct val="90000"/>
              </a:lnSpc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400" b="1">
                <a:solidFill>
                  <a:srgbClr val="000066"/>
                </a:solidFill>
              </a:rPr>
              <a:t>Web Pages are arranged in a directory structure in the Web Server</a:t>
            </a:r>
          </a:p>
          <a:p>
            <a:pPr marL="392113" indent="-293688" algn="just" defTabSz="414338" eaLnBrk="1" hangingPunct="1">
              <a:lnSpc>
                <a:spcPct val="90000"/>
              </a:lnSpc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400" b="1">
                <a:solidFill>
                  <a:srgbClr val="000066"/>
                </a:solidFill>
              </a:rPr>
              <a:t>HTTP supports CGI (Common Gateway interface)</a:t>
            </a:r>
          </a:p>
          <a:p>
            <a:pPr marL="392113" indent="-293688" algn="just" defTabSz="414338" eaLnBrk="1" hangingPunct="1">
              <a:lnSpc>
                <a:spcPct val="90000"/>
              </a:lnSpc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400" b="1">
                <a:solidFill>
                  <a:srgbClr val="000066"/>
                </a:solidFill>
              </a:rPr>
              <a:t>HTTP supports Virtual Hosting (Hosting multiple sites on the same server)</a:t>
            </a:r>
          </a:p>
          <a:p>
            <a:pPr marL="392113" indent="-293688" algn="just" defTabSz="414338" eaLnBrk="1" hangingPunct="1">
              <a:lnSpc>
                <a:spcPct val="90000"/>
              </a:lnSpc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400" b="1">
                <a:solidFill>
                  <a:srgbClr val="000066"/>
                </a:solidFill>
              </a:rPr>
              <a:t>Popular Web Servers</a:t>
            </a:r>
          </a:p>
          <a:p>
            <a:pPr marL="782638" lvl="1" indent="-260350" algn="just" defTabSz="414338" eaLnBrk="1" hangingPunct="1">
              <a:lnSpc>
                <a:spcPct val="90000"/>
              </a:lnSpc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400">
                <a:solidFill>
                  <a:srgbClr val="000066"/>
                </a:solidFill>
              </a:rPr>
              <a:t>Apache</a:t>
            </a:r>
          </a:p>
          <a:p>
            <a:pPr marL="782638" lvl="1" indent="-260350" algn="just" defTabSz="414338" eaLnBrk="1" hangingPunct="1">
              <a:lnSpc>
                <a:spcPct val="90000"/>
              </a:lnSpc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400">
                <a:solidFill>
                  <a:srgbClr val="000066"/>
                </a:solidFill>
              </a:rPr>
              <a:t>Windows IIS</a:t>
            </a:r>
          </a:p>
          <a:p>
            <a:pPr marL="782638" lvl="1" indent="-260350" algn="just" defTabSz="414338" eaLnBrk="1" hangingPunct="1">
              <a:lnSpc>
                <a:spcPct val="90000"/>
              </a:lnSpc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400">
                <a:solidFill>
                  <a:srgbClr val="000066"/>
                </a:solidFill>
              </a:rPr>
              <a:t>IBM Websphere  </a:t>
            </a:r>
            <a:endParaRPr lang="en-US" altLang="en-US" sz="2000">
              <a:solidFill>
                <a:srgbClr val="000066"/>
              </a:solidFill>
            </a:endParaRPr>
          </a:p>
        </p:txBody>
      </p:sp>
      <p:sp>
        <p:nvSpPr>
          <p:cNvPr id="34820" name="AutoShape 4">
            <a:extLst>
              <a:ext uri="{FF2B5EF4-FFF2-40B4-BE49-F238E27FC236}">
                <a16:creationId xmlns:a16="http://schemas.microsoft.com/office/drawing/2014/main" id="{2B2EA6A3-1A85-4DD8-9D8C-A8A5CD150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4821" name="AutoShape 5">
            <a:extLst>
              <a:ext uri="{FF2B5EF4-FFF2-40B4-BE49-F238E27FC236}">
                <a16:creationId xmlns:a16="http://schemas.microsoft.com/office/drawing/2014/main" id="{DDC9C927-9267-48E6-B394-3B41BCB58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4822" name="AutoShape 6">
            <a:extLst>
              <a:ext uri="{FF2B5EF4-FFF2-40B4-BE49-F238E27FC236}">
                <a16:creationId xmlns:a16="http://schemas.microsoft.com/office/drawing/2014/main" id="{9850DCE0-5ED7-44C9-800F-5DE6345E7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4823" name="AutoShape 7">
            <a:extLst>
              <a:ext uri="{FF2B5EF4-FFF2-40B4-BE49-F238E27FC236}">
                <a16:creationId xmlns:a16="http://schemas.microsoft.com/office/drawing/2014/main" id="{E8419426-0E3E-429A-BEA0-1EFF98A23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4824" name="Text Box 8">
            <a:extLst>
              <a:ext uri="{FF2B5EF4-FFF2-40B4-BE49-F238E27FC236}">
                <a16:creationId xmlns:a16="http://schemas.microsoft.com/office/drawing/2014/main" id="{933BC258-A6C7-4AE2-AFDF-DFA808E45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Web Server</a:t>
            </a:r>
          </a:p>
        </p:txBody>
      </p:sp>
      <p:sp>
        <p:nvSpPr>
          <p:cNvPr id="34825" name="AutoShape 9">
            <a:extLst>
              <a:ext uri="{FF2B5EF4-FFF2-40B4-BE49-F238E27FC236}">
                <a16:creationId xmlns:a16="http://schemas.microsoft.com/office/drawing/2014/main" id="{66DD31C9-4A90-45AA-AD08-82DDBBD1E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AutoShape 3">
            <a:extLst>
              <a:ext uri="{FF2B5EF4-FFF2-40B4-BE49-F238E27FC236}">
                <a16:creationId xmlns:a16="http://schemas.microsoft.com/office/drawing/2014/main" id="{231B493A-B689-405B-922F-CFE01AE5F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6867" name="AutoShape 4">
            <a:extLst>
              <a:ext uri="{FF2B5EF4-FFF2-40B4-BE49-F238E27FC236}">
                <a16:creationId xmlns:a16="http://schemas.microsoft.com/office/drawing/2014/main" id="{FF99E3EE-E819-4B5C-AFDE-992DBE219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6868" name="AutoShape 5">
            <a:extLst>
              <a:ext uri="{FF2B5EF4-FFF2-40B4-BE49-F238E27FC236}">
                <a16:creationId xmlns:a16="http://schemas.microsoft.com/office/drawing/2014/main" id="{E063D57C-06FB-490C-A215-A7D8B040D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6869" name="AutoShape 6">
            <a:extLst>
              <a:ext uri="{FF2B5EF4-FFF2-40B4-BE49-F238E27FC236}">
                <a16:creationId xmlns:a16="http://schemas.microsoft.com/office/drawing/2014/main" id="{111D8CDC-9E3B-4E27-95F6-AABAF1997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6870" name="Text Box 7">
            <a:extLst>
              <a:ext uri="{FF2B5EF4-FFF2-40B4-BE49-F238E27FC236}">
                <a16:creationId xmlns:a16="http://schemas.microsoft.com/office/drawing/2014/main" id="{F7CBB00B-4E8D-4D67-9303-99EEE0D6E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Email</a:t>
            </a:r>
          </a:p>
        </p:txBody>
      </p:sp>
      <p:sp>
        <p:nvSpPr>
          <p:cNvPr id="36871" name="AutoShape 8">
            <a:extLst>
              <a:ext uri="{FF2B5EF4-FFF2-40B4-BE49-F238E27FC236}">
                <a16:creationId xmlns:a16="http://schemas.microsoft.com/office/drawing/2014/main" id="{CD1BADA8-9265-427C-B7B2-EB78737CB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6872" name="Rectangle 9">
            <a:extLst>
              <a:ext uri="{FF2B5EF4-FFF2-40B4-BE49-F238E27FC236}">
                <a16:creationId xmlns:a16="http://schemas.microsoft.com/office/drawing/2014/main" id="{BCE9AA7B-BA49-4945-8D8B-A8877CD9D9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marL="392113" indent="-293688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400" b="1" dirty="0">
                <a:solidFill>
                  <a:srgbClr val="000066"/>
                </a:solidFill>
              </a:rPr>
              <a:t>SMTP is short for Simple Mail Transfer Protocol.</a:t>
            </a:r>
          </a:p>
          <a:p>
            <a:pPr marL="392113" indent="-293688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400" b="1" dirty="0">
                <a:solidFill>
                  <a:srgbClr val="000066"/>
                </a:solidFill>
              </a:rPr>
              <a:t>It is an application layer protocol.</a:t>
            </a:r>
          </a:p>
          <a:p>
            <a:pPr marL="392113" indent="-293688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400" b="1" dirty="0">
                <a:solidFill>
                  <a:srgbClr val="000066"/>
                </a:solidFill>
              </a:rPr>
              <a:t>It is used for sending the emails efficiently and reliably over the internet.</a:t>
            </a:r>
          </a:p>
          <a:p>
            <a:pPr marL="392113" indent="-293688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endParaRPr lang="en-US" altLang="en-US" sz="2000" b="1" dirty="0">
              <a:solidFill>
                <a:srgbClr val="660066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725D3A-38E9-4735-A3C7-904B10447519}"/>
              </a:ext>
            </a:extLst>
          </p:cNvPr>
          <p:cNvSpPr txBox="1"/>
          <p:nvPr/>
        </p:nvSpPr>
        <p:spPr>
          <a:xfrm>
            <a:off x="889839" y="1019080"/>
            <a:ext cx="45892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3200" b="1" dirty="0">
                <a:solidFill>
                  <a:srgbClr val="E4005C"/>
                </a:solidFill>
                <a:latin typeface="Verdana" panose="020B0604030504040204" pitchFamily="34" charset="0"/>
              </a:rPr>
              <a:t>EMAIL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525CE2AE-386C-4C03-82AA-3B2D36EA82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686800" cy="1066800"/>
          </a:xfrm>
          <a:noFill/>
        </p:spPr>
        <p:txBody>
          <a:bodyPr lIns="0" tIns="0" rIns="0" bIns="0"/>
          <a:lstStyle/>
          <a:p>
            <a:pPr defTabSz="457200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altLang="en-US" sz="4000" b="1">
                <a:solidFill>
                  <a:srgbClr val="E4005C"/>
                </a:solidFill>
              </a:rPr>
              <a:t>Mail Architecture</a:t>
            </a:r>
            <a:endParaRPr lang="en-GB" altLang="en-US" sz="4000" b="1">
              <a:solidFill>
                <a:srgbClr val="E4005C"/>
              </a:solidFill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721B8E7-4619-47DB-AB24-B16B54E2BE6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5257800"/>
          </a:xfrm>
        </p:spPr>
        <p:txBody>
          <a:bodyPr/>
          <a:lstStyle/>
          <a:p>
            <a:pPr marL="782638" lvl="1" indent="-260350" algn="just" defTabSz="414338" eaLnBrk="1" hangingPunct="1"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0066"/>
                </a:solidFill>
              </a:rPr>
              <a:t>  </a:t>
            </a:r>
            <a:endParaRPr lang="en-US" altLang="en-US" sz="2400">
              <a:solidFill>
                <a:srgbClr val="000066"/>
              </a:solidFill>
            </a:endParaRPr>
          </a:p>
        </p:txBody>
      </p:sp>
      <p:sp>
        <p:nvSpPr>
          <p:cNvPr id="38916" name="AutoShape 4">
            <a:extLst>
              <a:ext uri="{FF2B5EF4-FFF2-40B4-BE49-F238E27FC236}">
                <a16:creationId xmlns:a16="http://schemas.microsoft.com/office/drawing/2014/main" id="{73A584EF-2263-4BEA-B1A6-CB39BEE12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8917" name="AutoShape 5">
            <a:extLst>
              <a:ext uri="{FF2B5EF4-FFF2-40B4-BE49-F238E27FC236}">
                <a16:creationId xmlns:a16="http://schemas.microsoft.com/office/drawing/2014/main" id="{4F548E64-2A1A-407C-ADC2-C3A7DDF2C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8918" name="AutoShape 6">
            <a:extLst>
              <a:ext uri="{FF2B5EF4-FFF2-40B4-BE49-F238E27FC236}">
                <a16:creationId xmlns:a16="http://schemas.microsoft.com/office/drawing/2014/main" id="{E438979E-10E7-4D8B-B2AE-69D495BD8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8919" name="AutoShape 7">
            <a:extLst>
              <a:ext uri="{FF2B5EF4-FFF2-40B4-BE49-F238E27FC236}">
                <a16:creationId xmlns:a16="http://schemas.microsoft.com/office/drawing/2014/main" id="{3038E7A2-43AC-4502-BE11-B0F9E67BD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8920" name="Text Box 8">
            <a:extLst>
              <a:ext uri="{FF2B5EF4-FFF2-40B4-BE49-F238E27FC236}">
                <a16:creationId xmlns:a16="http://schemas.microsoft.com/office/drawing/2014/main" id="{7819384F-3AA6-4ADC-9B4D-6F3FC73C8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Email</a:t>
            </a:r>
          </a:p>
        </p:txBody>
      </p:sp>
      <p:sp>
        <p:nvSpPr>
          <p:cNvPr id="38921" name="AutoShape 9">
            <a:extLst>
              <a:ext uri="{FF2B5EF4-FFF2-40B4-BE49-F238E27FC236}">
                <a16:creationId xmlns:a16="http://schemas.microsoft.com/office/drawing/2014/main" id="{4AB104E5-8DD3-4202-9A4C-D809079E4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8922" name="AutoShape 10">
            <a:extLst>
              <a:ext uri="{FF2B5EF4-FFF2-40B4-BE49-F238E27FC236}">
                <a16:creationId xmlns:a16="http://schemas.microsoft.com/office/drawing/2014/main" id="{9506FDB4-17A2-4478-B428-55943E7B8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743200"/>
            <a:ext cx="1752600" cy="1600200"/>
          </a:xfrm>
          <a:prstGeom prst="cloudCallout">
            <a:avLst>
              <a:gd name="adj1" fmla="val -17394"/>
              <a:gd name="adj2" fmla="val 23116"/>
            </a:avLst>
          </a:prstGeom>
          <a:solidFill>
            <a:srgbClr val="F6F7ED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br>
              <a:rPr lang="en-US" altLang="en-US" sz="1800" b="1">
                <a:solidFill>
                  <a:schemeClr val="bg2"/>
                </a:solidFill>
                <a:latin typeface="Times New Roman" panose="02020603050405020304" pitchFamily="18" charset="0"/>
              </a:rPr>
            </a:br>
            <a:endParaRPr lang="en-US" altLang="en-US" sz="1800" b="1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23" name="Rectangle 11">
            <a:extLst>
              <a:ext uri="{FF2B5EF4-FFF2-40B4-BE49-F238E27FC236}">
                <a16:creationId xmlns:a16="http://schemas.microsoft.com/office/drawing/2014/main" id="{F5AB5515-C158-4C37-A8D0-8C0D2113E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2766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bg2"/>
                </a:solidFill>
                <a:latin typeface="Times New Roman" panose="02020603050405020304" pitchFamily="18" charset="0"/>
              </a:rPr>
              <a:t>Internet</a:t>
            </a:r>
          </a:p>
        </p:txBody>
      </p:sp>
      <p:pic>
        <p:nvPicPr>
          <p:cNvPr id="38924" name="Picture 12" descr="BS00103_">
            <a:extLst>
              <a:ext uri="{FF2B5EF4-FFF2-40B4-BE49-F238E27FC236}">
                <a16:creationId xmlns:a16="http://schemas.microsoft.com/office/drawing/2014/main" id="{BCE3A21C-5E84-4439-AD1B-38A9BA991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313" y="2727325"/>
            <a:ext cx="1716087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25" name="Text Box 13">
            <a:extLst>
              <a:ext uri="{FF2B5EF4-FFF2-40B4-BE49-F238E27FC236}">
                <a16:creationId xmlns:a16="http://schemas.microsoft.com/office/drawing/2014/main" id="{44B3BE2A-DCB4-41DC-A3AA-887CA8281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113" y="4708525"/>
            <a:ext cx="9032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E4005C"/>
                </a:solidFill>
                <a:latin typeface="Tahoma" panose="020B0604030504040204" pitchFamily="34" charset="0"/>
              </a:rPr>
              <a:t>Mail </a:t>
            </a:r>
            <a:br>
              <a:rPr lang="en-US" altLang="en-US" sz="2000">
                <a:solidFill>
                  <a:srgbClr val="E4005C"/>
                </a:solidFill>
                <a:latin typeface="Tahoma" panose="020B0604030504040204" pitchFamily="34" charset="0"/>
              </a:rPr>
            </a:br>
            <a:r>
              <a:rPr lang="en-US" altLang="en-US" sz="2000">
                <a:solidFill>
                  <a:srgbClr val="E4005C"/>
                </a:solidFill>
                <a:latin typeface="Tahoma" panose="020B0604030504040204" pitchFamily="34" charset="0"/>
              </a:rPr>
              <a:t>Server</a:t>
            </a:r>
          </a:p>
        </p:txBody>
      </p:sp>
      <p:pic>
        <p:nvPicPr>
          <p:cNvPr id="38926" name="Picture 14" descr="BS00103_">
            <a:extLst>
              <a:ext uri="{FF2B5EF4-FFF2-40B4-BE49-F238E27FC236}">
                <a16:creationId xmlns:a16="http://schemas.microsoft.com/office/drawing/2014/main" id="{3D6F11D9-2C2D-4B51-BE2E-5BC58DA10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8313" y="2286000"/>
            <a:ext cx="1716087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27" name="Text Box 15">
            <a:extLst>
              <a:ext uri="{FF2B5EF4-FFF2-40B4-BE49-F238E27FC236}">
                <a16:creationId xmlns:a16="http://schemas.microsoft.com/office/drawing/2014/main" id="{CA20C962-D88E-4AAF-BC9A-F226E527E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3113" y="4267200"/>
            <a:ext cx="9032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E4005C"/>
                </a:solidFill>
                <a:latin typeface="Tahoma" panose="020B0604030504040204" pitchFamily="34" charset="0"/>
              </a:rPr>
              <a:t>Mail </a:t>
            </a:r>
            <a:br>
              <a:rPr lang="en-US" altLang="en-US" sz="2000">
                <a:solidFill>
                  <a:srgbClr val="E4005C"/>
                </a:solidFill>
                <a:latin typeface="Tahoma" panose="020B0604030504040204" pitchFamily="34" charset="0"/>
              </a:rPr>
            </a:br>
            <a:r>
              <a:rPr lang="en-US" altLang="en-US" sz="2000">
                <a:solidFill>
                  <a:srgbClr val="E4005C"/>
                </a:solidFill>
                <a:latin typeface="Tahoma" panose="020B0604030504040204" pitchFamily="34" charset="0"/>
              </a:rPr>
              <a:t>Server</a:t>
            </a:r>
          </a:p>
        </p:txBody>
      </p:sp>
      <p:sp>
        <p:nvSpPr>
          <p:cNvPr id="38928" name="Line 16">
            <a:extLst>
              <a:ext uri="{FF2B5EF4-FFF2-40B4-BE49-F238E27FC236}">
                <a16:creationId xmlns:a16="http://schemas.microsoft.com/office/drawing/2014/main" id="{F25A9C30-BF2B-447D-B313-AAA4FDA5FE7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4267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9" name="Line 17">
            <a:extLst>
              <a:ext uri="{FF2B5EF4-FFF2-40B4-BE49-F238E27FC236}">
                <a16:creationId xmlns:a16="http://schemas.microsoft.com/office/drawing/2014/main" id="{90D3D288-EAC7-4F15-AD91-C98B5AF2A1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46482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30" name="Line 18">
            <a:extLst>
              <a:ext uri="{FF2B5EF4-FFF2-40B4-BE49-F238E27FC236}">
                <a16:creationId xmlns:a16="http://schemas.microsoft.com/office/drawing/2014/main" id="{A77C899E-D875-4EE9-AEEC-750800E816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5814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31" name="Line 19">
            <a:extLst>
              <a:ext uri="{FF2B5EF4-FFF2-40B4-BE49-F238E27FC236}">
                <a16:creationId xmlns:a16="http://schemas.microsoft.com/office/drawing/2014/main" id="{586FDBC5-3C1F-4E1A-8B22-071BD43598F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505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8932" name="Group 20">
            <a:extLst>
              <a:ext uri="{FF2B5EF4-FFF2-40B4-BE49-F238E27FC236}">
                <a16:creationId xmlns:a16="http://schemas.microsoft.com/office/drawing/2014/main" id="{DE1C4461-911E-45A9-A86F-BD249B397A08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5181600"/>
            <a:ext cx="1682750" cy="1184275"/>
            <a:chOff x="4505" y="3084"/>
            <a:chExt cx="1060" cy="746"/>
          </a:xfrm>
        </p:grpSpPr>
        <p:grpSp>
          <p:nvGrpSpPr>
            <p:cNvPr id="39170" name="Group 21">
              <a:extLst>
                <a:ext uri="{FF2B5EF4-FFF2-40B4-BE49-F238E27FC236}">
                  <a16:creationId xmlns:a16="http://schemas.microsoft.com/office/drawing/2014/main" id="{61088A7C-7294-485D-8961-34F67C8E72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11" y="3483"/>
              <a:ext cx="673" cy="230"/>
              <a:chOff x="4711" y="3483"/>
              <a:chExt cx="673" cy="230"/>
            </a:xfrm>
          </p:grpSpPr>
          <p:grpSp>
            <p:nvGrpSpPr>
              <p:cNvPr id="39220" name="Group 22">
                <a:extLst>
                  <a:ext uri="{FF2B5EF4-FFF2-40B4-BE49-F238E27FC236}">
                    <a16:creationId xmlns:a16="http://schemas.microsoft.com/office/drawing/2014/main" id="{7C112883-F50C-4851-A77E-2D79E0BD98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11" y="3483"/>
                <a:ext cx="673" cy="230"/>
                <a:chOff x="4711" y="3483"/>
                <a:chExt cx="673" cy="230"/>
              </a:xfrm>
            </p:grpSpPr>
            <p:grpSp>
              <p:nvGrpSpPr>
                <p:cNvPr id="39266" name="Group 23">
                  <a:extLst>
                    <a:ext uri="{FF2B5EF4-FFF2-40B4-BE49-F238E27FC236}">
                      <a16:creationId xmlns:a16="http://schemas.microsoft.com/office/drawing/2014/main" id="{0A21D9E1-2ABA-4B0F-B3AB-BF8BEBD26B7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11" y="3483"/>
                  <a:ext cx="673" cy="230"/>
                  <a:chOff x="4711" y="3483"/>
                  <a:chExt cx="673" cy="230"/>
                </a:xfrm>
              </p:grpSpPr>
              <p:grpSp>
                <p:nvGrpSpPr>
                  <p:cNvPr id="39272" name="Group 24">
                    <a:extLst>
                      <a:ext uri="{FF2B5EF4-FFF2-40B4-BE49-F238E27FC236}">
                        <a16:creationId xmlns:a16="http://schemas.microsoft.com/office/drawing/2014/main" id="{58D1F0FF-5F8C-4ABD-9F7F-2E9594F2AE9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11" y="3483"/>
                    <a:ext cx="673" cy="230"/>
                    <a:chOff x="4711" y="3483"/>
                    <a:chExt cx="673" cy="230"/>
                  </a:xfrm>
                </p:grpSpPr>
                <p:grpSp>
                  <p:nvGrpSpPr>
                    <p:cNvPr id="39400" name="Group 25">
                      <a:extLst>
                        <a:ext uri="{FF2B5EF4-FFF2-40B4-BE49-F238E27FC236}">
                          <a16:creationId xmlns:a16="http://schemas.microsoft.com/office/drawing/2014/main" id="{3959016D-6825-4CBD-B4BB-F62F1225C13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11" y="3483"/>
                      <a:ext cx="673" cy="230"/>
                      <a:chOff x="4711" y="3483"/>
                      <a:chExt cx="673" cy="230"/>
                    </a:xfrm>
                  </p:grpSpPr>
                  <p:sp>
                    <p:nvSpPr>
                      <p:cNvPr id="39402" name="Rectangle 26">
                        <a:extLst>
                          <a:ext uri="{FF2B5EF4-FFF2-40B4-BE49-F238E27FC236}">
                            <a16:creationId xmlns:a16="http://schemas.microsoft.com/office/drawing/2014/main" id="{464CE72A-DAAE-4C8A-85C0-FEE5346CB16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712" y="3542"/>
                        <a:ext cx="663" cy="171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en-GB" altLang="en-US" sz="1800"/>
                      </a:p>
                    </p:txBody>
                  </p:sp>
                  <p:sp>
                    <p:nvSpPr>
                      <p:cNvPr id="39403" name="Freeform 27">
                        <a:extLst>
                          <a:ext uri="{FF2B5EF4-FFF2-40B4-BE49-F238E27FC236}">
                            <a16:creationId xmlns:a16="http://schemas.microsoft.com/office/drawing/2014/main" id="{986AC74D-C46B-4761-8034-5EBA8FEB0E7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11" y="3483"/>
                        <a:ext cx="673" cy="56"/>
                      </a:xfrm>
                      <a:custGeom>
                        <a:avLst/>
                        <a:gdLst>
                          <a:gd name="T0" fmla="*/ 0 w 673"/>
                          <a:gd name="T1" fmla="*/ 55 h 56"/>
                          <a:gd name="T2" fmla="*/ 672 w 673"/>
                          <a:gd name="T3" fmla="*/ 55 h 56"/>
                          <a:gd name="T4" fmla="*/ 609 w 673"/>
                          <a:gd name="T5" fmla="*/ 0 h 56"/>
                          <a:gd name="T6" fmla="*/ 71 w 673"/>
                          <a:gd name="T7" fmla="*/ 0 h 56"/>
                          <a:gd name="T8" fmla="*/ 0 w 673"/>
                          <a:gd name="T9" fmla="*/ 55 h 5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673"/>
                          <a:gd name="T16" fmla="*/ 0 h 56"/>
                          <a:gd name="T17" fmla="*/ 673 w 673"/>
                          <a:gd name="T18" fmla="*/ 56 h 5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673" h="56">
                            <a:moveTo>
                              <a:pt x="0" y="55"/>
                            </a:moveTo>
                            <a:lnTo>
                              <a:pt x="672" y="55"/>
                            </a:lnTo>
                            <a:lnTo>
                              <a:pt x="609" y="0"/>
                            </a:lnTo>
                            <a:lnTo>
                              <a:pt x="71" y="0"/>
                            </a:lnTo>
                            <a:lnTo>
                              <a:pt x="0" y="55"/>
                            </a:lnTo>
                          </a:path>
                        </a:pathLst>
                      </a:custGeom>
                      <a:solidFill>
                        <a:srgbClr val="C0C0C0"/>
                      </a:solidFill>
                      <a:ln w="12700" cap="rnd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39401" name="Line 28">
                      <a:extLst>
                        <a:ext uri="{FF2B5EF4-FFF2-40B4-BE49-F238E27FC236}">
                          <a16:creationId xmlns:a16="http://schemas.microsoft.com/office/drawing/2014/main" id="{2958D6D3-C159-48FE-B7EA-DDF049EFF8E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727" y="3529"/>
                      <a:ext cx="643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39273" name="Group 29">
                    <a:extLst>
                      <a:ext uri="{FF2B5EF4-FFF2-40B4-BE49-F238E27FC236}">
                        <a16:creationId xmlns:a16="http://schemas.microsoft.com/office/drawing/2014/main" id="{C7C43926-FC18-4143-84A7-FE331FE57B6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6" y="3674"/>
                    <a:ext cx="630" cy="34"/>
                    <a:chOff x="4736" y="3674"/>
                    <a:chExt cx="630" cy="34"/>
                  </a:xfrm>
                </p:grpSpPr>
                <p:grpSp>
                  <p:nvGrpSpPr>
                    <p:cNvPr id="39274" name="Group 30">
                      <a:extLst>
                        <a:ext uri="{FF2B5EF4-FFF2-40B4-BE49-F238E27FC236}">
                          <a16:creationId xmlns:a16="http://schemas.microsoft.com/office/drawing/2014/main" id="{96106225-9CEF-4F0E-B2A3-4F2E2922273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6" y="3674"/>
                      <a:ext cx="311" cy="34"/>
                      <a:chOff x="4736" y="3674"/>
                      <a:chExt cx="311" cy="34"/>
                    </a:xfrm>
                  </p:grpSpPr>
                  <p:grpSp>
                    <p:nvGrpSpPr>
                      <p:cNvPr id="39338" name="Group 31">
                        <a:extLst>
                          <a:ext uri="{FF2B5EF4-FFF2-40B4-BE49-F238E27FC236}">
                            <a16:creationId xmlns:a16="http://schemas.microsoft.com/office/drawing/2014/main" id="{615D8C28-0F08-42F0-BFD4-9EC19515472F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736" y="3675"/>
                        <a:ext cx="152" cy="33"/>
                        <a:chOff x="4736" y="3675"/>
                        <a:chExt cx="152" cy="33"/>
                      </a:xfrm>
                    </p:grpSpPr>
                    <p:grpSp>
                      <p:nvGrpSpPr>
                        <p:cNvPr id="39370" name="Group 32">
                          <a:extLst>
                            <a:ext uri="{FF2B5EF4-FFF2-40B4-BE49-F238E27FC236}">
                              <a16:creationId xmlns:a16="http://schemas.microsoft.com/office/drawing/2014/main" id="{0FB40960-CE85-4986-B517-5305E8440C6B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736" y="3675"/>
                          <a:ext cx="72" cy="33"/>
                          <a:chOff x="4736" y="3675"/>
                          <a:chExt cx="72" cy="33"/>
                        </a:xfrm>
                      </p:grpSpPr>
                      <p:grpSp>
                        <p:nvGrpSpPr>
                          <p:cNvPr id="39386" name="Group 33">
                            <a:extLst>
                              <a:ext uri="{FF2B5EF4-FFF2-40B4-BE49-F238E27FC236}">
                                <a16:creationId xmlns:a16="http://schemas.microsoft.com/office/drawing/2014/main" id="{0ACC5615-89DA-40B3-A379-3B3655C80208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736" y="3675"/>
                            <a:ext cx="32" cy="33"/>
                            <a:chOff x="4736" y="3675"/>
                            <a:chExt cx="32" cy="33"/>
                          </a:xfrm>
                        </p:grpSpPr>
                        <p:grpSp>
                          <p:nvGrpSpPr>
                            <p:cNvPr id="39394" name="Group 34">
                              <a:extLst>
                                <a:ext uri="{FF2B5EF4-FFF2-40B4-BE49-F238E27FC236}">
                                  <a16:creationId xmlns:a16="http://schemas.microsoft.com/office/drawing/2014/main" id="{48FC2217-B241-4070-AD69-ADCFACCCC992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736" y="3675"/>
                              <a:ext cx="12" cy="33"/>
                              <a:chOff x="4736" y="3675"/>
                              <a:chExt cx="12" cy="33"/>
                            </a:xfrm>
                          </p:grpSpPr>
                          <p:sp>
                            <p:nvSpPr>
                              <p:cNvPr id="39398" name="Freeform 35">
                                <a:extLst>
                                  <a:ext uri="{FF2B5EF4-FFF2-40B4-BE49-F238E27FC236}">
                                    <a16:creationId xmlns:a16="http://schemas.microsoft.com/office/drawing/2014/main" id="{8EAE9062-3391-4BBC-B6B9-ECF1C3787B72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73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99" name="Freeform 36">
                                <a:extLst>
                                  <a:ext uri="{FF2B5EF4-FFF2-40B4-BE49-F238E27FC236}">
                                    <a16:creationId xmlns:a16="http://schemas.microsoft.com/office/drawing/2014/main" id="{866E0712-D2F2-4DBC-9FBB-50A72AFE3CB2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74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395" name="Group 37">
                              <a:extLst>
                                <a:ext uri="{FF2B5EF4-FFF2-40B4-BE49-F238E27FC236}">
                                  <a16:creationId xmlns:a16="http://schemas.microsoft.com/office/drawing/2014/main" id="{6F7761C6-E581-43BC-93CF-9C795A03CAAC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756" y="3675"/>
                              <a:ext cx="12" cy="33"/>
                              <a:chOff x="4756" y="3675"/>
                              <a:chExt cx="12" cy="33"/>
                            </a:xfrm>
                          </p:grpSpPr>
                          <p:sp>
                            <p:nvSpPr>
                              <p:cNvPr id="39396" name="Freeform 38">
                                <a:extLst>
                                  <a:ext uri="{FF2B5EF4-FFF2-40B4-BE49-F238E27FC236}">
                                    <a16:creationId xmlns:a16="http://schemas.microsoft.com/office/drawing/2014/main" id="{85516725-13D7-4F7B-9B61-96118ECC47DD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75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97" name="Freeform 39">
                                <a:extLst>
                                  <a:ext uri="{FF2B5EF4-FFF2-40B4-BE49-F238E27FC236}">
                                    <a16:creationId xmlns:a16="http://schemas.microsoft.com/office/drawing/2014/main" id="{290E2AA2-6AFB-4EC6-95D1-296784F25C7E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76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39387" name="Group 40">
                            <a:extLst>
                              <a:ext uri="{FF2B5EF4-FFF2-40B4-BE49-F238E27FC236}">
                                <a16:creationId xmlns:a16="http://schemas.microsoft.com/office/drawing/2014/main" id="{BF7A72A4-3AC7-44B7-B1BB-75D499F975D6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776" y="3675"/>
                            <a:ext cx="32" cy="33"/>
                            <a:chOff x="4776" y="3675"/>
                            <a:chExt cx="32" cy="33"/>
                          </a:xfrm>
                        </p:grpSpPr>
                        <p:grpSp>
                          <p:nvGrpSpPr>
                            <p:cNvPr id="39388" name="Group 41">
                              <a:extLst>
                                <a:ext uri="{FF2B5EF4-FFF2-40B4-BE49-F238E27FC236}">
                                  <a16:creationId xmlns:a16="http://schemas.microsoft.com/office/drawing/2014/main" id="{C80755D6-9809-4BC4-8E1E-F96CF3F4BA1D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776" y="3675"/>
                              <a:ext cx="12" cy="33"/>
                              <a:chOff x="4776" y="3675"/>
                              <a:chExt cx="12" cy="33"/>
                            </a:xfrm>
                          </p:grpSpPr>
                          <p:sp>
                            <p:nvSpPr>
                              <p:cNvPr id="39392" name="Freeform 42">
                                <a:extLst>
                                  <a:ext uri="{FF2B5EF4-FFF2-40B4-BE49-F238E27FC236}">
                                    <a16:creationId xmlns:a16="http://schemas.microsoft.com/office/drawing/2014/main" id="{0A2E6ADA-970B-464A-BD5A-B5D97C292935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77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93" name="Freeform 43">
                                <a:extLst>
                                  <a:ext uri="{FF2B5EF4-FFF2-40B4-BE49-F238E27FC236}">
                                    <a16:creationId xmlns:a16="http://schemas.microsoft.com/office/drawing/2014/main" id="{5A4095A2-B0BB-4F56-83ED-A620EC8D82DE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78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389" name="Group 44">
                              <a:extLst>
                                <a:ext uri="{FF2B5EF4-FFF2-40B4-BE49-F238E27FC236}">
                                  <a16:creationId xmlns:a16="http://schemas.microsoft.com/office/drawing/2014/main" id="{91D5ACB8-EA43-4ECC-B7ED-5C2D2B5A4FF8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796" y="3675"/>
                              <a:ext cx="12" cy="33"/>
                              <a:chOff x="4796" y="3675"/>
                              <a:chExt cx="12" cy="33"/>
                            </a:xfrm>
                          </p:grpSpPr>
                          <p:sp>
                            <p:nvSpPr>
                              <p:cNvPr id="39390" name="Freeform 45">
                                <a:extLst>
                                  <a:ext uri="{FF2B5EF4-FFF2-40B4-BE49-F238E27FC236}">
                                    <a16:creationId xmlns:a16="http://schemas.microsoft.com/office/drawing/2014/main" id="{FDE06997-E673-421D-94DE-60CDA91BE611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79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91" name="Freeform 46">
                                <a:extLst>
                                  <a:ext uri="{FF2B5EF4-FFF2-40B4-BE49-F238E27FC236}">
                                    <a16:creationId xmlns:a16="http://schemas.microsoft.com/office/drawing/2014/main" id="{41297F6A-72A2-48C0-A559-49CCFAB5186C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0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  <p:grpSp>
                      <p:nvGrpSpPr>
                        <p:cNvPr id="39371" name="Group 47">
                          <a:extLst>
                            <a:ext uri="{FF2B5EF4-FFF2-40B4-BE49-F238E27FC236}">
                              <a16:creationId xmlns:a16="http://schemas.microsoft.com/office/drawing/2014/main" id="{33CAAB4A-EB78-4B50-9EA2-62492D97E6EB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816" y="3675"/>
                          <a:ext cx="72" cy="33"/>
                          <a:chOff x="4816" y="3675"/>
                          <a:chExt cx="72" cy="33"/>
                        </a:xfrm>
                      </p:grpSpPr>
                      <p:grpSp>
                        <p:nvGrpSpPr>
                          <p:cNvPr id="39372" name="Group 48">
                            <a:extLst>
                              <a:ext uri="{FF2B5EF4-FFF2-40B4-BE49-F238E27FC236}">
                                <a16:creationId xmlns:a16="http://schemas.microsoft.com/office/drawing/2014/main" id="{2E7461C9-97A7-467E-B5A0-0A03EC49D4D8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816" y="3675"/>
                            <a:ext cx="32" cy="33"/>
                            <a:chOff x="4816" y="3675"/>
                            <a:chExt cx="32" cy="33"/>
                          </a:xfrm>
                        </p:grpSpPr>
                        <p:grpSp>
                          <p:nvGrpSpPr>
                            <p:cNvPr id="39380" name="Group 49">
                              <a:extLst>
                                <a:ext uri="{FF2B5EF4-FFF2-40B4-BE49-F238E27FC236}">
                                  <a16:creationId xmlns:a16="http://schemas.microsoft.com/office/drawing/2014/main" id="{6E498071-41D1-4860-BE94-FEA5D4D004AA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816" y="3675"/>
                              <a:ext cx="12" cy="33"/>
                              <a:chOff x="4816" y="3675"/>
                              <a:chExt cx="12" cy="33"/>
                            </a:xfrm>
                          </p:grpSpPr>
                          <p:sp>
                            <p:nvSpPr>
                              <p:cNvPr id="39384" name="Freeform 50">
                                <a:extLst>
                                  <a:ext uri="{FF2B5EF4-FFF2-40B4-BE49-F238E27FC236}">
                                    <a16:creationId xmlns:a16="http://schemas.microsoft.com/office/drawing/2014/main" id="{99F0ED30-3A74-4017-A3A5-6A892A09AEB7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1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85" name="Freeform 51">
                                <a:extLst>
                                  <a:ext uri="{FF2B5EF4-FFF2-40B4-BE49-F238E27FC236}">
                                    <a16:creationId xmlns:a16="http://schemas.microsoft.com/office/drawing/2014/main" id="{0525A886-29F7-4FC8-9B1C-5059316F26BB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2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381" name="Group 52">
                              <a:extLst>
                                <a:ext uri="{FF2B5EF4-FFF2-40B4-BE49-F238E27FC236}">
                                  <a16:creationId xmlns:a16="http://schemas.microsoft.com/office/drawing/2014/main" id="{F6A06E06-A3A6-4328-BE61-6309D4F6B2B6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836" y="3675"/>
                              <a:ext cx="12" cy="33"/>
                              <a:chOff x="4836" y="3675"/>
                              <a:chExt cx="12" cy="33"/>
                            </a:xfrm>
                          </p:grpSpPr>
                          <p:sp>
                            <p:nvSpPr>
                              <p:cNvPr id="39382" name="Freeform 53">
                                <a:extLst>
                                  <a:ext uri="{FF2B5EF4-FFF2-40B4-BE49-F238E27FC236}">
                                    <a16:creationId xmlns:a16="http://schemas.microsoft.com/office/drawing/2014/main" id="{C9383363-92C9-46F8-A74C-F5405BEEF532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3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83" name="Freeform 54">
                                <a:extLst>
                                  <a:ext uri="{FF2B5EF4-FFF2-40B4-BE49-F238E27FC236}">
                                    <a16:creationId xmlns:a16="http://schemas.microsoft.com/office/drawing/2014/main" id="{4D64D47C-E277-44DD-9A2F-DD8D8C0CE3A4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4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39373" name="Group 55">
                            <a:extLst>
                              <a:ext uri="{FF2B5EF4-FFF2-40B4-BE49-F238E27FC236}">
                                <a16:creationId xmlns:a16="http://schemas.microsoft.com/office/drawing/2014/main" id="{2E6254C4-E871-45C3-AF3E-C61C713F576D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856" y="3675"/>
                            <a:ext cx="32" cy="33"/>
                            <a:chOff x="4856" y="3675"/>
                            <a:chExt cx="32" cy="33"/>
                          </a:xfrm>
                        </p:grpSpPr>
                        <p:grpSp>
                          <p:nvGrpSpPr>
                            <p:cNvPr id="39374" name="Group 56">
                              <a:extLst>
                                <a:ext uri="{FF2B5EF4-FFF2-40B4-BE49-F238E27FC236}">
                                  <a16:creationId xmlns:a16="http://schemas.microsoft.com/office/drawing/2014/main" id="{C6089366-5F77-476B-989A-9A411906C460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856" y="3675"/>
                              <a:ext cx="12" cy="33"/>
                              <a:chOff x="4856" y="3675"/>
                              <a:chExt cx="12" cy="33"/>
                            </a:xfrm>
                          </p:grpSpPr>
                          <p:sp>
                            <p:nvSpPr>
                              <p:cNvPr id="39378" name="Freeform 57">
                                <a:extLst>
                                  <a:ext uri="{FF2B5EF4-FFF2-40B4-BE49-F238E27FC236}">
                                    <a16:creationId xmlns:a16="http://schemas.microsoft.com/office/drawing/2014/main" id="{D9D4BA8A-2BDF-41A2-A475-CE7732DE070A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56" y="3675"/>
                                <a:ext cx="1" cy="33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3"/>
                                  <a:gd name="T2" fmla="*/ 0 w 1"/>
                                  <a:gd name="T3" fmla="*/ 0 h 33"/>
                                  <a:gd name="T4" fmla="*/ 0 w 1"/>
                                  <a:gd name="T5" fmla="*/ 32 h 33"/>
                                  <a:gd name="T6" fmla="*/ 0 w 1"/>
                                  <a:gd name="T7" fmla="*/ 32 h 33"/>
                                  <a:gd name="T8" fmla="*/ 0 w 1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3"/>
                                  <a:gd name="T17" fmla="*/ 1 w 1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3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79" name="Freeform 58">
                                <a:extLst>
                                  <a:ext uri="{FF2B5EF4-FFF2-40B4-BE49-F238E27FC236}">
                                    <a16:creationId xmlns:a16="http://schemas.microsoft.com/office/drawing/2014/main" id="{56F8D556-A9C0-4CFD-880E-787B8FB6ED3B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6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375" name="Group 59">
                              <a:extLst>
                                <a:ext uri="{FF2B5EF4-FFF2-40B4-BE49-F238E27FC236}">
                                  <a16:creationId xmlns:a16="http://schemas.microsoft.com/office/drawing/2014/main" id="{7C1B8845-C7A1-466C-AF0C-BF466CF9907E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876" y="3675"/>
                              <a:ext cx="12" cy="33"/>
                              <a:chOff x="4876" y="3675"/>
                              <a:chExt cx="12" cy="33"/>
                            </a:xfrm>
                          </p:grpSpPr>
                          <p:sp>
                            <p:nvSpPr>
                              <p:cNvPr id="39376" name="Freeform 60">
                                <a:extLst>
                                  <a:ext uri="{FF2B5EF4-FFF2-40B4-BE49-F238E27FC236}">
                                    <a16:creationId xmlns:a16="http://schemas.microsoft.com/office/drawing/2014/main" id="{7C66AC8A-D2B9-4C1A-8FD1-44AE6D623054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7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77" name="Freeform 61">
                                <a:extLst>
                                  <a:ext uri="{FF2B5EF4-FFF2-40B4-BE49-F238E27FC236}">
                                    <a16:creationId xmlns:a16="http://schemas.microsoft.com/office/drawing/2014/main" id="{A752B44C-6E8C-4850-8976-27616A4891C8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8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</p:grpSp>
                  <p:grpSp>
                    <p:nvGrpSpPr>
                      <p:cNvPr id="39339" name="Group 62">
                        <a:extLst>
                          <a:ext uri="{FF2B5EF4-FFF2-40B4-BE49-F238E27FC236}">
                            <a16:creationId xmlns:a16="http://schemas.microsoft.com/office/drawing/2014/main" id="{11D8CEF5-40C0-418D-9888-D90F4A0FE681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896" y="3674"/>
                        <a:ext cx="151" cy="34"/>
                        <a:chOff x="4896" y="3674"/>
                        <a:chExt cx="151" cy="34"/>
                      </a:xfrm>
                    </p:grpSpPr>
                    <p:grpSp>
                      <p:nvGrpSpPr>
                        <p:cNvPr id="39340" name="Group 63">
                          <a:extLst>
                            <a:ext uri="{FF2B5EF4-FFF2-40B4-BE49-F238E27FC236}">
                              <a16:creationId xmlns:a16="http://schemas.microsoft.com/office/drawing/2014/main" id="{8414DBF2-A438-4733-A165-A4FA6583B8E5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896" y="3674"/>
                          <a:ext cx="72" cy="34"/>
                          <a:chOff x="4896" y="3674"/>
                          <a:chExt cx="72" cy="34"/>
                        </a:xfrm>
                      </p:grpSpPr>
                      <p:grpSp>
                        <p:nvGrpSpPr>
                          <p:cNvPr id="39356" name="Group 64">
                            <a:extLst>
                              <a:ext uri="{FF2B5EF4-FFF2-40B4-BE49-F238E27FC236}">
                                <a16:creationId xmlns:a16="http://schemas.microsoft.com/office/drawing/2014/main" id="{F44BB3F8-F546-40FC-816B-A42E9157009A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896" y="3674"/>
                            <a:ext cx="31" cy="34"/>
                            <a:chOff x="4896" y="3674"/>
                            <a:chExt cx="31" cy="34"/>
                          </a:xfrm>
                        </p:grpSpPr>
                        <p:grpSp>
                          <p:nvGrpSpPr>
                            <p:cNvPr id="39364" name="Group 65">
                              <a:extLst>
                                <a:ext uri="{FF2B5EF4-FFF2-40B4-BE49-F238E27FC236}">
                                  <a16:creationId xmlns:a16="http://schemas.microsoft.com/office/drawing/2014/main" id="{45F83057-77FB-4F12-BDBC-DC23BE897592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896" y="3674"/>
                              <a:ext cx="11" cy="34"/>
                              <a:chOff x="4896" y="3674"/>
                              <a:chExt cx="11" cy="34"/>
                            </a:xfrm>
                          </p:grpSpPr>
                          <p:sp>
                            <p:nvSpPr>
                              <p:cNvPr id="39368" name="Freeform 66">
                                <a:extLst>
                                  <a:ext uri="{FF2B5EF4-FFF2-40B4-BE49-F238E27FC236}">
                                    <a16:creationId xmlns:a16="http://schemas.microsoft.com/office/drawing/2014/main" id="{D90D0F93-81D6-4551-9B49-601B02371B35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96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69" name="Freeform 67">
                                <a:extLst>
                                  <a:ext uri="{FF2B5EF4-FFF2-40B4-BE49-F238E27FC236}">
                                    <a16:creationId xmlns:a16="http://schemas.microsoft.com/office/drawing/2014/main" id="{62B358F6-7D42-4FB8-8A1C-B62E95CD35BA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06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365" name="Group 68">
                              <a:extLst>
                                <a:ext uri="{FF2B5EF4-FFF2-40B4-BE49-F238E27FC236}">
                                  <a16:creationId xmlns:a16="http://schemas.microsoft.com/office/drawing/2014/main" id="{21937632-C846-4785-8462-764ECFBBC638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915" y="3674"/>
                              <a:ext cx="12" cy="34"/>
                              <a:chOff x="4915" y="3674"/>
                              <a:chExt cx="12" cy="34"/>
                            </a:xfrm>
                          </p:grpSpPr>
                          <p:sp>
                            <p:nvSpPr>
                              <p:cNvPr id="39366" name="Freeform 69">
                                <a:extLst>
                                  <a:ext uri="{FF2B5EF4-FFF2-40B4-BE49-F238E27FC236}">
                                    <a16:creationId xmlns:a16="http://schemas.microsoft.com/office/drawing/2014/main" id="{7381AD39-FDFC-4B7F-AA05-91B118DD6A5F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15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67" name="Freeform 70">
                                <a:extLst>
                                  <a:ext uri="{FF2B5EF4-FFF2-40B4-BE49-F238E27FC236}">
                                    <a16:creationId xmlns:a16="http://schemas.microsoft.com/office/drawing/2014/main" id="{ADE62151-BE10-4D32-B2A5-1258DB595925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2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39357" name="Group 71">
                            <a:extLst>
                              <a:ext uri="{FF2B5EF4-FFF2-40B4-BE49-F238E27FC236}">
                                <a16:creationId xmlns:a16="http://schemas.microsoft.com/office/drawing/2014/main" id="{A7166C4B-5BA3-411B-A278-830C127F58AB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936" y="3674"/>
                            <a:ext cx="32" cy="34"/>
                            <a:chOff x="4936" y="3674"/>
                            <a:chExt cx="32" cy="34"/>
                          </a:xfrm>
                        </p:grpSpPr>
                        <p:grpSp>
                          <p:nvGrpSpPr>
                            <p:cNvPr id="39358" name="Group 72">
                              <a:extLst>
                                <a:ext uri="{FF2B5EF4-FFF2-40B4-BE49-F238E27FC236}">
                                  <a16:creationId xmlns:a16="http://schemas.microsoft.com/office/drawing/2014/main" id="{FF39C519-BBE5-4F5C-AC42-B0D3D02C9A69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936" y="3674"/>
                              <a:ext cx="12" cy="34"/>
                              <a:chOff x="4936" y="3674"/>
                              <a:chExt cx="12" cy="34"/>
                            </a:xfrm>
                          </p:grpSpPr>
                          <p:sp>
                            <p:nvSpPr>
                              <p:cNvPr id="39362" name="Freeform 73">
                                <a:extLst>
                                  <a:ext uri="{FF2B5EF4-FFF2-40B4-BE49-F238E27FC236}">
                                    <a16:creationId xmlns:a16="http://schemas.microsoft.com/office/drawing/2014/main" id="{C44750D8-E4DA-4E7C-9D10-F821F9889531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36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63" name="Freeform 74">
                                <a:extLst>
                                  <a:ext uri="{FF2B5EF4-FFF2-40B4-BE49-F238E27FC236}">
                                    <a16:creationId xmlns:a16="http://schemas.microsoft.com/office/drawing/2014/main" id="{66EEB8C8-46B8-44FF-8F18-F36444711512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45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359" name="Group 75">
                              <a:extLst>
                                <a:ext uri="{FF2B5EF4-FFF2-40B4-BE49-F238E27FC236}">
                                  <a16:creationId xmlns:a16="http://schemas.microsoft.com/office/drawing/2014/main" id="{28FA2445-A5B5-4984-B1DB-B0729038918D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956" y="3674"/>
                              <a:ext cx="12" cy="34"/>
                              <a:chOff x="4956" y="3674"/>
                              <a:chExt cx="12" cy="34"/>
                            </a:xfrm>
                          </p:grpSpPr>
                          <p:sp>
                            <p:nvSpPr>
                              <p:cNvPr id="39360" name="Freeform 76">
                                <a:extLst>
                                  <a:ext uri="{FF2B5EF4-FFF2-40B4-BE49-F238E27FC236}">
                                    <a16:creationId xmlns:a16="http://schemas.microsoft.com/office/drawing/2014/main" id="{576DE31B-99A3-4B05-A58A-2C7A00A5E49A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56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61" name="Freeform 77">
                                <a:extLst>
                                  <a:ext uri="{FF2B5EF4-FFF2-40B4-BE49-F238E27FC236}">
                                    <a16:creationId xmlns:a16="http://schemas.microsoft.com/office/drawing/2014/main" id="{66C5C211-399B-4108-B930-051837AF9EFE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65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  <p:grpSp>
                      <p:nvGrpSpPr>
                        <p:cNvPr id="39341" name="Group 78">
                          <a:extLst>
                            <a:ext uri="{FF2B5EF4-FFF2-40B4-BE49-F238E27FC236}">
                              <a16:creationId xmlns:a16="http://schemas.microsoft.com/office/drawing/2014/main" id="{70139FA6-F4EC-4D92-B60E-D3B446A87499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975" y="3674"/>
                          <a:ext cx="72" cy="34"/>
                          <a:chOff x="4975" y="3674"/>
                          <a:chExt cx="72" cy="34"/>
                        </a:xfrm>
                      </p:grpSpPr>
                      <p:grpSp>
                        <p:nvGrpSpPr>
                          <p:cNvPr id="39342" name="Group 79">
                            <a:extLst>
                              <a:ext uri="{FF2B5EF4-FFF2-40B4-BE49-F238E27FC236}">
                                <a16:creationId xmlns:a16="http://schemas.microsoft.com/office/drawing/2014/main" id="{70EC9926-4E5B-411B-973F-69047979F1AA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975" y="3674"/>
                            <a:ext cx="32" cy="34"/>
                            <a:chOff x="4975" y="3674"/>
                            <a:chExt cx="32" cy="34"/>
                          </a:xfrm>
                        </p:grpSpPr>
                        <p:grpSp>
                          <p:nvGrpSpPr>
                            <p:cNvPr id="39350" name="Group 80">
                              <a:extLst>
                                <a:ext uri="{FF2B5EF4-FFF2-40B4-BE49-F238E27FC236}">
                                  <a16:creationId xmlns:a16="http://schemas.microsoft.com/office/drawing/2014/main" id="{9888836C-9213-4ED3-B7E3-17C9A4193EE9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975" y="3674"/>
                              <a:ext cx="12" cy="34"/>
                              <a:chOff x="4975" y="3674"/>
                              <a:chExt cx="12" cy="34"/>
                            </a:xfrm>
                          </p:grpSpPr>
                          <p:sp>
                            <p:nvSpPr>
                              <p:cNvPr id="39354" name="Freeform 81">
                                <a:extLst>
                                  <a:ext uri="{FF2B5EF4-FFF2-40B4-BE49-F238E27FC236}">
                                    <a16:creationId xmlns:a16="http://schemas.microsoft.com/office/drawing/2014/main" id="{7B0F5160-5146-4D69-9AB9-39B8F60B2A1C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7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55" name="Freeform 82">
                                <a:extLst>
                                  <a:ext uri="{FF2B5EF4-FFF2-40B4-BE49-F238E27FC236}">
                                    <a16:creationId xmlns:a16="http://schemas.microsoft.com/office/drawing/2014/main" id="{E3426567-0D94-4882-8F4F-640503582FAB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8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351" name="Group 83">
                              <a:extLst>
                                <a:ext uri="{FF2B5EF4-FFF2-40B4-BE49-F238E27FC236}">
                                  <a16:creationId xmlns:a16="http://schemas.microsoft.com/office/drawing/2014/main" id="{6650AC49-68E1-4E7B-8576-B515FF54BE73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995" y="3674"/>
                              <a:ext cx="12" cy="34"/>
                              <a:chOff x="4995" y="3674"/>
                              <a:chExt cx="12" cy="34"/>
                            </a:xfrm>
                          </p:grpSpPr>
                          <p:sp>
                            <p:nvSpPr>
                              <p:cNvPr id="39352" name="Freeform 84">
                                <a:extLst>
                                  <a:ext uri="{FF2B5EF4-FFF2-40B4-BE49-F238E27FC236}">
                                    <a16:creationId xmlns:a16="http://schemas.microsoft.com/office/drawing/2014/main" id="{7A5DB9FC-3DBF-4A67-9CC0-858EFA7048FA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95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53" name="Freeform 85">
                                <a:extLst>
                                  <a:ext uri="{FF2B5EF4-FFF2-40B4-BE49-F238E27FC236}">
                                    <a16:creationId xmlns:a16="http://schemas.microsoft.com/office/drawing/2014/main" id="{9DB9269F-5180-494F-BC78-1657E5643BBD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06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39343" name="Group 86">
                            <a:extLst>
                              <a:ext uri="{FF2B5EF4-FFF2-40B4-BE49-F238E27FC236}">
                                <a16:creationId xmlns:a16="http://schemas.microsoft.com/office/drawing/2014/main" id="{3C38BA8A-A04E-475E-8B64-E2CD86FDB38B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015" y="3674"/>
                            <a:ext cx="32" cy="34"/>
                            <a:chOff x="5015" y="3674"/>
                            <a:chExt cx="32" cy="34"/>
                          </a:xfrm>
                        </p:grpSpPr>
                        <p:grpSp>
                          <p:nvGrpSpPr>
                            <p:cNvPr id="39344" name="Group 87">
                              <a:extLst>
                                <a:ext uri="{FF2B5EF4-FFF2-40B4-BE49-F238E27FC236}">
                                  <a16:creationId xmlns:a16="http://schemas.microsoft.com/office/drawing/2014/main" id="{9DE271E6-8A71-46B2-A37D-38B19CEA2C42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015" y="3674"/>
                              <a:ext cx="12" cy="34"/>
                              <a:chOff x="5015" y="3674"/>
                              <a:chExt cx="12" cy="34"/>
                            </a:xfrm>
                          </p:grpSpPr>
                          <p:sp>
                            <p:nvSpPr>
                              <p:cNvPr id="39348" name="Freeform 88">
                                <a:extLst>
                                  <a:ext uri="{FF2B5EF4-FFF2-40B4-BE49-F238E27FC236}">
                                    <a16:creationId xmlns:a16="http://schemas.microsoft.com/office/drawing/2014/main" id="{C885E5D5-D5CF-478B-966C-9087DB3002C2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1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49" name="Freeform 89">
                                <a:extLst>
                                  <a:ext uri="{FF2B5EF4-FFF2-40B4-BE49-F238E27FC236}">
                                    <a16:creationId xmlns:a16="http://schemas.microsoft.com/office/drawing/2014/main" id="{D4CF1D1D-AB95-42D9-B5E4-B94444D7B119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2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345" name="Group 90">
                              <a:extLst>
                                <a:ext uri="{FF2B5EF4-FFF2-40B4-BE49-F238E27FC236}">
                                  <a16:creationId xmlns:a16="http://schemas.microsoft.com/office/drawing/2014/main" id="{786F6059-5C2E-48E1-86E4-90E7610DB9E1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035" y="3674"/>
                              <a:ext cx="12" cy="34"/>
                              <a:chOff x="5035" y="3674"/>
                              <a:chExt cx="12" cy="34"/>
                            </a:xfrm>
                          </p:grpSpPr>
                          <p:sp>
                            <p:nvSpPr>
                              <p:cNvPr id="39346" name="Freeform 91">
                                <a:extLst>
                                  <a:ext uri="{FF2B5EF4-FFF2-40B4-BE49-F238E27FC236}">
                                    <a16:creationId xmlns:a16="http://schemas.microsoft.com/office/drawing/2014/main" id="{BCD6AFC8-878A-426F-B134-C57C73FA77CC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3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47" name="Freeform 92">
                                <a:extLst>
                                  <a:ext uri="{FF2B5EF4-FFF2-40B4-BE49-F238E27FC236}">
                                    <a16:creationId xmlns:a16="http://schemas.microsoft.com/office/drawing/2014/main" id="{F1DFE7D4-03C1-4320-ACD4-1BFCBDF6C71C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4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</p:grpSp>
                </p:grpSp>
                <p:grpSp>
                  <p:nvGrpSpPr>
                    <p:cNvPr id="39275" name="Group 93">
                      <a:extLst>
                        <a:ext uri="{FF2B5EF4-FFF2-40B4-BE49-F238E27FC236}">
                          <a16:creationId xmlns:a16="http://schemas.microsoft.com/office/drawing/2014/main" id="{CBE40C3E-A358-4C5C-B8DF-1CA64103C98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055" y="3674"/>
                      <a:ext cx="311" cy="34"/>
                      <a:chOff x="5055" y="3674"/>
                      <a:chExt cx="311" cy="34"/>
                    </a:xfrm>
                  </p:grpSpPr>
                  <p:grpSp>
                    <p:nvGrpSpPr>
                      <p:cNvPr id="39276" name="Group 94">
                        <a:extLst>
                          <a:ext uri="{FF2B5EF4-FFF2-40B4-BE49-F238E27FC236}">
                            <a16:creationId xmlns:a16="http://schemas.microsoft.com/office/drawing/2014/main" id="{8DDB08E8-1E17-46EC-A10A-3EA62702C066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055" y="3674"/>
                        <a:ext cx="152" cy="34"/>
                        <a:chOff x="5055" y="3674"/>
                        <a:chExt cx="152" cy="34"/>
                      </a:xfrm>
                    </p:grpSpPr>
                    <p:grpSp>
                      <p:nvGrpSpPr>
                        <p:cNvPr id="39308" name="Group 95">
                          <a:extLst>
                            <a:ext uri="{FF2B5EF4-FFF2-40B4-BE49-F238E27FC236}">
                              <a16:creationId xmlns:a16="http://schemas.microsoft.com/office/drawing/2014/main" id="{A3EFFD6B-8651-4DA8-B144-50ADD949BCFC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5055" y="3674"/>
                          <a:ext cx="72" cy="34"/>
                          <a:chOff x="5055" y="3674"/>
                          <a:chExt cx="72" cy="34"/>
                        </a:xfrm>
                      </p:grpSpPr>
                      <p:grpSp>
                        <p:nvGrpSpPr>
                          <p:cNvPr id="39324" name="Group 96">
                            <a:extLst>
                              <a:ext uri="{FF2B5EF4-FFF2-40B4-BE49-F238E27FC236}">
                                <a16:creationId xmlns:a16="http://schemas.microsoft.com/office/drawing/2014/main" id="{DDA0D661-9ECE-4472-88F6-90D4F71816A7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055" y="3674"/>
                            <a:ext cx="32" cy="34"/>
                            <a:chOff x="5055" y="3674"/>
                            <a:chExt cx="32" cy="34"/>
                          </a:xfrm>
                        </p:grpSpPr>
                        <p:grpSp>
                          <p:nvGrpSpPr>
                            <p:cNvPr id="39332" name="Group 97">
                              <a:extLst>
                                <a:ext uri="{FF2B5EF4-FFF2-40B4-BE49-F238E27FC236}">
                                  <a16:creationId xmlns:a16="http://schemas.microsoft.com/office/drawing/2014/main" id="{F67248D8-194F-41F5-8731-95C64720B11A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055" y="3674"/>
                              <a:ext cx="12" cy="34"/>
                              <a:chOff x="5055" y="3674"/>
                              <a:chExt cx="12" cy="34"/>
                            </a:xfrm>
                          </p:grpSpPr>
                          <p:sp>
                            <p:nvSpPr>
                              <p:cNvPr id="39336" name="Freeform 98">
                                <a:extLst>
                                  <a:ext uri="{FF2B5EF4-FFF2-40B4-BE49-F238E27FC236}">
                                    <a16:creationId xmlns:a16="http://schemas.microsoft.com/office/drawing/2014/main" id="{0BABD5A2-CFF5-424E-ABC8-234AECA16FB2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5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37" name="Freeform 99">
                                <a:extLst>
                                  <a:ext uri="{FF2B5EF4-FFF2-40B4-BE49-F238E27FC236}">
                                    <a16:creationId xmlns:a16="http://schemas.microsoft.com/office/drawing/2014/main" id="{CAED7B25-9D8C-4870-A428-6B50CB31BB36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6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333" name="Group 100">
                              <a:extLst>
                                <a:ext uri="{FF2B5EF4-FFF2-40B4-BE49-F238E27FC236}">
                                  <a16:creationId xmlns:a16="http://schemas.microsoft.com/office/drawing/2014/main" id="{772BD4E4-E93A-4B7F-B8BD-35352EDF9314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075" y="3674"/>
                              <a:ext cx="12" cy="34"/>
                              <a:chOff x="5075" y="3674"/>
                              <a:chExt cx="12" cy="34"/>
                            </a:xfrm>
                          </p:grpSpPr>
                          <p:sp>
                            <p:nvSpPr>
                              <p:cNvPr id="39334" name="Freeform 101">
                                <a:extLst>
                                  <a:ext uri="{FF2B5EF4-FFF2-40B4-BE49-F238E27FC236}">
                                    <a16:creationId xmlns:a16="http://schemas.microsoft.com/office/drawing/2014/main" id="{8C2E431F-6739-4BDD-8E0F-113541C52B35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7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35" name="Freeform 102">
                                <a:extLst>
                                  <a:ext uri="{FF2B5EF4-FFF2-40B4-BE49-F238E27FC236}">
                                    <a16:creationId xmlns:a16="http://schemas.microsoft.com/office/drawing/2014/main" id="{57DE9495-035E-4618-975A-644EE5DC4EAF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8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39325" name="Group 103">
                            <a:extLst>
                              <a:ext uri="{FF2B5EF4-FFF2-40B4-BE49-F238E27FC236}">
                                <a16:creationId xmlns:a16="http://schemas.microsoft.com/office/drawing/2014/main" id="{BB7A727E-3495-411A-9618-A5A13300B58B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095" y="3674"/>
                            <a:ext cx="32" cy="34"/>
                            <a:chOff x="5095" y="3674"/>
                            <a:chExt cx="32" cy="34"/>
                          </a:xfrm>
                        </p:grpSpPr>
                        <p:grpSp>
                          <p:nvGrpSpPr>
                            <p:cNvPr id="39326" name="Group 104">
                              <a:extLst>
                                <a:ext uri="{FF2B5EF4-FFF2-40B4-BE49-F238E27FC236}">
                                  <a16:creationId xmlns:a16="http://schemas.microsoft.com/office/drawing/2014/main" id="{C2ADB404-E733-410E-A068-3250B540E06D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095" y="3674"/>
                              <a:ext cx="12" cy="34"/>
                              <a:chOff x="5095" y="3674"/>
                              <a:chExt cx="12" cy="34"/>
                            </a:xfrm>
                          </p:grpSpPr>
                          <p:sp>
                            <p:nvSpPr>
                              <p:cNvPr id="39330" name="Freeform 105">
                                <a:extLst>
                                  <a:ext uri="{FF2B5EF4-FFF2-40B4-BE49-F238E27FC236}">
                                    <a16:creationId xmlns:a16="http://schemas.microsoft.com/office/drawing/2014/main" id="{C565C757-A1B6-47A3-B0E7-34921A7A2996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9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31" name="Freeform 106">
                                <a:extLst>
                                  <a:ext uri="{FF2B5EF4-FFF2-40B4-BE49-F238E27FC236}">
                                    <a16:creationId xmlns:a16="http://schemas.microsoft.com/office/drawing/2014/main" id="{853FB922-7374-459C-8DFD-BC4553E7FCB1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0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327" name="Group 107">
                              <a:extLst>
                                <a:ext uri="{FF2B5EF4-FFF2-40B4-BE49-F238E27FC236}">
                                  <a16:creationId xmlns:a16="http://schemas.microsoft.com/office/drawing/2014/main" id="{9B43E44D-D8A0-483E-B310-AA9D9942718E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115" y="3674"/>
                              <a:ext cx="12" cy="34"/>
                              <a:chOff x="5115" y="3674"/>
                              <a:chExt cx="12" cy="34"/>
                            </a:xfrm>
                          </p:grpSpPr>
                          <p:sp>
                            <p:nvSpPr>
                              <p:cNvPr id="39328" name="Freeform 108">
                                <a:extLst>
                                  <a:ext uri="{FF2B5EF4-FFF2-40B4-BE49-F238E27FC236}">
                                    <a16:creationId xmlns:a16="http://schemas.microsoft.com/office/drawing/2014/main" id="{30377774-E918-4DAD-BAD4-2643167A4A1A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1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29" name="Freeform 109">
                                <a:extLst>
                                  <a:ext uri="{FF2B5EF4-FFF2-40B4-BE49-F238E27FC236}">
                                    <a16:creationId xmlns:a16="http://schemas.microsoft.com/office/drawing/2014/main" id="{D23DD906-47EA-4CBC-B81F-01C288A59FBA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2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  <p:grpSp>
                      <p:nvGrpSpPr>
                        <p:cNvPr id="39309" name="Group 110">
                          <a:extLst>
                            <a:ext uri="{FF2B5EF4-FFF2-40B4-BE49-F238E27FC236}">
                              <a16:creationId xmlns:a16="http://schemas.microsoft.com/office/drawing/2014/main" id="{DCE1919B-FD77-4D75-B7E6-212CDE2A46BA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5135" y="3674"/>
                          <a:ext cx="72" cy="34"/>
                          <a:chOff x="5135" y="3674"/>
                          <a:chExt cx="72" cy="34"/>
                        </a:xfrm>
                      </p:grpSpPr>
                      <p:grpSp>
                        <p:nvGrpSpPr>
                          <p:cNvPr id="39310" name="Group 111">
                            <a:extLst>
                              <a:ext uri="{FF2B5EF4-FFF2-40B4-BE49-F238E27FC236}">
                                <a16:creationId xmlns:a16="http://schemas.microsoft.com/office/drawing/2014/main" id="{E86A92D8-65FF-4CC2-ACCF-5A5CBD416F0C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135" y="3674"/>
                            <a:ext cx="32" cy="34"/>
                            <a:chOff x="5135" y="3674"/>
                            <a:chExt cx="32" cy="34"/>
                          </a:xfrm>
                        </p:grpSpPr>
                        <p:grpSp>
                          <p:nvGrpSpPr>
                            <p:cNvPr id="39318" name="Group 112">
                              <a:extLst>
                                <a:ext uri="{FF2B5EF4-FFF2-40B4-BE49-F238E27FC236}">
                                  <a16:creationId xmlns:a16="http://schemas.microsoft.com/office/drawing/2014/main" id="{A7585E91-AA46-45D8-B3FA-67753807F8C3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135" y="3674"/>
                              <a:ext cx="11" cy="34"/>
                              <a:chOff x="5135" y="3674"/>
                              <a:chExt cx="11" cy="34"/>
                            </a:xfrm>
                          </p:grpSpPr>
                          <p:sp>
                            <p:nvSpPr>
                              <p:cNvPr id="39322" name="Freeform 113">
                                <a:extLst>
                                  <a:ext uri="{FF2B5EF4-FFF2-40B4-BE49-F238E27FC236}">
                                    <a16:creationId xmlns:a16="http://schemas.microsoft.com/office/drawing/2014/main" id="{33895C23-F7CE-4C05-BBBE-EA23A5601D14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3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23" name="Freeform 114">
                                <a:extLst>
                                  <a:ext uri="{FF2B5EF4-FFF2-40B4-BE49-F238E27FC236}">
                                    <a16:creationId xmlns:a16="http://schemas.microsoft.com/office/drawing/2014/main" id="{E46FF480-002E-448B-A03E-533483EFE970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45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319" name="Group 115">
                              <a:extLst>
                                <a:ext uri="{FF2B5EF4-FFF2-40B4-BE49-F238E27FC236}">
                                  <a16:creationId xmlns:a16="http://schemas.microsoft.com/office/drawing/2014/main" id="{22FE1F95-15B6-4173-9924-51C7EA434DD7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155" y="3674"/>
                              <a:ext cx="12" cy="34"/>
                              <a:chOff x="5155" y="3674"/>
                              <a:chExt cx="12" cy="34"/>
                            </a:xfrm>
                          </p:grpSpPr>
                          <p:sp>
                            <p:nvSpPr>
                              <p:cNvPr id="39320" name="Freeform 116">
                                <a:extLst>
                                  <a:ext uri="{FF2B5EF4-FFF2-40B4-BE49-F238E27FC236}">
                                    <a16:creationId xmlns:a16="http://schemas.microsoft.com/office/drawing/2014/main" id="{FEEF4116-C31E-46FC-A0AD-3C210533C29F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5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21" name="Freeform 117">
                                <a:extLst>
                                  <a:ext uri="{FF2B5EF4-FFF2-40B4-BE49-F238E27FC236}">
                                    <a16:creationId xmlns:a16="http://schemas.microsoft.com/office/drawing/2014/main" id="{0EAC530B-0F50-4268-87BF-5CE74D693B72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64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39311" name="Group 118">
                            <a:extLst>
                              <a:ext uri="{FF2B5EF4-FFF2-40B4-BE49-F238E27FC236}">
                                <a16:creationId xmlns:a16="http://schemas.microsoft.com/office/drawing/2014/main" id="{ED67CEFD-49BA-4DF5-B564-4F4684B8B52C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175" y="3674"/>
                            <a:ext cx="32" cy="34"/>
                            <a:chOff x="5175" y="3674"/>
                            <a:chExt cx="32" cy="34"/>
                          </a:xfrm>
                        </p:grpSpPr>
                        <p:grpSp>
                          <p:nvGrpSpPr>
                            <p:cNvPr id="39312" name="Group 119">
                              <a:extLst>
                                <a:ext uri="{FF2B5EF4-FFF2-40B4-BE49-F238E27FC236}">
                                  <a16:creationId xmlns:a16="http://schemas.microsoft.com/office/drawing/2014/main" id="{80FB27A2-2B72-4990-8A9D-DAC55F1FC24E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175" y="3674"/>
                              <a:ext cx="12" cy="34"/>
                              <a:chOff x="5175" y="3674"/>
                              <a:chExt cx="12" cy="34"/>
                            </a:xfrm>
                          </p:grpSpPr>
                          <p:sp>
                            <p:nvSpPr>
                              <p:cNvPr id="39316" name="Freeform 120">
                                <a:extLst>
                                  <a:ext uri="{FF2B5EF4-FFF2-40B4-BE49-F238E27FC236}">
                                    <a16:creationId xmlns:a16="http://schemas.microsoft.com/office/drawing/2014/main" id="{ABC0154E-412B-4B0F-BFAE-A35A84FB0922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7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17" name="Freeform 121">
                                <a:extLst>
                                  <a:ext uri="{FF2B5EF4-FFF2-40B4-BE49-F238E27FC236}">
                                    <a16:creationId xmlns:a16="http://schemas.microsoft.com/office/drawing/2014/main" id="{1B2D72CE-5712-4A47-A35E-A1651B9600A1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8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313" name="Group 122">
                              <a:extLst>
                                <a:ext uri="{FF2B5EF4-FFF2-40B4-BE49-F238E27FC236}">
                                  <a16:creationId xmlns:a16="http://schemas.microsoft.com/office/drawing/2014/main" id="{869CD0DD-9E5C-4587-81E5-F99CCF10BD06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195" y="3674"/>
                              <a:ext cx="12" cy="34"/>
                              <a:chOff x="5195" y="3674"/>
                              <a:chExt cx="12" cy="34"/>
                            </a:xfrm>
                          </p:grpSpPr>
                          <p:sp>
                            <p:nvSpPr>
                              <p:cNvPr id="39314" name="Freeform 123">
                                <a:extLst>
                                  <a:ext uri="{FF2B5EF4-FFF2-40B4-BE49-F238E27FC236}">
                                    <a16:creationId xmlns:a16="http://schemas.microsoft.com/office/drawing/2014/main" id="{2B712D7E-7B0B-4C3A-AB67-C7438CF6B023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95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15" name="Freeform 124">
                                <a:extLst>
                                  <a:ext uri="{FF2B5EF4-FFF2-40B4-BE49-F238E27FC236}">
                                    <a16:creationId xmlns:a16="http://schemas.microsoft.com/office/drawing/2014/main" id="{F22D1DFA-058C-48F5-89A3-A3D9272DD1F9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04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</p:grpSp>
                  <p:grpSp>
                    <p:nvGrpSpPr>
                      <p:cNvPr id="39277" name="Group 125">
                        <a:extLst>
                          <a:ext uri="{FF2B5EF4-FFF2-40B4-BE49-F238E27FC236}">
                            <a16:creationId xmlns:a16="http://schemas.microsoft.com/office/drawing/2014/main" id="{94F50248-B747-42C6-A1E8-A743FE81A437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215" y="3674"/>
                        <a:ext cx="151" cy="34"/>
                        <a:chOff x="5215" y="3674"/>
                        <a:chExt cx="151" cy="34"/>
                      </a:xfrm>
                    </p:grpSpPr>
                    <p:grpSp>
                      <p:nvGrpSpPr>
                        <p:cNvPr id="39278" name="Group 126">
                          <a:extLst>
                            <a:ext uri="{FF2B5EF4-FFF2-40B4-BE49-F238E27FC236}">
                              <a16:creationId xmlns:a16="http://schemas.microsoft.com/office/drawing/2014/main" id="{22C7580E-038F-44F7-89C6-1F5FD6BC28CA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5215" y="3674"/>
                          <a:ext cx="71" cy="34"/>
                          <a:chOff x="5215" y="3674"/>
                          <a:chExt cx="71" cy="34"/>
                        </a:xfrm>
                      </p:grpSpPr>
                      <p:grpSp>
                        <p:nvGrpSpPr>
                          <p:cNvPr id="39294" name="Group 127">
                            <a:extLst>
                              <a:ext uri="{FF2B5EF4-FFF2-40B4-BE49-F238E27FC236}">
                                <a16:creationId xmlns:a16="http://schemas.microsoft.com/office/drawing/2014/main" id="{3BC08806-6909-4CD7-BE77-A1B2DC9C00EA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215" y="3674"/>
                            <a:ext cx="31" cy="34"/>
                            <a:chOff x="5215" y="3674"/>
                            <a:chExt cx="31" cy="34"/>
                          </a:xfrm>
                        </p:grpSpPr>
                        <p:grpSp>
                          <p:nvGrpSpPr>
                            <p:cNvPr id="39302" name="Group 128">
                              <a:extLst>
                                <a:ext uri="{FF2B5EF4-FFF2-40B4-BE49-F238E27FC236}">
                                  <a16:creationId xmlns:a16="http://schemas.microsoft.com/office/drawing/2014/main" id="{9C2B4FF0-A6E7-4FD8-A56B-509CA5C91717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215" y="3674"/>
                              <a:ext cx="11" cy="34"/>
                              <a:chOff x="5215" y="3674"/>
                              <a:chExt cx="11" cy="34"/>
                            </a:xfrm>
                          </p:grpSpPr>
                          <p:sp>
                            <p:nvSpPr>
                              <p:cNvPr id="39306" name="Freeform 129">
                                <a:extLst>
                                  <a:ext uri="{FF2B5EF4-FFF2-40B4-BE49-F238E27FC236}">
                                    <a16:creationId xmlns:a16="http://schemas.microsoft.com/office/drawing/2014/main" id="{9E48F41E-04A8-4A41-B15C-C17CB7BBBB7A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15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07" name="Freeform 130">
                                <a:extLst>
                                  <a:ext uri="{FF2B5EF4-FFF2-40B4-BE49-F238E27FC236}">
                                    <a16:creationId xmlns:a16="http://schemas.microsoft.com/office/drawing/2014/main" id="{A34B9237-3B3F-472B-9D78-B1F583782E62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2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303" name="Group 131">
                              <a:extLst>
                                <a:ext uri="{FF2B5EF4-FFF2-40B4-BE49-F238E27FC236}">
                                  <a16:creationId xmlns:a16="http://schemas.microsoft.com/office/drawing/2014/main" id="{3EE31110-7864-498D-8C11-CE20BDFED2DD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234" y="3674"/>
                              <a:ext cx="12" cy="34"/>
                              <a:chOff x="5234" y="3674"/>
                              <a:chExt cx="12" cy="34"/>
                            </a:xfrm>
                          </p:grpSpPr>
                          <p:sp>
                            <p:nvSpPr>
                              <p:cNvPr id="39304" name="Freeform 132">
                                <a:extLst>
                                  <a:ext uri="{FF2B5EF4-FFF2-40B4-BE49-F238E27FC236}">
                                    <a16:creationId xmlns:a16="http://schemas.microsoft.com/office/drawing/2014/main" id="{2444CCA9-B457-4DE9-8F2B-FD87C862AE6B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34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05" name="Freeform 133">
                                <a:extLst>
                                  <a:ext uri="{FF2B5EF4-FFF2-40B4-BE49-F238E27FC236}">
                                    <a16:creationId xmlns:a16="http://schemas.microsoft.com/office/drawing/2014/main" id="{E7767B64-19E5-44F9-9A96-EC4E70B49FCA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45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39295" name="Group 134">
                            <a:extLst>
                              <a:ext uri="{FF2B5EF4-FFF2-40B4-BE49-F238E27FC236}">
                                <a16:creationId xmlns:a16="http://schemas.microsoft.com/office/drawing/2014/main" id="{D75DEBDB-B157-40E9-8294-8717E0453500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254" y="3674"/>
                            <a:ext cx="32" cy="34"/>
                            <a:chOff x="5254" y="3674"/>
                            <a:chExt cx="32" cy="34"/>
                          </a:xfrm>
                        </p:grpSpPr>
                        <p:grpSp>
                          <p:nvGrpSpPr>
                            <p:cNvPr id="39296" name="Group 135">
                              <a:extLst>
                                <a:ext uri="{FF2B5EF4-FFF2-40B4-BE49-F238E27FC236}">
                                  <a16:creationId xmlns:a16="http://schemas.microsoft.com/office/drawing/2014/main" id="{1560DF4B-437E-4C97-AF6B-68740DC74967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254" y="3674"/>
                              <a:ext cx="12" cy="34"/>
                              <a:chOff x="5254" y="3674"/>
                              <a:chExt cx="12" cy="34"/>
                            </a:xfrm>
                          </p:grpSpPr>
                          <p:sp>
                            <p:nvSpPr>
                              <p:cNvPr id="39300" name="Freeform 136">
                                <a:extLst>
                                  <a:ext uri="{FF2B5EF4-FFF2-40B4-BE49-F238E27FC236}">
                                    <a16:creationId xmlns:a16="http://schemas.microsoft.com/office/drawing/2014/main" id="{782A1FB9-693B-4F49-85A8-C39B83D6DBF5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54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301" name="Freeform 137">
                                <a:extLst>
                                  <a:ext uri="{FF2B5EF4-FFF2-40B4-BE49-F238E27FC236}">
                                    <a16:creationId xmlns:a16="http://schemas.microsoft.com/office/drawing/2014/main" id="{B2B40AEB-8F95-406F-8CEF-7E09ECE734E9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6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297" name="Group 138">
                              <a:extLst>
                                <a:ext uri="{FF2B5EF4-FFF2-40B4-BE49-F238E27FC236}">
                                  <a16:creationId xmlns:a16="http://schemas.microsoft.com/office/drawing/2014/main" id="{99814FFD-AD3F-4F49-94EB-A79A0E9FE552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275" y="3674"/>
                              <a:ext cx="11" cy="34"/>
                              <a:chOff x="5275" y="3674"/>
                              <a:chExt cx="11" cy="34"/>
                            </a:xfrm>
                          </p:grpSpPr>
                          <p:sp>
                            <p:nvSpPr>
                              <p:cNvPr id="39298" name="Freeform 139">
                                <a:extLst>
                                  <a:ext uri="{FF2B5EF4-FFF2-40B4-BE49-F238E27FC236}">
                                    <a16:creationId xmlns:a16="http://schemas.microsoft.com/office/drawing/2014/main" id="{82BD2B2C-FB00-46E4-8F19-6E82C44D9140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75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299" name="Freeform 140">
                                <a:extLst>
                                  <a:ext uri="{FF2B5EF4-FFF2-40B4-BE49-F238E27FC236}">
                                    <a16:creationId xmlns:a16="http://schemas.microsoft.com/office/drawing/2014/main" id="{4C7FE99E-882C-432C-98D4-86D111A04607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8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  <p:grpSp>
                      <p:nvGrpSpPr>
                        <p:cNvPr id="39279" name="Group 141">
                          <a:extLst>
                            <a:ext uri="{FF2B5EF4-FFF2-40B4-BE49-F238E27FC236}">
                              <a16:creationId xmlns:a16="http://schemas.microsoft.com/office/drawing/2014/main" id="{38D39FFC-8339-4FBD-9663-9C9E10DA6A00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5294" y="3674"/>
                          <a:ext cx="72" cy="34"/>
                          <a:chOff x="5294" y="3674"/>
                          <a:chExt cx="72" cy="34"/>
                        </a:xfrm>
                      </p:grpSpPr>
                      <p:grpSp>
                        <p:nvGrpSpPr>
                          <p:cNvPr id="39280" name="Group 142">
                            <a:extLst>
                              <a:ext uri="{FF2B5EF4-FFF2-40B4-BE49-F238E27FC236}">
                                <a16:creationId xmlns:a16="http://schemas.microsoft.com/office/drawing/2014/main" id="{D4C7ABFA-6A9D-4757-BF7E-2E813C367095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294" y="3674"/>
                            <a:ext cx="32" cy="34"/>
                            <a:chOff x="5294" y="3674"/>
                            <a:chExt cx="32" cy="34"/>
                          </a:xfrm>
                        </p:grpSpPr>
                        <p:grpSp>
                          <p:nvGrpSpPr>
                            <p:cNvPr id="39288" name="Group 143">
                              <a:extLst>
                                <a:ext uri="{FF2B5EF4-FFF2-40B4-BE49-F238E27FC236}">
                                  <a16:creationId xmlns:a16="http://schemas.microsoft.com/office/drawing/2014/main" id="{3F89A454-6CCE-4E8D-B3B5-AF590BC64392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294" y="3674"/>
                              <a:ext cx="12" cy="34"/>
                              <a:chOff x="5294" y="3674"/>
                              <a:chExt cx="12" cy="34"/>
                            </a:xfrm>
                          </p:grpSpPr>
                          <p:sp>
                            <p:nvSpPr>
                              <p:cNvPr id="39292" name="Freeform 144">
                                <a:extLst>
                                  <a:ext uri="{FF2B5EF4-FFF2-40B4-BE49-F238E27FC236}">
                                    <a16:creationId xmlns:a16="http://schemas.microsoft.com/office/drawing/2014/main" id="{2089D9D2-AF29-4C72-8CD3-E7723A5A73FC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9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293" name="Freeform 145">
                                <a:extLst>
                                  <a:ext uri="{FF2B5EF4-FFF2-40B4-BE49-F238E27FC236}">
                                    <a16:creationId xmlns:a16="http://schemas.microsoft.com/office/drawing/2014/main" id="{4078B4BB-C0C4-44F1-B359-2F4B89DF4F8D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30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289" name="Group 146">
                              <a:extLst>
                                <a:ext uri="{FF2B5EF4-FFF2-40B4-BE49-F238E27FC236}">
                                  <a16:creationId xmlns:a16="http://schemas.microsoft.com/office/drawing/2014/main" id="{055EC382-A658-43CD-A8D5-DF66BCC88045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314" y="3674"/>
                              <a:ext cx="12" cy="34"/>
                              <a:chOff x="5314" y="3674"/>
                              <a:chExt cx="12" cy="34"/>
                            </a:xfrm>
                          </p:grpSpPr>
                          <p:sp>
                            <p:nvSpPr>
                              <p:cNvPr id="39290" name="Freeform 147">
                                <a:extLst>
                                  <a:ext uri="{FF2B5EF4-FFF2-40B4-BE49-F238E27FC236}">
                                    <a16:creationId xmlns:a16="http://schemas.microsoft.com/office/drawing/2014/main" id="{5E2499A5-5C6D-4EE5-BC7E-CDBA3E556B16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31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291" name="Freeform 148">
                                <a:extLst>
                                  <a:ext uri="{FF2B5EF4-FFF2-40B4-BE49-F238E27FC236}">
                                    <a16:creationId xmlns:a16="http://schemas.microsoft.com/office/drawing/2014/main" id="{E782EECB-1446-4C03-9E60-675D3F6C4D0D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32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39281" name="Group 149">
                            <a:extLst>
                              <a:ext uri="{FF2B5EF4-FFF2-40B4-BE49-F238E27FC236}">
                                <a16:creationId xmlns:a16="http://schemas.microsoft.com/office/drawing/2014/main" id="{8D48E64D-95D3-47C1-B3B0-16D463F64829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334" y="3674"/>
                            <a:ext cx="32" cy="34"/>
                            <a:chOff x="5334" y="3674"/>
                            <a:chExt cx="32" cy="34"/>
                          </a:xfrm>
                        </p:grpSpPr>
                        <p:grpSp>
                          <p:nvGrpSpPr>
                            <p:cNvPr id="39282" name="Group 150">
                              <a:extLst>
                                <a:ext uri="{FF2B5EF4-FFF2-40B4-BE49-F238E27FC236}">
                                  <a16:creationId xmlns:a16="http://schemas.microsoft.com/office/drawing/2014/main" id="{53CDEA39-B4E8-4D08-8B4C-EC97381E5F6A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334" y="3674"/>
                              <a:ext cx="12" cy="34"/>
                              <a:chOff x="5334" y="3674"/>
                              <a:chExt cx="12" cy="34"/>
                            </a:xfrm>
                          </p:grpSpPr>
                          <p:sp>
                            <p:nvSpPr>
                              <p:cNvPr id="39286" name="Freeform 151">
                                <a:extLst>
                                  <a:ext uri="{FF2B5EF4-FFF2-40B4-BE49-F238E27FC236}">
                                    <a16:creationId xmlns:a16="http://schemas.microsoft.com/office/drawing/2014/main" id="{67980CCB-02E3-4E8A-A464-1F98A20AD046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33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287" name="Freeform 152">
                                <a:extLst>
                                  <a:ext uri="{FF2B5EF4-FFF2-40B4-BE49-F238E27FC236}">
                                    <a16:creationId xmlns:a16="http://schemas.microsoft.com/office/drawing/2014/main" id="{05049EAE-7FB5-4C74-9FEC-7B8192F0856E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34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283" name="Group 153">
                              <a:extLst>
                                <a:ext uri="{FF2B5EF4-FFF2-40B4-BE49-F238E27FC236}">
                                  <a16:creationId xmlns:a16="http://schemas.microsoft.com/office/drawing/2014/main" id="{3410F133-A385-457B-88B1-68186B5D4386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354" y="3674"/>
                              <a:ext cx="12" cy="34"/>
                              <a:chOff x="5354" y="3674"/>
                              <a:chExt cx="12" cy="34"/>
                            </a:xfrm>
                          </p:grpSpPr>
                          <p:sp>
                            <p:nvSpPr>
                              <p:cNvPr id="39284" name="Freeform 154">
                                <a:extLst>
                                  <a:ext uri="{FF2B5EF4-FFF2-40B4-BE49-F238E27FC236}">
                                    <a16:creationId xmlns:a16="http://schemas.microsoft.com/office/drawing/2014/main" id="{8D1F1416-F98E-4C37-ABF7-AE90FC2EB3C4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35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285" name="Freeform 155">
                                <a:extLst>
                                  <a:ext uri="{FF2B5EF4-FFF2-40B4-BE49-F238E27FC236}">
                                    <a16:creationId xmlns:a16="http://schemas.microsoft.com/office/drawing/2014/main" id="{31CF4A8E-41E7-4C31-9779-3B81B6E02360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36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</p:grpSp>
                </p:grpSp>
              </p:grpSp>
            </p:grpSp>
            <p:grpSp>
              <p:nvGrpSpPr>
                <p:cNvPr id="39267" name="Group 156">
                  <a:extLst>
                    <a:ext uri="{FF2B5EF4-FFF2-40B4-BE49-F238E27FC236}">
                      <a16:creationId xmlns:a16="http://schemas.microsoft.com/office/drawing/2014/main" id="{0D2A8606-899A-4FEA-A10F-E7346C99A80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0" y="3556"/>
                  <a:ext cx="628" cy="82"/>
                  <a:chOff x="4730" y="3556"/>
                  <a:chExt cx="628" cy="82"/>
                </a:xfrm>
              </p:grpSpPr>
              <p:sp>
                <p:nvSpPr>
                  <p:cNvPr id="39268" name="Rectangle 157">
                    <a:extLst>
                      <a:ext uri="{FF2B5EF4-FFF2-40B4-BE49-F238E27FC236}">
                        <a16:creationId xmlns:a16="http://schemas.microsoft.com/office/drawing/2014/main" id="{AB925EF3-8E0F-49F9-9393-949D402A7F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30" y="3556"/>
                    <a:ext cx="128" cy="82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  <p:sp>
                <p:nvSpPr>
                  <p:cNvPr id="39269" name="Rectangle 158">
                    <a:extLst>
                      <a:ext uri="{FF2B5EF4-FFF2-40B4-BE49-F238E27FC236}">
                        <a16:creationId xmlns:a16="http://schemas.microsoft.com/office/drawing/2014/main" id="{878EDFB2-0C0D-48B8-9324-DED21F415AE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69" y="3556"/>
                    <a:ext cx="186" cy="82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  <p:sp>
                <p:nvSpPr>
                  <p:cNvPr id="39270" name="Rectangle 159">
                    <a:extLst>
                      <a:ext uri="{FF2B5EF4-FFF2-40B4-BE49-F238E27FC236}">
                        <a16:creationId xmlns:a16="http://schemas.microsoft.com/office/drawing/2014/main" id="{EA2BF366-7CDD-47DD-9697-2A88A70FED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5" y="3556"/>
                    <a:ext cx="202" cy="82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  <p:sp>
                <p:nvSpPr>
                  <p:cNvPr id="39271" name="Rectangle 160">
                    <a:extLst>
                      <a:ext uri="{FF2B5EF4-FFF2-40B4-BE49-F238E27FC236}">
                        <a16:creationId xmlns:a16="http://schemas.microsoft.com/office/drawing/2014/main" id="{10A193C4-5829-4F13-B5F3-339A3BFE5B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7" y="3556"/>
                    <a:ext cx="81" cy="82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</p:grpSp>
          </p:grpSp>
          <p:grpSp>
            <p:nvGrpSpPr>
              <p:cNvPr id="39221" name="Group 161">
                <a:extLst>
                  <a:ext uri="{FF2B5EF4-FFF2-40B4-BE49-F238E27FC236}">
                    <a16:creationId xmlns:a16="http://schemas.microsoft.com/office/drawing/2014/main" id="{C188E943-1E94-456C-BD97-EAE180AF5B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7" y="3566"/>
                <a:ext cx="52" cy="35"/>
                <a:chOff x="5287" y="3566"/>
                <a:chExt cx="52" cy="35"/>
              </a:xfrm>
            </p:grpSpPr>
            <p:sp>
              <p:nvSpPr>
                <p:cNvPr id="39261" name="Rectangle 162">
                  <a:extLst>
                    <a:ext uri="{FF2B5EF4-FFF2-40B4-BE49-F238E27FC236}">
                      <a16:creationId xmlns:a16="http://schemas.microsoft.com/office/drawing/2014/main" id="{30F92F33-C234-4BFC-8943-82B3386964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15" y="3566"/>
                  <a:ext cx="24" cy="35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en-US" sz="1800"/>
                </a:p>
              </p:txBody>
            </p:sp>
            <p:sp>
              <p:nvSpPr>
                <p:cNvPr id="39262" name="Rectangle 163">
                  <a:extLst>
                    <a:ext uri="{FF2B5EF4-FFF2-40B4-BE49-F238E27FC236}">
                      <a16:creationId xmlns:a16="http://schemas.microsoft.com/office/drawing/2014/main" id="{1AEA4937-413D-4A74-9F7C-79F99ADE1C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19" y="3576"/>
                  <a:ext cx="17" cy="5"/>
                </a:xfrm>
                <a:prstGeom prst="rect">
                  <a:avLst/>
                </a:prstGeom>
                <a:solidFill>
                  <a:srgbClr val="C0C0C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en-US" sz="1800"/>
                </a:p>
              </p:txBody>
            </p:sp>
            <p:grpSp>
              <p:nvGrpSpPr>
                <p:cNvPr id="39263" name="Group 164">
                  <a:extLst>
                    <a:ext uri="{FF2B5EF4-FFF2-40B4-BE49-F238E27FC236}">
                      <a16:creationId xmlns:a16="http://schemas.microsoft.com/office/drawing/2014/main" id="{1AACAFE9-EAC7-462B-8683-5CA0947D68F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287" y="3568"/>
                  <a:ext cx="4" cy="25"/>
                  <a:chOff x="5287" y="3568"/>
                  <a:chExt cx="4" cy="25"/>
                </a:xfrm>
              </p:grpSpPr>
              <p:sp>
                <p:nvSpPr>
                  <p:cNvPr id="39264" name="Rectangle 165">
                    <a:extLst>
                      <a:ext uri="{FF2B5EF4-FFF2-40B4-BE49-F238E27FC236}">
                        <a16:creationId xmlns:a16="http://schemas.microsoft.com/office/drawing/2014/main" id="{D0ABF320-E685-4750-A703-0365833201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7" y="3568"/>
                    <a:ext cx="4" cy="1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  <p:sp>
                <p:nvSpPr>
                  <p:cNvPr id="39265" name="Rectangle 166">
                    <a:extLst>
                      <a:ext uri="{FF2B5EF4-FFF2-40B4-BE49-F238E27FC236}">
                        <a16:creationId xmlns:a16="http://schemas.microsoft.com/office/drawing/2014/main" id="{A8C0F48A-A72F-49B6-84A9-A23364D007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7" y="3592"/>
                    <a:ext cx="4" cy="1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</p:grpSp>
          </p:grpSp>
          <p:grpSp>
            <p:nvGrpSpPr>
              <p:cNvPr id="39222" name="Group 167">
                <a:extLst>
                  <a:ext uri="{FF2B5EF4-FFF2-40B4-BE49-F238E27FC236}">
                    <a16:creationId xmlns:a16="http://schemas.microsoft.com/office/drawing/2014/main" id="{2A79082D-36A3-4935-8CB1-9D1ABF6886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76" y="3567"/>
                <a:ext cx="170" cy="52"/>
                <a:chOff x="4876" y="3567"/>
                <a:chExt cx="170" cy="52"/>
              </a:xfrm>
            </p:grpSpPr>
            <p:grpSp>
              <p:nvGrpSpPr>
                <p:cNvPr id="39255" name="Group 168">
                  <a:extLst>
                    <a:ext uri="{FF2B5EF4-FFF2-40B4-BE49-F238E27FC236}">
                      <a16:creationId xmlns:a16="http://schemas.microsoft.com/office/drawing/2014/main" id="{210A0A34-732C-4D75-88F3-B592C5C220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79" y="3569"/>
                  <a:ext cx="167" cy="23"/>
                  <a:chOff x="4879" y="3569"/>
                  <a:chExt cx="167" cy="23"/>
                </a:xfrm>
              </p:grpSpPr>
              <p:sp>
                <p:nvSpPr>
                  <p:cNvPr id="39258" name="Rectangle 169">
                    <a:extLst>
                      <a:ext uri="{FF2B5EF4-FFF2-40B4-BE49-F238E27FC236}">
                        <a16:creationId xmlns:a16="http://schemas.microsoft.com/office/drawing/2014/main" id="{A0CB180C-7FB9-45EB-820B-DA4A2E0620B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34" y="3569"/>
                    <a:ext cx="57" cy="23"/>
                  </a:xfrm>
                  <a:prstGeom prst="rect">
                    <a:avLst/>
                  </a:prstGeom>
                  <a:solidFill>
                    <a:srgbClr val="80808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  <p:sp>
                <p:nvSpPr>
                  <p:cNvPr id="39259" name="Rectangle 170">
                    <a:extLst>
                      <a:ext uri="{FF2B5EF4-FFF2-40B4-BE49-F238E27FC236}">
                        <a16:creationId xmlns:a16="http://schemas.microsoft.com/office/drawing/2014/main" id="{E423D8B0-8061-46F6-AB11-0AE3DA42826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34" y="3584"/>
                    <a:ext cx="57" cy="8"/>
                  </a:xfrm>
                  <a:prstGeom prst="rect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  <p:sp>
                <p:nvSpPr>
                  <p:cNvPr id="39260" name="Rectangle 171">
                    <a:extLst>
                      <a:ext uri="{FF2B5EF4-FFF2-40B4-BE49-F238E27FC236}">
                        <a16:creationId xmlns:a16="http://schemas.microsoft.com/office/drawing/2014/main" id="{CD3A88F8-E6D5-4906-9294-A7582A4740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79" y="3581"/>
                    <a:ext cx="167" cy="5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</p:grpSp>
            <p:sp>
              <p:nvSpPr>
                <p:cNvPr id="39256" name="Rectangle 172">
                  <a:extLst>
                    <a:ext uri="{FF2B5EF4-FFF2-40B4-BE49-F238E27FC236}">
                      <a16:creationId xmlns:a16="http://schemas.microsoft.com/office/drawing/2014/main" id="{275F1225-8254-42E5-850F-C7E06B86BD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76" y="3567"/>
                  <a:ext cx="6" cy="1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en-US" sz="1800"/>
                </a:p>
              </p:txBody>
            </p:sp>
            <p:sp>
              <p:nvSpPr>
                <p:cNvPr id="39257" name="Rectangle 173">
                  <a:extLst>
                    <a:ext uri="{FF2B5EF4-FFF2-40B4-BE49-F238E27FC236}">
                      <a16:creationId xmlns:a16="http://schemas.microsoft.com/office/drawing/2014/main" id="{EF294283-B910-4D5C-BB4F-651F18537A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21" y="3614"/>
                  <a:ext cx="11" cy="5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en-US" sz="1800"/>
                </a:p>
              </p:txBody>
            </p:sp>
          </p:grpSp>
          <p:grpSp>
            <p:nvGrpSpPr>
              <p:cNvPr id="39223" name="Group 174">
                <a:extLst>
                  <a:ext uri="{FF2B5EF4-FFF2-40B4-BE49-F238E27FC236}">
                    <a16:creationId xmlns:a16="http://schemas.microsoft.com/office/drawing/2014/main" id="{15F91DEE-6A09-48A9-8C4E-B28108A425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7" y="3621"/>
                <a:ext cx="116" cy="16"/>
                <a:chOff x="4737" y="3621"/>
                <a:chExt cx="116" cy="16"/>
              </a:xfrm>
            </p:grpSpPr>
            <p:grpSp>
              <p:nvGrpSpPr>
                <p:cNvPr id="39225" name="Group 175">
                  <a:extLst>
                    <a:ext uri="{FF2B5EF4-FFF2-40B4-BE49-F238E27FC236}">
                      <a16:creationId xmlns:a16="http://schemas.microsoft.com/office/drawing/2014/main" id="{A1B032E1-3545-432F-BD95-21323DBCA9F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7" y="3621"/>
                  <a:ext cx="56" cy="16"/>
                  <a:chOff x="4737" y="3621"/>
                  <a:chExt cx="56" cy="16"/>
                </a:xfrm>
              </p:grpSpPr>
              <p:grpSp>
                <p:nvGrpSpPr>
                  <p:cNvPr id="39241" name="Group 176">
                    <a:extLst>
                      <a:ext uri="{FF2B5EF4-FFF2-40B4-BE49-F238E27FC236}">
                        <a16:creationId xmlns:a16="http://schemas.microsoft.com/office/drawing/2014/main" id="{43342277-CA17-458F-B16D-E22F3F72240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7" y="3621"/>
                    <a:ext cx="25" cy="16"/>
                    <a:chOff x="4737" y="3621"/>
                    <a:chExt cx="25" cy="16"/>
                  </a:xfrm>
                </p:grpSpPr>
                <p:grpSp>
                  <p:nvGrpSpPr>
                    <p:cNvPr id="39249" name="Group 177">
                      <a:extLst>
                        <a:ext uri="{FF2B5EF4-FFF2-40B4-BE49-F238E27FC236}">
                          <a16:creationId xmlns:a16="http://schemas.microsoft.com/office/drawing/2014/main" id="{8EE2F4E2-665E-400B-8468-877E9410FCD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7" y="3621"/>
                      <a:ext cx="11" cy="16"/>
                      <a:chOff x="4737" y="3621"/>
                      <a:chExt cx="11" cy="16"/>
                    </a:xfrm>
                  </p:grpSpPr>
                  <p:sp>
                    <p:nvSpPr>
                      <p:cNvPr id="39253" name="Freeform 178">
                        <a:extLst>
                          <a:ext uri="{FF2B5EF4-FFF2-40B4-BE49-F238E27FC236}">
                            <a16:creationId xmlns:a16="http://schemas.microsoft.com/office/drawing/2014/main" id="{6090062D-C256-4A62-8DA0-DFF49B0F278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37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9254" name="Freeform 179">
                        <a:extLst>
                          <a:ext uri="{FF2B5EF4-FFF2-40B4-BE49-F238E27FC236}">
                            <a16:creationId xmlns:a16="http://schemas.microsoft.com/office/drawing/2014/main" id="{1F352245-633C-4407-8584-FEBD91D1E65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44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39250" name="Group 180">
                      <a:extLst>
                        <a:ext uri="{FF2B5EF4-FFF2-40B4-BE49-F238E27FC236}">
                          <a16:creationId xmlns:a16="http://schemas.microsoft.com/office/drawing/2014/main" id="{B4F8E92F-21E2-4825-9A58-F0C42FAE731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52" y="3621"/>
                      <a:ext cx="10" cy="16"/>
                      <a:chOff x="4752" y="3621"/>
                      <a:chExt cx="10" cy="16"/>
                    </a:xfrm>
                  </p:grpSpPr>
                  <p:sp>
                    <p:nvSpPr>
                      <p:cNvPr id="39251" name="Freeform 181">
                        <a:extLst>
                          <a:ext uri="{FF2B5EF4-FFF2-40B4-BE49-F238E27FC236}">
                            <a16:creationId xmlns:a16="http://schemas.microsoft.com/office/drawing/2014/main" id="{EA25B5FA-0D17-4C0A-8F63-25C9485089E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52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9252" name="Freeform 182">
                        <a:extLst>
                          <a:ext uri="{FF2B5EF4-FFF2-40B4-BE49-F238E27FC236}">
                            <a16:creationId xmlns:a16="http://schemas.microsoft.com/office/drawing/2014/main" id="{3EFB1BB9-F5CD-49CC-B762-28C854B3903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59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grpSp>
                <p:nvGrpSpPr>
                  <p:cNvPr id="39242" name="Group 183">
                    <a:extLst>
                      <a:ext uri="{FF2B5EF4-FFF2-40B4-BE49-F238E27FC236}">
                        <a16:creationId xmlns:a16="http://schemas.microsoft.com/office/drawing/2014/main" id="{061B9187-F2D4-46A7-9649-5CF60D0C614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67" y="3621"/>
                    <a:ext cx="26" cy="16"/>
                    <a:chOff x="4767" y="3621"/>
                    <a:chExt cx="26" cy="16"/>
                  </a:xfrm>
                </p:grpSpPr>
                <p:grpSp>
                  <p:nvGrpSpPr>
                    <p:cNvPr id="39243" name="Group 184">
                      <a:extLst>
                        <a:ext uri="{FF2B5EF4-FFF2-40B4-BE49-F238E27FC236}">
                          <a16:creationId xmlns:a16="http://schemas.microsoft.com/office/drawing/2014/main" id="{D5F2EC01-2ECB-4141-A3DA-D9AA70A0595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67" y="3621"/>
                      <a:ext cx="11" cy="16"/>
                      <a:chOff x="4767" y="3621"/>
                      <a:chExt cx="11" cy="16"/>
                    </a:xfrm>
                  </p:grpSpPr>
                  <p:sp>
                    <p:nvSpPr>
                      <p:cNvPr id="39247" name="Freeform 185">
                        <a:extLst>
                          <a:ext uri="{FF2B5EF4-FFF2-40B4-BE49-F238E27FC236}">
                            <a16:creationId xmlns:a16="http://schemas.microsoft.com/office/drawing/2014/main" id="{8E47B0F9-9D97-4A65-9700-43068F3BADD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67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9248" name="Freeform 186">
                        <a:extLst>
                          <a:ext uri="{FF2B5EF4-FFF2-40B4-BE49-F238E27FC236}">
                            <a16:creationId xmlns:a16="http://schemas.microsoft.com/office/drawing/2014/main" id="{8361FC2B-1737-4470-AA70-470A06C7EBD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74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39244" name="Group 187">
                      <a:extLst>
                        <a:ext uri="{FF2B5EF4-FFF2-40B4-BE49-F238E27FC236}">
                          <a16:creationId xmlns:a16="http://schemas.microsoft.com/office/drawing/2014/main" id="{B0BF5F15-4972-4DCA-AE9E-0C3F0BED003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82" y="3621"/>
                      <a:ext cx="11" cy="16"/>
                      <a:chOff x="4782" y="3621"/>
                      <a:chExt cx="11" cy="16"/>
                    </a:xfrm>
                  </p:grpSpPr>
                  <p:sp>
                    <p:nvSpPr>
                      <p:cNvPr id="39245" name="Freeform 188">
                        <a:extLst>
                          <a:ext uri="{FF2B5EF4-FFF2-40B4-BE49-F238E27FC236}">
                            <a16:creationId xmlns:a16="http://schemas.microsoft.com/office/drawing/2014/main" id="{525C9267-2FD7-4BA9-B758-215F042DA7A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82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9246" name="Freeform 189">
                        <a:extLst>
                          <a:ext uri="{FF2B5EF4-FFF2-40B4-BE49-F238E27FC236}">
                            <a16:creationId xmlns:a16="http://schemas.microsoft.com/office/drawing/2014/main" id="{8750DDA7-AC42-46C3-89C1-544DBF38440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89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  <p:grpSp>
              <p:nvGrpSpPr>
                <p:cNvPr id="39226" name="Group 190">
                  <a:extLst>
                    <a:ext uri="{FF2B5EF4-FFF2-40B4-BE49-F238E27FC236}">
                      <a16:creationId xmlns:a16="http://schemas.microsoft.com/office/drawing/2014/main" id="{2FA9E1C1-E1B2-458F-BD15-27BF465D4F0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97" y="3621"/>
                  <a:ext cx="56" cy="16"/>
                  <a:chOff x="4797" y="3621"/>
                  <a:chExt cx="56" cy="16"/>
                </a:xfrm>
              </p:grpSpPr>
              <p:grpSp>
                <p:nvGrpSpPr>
                  <p:cNvPr id="39227" name="Group 191">
                    <a:extLst>
                      <a:ext uri="{FF2B5EF4-FFF2-40B4-BE49-F238E27FC236}">
                        <a16:creationId xmlns:a16="http://schemas.microsoft.com/office/drawing/2014/main" id="{668182E7-0094-47DA-8920-FD758A836E0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97" y="3621"/>
                    <a:ext cx="26" cy="16"/>
                    <a:chOff x="4797" y="3621"/>
                    <a:chExt cx="26" cy="16"/>
                  </a:xfrm>
                </p:grpSpPr>
                <p:grpSp>
                  <p:nvGrpSpPr>
                    <p:cNvPr id="39235" name="Group 192">
                      <a:extLst>
                        <a:ext uri="{FF2B5EF4-FFF2-40B4-BE49-F238E27FC236}">
                          <a16:creationId xmlns:a16="http://schemas.microsoft.com/office/drawing/2014/main" id="{7EA03A55-18B7-4758-BAFE-8DBAB0CEADA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97" y="3621"/>
                      <a:ext cx="11" cy="16"/>
                      <a:chOff x="4797" y="3621"/>
                      <a:chExt cx="11" cy="16"/>
                    </a:xfrm>
                  </p:grpSpPr>
                  <p:sp>
                    <p:nvSpPr>
                      <p:cNvPr id="39239" name="Freeform 193">
                        <a:extLst>
                          <a:ext uri="{FF2B5EF4-FFF2-40B4-BE49-F238E27FC236}">
                            <a16:creationId xmlns:a16="http://schemas.microsoft.com/office/drawing/2014/main" id="{5F866B33-6994-4563-8238-810BE366FC6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97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9240" name="Freeform 194">
                        <a:extLst>
                          <a:ext uri="{FF2B5EF4-FFF2-40B4-BE49-F238E27FC236}">
                            <a16:creationId xmlns:a16="http://schemas.microsoft.com/office/drawing/2014/main" id="{F3F43269-741B-4B09-9B12-331B6D9DA11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04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39236" name="Group 195">
                      <a:extLst>
                        <a:ext uri="{FF2B5EF4-FFF2-40B4-BE49-F238E27FC236}">
                          <a16:creationId xmlns:a16="http://schemas.microsoft.com/office/drawing/2014/main" id="{84FD72B0-638A-4DD8-9EC7-7DEB08922E8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812" y="3621"/>
                      <a:ext cx="11" cy="16"/>
                      <a:chOff x="4812" y="3621"/>
                      <a:chExt cx="11" cy="16"/>
                    </a:xfrm>
                  </p:grpSpPr>
                  <p:sp>
                    <p:nvSpPr>
                      <p:cNvPr id="39237" name="Freeform 196">
                        <a:extLst>
                          <a:ext uri="{FF2B5EF4-FFF2-40B4-BE49-F238E27FC236}">
                            <a16:creationId xmlns:a16="http://schemas.microsoft.com/office/drawing/2014/main" id="{518E3443-BBD8-4656-A705-A120BABC912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12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9238" name="Freeform 197">
                        <a:extLst>
                          <a:ext uri="{FF2B5EF4-FFF2-40B4-BE49-F238E27FC236}">
                            <a16:creationId xmlns:a16="http://schemas.microsoft.com/office/drawing/2014/main" id="{4898E045-98DC-4B9D-ADB9-C8A6F23B66E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19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grpSp>
                <p:nvGrpSpPr>
                  <p:cNvPr id="39228" name="Group 198">
                    <a:extLst>
                      <a:ext uri="{FF2B5EF4-FFF2-40B4-BE49-F238E27FC236}">
                        <a16:creationId xmlns:a16="http://schemas.microsoft.com/office/drawing/2014/main" id="{B6C8183E-B39F-452F-B314-3B0B3250F1D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827" y="3621"/>
                    <a:ext cx="26" cy="16"/>
                    <a:chOff x="4827" y="3621"/>
                    <a:chExt cx="26" cy="16"/>
                  </a:xfrm>
                </p:grpSpPr>
                <p:grpSp>
                  <p:nvGrpSpPr>
                    <p:cNvPr id="39229" name="Group 199">
                      <a:extLst>
                        <a:ext uri="{FF2B5EF4-FFF2-40B4-BE49-F238E27FC236}">
                          <a16:creationId xmlns:a16="http://schemas.microsoft.com/office/drawing/2014/main" id="{6C3A368F-BE1D-4AD1-824F-0D193B1147A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827" y="3621"/>
                      <a:ext cx="11" cy="16"/>
                      <a:chOff x="4827" y="3621"/>
                      <a:chExt cx="11" cy="16"/>
                    </a:xfrm>
                  </p:grpSpPr>
                  <p:sp>
                    <p:nvSpPr>
                      <p:cNvPr id="39233" name="Freeform 200">
                        <a:extLst>
                          <a:ext uri="{FF2B5EF4-FFF2-40B4-BE49-F238E27FC236}">
                            <a16:creationId xmlns:a16="http://schemas.microsoft.com/office/drawing/2014/main" id="{C4A3AD6B-4766-429F-AF99-6D6CD710CC2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27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9234" name="Freeform 201">
                        <a:extLst>
                          <a:ext uri="{FF2B5EF4-FFF2-40B4-BE49-F238E27FC236}">
                            <a16:creationId xmlns:a16="http://schemas.microsoft.com/office/drawing/2014/main" id="{0027E75C-E5AD-47E5-A9BD-A86C36EB6D7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35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39230" name="Group 202">
                      <a:extLst>
                        <a:ext uri="{FF2B5EF4-FFF2-40B4-BE49-F238E27FC236}">
                          <a16:creationId xmlns:a16="http://schemas.microsoft.com/office/drawing/2014/main" id="{D3FC139B-A4F5-4280-9D61-B1C79AB2149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842" y="3621"/>
                      <a:ext cx="11" cy="16"/>
                      <a:chOff x="4842" y="3621"/>
                      <a:chExt cx="11" cy="16"/>
                    </a:xfrm>
                  </p:grpSpPr>
                  <p:sp>
                    <p:nvSpPr>
                      <p:cNvPr id="39231" name="Freeform 203">
                        <a:extLst>
                          <a:ext uri="{FF2B5EF4-FFF2-40B4-BE49-F238E27FC236}">
                            <a16:creationId xmlns:a16="http://schemas.microsoft.com/office/drawing/2014/main" id="{C0D413BF-445A-4068-AD36-71EC0D3AB4D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42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9232" name="Freeform 204">
                        <a:extLst>
                          <a:ext uri="{FF2B5EF4-FFF2-40B4-BE49-F238E27FC236}">
                            <a16:creationId xmlns:a16="http://schemas.microsoft.com/office/drawing/2014/main" id="{725C9CCF-CAE8-42E4-9E7D-470ED09BEC4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50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</p:grpSp>
          <p:sp>
            <p:nvSpPr>
              <p:cNvPr id="39224" name="Freeform 205">
                <a:extLst>
                  <a:ext uri="{FF2B5EF4-FFF2-40B4-BE49-F238E27FC236}">
                    <a16:creationId xmlns:a16="http://schemas.microsoft.com/office/drawing/2014/main" id="{57A8F6A3-3BB3-48CF-84D6-6DEEAA7F16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8" y="3605"/>
                <a:ext cx="640" cy="16"/>
              </a:xfrm>
              <a:custGeom>
                <a:avLst/>
                <a:gdLst>
                  <a:gd name="T0" fmla="*/ 0 w 640"/>
                  <a:gd name="T1" fmla="*/ 11 h 16"/>
                  <a:gd name="T2" fmla="*/ 281 w 640"/>
                  <a:gd name="T3" fmla="*/ 11 h 16"/>
                  <a:gd name="T4" fmla="*/ 281 w 640"/>
                  <a:gd name="T5" fmla="*/ 0 h 16"/>
                  <a:gd name="T6" fmla="*/ 325 w 640"/>
                  <a:gd name="T7" fmla="*/ 0 h 16"/>
                  <a:gd name="T8" fmla="*/ 325 w 640"/>
                  <a:gd name="T9" fmla="*/ 15 h 16"/>
                  <a:gd name="T10" fmla="*/ 639 w 640"/>
                  <a:gd name="T11" fmla="*/ 15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0"/>
                  <a:gd name="T19" fmla="*/ 0 h 16"/>
                  <a:gd name="T20" fmla="*/ 640 w 640"/>
                  <a:gd name="T21" fmla="*/ 16 h 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0" h="16">
                    <a:moveTo>
                      <a:pt x="0" y="11"/>
                    </a:moveTo>
                    <a:lnTo>
                      <a:pt x="281" y="11"/>
                    </a:lnTo>
                    <a:lnTo>
                      <a:pt x="281" y="0"/>
                    </a:lnTo>
                    <a:lnTo>
                      <a:pt x="325" y="0"/>
                    </a:lnTo>
                    <a:lnTo>
                      <a:pt x="325" y="15"/>
                    </a:lnTo>
                    <a:lnTo>
                      <a:pt x="639" y="15"/>
                    </a:lnTo>
                  </a:path>
                </a:pathLst>
              </a:cu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9171" name="Group 206">
              <a:extLst>
                <a:ext uri="{FF2B5EF4-FFF2-40B4-BE49-F238E27FC236}">
                  <a16:creationId xmlns:a16="http://schemas.microsoft.com/office/drawing/2014/main" id="{6319D632-3BAB-4172-9118-C0A9041F4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5" y="3707"/>
              <a:ext cx="1060" cy="123"/>
              <a:chOff x="4505" y="3707"/>
              <a:chExt cx="1060" cy="123"/>
            </a:xfrm>
          </p:grpSpPr>
          <p:grpSp>
            <p:nvGrpSpPr>
              <p:cNvPr id="39181" name="Group 207">
                <a:extLst>
                  <a:ext uri="{FF2B5EF4-FFF2-40B4-BE49-F238E27FC236}">
                    <a16:creationId xmlns:a16="http://schemas.microsoft.com/office/drawing/2014/main" id="{19322219-B074-4F2B-A7BC-730118D147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05" y="3707"/>
                <a:ext cx="1060" cy="123"/>
                <a:chOff x="4505" y="3707"/>
                <a:chExt cx="1060" cy="123"/>
              </a:xfrm>
            </p:grpSpPr>
            <p:sp>
              <p:nvSpPr>
                <p:cNvPr id="39217" name="Rectangle 208">
                  <a:extLst>
                    <a:ext uri="{FF2B5EF4-FFF2-40B4-BE49-F238E27FC236}">
                      <a16:creationId xmlns:a16="http://schemas.microsoft.com/office/drawing/2014/main" id="{9038FB64-913D-425C-B01D-E37F964C60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9" y="3815"/>
                  <a:ext cx="1047" cy="15"/>
                </a:xfrm>
                <a:prstGeom prst="rect">
                  <a:avLst/>
                </a:prstGeom>
                <a:solidFill>
                  <a:srgbClr val="C0C0C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en-US" sz="1800"/>
                </a:p>
              </p:txBody>
            </p:sp>
            <p:sp>
              <p:nvSpPr>
                <p:cNvPr id="39218" name="Freeform 209">
                  <a:extLst>
                    <a:ext uri="{FF2B5EF4-FFF2-40B4-BE49-F238E27FC236}">
                      <a16:creationId xmlns:a16="http://schemas.microsoft.com/office/drawing/2014/main" id="{24BDE16D-A9FD-42E9-B702-145F9B161D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05" y="3707"/>
                  <a:ext cx="1060" cy="107"/>
                </a:xfrm>
                <a:custGeom>
                  <a:avLst/>
                  <a:gdLst>
                    <a:gd name="T0" fmla="*/ 0 w 1060"/>
                    <a:gd name="T1" fmla="*/ 106 h 107"/>
                    <a:gd name="T2" fmla="*/ 1059 w 1060"/>
                    <a:gd name="T3" fmla="*/ 106 h 107"/>
                    <a:gd name="T4" fmla="*/ 997 w 1060"/>
                    <a:gd name="T5" fmla="*/ 1 h 107"/>
                    <a:gd name="T6" fmla="*/ 77 w 1060"/>
                    <a:gd name="T7" fmla="*/ 0 h 107"/>
                    <a:gd name="T8" fmla="*/ 0 w 1060"/>
                    <a:gd name="T9" fmla="*/ 106 h 10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60"/>
                    <a:gd name="T16" fmla="*/ 0 h 107"/>
                    <a:gd name="T17" fmla="*/ 1060 w 1060"/>
                    <a:gd name="T18" fmla="*/ 107 h 10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60" h="107">
                      <a:moveTo>
                        <a:pt x="0" y="106"/>
                      </a:moveTo>
                      <a:lnTo>
                        <a:pt x="1059" y="106"/>
                      </a:lnTo>
                      <a:lnTo>
                        <a:pt x="997" y="1"/>
                      </a:lnTo>
                      <a:lnTo>
                        <a:pt x="77" y="0"/>
                      </a:lnTo>
                      <a:lnTo>
                        <a:pt x="0" y="106"/>
                      </a:lnTo>
                    </a:path>
                  </a:pathLst>
                </a:custGeom>
                <a:solidFill>
                  <a:srgbClr val="C0C0C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9" name="Freeform 210">
                  <a:extLst>
                    <a:ext uri="{FF2B5EF4-FFF2-40B4-BE49-F238E27FC236}">
                      <a16:creationId xmlns:a16="http://schemas.microsoft.com/office/drawing/2014/main" id="{C6E2889C-A5DD-4F9F-BD7F-6F2E30C71E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36" y="3719"/>
                  <a:ext cx="993" cy="82"/>
                </a:xfrm>
                <a:custGeom>
                  <a:avLst/>
                  <a:gdLst>
                    <a:gd name="T0" fmla="*/ 57 w 993"/>
                    <a:gd name="T1" fmla="*/ 0 h 82"/>
                    <a:gd name="T2" fmla="*/ 0 w 993"/>
                    <a:gd name="T3" fmla="*/ 81 h 82"/>
                    <a:gd name="T4" fmla="*/ 992 w 993"/>
                    <a:gd name="T5" fmla="*/ 81 h 82"/>
                    <a:gd name="T6" fmla="*/ 947 w 993"/>
                    <a:gd name="T7" fmla="*/ 0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93"/>
                    <a:gd name="T13" fmla="*/ 0 h 82"/>
                    <a:gd name="T14" fmla="*/ 993 w 993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93" h="82">
                      <a:moveTo>
                        <a:pt x="57" y="0"/>
                      </a:moveTo>
                      <a:lnTo>
                        <a:pt x="0" y="81"/>
                      </a:lnTo>
                      <a:lnTo>
                        <a:pt x="992" y="81"/>
                      </a:lnTo>
                      <a:lnTo>
                        <a:pt x="947" y="0"/>
                      </a:lnTo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9182" name="Group 211">
                <a:extLst>
                  <a:ext uri="{FF2B5EF4-FFF2-40B4-BE49-F238E27FC236}">
                    <a16:creationId xmlns:a16="http://schemas.microsoft.com/office/drawing/2014/main" id="{FDBCEB0E-BE8A-448E-AEF3-209F17C136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22" y="3717"/>
                <a:ext cx="835" cy="24"/>
                <a:chOff x="4622" y="3717"/>
                <a:chExt cx="835" cy="24"/>
              </a:xfrm>
            </p:grpSpPr>
            <p:sp>
              <p:nvSpPr>
                <p:cNvPr id="39211" name="Freeform 212">
                  <a:extLst>
                    <a:ext uri="{FF2B5EF4-FFF2-40B4-BE49-F238E27FC236}">
                      <a16:creationId xmlns:a16="http://schemas.microsoft.com/office/drawing/2014/main" id="{F5818EC9-4326-4CDA-8F97-C0FD6FDBEE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22" y="3717"/>
                  <a:ext cx="34" cy="16"/>
                </a:xfrm>
                <a:custGeom>
                  <a:avLst/>
                  <a:gdLst>
                    <a:gd name="T0" fmla="*/ 9 w 34"/>
                    <a:gd name="T1" fmla="*/ 0 h 16"/>
                    <a:gd name="T2" fmla="*/ 33 w 34"/>
                    <a:gd name="T3" fmla="*/ 0 h 16"/>
                    <a:gd name="T4" fmla="*/ 25 w 34"/>
                    <a:gd name="T5" fmla="*/ 15 h 16"/>
                    <a:gd name="T6" fmla="*/ 0 w 34"/>
                    <a:gd name="T7" fmla="*/ 15 h 16"/>
                    <a:gd name="T8" fmla="*/ 9 w 34"/>
                    <a:gd name="T9" fmla="*/ 0 h 1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4"/>
                    <a:gd name="T16" fmla="*/ 0 h 16"/>
                    <a:gd name="T17" fmla="*/ 34 w 34"/>
                    <a:gd name="T18" fmla="*/ 16 h 1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4" h="16">
                      <a:moveTo>
                        <a:pt x="9" y="0"/>
                      </a:moveTo>
                      <a:lnTo>
                        <a:pt x="33" y="0"/>
                      </a:lnTo>
                      <a:lnTo>
                        <a:pt x="25" y="15"/>
                      </a:lnTo>
                      <a:lnTo>
                        <a:pt x="0" y="15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80808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2" name="Freeform 213">
                  <a:extLst>
                    <a:ext uri="{FF2B5EF4-FFF2-40B4-BE49-F238E27FC236}">
                      <a16:creationId xmlns:a16="http://schemas.microsoft.com/office/drawing/2014/main" id="{C2BFAD05-5F2A-495E-8BD3-9FA52DB85B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3" y="3717"/>
                  <a:ext cx="132" cy="15"/>
                </a:xfrm>
                <a:custGeom>
                  <a:avLst/>
                  <a:gdLst>
                    <a:gd name="T0" fmla="*/ 6 w 132"/>
                    <a:gd name="T1" fmla="*/ 0 h 15"/>
                    <a:gd name="T2" fmla="*/ 131 w 132"/>
                    <a:gd name="T3" fmla="*/ 0 h 15"/>
                    <a:gd name="T4" fmla="*/ 126 w 132"/>
                    <a:gd name="T5" fmla="*/ 14 h 15"/>
                    <a:gd name="T6" fmla="*/ 0 w 132"/>
                    <a:gd name="T7" fmla="*/ 14 h 15"/>
                    <a:gd name="T8" fmla="*/ 6 w 132"/>
                    <a:gd name="T9" fmla="*/ 0 h 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2"/>
                    <a:gd name="T16" fmla="*/ 0 h 15"/>
                    <a:gd name="T17" fmla="*/ 132 w 132"/>
                    <a:gd name="T18" fmla="*/ 15 h 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2" h="15">
                      <a:moveTo>
                        <a:pt x="6" y="0"/>
                      </a:moveTo>
                      <a:lnTo>
                        <a:pt x="131" y="0"/>
                      </a:lnTo>
                      <a:lnTo>
                        <a:pt x="126" y="14"/>
                      </a:lnTo>
                      <a:lnTo>
                        <a:pt x="0" y="14"/>
                      </a:lnTo>
                      <a:lnTo>
                        <a:pt x="6" y="0"/>
                      </a:lnTo>
                    </a:path>
                  </a:pathLst>
                </a:custGeom>
                <a:solidFill>
                  <a:srgbClr val="80808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3" name="Freeform 214">
                  <a:extLst>
                    <a:ext uri="{FF2B5EF4-FFF2-40B4-BE49-F238E27FC236}">
                      <a16:creationId xmlns:a16="http://schemas.microsoft.com/office/drawing/2014/main" id="{E58F4E39-8A89-429E-BEE7-282C5A3758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72" y="3717"/>
                  <a:ext cx="126" cy="16"/>
                </a:xfrm>
                <a:custGeom>
                  <a:avLst/>
                  <a:gdLst>
                    <a:gd name="T0" fmla="*/ 4 w 126"/>
                    <a:gd name="T1" fmla="*/ 0 h 16"/>
                    <a:gd name="T2" fmla="*/ 125 w 126"/>
                    <a:gd name="T3" fmla="*/ 0 h 16"/>
                    <a:gd name="T4" fmla="*/ 124 w 126"/>
                    <a:gd name="T5" fmla="*/ 15 h 16"/>
                    <a:gd name="T6" fmla="*/ 0 w 126"/>
                    <a:gd name="T7" fmla="*/ 15 h 16"/>
                    <a:gd name="T8" fmla="*/ 4 w 126"/>
                    <a:gd name="T9" fmla="*/ 0 h 1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26"/>
                    <a:gd name="T16" fmla="*/ 0 h 16"/>
                    <a:gd name="T17" fmla="*/ 126 w 126"/>
                    <a:gd name="T18" fmla="*/ 16 h 1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26" h="16">
                      <a:moveTo>
                        <a:pt x="4" y="0"/>
                      </a:moveTo>
                      <a:lnTo>
                        <a:pt x="125" y="0"/>
                      </a:lnTo>
                      <a:lnTo>
                        <a:pt x="124" y="15"/>
                      </a:lnTo>
                      <a:lnTo>
                        <a:pt x="0" y="15"/>
                      </a:lnTo>
                      <a:lnTo>
                        <a:pt x="4" y="0"/>
                      </a:lnTo>
                    </a:path>
                  </a:pathLst>
                </a:custGeom>
                <a:solidFill>
                  <a:srgbClr val="80808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4" name="Freeform 215">
                  <a:extLst>
                    <a:ext uri="{FF2B5EF4-FFF2-40B4-BE49-F238E27FC236}">
                      <a16:creationId xmlns:a16="http://schemas.microsoft.com/office/drawing/2014/main" id="{09B84FAC-9E58-4391-9BCC-550157F055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17"/>
                  <a:ext cx="129" cy="16"/>
                </a:xfrm>
                <a:custGeom>
                  <a:avLst/>
                  <a:gdLst>
                    <a:gd name="T0" fmla="*/ 1 w 129"/>
                    <a:gd name="T1" fmla="*/ 0 h 16"/>
                    <a:gd name="T2" fmla="*/ 128 w 129"/>
                    <a:gd name="T3" fmla="*/ 0 h 16"/>
                    <a:gd name="T4" fmla="*/ 128 w 129"/>
                    <a:gd name="T5" fmla="*/ 15 h 16"/>
                    <a:gd name="T6" fmla="*/ 0 w 129"/>
                    <a:gd name="T7" fmla="*/ 15 h 16"/>
                    <a:gd name="T8" fmla="*/ 1 w 129"/>
                    <a:gd name="T9" fmla="*/ 0 h 1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29"/>
                    <a:gd name="T16" fmla="*/ 0 h 16"/>
                    <a:gd name="T17" fmla="*/ 129 w 129"/>
                    <a:gd name="T18" fmla="*/ 16 h 1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29" h="16">
                      <a:moveTo>
                        <a:pt x="1" y="0"/>
                      </a:moveTo>
                      <a:lnTo>
                        <a:pt x="128" y="0"/>
                      </a:lnTo>
                      <a:lnTo>
                        <a:pt x="128" y="15"/>
                      </a:lnTo>
                      <a:lnTo>
                        <a:pt x="0" y="15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80808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5" name="Freeform 216">
                  <a:extLst>
                    <a:ext uri="{FF2B5EF4-FFF2-40B4-BE49-F238E27FC236}">
                      <a16:creationId xmlns:a16="http://schemas.microsoft.com/office/drawing/2014/main" id="{94A5E90B-208D-48E5-AF38-D5C0198B6C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78" y="3717"/>
                  <a:ext cx="113" cy="18"/>
                </a:xfrm>
                <a:custGeom>
                  <a:avLst/>
                  <a:gdLst>
                    <a:gd name="T0" fmla="*/ 0 w 113"/>
                    <a:gd name="T1" fmla="*/ 0 h 18"/>
                    <a:gd name="T2" fmla="*/ 109 w 113"/>
                    <a:gd name="T3" fmla="*/ 0 h 18"/>
                    <a:gd name="T4" fmla="*/ 112 w 113"/>
                    <a:gd name="T5" fmla="*/ 17 h 18"/>
                    <a:gd name="T6" fmla="*/ 0 w 113"/>
                    <a:gd name="T7" fmla="*/ 17 h 18"/>
                    <a:gd name="T8" fmla="*/ 0 w 113"/>
                    <a:gd name="T9" fmla="*/ 0 h 1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3"/>
                    <a:gd name="T16" fmla="*/ 0 h 18"/>
                    <a:gd name="T17" fmla="*/ 113 w 113"/>
                    <a:gd name="T18" fmla="*/ 18 h 1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3" h="18">
                      <a:moveTo>
                        <a:pt x="0" y="0"/>
                      </a:moveTo>
                      <a:lnTo>
                        <a:pt x="109" y="0"/>
                      </a:lnTo>
                      <a:lnTo>
                        <a:pt x="112" y="17"/>
                      </a:lnTo>
                      <a:lnTo>
                        <a:pt x="0" y="1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80808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216" name="Freeform 217">
                  <a:extLst>
                    <a:ext uri="{FF2B5EF4-FFF2-40B4-BE49-F238E27FC236}">
                      <a16:creationId xmlns:a16="http://schemas.microsoft.com/office/drawing/2014/main" id="{5B6B4B03-A050-48DE-8EB2-3292AEEA00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7" y="3726"/>
                  <a:ext cx="140" cy="15"/>
                </a:xfrm>
                <a:custGeom>
                  <a:avLst/>
                  <a:gdLst>
                    <a:gd name="T0" fmla="*/ 0 w 140"/>
                    <a:gd name="T1" fmla="*/ 0 h 15"/>
                    <a:gd name="T2" fmla="*/ 126 w 140"/>
                    <a:gd name="T3" fmla="*/ 0 h 15"/>
                    <a:gd name="T4" fmla="*/ 139 w 140"/>
                    <a:gd name="T5" fmla="*/ 14 h 15"/>
                    <a:gd name="T6" fmla="*/ 6 w 140"/>
                    <a:gd name="T7" fmla="*/ 14 h 15"/>
                    <a:gd name="T8" fmla="*/ 0 w 140"/>
                    <a:gd name="T9" fmla="*/ 0 h 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40"/>
                    <a:gd name="T16" fmla="*/ 0 h 15"/>
                    <a:gd name="T17" fmla="*/ 140 w 140"/>
                    <a:gd name="T18" fmla="*/ 15 h 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40" h="15">
                      <a:moveTo>
                        <a:pt x="0" y="0"/>
                      </a:moveTo>
                      <a:lnTo>
                        <a:pt x="126" y="0"/>
                      </a:lnTo>
                      <a:lnTo>
                        <a:pt x="139" y="14"/>
                      </a:lnTo>
                      <a:lnTo>
                        <a:pt x="6" y="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80808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9183" name="Group 218">
                <a:extLst>
                  <a:ext uri="{FF2B5EF4-FFF2-40B4-BE49-F238E27FC236}">
                    <a16:creationId xmlns:a16="http://schemas.microsoft.com/office/drawing/2014/main" id="{3823005D-3ED3-475F-BD2A-BC751AB6CC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94" y="3745"/>
                <a:ext cx="869" cy="43"/>
                <a:chOff x="4594" y="3745"/>
                <a:chExt cx="869" cy="43"/>
              </a:xfrm>
            </p:grpSpPr>
            <p:grpSp>
              <p:nvGrpSpPr>
                <p:cNvPr id="39184" name="Group 219">
                  <a:extLst>
                    <a:ext uri="{FF2B5EF4-FFF2-40B4-BE49-F238E27FC236}">
                      <a16:creationId xmlns:a16="http://schemas.microsoft.com/office/drawing/2014/main" id="{CA3CF128-3A92-42CA-B658-CFC427984A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69" y="3747"/>
                  <a:ext cx="426" cy="37"/>
                  <a:chOff x="4669" y="3747"/>
                  <a:chExt cx="426" cy="37"/>
                </a:xfrm>
              </p:grpSpPr>
              <p:sp>
                <p:nvSpPr>
                  <p:cNvPr id="39207" name="Line 220">
                    <a:extLst>
                      <a:ext uri="{FF2B5EF4-FFF2-40B4-BE49-F238E27FC236}">
                        <a16:creationId xmlns:a16="http://schemas.microsoft.com/office/drawing/2014/main" id="{5CD13A2F-B7B7-43E1-BC65-B598005A2E8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69" y="3747"/>
                    <a:ext cx="403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208" name="Line 221">
                    <a:extLst>
                      <a:ext uri="{FF2B5EF4-FFF2-40B4-BE49-F238E27FC236}">
                        <a16:creationId xmlns:a16="http://schemas.microsoft.com/office/drawing/2014/main" id="{CBF6373F-081B-445D-93CF-D84D6632B1E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86" y="3759"/>
                    <a:ext cx="40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209" name="Line 222">
                    <a:extLst>
                      <a:ext uri="{FF2B5EF4-FFF2-40B4-BE49-F238E27FC236}">
                        <a16:creationId xmlns:a16="http://schemas.microsoft.com/office/drawing/2014/main" id="{62B8DA10-5CD0-47E8-83D3-AFF930F02C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91" y="3771"/>
                    <a:ext cx="356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210" name="Line 223">
                    <a:extLst>
                      <a:ext uri="{FF2B5EF4-FFF2-40B4-BE49-F238E27FC236}">
                        <a16:creationId xmlns:a16="http://schemas.microsoft.com/office/drawing/2014/main" id="{C234C0E0-E558-46EB-A56C-9C48A8CEF0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700" y="3784"/>
                    <a:ext cx="41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9185" name="Group 224">
                  <a:extLst>
                    <a:ext uri="{FF2B5EF4-FFF2-40B4-BE49-F238E27FC236}">
                      <a16:creationId xmlns:a16="http://schemas.microsoft.com/office/drawing/2014/main" id="{B11A1708-C385-4D3A-A709-FDC49A94934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94" y="3752"/>
                  <a:ext cx="64" cy="24"/>
                  <a:chOff x="4594" y="3752"/>
                  <a:chExt cx="64" cy="24"/>
                </a:xfrm>
              </p:grpSpPr>
              <p:sp>
                <p:nvSpPr>
                  <p:cNvPr id="39204" name="Line 225">
                    <a:extLst>
                      <a:ext uri="{FF2B5EF4-FFF2-40B4-BE49-F238E27FC236}">
                        <a16:creationId xmlns:a16="http://schemas.microsoft.com/office/drawing/2014/main" id="{D508888F-0754-4B76-9883-8C086A073AB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12" y="3752"/>
                    <a:ext cx="33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205" name="Line 226">
                    <a:extLst>
                      <a:ext uri="{FF2B5EF4-FFF2-40B4-BE49-F238E27FC236}">
                        <a16:creationId xmlns:a16="http://schemas.microsoft.com/office/drawing/2014/main" id="{096F0A9D-816C-4936-B69A-4705111F1E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05" y="3765"/>
                    <a:ext cx="31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206" name="Line 227">
                    <a:extLst>
                      <a:ext uri="{FF2B5EF4-FFF2-40B4-BE49-F238E27FC236}">
                        <a16:creationId xmlns:a16="http://schemas.microsoft.com/office/drawing/2014/main" id="{8271C9CB-B5C3-4541-9B34-4502479ED2E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594" y="3776"/>
                    <a:ext cx="64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9186" name="Group 228">
                  <a:extLst>
                    <a:ext uri="{FF2B5EF4-FFF2-40B4-BE49-F238E27FC236}">
                      <a16:creationId xmlns:a16="http://schemas.microsoft.com/office/drawing/2014/main" id="{54486C26-8EBB-41EA-8C50-7F08FB880A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63" y="3745"/>
                  <a:ext cx="389" cy="40"/>
                  <a:chOff x="4763" y="3745"/>
                  <a:chExt cx="389" cy="40"/>
                </a:xfrm>
              </p:grpSpPr>
              <p:sp>
                <p:nvSpPr>
                  <p:cNvPr id="39198" name="Line 229">
                    <a:extLst>
                      <a:ext uri="{FF2B5EF4-FFF2-40B4-BE49-F238E27FC236}">
                        <a16:creationId xmlns:a16="http://schemas.microsoft.com/office/drawing/2014/main" id="{0982F883-53F5-49E3-879D-EEB9D02F156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763" y="3784"/>
                    <a:ext cx="23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199" name="Line 230">
                    <a:extLst>
                      <a:ext uri="{FF2B5EF4-FFF2-40B4-BE49-F238E27FC236}">
                        <a16:creationId xmlns:a16="http://schemas.microsoft.com/office/drawing/2014/main" id="{1B6119A5-CAA2-4E90-AD91-430F64D9997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100" y="3745"/>
                    <a:ext cx="4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200" name="Line 231">
                    <a:extLst>
                      <a:ext uri="{FF2B5EF4-FFF2-40B4-BE49-F238E27FC236}">
                        <a16:creationId xmlns:a16="http://schemas.microsoft.com/office/drawing/2014/main" id="{B8296C93-AE41-4AB6-97A1-37A70405800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115" y="3759"/>
                    <a:ext cx="37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201" name="Line 232">
                    <a:extLst>
                      <a:ext uri="{FF2B5EF4-FFF2-40B4-BE49-F238E27FC236}">
                        <a16:creationId xmlns:a16="http://schemas.microsoft.com/office/drawing/2014/main" id="{C03210DC-0158-49C9-8F11-DCA9AA6DB17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083" y="3772"/>
                    <a:ext cx="6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202" name="Line 233">
                    <a:extLst>
                      <a:ext uri="{FF2B5EF4-FFF2-40B4-BE49-F238E27FC236}">
                        <a16:creationId xmlns:a16="http://schemas.microsoft.com/office/drawing/2014/main" id="{C9FB372B-9D9D-4E4B-8389-D687505D375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020" y="3784"/>
                    <a:ext cx="31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203" name="Line 234">
                    <a:extLst>
                      <a:ext uri="{FF2B5EF4-FFF2-40B4-BE49-F238E27FC236}">
                        <a16:creationId xmlns:a16="http://schemas.microsoft.com/office/drawing/2014/main" id="{F2377480-7CFE-412B-B1F1-E3D9D3D615B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071" y="3785"/>
                    <a:ext cx="77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9187" name="Group 235">
                  <a:extLst>
                    <a:ext uri="{FF2B5EF4-FFF2-40B4-BE49-F238E27FC236}">
                      <a16:creationId xmlns:a16="http://schemas.microsoft.com/office/drawing/2014/main" id="{B24E2BAD-F3FB-41A6-A24F-C2244F597C4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180" y="3752"/>
                  <a:ext cx="115" cy="34"/>
                  <a:chOff x="5180" y="3752"/>
                  <a:chExt cx="115" cy="34"/>
                </a:xfrm>
              </p:grpSpPr>
              <p:sp>
                <p:nvSpPr>
                  <p:cNvPr id="39195" name="Line 236">
                    <a:extLst>
                      <a:ext uri="{FF2B5EF4-FFF2-40B4-BE49-F238E27FC236}">
                        <a16:creationId xmlns:a16="http://schemas.microsoft.com/office/drawing/2014/main" id="{74FAEEA5-91B8-422F-9CAD-2F39BCC4596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180" y="3752"/>
                    <a:ext cx="108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196" name="Line 237">
                    <a:extLst>
                      <a:ext uri="{FF2B5EF4-FFF2-40B4-BE49-F238E27FC236}">
                        <a16:creationId xmlns:a16="http://schemas.microsoft.com/office/drawing/2014/main" id="{D8B21E9A-61C8-433E-8BDC-F7F52E8386E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196" y="3767"/>
                    <a:ext cx="94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197" name="Line 238">
                    <a:extLst>
                      <a:ext uri="{FF2B5EF4-FFF2-40B4-BE49-F238E27FC236}">
                        <a16:creationId xmlns:a16="http://schemas.microsoft.com/office/drawing/2014/main" id="{3C07B103-338F-4F4E-884C-446ED4A6EF8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198" y="3786"/>
                    <a:ext cx="97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9188" name="Group 239">
                  <a:extLst>
                    <a:ext uri="{FF2B5EF4-FFF2-40B4-BE49-F238E27FC236}">
                      <a16:creationId xmlns:a16="http://schemas.microsoft.com/office/drawing/2014/main" id="{54D5F77E-2FC4-428E-9286-0A082239C50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324" y="3752"/>
                  <a:ext cx="139" cy="36"/>
                  <a:chOff x="5324" y="3752"/>
                  <a:chExt cx="139" cy="36"/>
                </a:xfrm>
              </p:grpSpPr>
              <p:sp>
                <p:nvSpPr>
                  <p:cNvPr id="39189" name="Line 240">
                    <a:extLst>
                      <a:ext uri="{FF2B5EF4-FFF2-40B4-BE49-F238E27FC236}">
                        <a16:creationId xmlns:a16="http://schemas.microsoft.com/office/drawing/2014/main" id="{A5528155-E17B-4ED4-B650-D130B134C1C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35" y="3752"/>
                    <a:ext cx="103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190" name="Line 241">
                    <a:extLst>
                      <a:ext uri="{FF2B5EF4-FFF2-40B4-BE49-F238E27FC236}">
                        <a16:creationId xmlns:a16="http://schemas.microsoft.com/office/drawing/2014/main" id="{63220590-43E6-4176-84C3-2502BE387DD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24" y="3765"/>
                    <a:ext cx="82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191" name="Line 242">
                    <a:extLst>
                      <a:ext uri="{FF2B5EF4-FFF2-40B4-BE49-F238E27FC236}">
                        <a16:creationId xmlns:a16="http://schemas.microsoft.com/office/drawing/2014/main" id="{A8778A32-C805-4B0D-8D2B-2C4DEA6D226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35" y="3776"/>
                    <a:ext cx="76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192" name="Line 243">
                    <a:extLst>
                      <a:ext uri="{FF2B5EF4-FFF2-40B4-BE49-F238E27FC236}">
                        <a16:creationId xmlns:a16="http://schemas.microsoft.com/office/drawing/2014/main" id="{4A5DF99D-93D0-4787-99D4-45097007321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32" y="3788"/>
                    <a:ext cx="96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193" name="Line 244">
                    <a:extLst>
                      <a:ext uri="{FF2B5EF4-FFF2-40B4-BE49-F238E27FC236}">
                        <a16:creationId xmlns:a16="http://schemas.microsoft.com/office/drawing/2014/main" id="{7A2E5B0E-6187-497E-9AB6-2830AC476E8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433" y="3766"/>
                    <a:ext cx="22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9194" name="Line 245">
                    <a:extLst>
                      <a:ext uri="{FF2B5EF4-FFF2-40B4-BE49-F238E27FC236}">
                        <a16:creationId xmlns:a16="http://schemas.microsoft.com/office/drawing/2014/main" id="{FDC89387-684C-4B38-9353-3EB14E01DC4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443" y="3782"/>
                    <a:ext cx="20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39172" name="Group 246">
              <a:extLst>
                <a:ext uri="{FF2B5EF4-FFF2-40B4-BE49-F238E27FC236}">
                  <a16:creationId xmlns:a16="http://schemas.microsoft.com/office/drawing/2014/main" id="{DA6236AF-9DE2-48A6-A09B-B525269F6F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17" y="3441"/>
              <a:ext cx="461" cy="75"/>
              <a:chOff x="4817" y="3441"/>
              <a:chExt cx="461" cy="75"/>
            </a:xfrm>
          </p:grpSpPr>
          <p:grpSp>
            <p:nvGrpSpPr>
              <p:cNvPr id="39177" name="Group 247">
                <a:extLst>
                  <a:ext uri="{FF2B5EF4-FFF2-40B4-BE49-F238E27FC236}">
                    <a16:creationId xmlns:a16="http://schemas.microsoft.com/office/drawing/2014/main" id="{69F40D14-CC2C-4882-8399-9FD09A75FF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17" y="3466"/>
                <a:ext cx="461" cy="50"/>
                <a:chOff x="4817" y="3466"/>
                <a:chExt cx="461" cy="50"/>
              </a:xfrm>
            </p:grpSpPr>
            <p:sp>
              <p:nvSpPr>
                <p:cNvPr id="39179" name="Freeform 248">
                  <a:extLst>
                    <a:ext uri="{FF2B5EF4-FFF2-40B4-BE49-F238E27FC236}">
                      <a16:creationId xmlns:a16="http://schemas.microsoft.com/office/drawing/2014/main" id="{5C780642-77D5-459A-AFEA-12A66D5C11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17" y="3466"/>
                  <a:ext cx="461" cy="31"/>
                </a:xfrm>
                <a:custGeom>
                  <a:avLst/>
                  <a:gdLst>
                    <a:gd name="T0" fmla="*/ 0 w 461"/>
                    <a:gd name="T1" fmla="*/ 30 h 31"/>
                    <a:gd name="T2" fmla="*/ 460 w 461"/>
                    <a:gd name="T3" fmla="*/ 30 h 31"/>
                    <a:gd name="T4" fmla="*/ 434 w 461"/>
                    <a:gd name="T5" fmla="*/ 0 h 31"/>
                    <a:gd name="T6" fmla="*/ 28 w 461"/>
                    <a:gd name="T7" fmla="*/ 0 h 31"/>
                    <a:gd name="T8" fmla="*/ 0 w 461"/>
                    <a:gd name="T9" fmla="*/ 3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61"/>
                    <a:gd name="T16" fmla="*/ 0 h 31"/>
                    <a:gd name="T17" fmla="*/ 461 w 461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61" h="31">
                      <a:moveTo>
                        <a:pt x="0" y="30"/>
                      </a:moveTo>
                      <a:lnTo>
                        <a:pt x="460" y="30"/>
                      </a:lnTo>
                      <a:lnTo>
                        <a:pt x="434" y="0"/>
                      </a:lnTo>
                      <a:lnTo>
                        <a:pt x="28" y="0"/>
                      </a:lnTo>
                      <a:lnTo>
                        <a:pt x="0" y="30"/>
                      </a:lnTo>
                    </a:path>
                  </a:pathLst>
                </a:custGeom>
                <a:solidFill>
                  <a:srgbClr val="C0C0C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180" name="Rectangle 249">
                  <a:extLst>
                    <a:ext uri="{FF2B5EF4-FFF2-40B4-BE49-F238E27FC236}">
                      <a16:creationId xmlns:a16="http://schemas.microsoft.com/office/drawing/2014/main" id="{DF84A8F5-29B3-44E7-8767-8EB394CC8F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20" y="3499"/>
                  <a:ext cx="449" cy="17"/>
                </a:xfrm>
                <a:prstGeom prst="rect">
                  <a:avLst/>
                </a:prstGeom>
                <a:solidFill>
                  <a:srgbClr val="C0C0C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en-US" sz="1800"/>
                </a:p>
              </p:txBody>
            </p:sp>
          </p:grpSp>
          <p:sp>
            <p:nvSpPr>
              <p:cNvPr id="39178" name="Freeform 250">
                <a:extLst>
                  <a:ext uri="{FF2B5EF4-FFF2-40B4-BE49-F238E27FC236}">
                    <a16:creationId xmlns:a16="http://schemas.microsoft.com/office/drawing/2014/main" id="{E70C5384-9DF0-4652-9458-1E55A3155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3" y="3441"/>
                <a:ext cx="246" cy="56"/>
              </a:xfrm>
              <a:custGeom>
                <a:avLst/>
                <a:gdLst>
                  <a:gd name="T0" fmla="*/ 0 w 246"/>
                  <a:gd name="T1" fmla="*/ 31 h 56"/>
                  <a:gd name="T2" fmla="*/ 0 w 246"/>
                  <a:gd name="T3" fmla="*/ 0 h 56"/>
                  <a:gd name="T4" fmla="*/ 245 w 246"/>
                  <a:gd name="T5" fmla="*/ 0 h 56"/>
                  <a:gd name="T6" fmla="*/ 245 w 246"/>
                  <a:gd name="T7" fmla="*/ 31 h 56"/>
                  <a:gd name="T8" fmla="*/ 244 w 246"/>
                  <a:gd name="T9" fmla="*/ 34 h 56"/>
                  <a:gd name="T10" fmla="*/ 242 w 246"/>
                  <a:gd name="T11" fmla="*/ 37 h 56"/>
                  <a:gd name="T12" fmla="*/ 237 w 246"/>
                  <a:gd name="T13" fmla="*/ 39 h 56"/>
                  <a:gd name="T14" fmla="*/ 232 w 246"/>
                  <a:gd name="T15" fmla="*/ 42 h 56"/>
                  <a:gd name="T16" fmla="*/ 225 w 246"/>
                  <a:gd name="T17" fmla="*/ 44 h 56"/>
                  <a:gd name="T18" fmla="*/ 219 w 246"/>
                  <a:gd name="T19" fmla="*/ 46 h 56"/>
                  <a:gd name="T20" fmla="*/ 211 w 246"/>
                  <a:gd name="T21" fmla="*/ 47 h 56"/>
                  <a:gd name="T22" fmla="*/ 201 w 246"/>
                  <a:gd name="T23" fmla="*/ 49 h 56"/>
                  <a:gd name="T24" fmla="*/ 193 w 246"/>
                  <a:gd name="T25" fmla="*/ 50 h 56"/>
                  <a:gd name="T26" fmla="*/ 181 w 246"/>
                  <a:gd name="T27" fmla="*/ 52 h 56"/>
                  <a:gd name="T28" fmla="*/ 170 w 246"/>
                  <a:gd name="T29" fmla="*/ 53 h 56"/>
                  <a:gd name="T30" fmla="*/ 159 w 246"/>
                  <a:gd name="T31" fmla="*/ 54 h 56"/>
                  <a:gd name="T32" fmla="*/ 147 w 246"/>
                  <a:gd name="T33" fmla="*/ 54 h 56"/>
                  <a:gd name="T34" fmla="*/ 134 w 246"/>
                  <a:gd name="T35" fmla="*/ 55 h 56"/>
                  <a:gd name="T36" fmla="*/ 117 w 246"/>
                  <a:gd name="T37" fmla="*/ 55 h 56"/>
                  <a:gd name="T38" fmla="*/ 101 w 246"/>
                  <a:gd name="T39" fmla="*/ 54 h 56"/>
                  <a:gd name="T40" fmla="*/ 86 w 246"/>
                  <a:gd name="T41" fmla="*/ 54 h 56"/>
                  <a:gd name="T42" fmla="*/ 72 w 246"/>
                  <a:gd name="T43" fmla="*/ 53 h 56"/>
                  <a:gd name="T44" fmla="*/ 61 w 246"/>
                  <a:gd name="T45" fmla="*/ 51 h 56"/>
                  <a:gd name="T46" fmla="*/ 52 w 246"/>
                  <a:gd name="T47" fmla="*/ 50 h 56"/>
                  <a:gd name="T48" fmla="*/ 41 w 246"/>
                  <a:gd name="T49" fmla="*/ 48 h 56"/>
                  <a:gd name="T50" fmla="*/ 31 w 246"/>
                  <a:gd name="T51" fmla="*/ 47 h 56"/>
                  <a:gd name="T52" fmla="*/ 23 w 246"/>
                  <a:gd name="T53" fmla="*/ 45 h 56"/>
                  <a:gd name="T54" fmla="*/ 16 w 246"/>
                  <a:gd name="T55" fmla="*/ 42 h 56"/>
                  <a:gd name="T56" fmla="*/ 11 w 246"/>
                  <a:gd name="T57" fmla="*/ 40 h 56"/>
                  <a:gd name="T58" fmla="*/ 7 w 246"/>
                  <a:gd name="T59" fmla="*/ 38 h 56"/>
                  <a:gd name="T60" fmla="*/ 4 w 246"/>
                  <a:gd name="T61" fmla="*/ 36 h 56"/>
                  <a:gd name="T62" fmla="*/ 2 w 246"/>
                  <a:gd name="T63" fmla="*/ 34 h 56"/>
                  <a:gd name="T64" fmla="*/ 0 w 246"/>
                  <a:gd name="T65" fmla="*/ 31 h 5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6"/>
                  <a:gd name="T100" fmla="*/ 0 h 56"/>
                  <a:gd name="T101" fmla="*/ 246 w 246"/>
                  <a:gd name="T102" fmla="*/ 56 h 5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6" h="56">
                    <a:moveTo>
                      <a:pt x="0" y="31"/>
                    </a:moveTo>
                    <a:lnTo>
                      <a:pt x="0" y="0"/>
                    </a:lnTo>
                    <a:lnTo>
                      <a:pt x="245" y="0"/>
                    </a:lnTo>
                    <a:lnTo>
                      <a:pt x="245" y="31"/>
                    </a:lnTo>
                    <a:lnTo>
                      <a:pt x="244" y="34"/>
                    </a:lnTo>
                    <a:lnTo>
                      <a:pt x="242" y="37"/>
                    </a:lnTo>
                    <a:lnTo>
                      <a:pt x="237" y="39"/>
                    </a:lnTo>
                    <a:lnTo>
                      <a:pt x="232" y="42"/>
                    </a:lnTo>
                    <a:lnTo>
                      <a:pt x="225" y="44"/>
                    </a:lnTo>
                    <a:lnTo>
                      <a:pt x="219" y="46"/>
                    </a:lnTo>
                    <a:lnTo>
                      <a:pt x="211" y="47"/>
                    </a:lnTo>
                    <a:lnTo>
                      <a:pt x="201" y="49"/>
                    </a:lnTo>
                    <a:lnTo>
                      <a:pt x="193" y="50"/>
                    </a:lnTo>
                    <a:lnTo>
                      <a:pt x="181" y="52"/>
                    </a:lnTo>
                    <a:lnTo>
                      <a:pt x="170" y="53"/>
                    </a:lnTo>
                    <a:lnTo>
                      <a:pt x="159" y="54"/>
                    </a:lnTo>
                    <a:lnTo>
                      <a:pt x="147" y="54"/>
                    </a:lnTo>
                    <a:lnTo>
                      <a:pt x="134" y="55"/>
                    </a:lnTo>
                    <a:lnTo>
                      <a:pt x="117" y="55"/>
                    </a:lnTo>
                    <a:lnTo>
                      <a:pt x="101" y="54"/>
                    </a:lnTo>
                    <a:lnTo>
                      <a:pt x="86" y="54"/>
                    </a:lnTo>
                    <a:lnTo>
                      <a:pt x="72" y="53"/>
                    </a:lnTo>
                    <a:lnTo>
                      <a:pt x="61" y="51"/>
                    </a:lnTo>
                    <a:lnTo>
                      <a:pt x="52" y="50"/>
                    </a:lnTo>
                    <a:lnTo>
                      <a:pt x="41" y="48"/>
                    </a:lnTo>
                    <a:lnTo>
                      <a:pt x="31" y="47"/>
                    </a:lnTo>
                    <a:lnTo>
                      <a:pt x="23" y="45"/>
                    </a:lnTo>
                    <a:lnTo>
                      <a:pt x="16" y="42"/>
                    </a:lnTo>
                    <a:lnTo>
                      <a:pt x="11" y="40"/>
                    </a:lnTo>
                    <a:lnTo>
                      <a:pt x="7" y="38"/>
                    </a:lnTo>
                    <a:lnTo>
                      <a:pt x="4" y="36"/>
                    </a:lnTo>
                    <a:lnTo>
                      <a:pt x="2" y="34"/>
                    </a:lnTo>
                    <a:lnTo>
                      <a:pt x="0" y="31"/>
                    </a:lnTo>
                  </a:path>
                </a:pathLst>
              </a:custGeom>
              <a:solidFill>
                <a:srgbClr val="C0C0C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9173" name="AutoShape 251">
              <a:extLst>
                <a:ext uri="{FF2B5EF4-FFF2-40B4-BE49-F238E27FC236}">
                  <a16:creationId xmlns:a16="http://schemas.microsoft.com/office/drawing/2014/main" id="{F007C141-A6BD-4D56-A76A-F149FBBB1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3084"/>
              <a:ext cx="561" cy="360"/>
            </a:xfrm>
            <a:prstGeom prst="roundRect">
              <a:avLst>
                <a:gd name="adj" fmla="val 12292"/>
              </a:avLst>
            </a:prstGeom>
            <a:solidFill>
              <a:srgbClr val="C0C0C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en-US" sz="1800"/>
            </a:p>
          </p:txBody>
        </p:sp>
        <p:sp>
          <p:nvSpPr>
            <p:cNvPr id="39174" name="AutoShape 252">
              <a:extLst>
                <a:ext uri="{FF2B5EF4-FFF2-40B4-BE49-F238E27FC236}">
                  <a16:creationId xmlns:a16="http://schemas.microsoft.com/office/drawing/2014/main" id="{B3D04D88-CD7C-42A4-8969-D2A957889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7" y="3125"/>
              <a:ext cx="433" cy="278"/>
            </a:xfrm>
            <a:prstGeom prst="roundRect">
              <a:avLst>
                <a:gd name="adj" fmla="val 11981"/>
              </a:avLst>
            </a:prstGeom>
            <a:solidFill>
              <a:srgbClr val="80808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en-US" sz="1800"/>
            </a:p>
          </p:txBody>
        </p:sp>
        <p:sp>
          <p:nvSpPr>
            <p:cNvPr id="39175" name="AutoShape 253">
              <a:extLst>
                <a:ext uri="{FF2B5EF4-FFF2-40B4-BE49-F238E27FC236}">
                  <a16:creationId xmlns:a16="http://schemas.microsoft.com/office/drawing/2014/main" id="{4896F9B5-5E29-47D0-B3B4-1BAECF80B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2" y="3141"/>
              <a:ext cx="383" cy="246"/>
            </a:xfrm>
            <a:prstGeom prst="roundRect">
              <a:avLst>
                <a:gd name="adj" fmla="val 12301"/>
              </a:avLst>
            </a:prstGeom>
            <a:solidFill>
              <a:srgbClr val="C0FEF9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en-US" sz="1800"/>
            </a:p>
          </p:txBody>
        </p:sp>
        <p:sp>
          <p:nvSpPr>
            <p:cNvPr id="39176" name="Rectangle 254">
              <a:extLst>
                <a:ext uri="{FF2B5EF4-FFF2-40B4-BE49-F238E27FC236}">
                  <a16:creationId xmlns:a16="http://schemas.microsoft.com/office/drawing/2014/main" id="{17D76C7A-D608-46DC-B265-827BA8D9C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429"/>
              <a:ext cx="6" cy="1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en-US" sz="1800"/>
            </a:p>
          </p:txBody>
        </p:sp>
      </p:grpSp>
      <p:sp>
        <p:nvSpPr>
          <p:cNvPr id="38933" name="Text Box 255">
            <a:extLst>
              <a:ext uri="{FF2B5EF4-FFF2-40B4-BE49-F238E27FC236}">
                <a16:creationId xmlns:a16="http://schemas.microsoft.com/office/drawing/2014/main" id="{E0BF3392-E4DA-41F3-839A-230B6B300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6248400"/>
            <a:ext cx="1577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GB" altLang="en-US" sz="2400">
                <a:solidFill>
                  <a:srgbClr val="E4005C"/>
                </a:solidFill>
                <a:latin typeface="Times New Roman" panose="02020603050405020304" pitchFamily="18" charset="0"/>
              </a:rPr>
              <a:t>Mail Client</a:t>
            </a:r>
          </a:p>
        </p:txBody>
      </p:sp>
      <p:grpSp>
        <p:nvGrpSpPr>
          <p:cNvPr id="38934" name="Group 256">
            <a:extLst>
              <a:ext uri="{FF2B5EF4-FFF2-40B4-BE49-F238E27FC236}">
                <a16:creationId xmlns:a16="http://schemas.microsoft.com/office/drawing/2014/main" id="{83B6B36B-A423-41B4-8652-8B167447E94D}"/>
              </a:ext>
            </a:extLst>
          </p:cNvPr>
          <p:cNvGrpSpPr>
            <a:grpSpLocks/>
          </p:cNvGrpSpPr>
          <p:nvPr/>
        </p:nvGrpSpPr>
        <p:grpSpPr bwMode="auto">
          <a:xfrm>
            <a:off x="7261225" y="4953000"/>
            <a:ext cx="1682750" cy="1184275"/>
            <a:chOff x="4505" y="3084"/>
            <a:chExt cx="1060" cy="746"/>
          </a:xfrm>
        </p:grpSpPr>
        <p:grpSp>
          <p:nvGrpSpPr>
            <p:cNvPr id="38936" name="Group 257">
              <a:extLst>
                <a:ext uri="{FF2B5EF4-FFF2-40B4-BE49-F238E27FC236}">
                  <a16:creationId xmlns:a16="http://schemas.microsoft.com/office/drawing/2014/main" id="{4249A166-AD71-4E0C-B279-EAF2EC2BFB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11" y="3483"/>
              <a:ext cx="673" cy="230"/>
              <a:chOff x="4711" y="3483"/>
              <a:chExt cx="673" cy="230"/>
            </a:xfrm>
          </p:grpSpPr>
          <p:grpSp>
            <p:nvGrpSpPr>
              <p:cNvPr id="38986" name="Group 258">
                <a:extLst>
                  <a:ext uri="{FF2B5EF4-FFF2-40B4-BE49-F238E27FC236}">
                    <a16:creationId xmlns:a16="http://schemas.microsoft.com/office/drawing/2014/main" id="{B8CAF69D-48E9-473F-861F-26764209D6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11" y="3483"/>
                <a:ext cx="673" cy="230"/>
                <a:chOff x="4711" y="3483"/>
                <a:chExt cx="673" cy="230"/>
              </a:xfrm>
            </p:grpSpPr>
            <p:grpSp>
              <p:nvGrpSpPr>
                <p:cNvPr id="39032" name="Group 259">
                  <a:extLst>
                    <a:ext uri="{FF2B5EF4-FFF2-40B4-BE49-F238E27FC236}">
                      <a16:creationId xmlns:a16="http://schemas.microsoft.com/office/drawing/2014/main" id="{43E01550-4FFA-42A1-861A-7963AB85D13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11" y="3483"/>
                  <a:ext cx="673" cy="230"/>
                  <a:chOff x="4711" y="3483"/>
                  <a:chExt cx="673" cy="230"/>
                </a:xfrm>
              </p:grpSpPr>
              <p:grpSp>
                <p:nvGrpSpPr>
                  <p:cNvPr id="39038" name="Group 260">
                    <a:extLst>
                      <a:ext uri="{FF2B5EF4-FFF2-40B4-BE49-F238E27FC236}">
                        <a16:creationId xmlns:a16="http://schemas.microsoft.com/office/drawing/2014/main" id="{FEE4C95C-1E17-4203-9DBE-B6CEBD47159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11" y="3483"/>
                    <a:ext cx="673" cy="230"/>
                    <a:chOff x="4711" y="3483"/>
                    <a:chExt cx="673" cy="230"/>
                  </a:xfrm>
                </p:grpSpPr>
                <p:grpSp>
                  <p:nvGrpSpPr>
                    <p:cNvPr id="39166" name="Group 261">
                      <a:extLst>
                        <a:ext uri="{FF2B5EF4-FFF2-40B4-BE49-F238E27FC236}">
                          <a16:creationId xmlns:a16="http://schemas.microsoft.com/office/drawing/2014/main" id="{509338E7-5523-4785-B187-3D8E2885994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11" y="3483"/>
                      <a:ext cx="673" cy="230"/>
                      <a:chOff x="4711" y="3483"/>
                      <a:chExt cx="673" cy="230"/>
                    </a:xfrm>
                  </p:grpSpPr>
                  <p:sp>
                    <p:nvSpPr>
                      <p:cNvPr id="39168" name="Rectangle 262">
                        <a:extLst>
                          <a:ext uri="{FF2B5EF4-FFF2-40B4-BE49-F238E27FC236}">
                            <a16:creationId xmlns:a16="http://schemas.microsoft.com/office/drawing/2014/main" id="{B4C2CE4B-D561-4DFF-89FB-EFC6145DBD6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712" y="3542"/>
                        <a:ext cx="663" cy="171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en-GB" altLang="en-US" sz="1800"/>
                      </a:p>
                    </p:txBody>
                  </p:sp>
                  <p:sp>
                    <p:nvSpPr>
                      <p:cNvPr id="39169" name="Freeform 263">
                        <a:extLst>
                          <a:ext uri="{FF2B5EF4-FFF2-40B4-BE49-F238E27FC236}">
                            <a16:creationId xmlns:a16="http://schemas.microsoft.com/office/drawing/2014/main" id="{9222B34E-35AB-4015-817A-311FC828153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11" y="3483"/>
                        <a:ext cx="673" cy="56"/>
                      </a:xfrm>
                      <a:custGeom>
                        <a:avLst/>
                        <a:gdLst>
                          <a:gd name="T0" fmla="*/ 0 w 673"/>
                          <a:gd name="T1" fmla="*/ 55 h 56"/>
                          <a:gd name="T2" fmla="*/ 672 w 673"/>
                          <a:gd name="T3" fmla="*/ 55 h 56"/>
                          <a:gd name="T4" fmla="*/ 609 w 673"/>
                          <a:gd name="T5" fmla="*/ 0 h 56"/>
                          <a:gd name="T6" fmla="*/ 71 w 673"/>
                          <a:gd name="T7" fmla="*/ 0 h 56"/>
                          <a:gd name="T8" fmla="*/ 0 w 673"/>
                          <a:gd name="T9" fmla="*/ 55 h 5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673"/>
                          <a:gd name="T16" fmla="*/ 0 h 56"/>
                          <a:gd name="T17" fmla="*/ 673 w 673"/>
                          <a:gd name="T18" fmla="*/ 56 h 5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673" h="56">
                            <a:moveTo>
                              <a:pt x="0" y="55"/>
                            </a:moveTo>
                            <a:lnTo>
                              <a:pt x="672" y="55"/>
                            </a:lnTo>
                            <a:lnTo>
                              <a:pt x="609" y="0"/>
                            </a:lnTo>
                            <a:lnTo>
                              <a:pt x="71" y="0"/>
                            </a:lnTo>
                            <a:lnTo>
                              <a:pt x="0" y="55"/>
                            </a:lnTo>
                          </a:path>
                        </a:pathLst>
                      </a:custGeom>
                      <a:solidFill>
                        <a:srgbClr val="C0C0C0"/>
                      </a:solidFill>
                      <a:ln w="12700" cap="rnd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39167" name="Line 264">
                      <a:extLst>
                        <a:ext uri="{FF2B5EF4-FFF2-40B4-BE49-F238E27FC236}">
                          <a16:creationId xmlns:a16="http://schemas.microsoft.com/office/drawing/2014/main" id="{043A7F13-1393-495C-9DC1-07C5AE03FB1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727" y="3529"/>
                      <a:ext cx="643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39039" name="Group 265">
                    <a:extLst>
                      <a:ext uri="{FF2B5EF4-FFF2-40B4-BE49-F238E27FC236}">
                        <a16:creationId xmlns:a16="http://schemas.microsoft.com/office/drawing/2014/main" id="{07A1706C-D606-4AFC-94BD-003F7B4AD8C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6" y="3674"/>
                    <a:ext cx="630" cy="34"/>
                    <a:chOff x="4736" y="3674"/>
                    <a:chExt cx="630" cy="34"/>
                  </a:xfrm>
                </p:grpSpPr>
                <p:grpSp>
                  <p:nvGrpSpPr>
                    <p:cNvPr id="39040" name="Group 266">
                      <a:extLst>
                        <a:ext uri="{FF2B5EF4-FFF2-40B4-BE49-F238E27FC236}">
                          <a16:creationId xmlns:a16="http://schemas.microsoft.com/office/drawing/2014/main" id="{B1C5309F-8193-4A71-BCAF-E36F966D94D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6" y="3674"/>
                      <a:ext cx="311" cy="34"/>
                      <a:chOff x="4736" y="3674"/>
                      <a:chExt cx="311" cy="34"/>
                    </a:xfrm>
                  </p:grpSpPr>
                  <p:grpSp>
                    <p:nvGrpSpPr>
                      <p:cNvPr id="39104" name="Group 267">
                        <a:extLst>
                          <a:ext uri="{FF2B5EF4-FFF2-40B4-BE49-F238E27FC236}">
                            <a16:creationId xmlns:a16="http://schemas.microsoft.com/office/drawing/2014/main" id="{DEDFA7E4-9B09-4C6B-9792-88E85354ED71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736" y="3675"/>
                        <a:ext cx="152" cy="33"/>
                        <a:chOff x="4736" y="3675"/>
                        <a:chExt cx="152" cy="33"/>
                      </a:xfrm>
                    </p:grpSpPr>
                    <p:grpSp>
                      <p:nvGrpSpPr>
                        <p:cNvPr id="39136" name="Group 268">
                          <a:extLst>
                            <a:ext uri="{FF2B5EF4-FFF2-40B4-BE49-F238E27FC236}">
                              <a16:creationId xmlns:a16="http://schemas.microsoft.com/office/drawing/2014/main" id="{A5195289-7702-432D-ADF8-85B938EBBDF1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736" y="3675"/>
                          <a:ext cx="72" cy="33"/>
                          <a:chOff x="4736" y="3675"/>
                          <a:chExt cx="72" cy="33"/>
                        </a:xfrm>
                      </p:grpSpPr>
                      <p:grpSp>
                        <p:nvGrpSpPr>
                          <p:cNvPr id="39152" name="Group 269">
                            <a:extLst>
                              <a:ext uri="{FF2B5EF4-FFF2-40B4-BE49-F238E27FC236}">
                                <a16:creationId xmlns:a16="http://schemas.microsoft.com/office/drawing/2014/main" id="{51562534-04B5-46A2-B814-3CE31B14B43A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736" y="3675"/>
                            <a:ext cx="32" cy="33"/>
                            <a:chOff x="4736" y="3675"/>
                            <a:chExt cx="32" cy="33"/>
                          </a:xfrm>
                        </p:grpSpPr>
                        <p:grpSp>
                          <p:nvGrpSpPr>
                            <p:cNvPr id="39160" name="Group 270">
                              <a:extLst>
                                <a:ext uri="{FF2B5EF4-FFF2-40B4-BE49-F238E27FC236}">
                                  <a16:creationId xmlns:a16="http://schemas.microsoft.com/office/drawing/2014/main" id="{8839367F-1D93-437B-AD9E-2BCBF0491985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736" y="3675"/>
                              <a:ext cx="12" cy="33"/>
                              <a:chOff x="4736" y="3675"/>
                              <a:chExt cx="12" cy="33"/>
                            </a:xfrm>
                          </p:grpSpPr>
                          <p:sp>
                            <p:nvSpPr>
                              <p:cNvPr id="39164" name="Freeform 271">
                                <a:extLst>
                                  <a:ext uri="{FF2B5EF4-FFF2-40B4-BE49-F238E27FC236}">
                                    <a16:creationId xmlns:a16="http://schemas.microsoft.com/office/drawing/2014/main" id="{6A27DF65-9253-4EE8-A26A-2EEC6F487DF5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73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165" name="Freeform 272">
                                <a:extLst>
                                  <a:ext uri="{FF2B5EF4-FFF2-40B4-BE49-F238E27FC236}">
                                    <a16:creationId xmlns:a16="http://schemas.microsoft.com/office/drawing/2014/main" id="{C23B7863-826B-406E-8CFF-131F3B70B42B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74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161" name="Group 273">
                              <a:extLst>
                                <a:ext uri="{FF2B5EF4-FFF2-40B4-BE49-F238E27FC236}">
                                  <a16:creationId xmlns:a16="http://schemas.microsoft.com/office/drawing/2014/main" id="{18F68BB7-6DD1-4666-826B-221F1195C77F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756" y="3675"/>
                              <a:ext cx="12" cy="33"/>
                              <a:chOff x="4756" y="3675"/>
                              <a:chExt cx="12" cy="33"/>
                            </a:xfrm>
                          </p:grpSpPr>
                          <p:sp>
                            <p:nvSpPr>
                              <p:cNvPr id="39162" name="Freeform 274">
                                <a:extLst>
                                  <a:ext uri="{FF2B5EF4-FFF2-40B4-BE49-F238E27FC236}">
                                    <a16:creationId xmlns:a16="http://schemas.microsoft.com/office/drawing/2014/main" id="{666D4A0F-3E1A-412B-AB75-D043BC2D8B66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75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163" name="Freeform 275">
                                <a:extLst>
                                  <a:ext uri="{FF2B5EF4-FFF2-40B4-BE49-F238E27FC236}">
                                    <a16:creationId xmlns:a16="http://schemas.microsoft.com/office/drawing/2014/main" id="{1F6AF4F4-ABB4-40D3-AD9A-B281E5D68346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76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39153" name="Group 276">
                            <a:extLst>
                              <a:ext uri="{FF2B5EF4-FFF2-40B4-BE49-F238E27FC236}">
                                <a16:creationId xmlns:a16="http://schemas.microsoft.com/office/drawing/2014/main" id="{0BD303E4-EDF6-449D-87CD-7C142962D03A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776" y="3675"/>
                            <a:ext cx="32" cy="33"/>
                            <a:chOff x="4776" y="3675"/>
                            <a:chExt cx="32" cy="33"/>
                          </a:xfrm>
                        </p:grpSpPr>
                        <p:grpSp>
                          <p:nvGrpSpPr>
                            <p:cNvPr id="39154" name="Group 277">
                              <a:extLst>
                                <a:ext uri="{FF2B5EF4-FFF2-40B4-BE49-F238E27FC236}">
                                  <a16:creationId xmlns:a16="http://schemas.microsoft.com/office/drawing/2014/main" id="{0E081A27-79F8-402E-ABC4-1264E7C17402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776" y="3675"/>
                              <a:ext cx="12" cy="33"/>
                              <a:chOff x="4776" y="3675"/>
                              <a:chExt cx="12" cy="33"/>
                            </a:xfrm>
                          </p:grpSpPr>
                          <p:sp>
                            <p:nvSpPr>
                              <p:cNvPr id="39158" name="Freeform 278">
                                <a:extLst>
                                  <a:ext uri="{FF2B5EF4-FFF2-40B4-BE49-F238E27FC236}">
                                    <a16:creationId xmlns:a16="http://schemas.microsoft.com/office/drawing/2014/main" id="{48E8D14C-2400-4D37-8CDE-A7731DF5347F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77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159" name="Freeform 279">
                                <a:extLst>
                                  <a:ext uri="{FF2B5EF4-FFF2-40B4-BE49-F238E27FC236}">
                                    <a16:creationId xmlns:a16="http://schemas.microsoft.com/office/drawing/2014/main" id="{E6D8CC0D-9BBF-415A-A75D-5303DBA351A4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78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155" name="Group 280">
                              <a:extLst>
                                <a:ext uri="{FF2B5EF4-FFF2-40B4-BE49-F238E27FC236}">
                                  <a16:creationId xmlns:a16="http://schemas.microsoft.com/office/drawing/2014/main" id="{A792C126-8E78-41EF-9228-3B396175447A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796" y="3675"/>
                              <a:ext cx="12" cy="33"/>
                              <a:chOff x="4796" y="3675"/>
                              <a:chExt cx="12" cy="33"/>
                            </a:xfrm>
                          </p:grpSpPr>
                          <p:sp>
                            <p:nvSpPr>
                              <p:cNvPr id="39156" name="Freeform 281">
                                <a:extLst>
                                  <a:ext uri="{FF2B5EF4-FFF2-40B4-BE49-F238E27FC236}">
                                    <a16:creationId xmlns:a16="http://schemas.microsoft.com/office/drawing/2014/main" id="{695D16EF-BC16-4B67-A90D-6590E8B1CBB6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79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157" name="Freeform 282">
                                <a:extLst>
                                  <a:ext uri="{FF2B5EF4-FFF2-40B4-BE49-F238E27FC236}">
                                    <a16:creationId xmlns:a16="http://schemas.microsoft.com/office/drawing/2014/main" id="{0EFB633D-50B1-484B-AAA6-937AE50FF080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0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  <p:grpSp>
                      <p:nvGrpSpPr>
                        <p:cNvPr id="39137" name="Group 283">
                          <a:extLst>
                            <a:ext uri="{FF2B5EF4-FFF2-40B4-BE49-F238E27FC236}">
                              <a16:creationId xmlns:a16="http://schemas.microsoft.com/office/drawing/2014/main" id="{A54E8CD9-5B41-4967-B1C1-8AB90FCFCB80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816" y="3675"/>
                          <a:ext cx="72" cy="33"/>
                          <a:chOff x="4816" y="3675"/>
                          <a:chExt cx="72" cy="33"/>
                        </a:xfrm>
                      </p:grpSpPr>
                      <p:grpSp>
                        <p:nvGrpSpPr>
                          <p:cNvPr id="39138" name="Group 284">
                            <a:extLst>
                              <a:ext uri="{FF2B5EF4-FFF2-40B4-BE49-F238E27FC236}">
                                <a16:creationId xmlns:a16="http://schemas.microsoft.com/office/drawing/2014/main" id="{ACE5C19D-3451-47F4-9675-316A085C104E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816" y="3675"/>
                            <a:ext cx="32" cy="33"/>
                            <a:chOff x="4816" y="3675"/>
                            <a:chExt cx="32" cy="33"/>
                          </a:xfrm>
                        </p:grpSpPr>
                        <p:grpSp>
                          <p:nvGrpSpPr>
                            <p:cNvPr id="39146" name="Group 285">
                              <a:extLst>
                                <a:ext uri="{FF2B5EF4-FFF2-40B4-BE49-F238E27FC236}">
                                  <a16:creationId xmlns:a16="http://schemas.microsoft.com/office/drawing/2014/main" id="{668A4070-D555-44CC-B3EA-F9803F625C86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816" y="3675"/>
                              <a:ext cx="12" cy="33"/>
                              <a:chOff x="4816" y="3675"/>
                              <a:chExt cx="12" cy="33"/>
                            </a:xfrm>
                          </p:grpSpPr>
                          <p:sp>
                            <p:nvSpPr>
                              <p:cNvPr id="39150" name="Freeform 286">
                                <a:extLst>
                                  <a:ext uri="{FF2B5EF4-FFF2-40B4-BE49-F238E27FC236}">
                                    <a16:creationId xmlns:a16="http://schemas.microsoft.com/office/drawing/2014/main" id="{819420B4-2BF6-467F-BD4B-DB65046170B0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1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151" name="Freeform 287">
                                <a:extLst>
                                  <a:ext uri="{FF2B5EF4-FFF2-40B4-BE49-F238E27FC236}">
                                    <a16:creationId xmlns:a16="http://schemas.microsoft.com/office/drawing/2014/main" id="{90C4690E-CCD9-4F0A-8244-84B931DCE8A0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2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147" name="Group 288">
                              <a:extLst>
                                <a:ext uri="{FF2B5EF4-FFF2-40B4-BE49-F238E27FC236}">
                                  <a16:creationId xmlns:a16="http://schemas.microsoft.com/office/drawing/2014/main" id="{F84CDD6C-5936-40B0-917E-E987803A3515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836" y="3675"/>
                              <a:ext cx="12" cy="33"/>
                              <a:chOff x="4836" y="3675"/>
                              <a:chExt cx="12" cy="33"/>
                            </a:xfrm>
                          </p:grpSpPr>
                          <p:sp>
                            <p:nvSpPr>
                              <p:cNvPr id="39148" name="Freeform 289">
                                <a:extLst>
                                  <a:ext uri="{FF2B5EF4-FFF2-40B4-BE49-F238E27FC236}">
                                    <a16:creationId xmlns:a16="http://schemas.microsoft.com/office/drawing/2014/main" id="{C074D78F-D81A-4F9C-B232-9E6EE78EF92B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3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149" name="Freeform 290">
                                <a:extLst>
                                  <a:ext uri="{FF2B5EF4-FFF2-40B4-BE49-F238E27FC236}">
                                    <a16:creationId xmlns:a16="http://schemas.microsoft.com/office/drawing/2014/main" id="{D6FBEB83-D7EB-4B50-9F07-04A54820847C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4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39139" name="Group 291">
                            <a:extLst>
                              <a:ext uri="{FF2B5EF4-FFF2-40B4-BE49-F238E27FC236}">
                                <a16:creationId xmlns:a16="http://schemas.microsoft.com/office/drawing/2014/main" id="{B174BFF1-A573-4E8F-B7B8-903DB0BDE981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856" y="3675"/>
                            <a:ext cx="32" cy="33"/>
                            <a:chOff x="4856" y="3675"/>
                            <a:chExt cx="32" cy="33"/>
                          </a:xfrm>
                        </p:grpSpPr>
                        <p:grpSp>
                          <p:nvGrpSpPr>
                            <p:cNvPr id="39140" name="Group 292">
                              <a:extLst>
                                <a:ext uri="{FF2B5EF4-FFF2-40B4-BE49-F238E27FC236}">
                                  <a16:creationId xmlns:a16="http://schemas.microsoft.com/office/drawing/2014/main" id="{B7448F0A-87CC-4D8D-8F54-5A60B0F107F9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856" y="3675"/>
                              <a:ext cx="12" cy="33"/>
                              <a:chOff x="4856" y="3675"/>
                              <a:chExt cx="12" cy="33"/>
                            </a:xfrm>
                          </p:grpSpPr>
                          <p:sp>
                            <p:nvSpPr>
                              <p:cNvPr id="39144" name="Freeform 293">
                                <a:extLst>
                                  <a:ext uri="{FF2B5EF4-FFF2-40B4-BE49-F238E27FC236}">
                                    <a16:creationId xmlns:a16="http://schemas.microsoft.com/office/drawing/2014/main" id="{93D14864-7D20-4D15-8537-101BD9A05AB4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56" y="3675"/>
                                <a:ext cx="1" cy="33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3"/>
                                  <a:gd name="T2" fmla="*/ 0 w 1"/>
                                  <a:gd name="T3" fmla="*/ 0 h 33"/>
                                  <a:gd name="T4" fmla="*/ 0 w 1"/>
                                  <a:gd name="T5" fmla="*/ 32 h 33"/>
                                  <a:gd name="T6" fmla="*/ 0 w 1"/>
                                  <a:gd name="T7" fmla="*/ 32 h 33"/>
                                  <a:gd name="T8" fmla="*/ 0 w 1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3"/>
                                  <a:gd name="T17" fmla="*/ 1 w 1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3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145" name="Freeform 294">
                                <a:extLst>
                                  <a:ext uri="{FF2B5EF4-FFF2-40B4-BE49-F238E27FC236}">
                                    <a16:creationId xmlns:a16="http://schemas.microsoft.com/office/drawing/2014/main" id="{C656041F-6883-4BE8-A7AE-3A820412B58B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6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141" name="Group 295">
                              <a:extLst>
                                <a:ext uri="{FF2B5EF4-FFF2-40B4-BE49-F238E27FC236}">
                                  <a16:creationId xmlns:a16="http://schemas.microsoft.com/office/drawing/2014/main" id="{8CE88327-BFCF-4C34-98ED-C8AA535D7527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876" y="3675"/>
                              <a:ext cx="12" cy="33"/>
                              <a:chOff x="4876" y="3675"/>
                              <a:chExt cx="12" cy="33"/>
                            </a:xfrm>
                          </p:grpSpPr>
                          <p:sp>
                            <p:nvSpPr>
                              <p:cNvPr id="39142" name="Freeform 296">
                                <a:extLst>
                                  <a:ext uri="{FF2B5EF4-FFF2-40B4-BE49-F238E27FC236}">
                                    <a16:creationId xmlns:a16="http://schemas.microsoft.com/office/drawing/2014/main" id="{311472BD-44D8-4804-BBD0-2C43C9028355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7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143" name="Freeform 297">
                                <a:extLst>
                                  <a:ext uri="{FF2B5EF4-FFF2-40B4-BE49-F238E27FC236}">
                                    <a16:creationId xmlns:a16="http://schemas.microsoft.com/office/drawing/2014/main" id="{6C8B3687-B86B-45E0-A27D-DD65DFD4C8AD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86" y="3675"/>
                                <a:ext cx="2" cy="33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3"/>
                                  <a:gd name="T2" fmla="*/ 0 w 2"/>
                                  <a:gd name="T3" fmla="*/ 0 h 33"/>
                                  <a:gd name="T4" fmla="*/ 0 w 2"/>
                                  <a:gd name="T5" fmla="*/ 32 h 33"/>
                                  <a:gd name="T6" fmla="*/ 1 w 2"/>
                                  <a:gd name="T7" fmla="*/ 32 h 33"/>
                                  <a:gd name="T8" fmla="*/ 1 w 2"/>
                                  <a:gd name="T9" fmla="*/ 0 h 33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3"/>
                                  <a:gd name="T17" fmla="*/ 2 w 2"/>
                                  <a:gd name="T18" fmla="*/ 33 h 33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3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2"/>
                                    </a:lnTo>
                                    <a:lnTo>
                                      <a:pt x="1" y="32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</p:grpSp>
                  <p:grpSp>
                    <p:nvGrpSpPr>
                      <p:cNvPr id="39105" name="Group 298">
                        <a:extLst>
                          <a:ext uri="{FF2B5EF4-FFF2-40B4-BE49-F238E27FC236}">
                            <a16:creationId xmlns:a16="http://schemas.microsoft.com/office/drawing/2014/main" id="{8094F3B7-710D-4D32-B097-677F088DF5EC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896" y="3674"/>
                        <a:ext cx="151" cy="34"/>
                        <a:chOff x="4896" y="3674"/>
                        <a:chExt cx="151" cy="34"/>
                      </a:xfrm>
                    </p:grpSpPr>
                    <p:grpSp>
                      <p:nvGrpSpPr>
                        <p:cNvPr id="39106" name="Group 299">
                          <a:extLst>
                            <a:ext uri="{FF2B5EF4-FFF2-40B4-BE49-F238E27FC236}">
                              <a16:creationId xmlns:a16="http://schemas.microsoft.com/office/drawing/2014/main" id="{D27DE966-9BA9-4198-B046-70F44F274D0F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896" y="3674"/>
                          <a:ext cx="72" cy="34"/>
                          <a:chOff x="4896" y="3674"/>
                          <a:chExt cx="72" cy="34"/>
                        </a:xfrm>
                      </p:grpSpPr>
                      <p:grpSp>
                        <p:nvGrpSpPr>
                          <p:cNvPr id="39122" name="Group 300">
                            <a:extLst>
                              <a:ext uri="{FF2B5EF4-FFF2-40B4-BE49-F238E27FC236}">
                                <a16:creationId xmlns:a16="http://schemas.microsoft.com/office/drawing/2014/main" id="{B5F6FE91-97AC-4066-B5FF-AE0676BA3322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896" y="3674"/>
                            <a:ext cx="31" cy="34"/>
                            <a:chOff x="4896" y="3674"/>
                            <a:chExt cx="31" cy="34"/>
                          </a:xfrm>
                        </p:grpSpPr>
                        <p:grpSp>
                          <p:nvGrpSpPr>
                            <p:cNvPr id="39130" name="Group 301">
                              <a:extLst>
                                <a:ext uri="{FF2B5EF4-FFF2-40B4-BE49-F238E27FC236}">
                                  <a16:creationId xmlns:a16="http://schemas.microsoft.com/office/drawing/2014/main" id="{47BA7FCE-6F4C-4F42-A2E9-29E1AE7DDB05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896" y="3674"/>
                              <a:ext cx="11" cy="34"/>
                              <a:chOff x="4896" y="3674"/>
                              <a:chExt cx="11" cy="34"/>
                            </a:xfrm>
                          </p:grpSpPr>
                          <p:sp>
                            <p:nvSpPr>
                              <p:cNvPr id="39134" name="Freeform 302">
                                <a:extLst>
                                  <a:ext uri="{FF2B5EF4-FFF2-40B4-BE49-F238E27FC236}">
                                    <a16:creationId xmlns:a16="http://schemas.microsoft.com/office/drawing/2014/main" id="{8292BAF8-508F-4615-9F9D-D2A51BD3D06D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896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135" name="Freeform 303">
                                <a:extLst>
                                  <a:ext uri="{FF2B5EF4-FFF2-40B4-BE49-F238E27FC236}">
                                    <a16:creationId xmlns:a16="http://schemas.microsoft.com/office/drawing/2014/main" id="{D418DB0D-A5D2-4604-B910-4D01798C85A3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06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131" name="Group 304">
                              <a:extLst>
                                <a:ext uri="{FF2B5EF4-FFF2-40B4-BE49-F238E27FC236}">
                                  <a16:creationId xmlns:a16="http://schemas.microsoft.com/office/drawing/2014/main" id="{B130A4E3-347C-42D0-B433-0CCCFE8D16A8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915" y="3674"/>
                              <a:ext cx="12" cy="34"/>
                              <a:chOff x="4915" y="3674"/>
                              <a:chExt cx="12" cy="34"/>
                            </a:xfrm>
                          </p:grpSpPr>
                          <p:sp>
                            <p:nvSpPr>
                              <p:cNvPr id="39132" name="Freeform 305">
                                <a:extLst>
                                  <a:ext uri="{FF2B5EF4-FFF2-40B4-BE49-F238E27FC236}">
                                    <a16:creationId xmlns:a16="http://schemas.microsoft.com/office/drawing/2014/main" id="{18E5F027-AF17-4A86-B119-F50407B77265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15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133" name="Freeform 306">
                                <a:extLst>
                                  <a:ext uri="{FF2B5EF4-FFF2-40B4-BE49-F238E27FC236}">
                                    <a16:creationId xmlns:a16="http://schemas.microsoft.com/office/drawing/2014/main" id="{DA0336D6-F079-451D-A91C-45CD20A65E8E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2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39123" name="Group 307">
                            <a:extLst>
                              <a:ext uri="{FF2B5EF4-FFF2-40B4-BE49-F238E27FC236}">
                                <a16:creationId xmlns:a16="http://schemas.microsoft.com/office/drawing/2014/main" id="{7A3062BB-1EB1-4255-AD10-ADC382C5E762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936" y="3674"/>
                            <a:ext cx="32" cy="34"/>
                            <a:chOff x="4936" y="3674"/>
                            <a:chExt cx="32" cy="34"/>
                          </a:xfrm>
                        </p:grpSpPr>
                        <p:grpSp>
                          <p:nvGrpSpPr>
                            <p:cNvPr id="39124" name="Group 308">
                              <a:extLst>
                                <a:ext uri="{FF2B5EF4-FFF2-40B4-BE49-F238E27FC236}">
                                  <a16:creationId xmlns:a16="http://schemas.microsoft.com/office/drawing/2014/main" id="{61CF0C63-2E3A-4497-80FC-58A15FB4B3A4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936" y="3674"/>
                              <a:ext cx="12" cy="34"/>
                              <a:chOff x="4936" y="3674"/>
                              <a:chExt cx="12" cy="34"/>
                            </a:xfrm>
                          </p:grpSpPr>
                          <p:sp>
                            <p:nvSpPr>
                              <p:cNvPr id="39128" name="Freeform 309">
                                <a:extLst>
                                  <a:ext uri="{FF2B5EF4-FFF2-40B4-BE49-F238E27FC236}">
                                    <a16:creationId xmlns:a16="http://schemas.microsoft.com/office/drawing/2014/main" id="{4FDADEF1-BC7A-4997-B9C0-B7FBB6442DCC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36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129" name="Freeform 310">
                                <a:extLst>
                                  <a:ext uri="{FF2B5EF4-FFF2-40B4-BE49-F238E27FC236}">
                                    <a16:creationId xmlns:a16="http://schemas.microsoft.com/office/drawing/2014/main" id="{03B3179B-E688-4051-AC68-AAB229AC7496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45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125" name="Group 311">
                              <a:extLst>
                                <a:ext uri="{FF2B5EF4-FFF2-40B4-BE49-F238E27FC236}">
                                  <a16:creationId xmlns:a16="http://schemas.microsoft.com/office/drawing/2014/main" id="{989BA2CF-ACFB-4278-B1E1-77FBAFC0A8CC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956" y="3674"/>
                              <a:ext cx="12" cy="34"/>
                              <a:chOff x="4956" y="3674"/>
                              <a:chExt cx="12" cy="34"/>
                            </a:xfrm>
                          </p:grpSpPr>
                          <p:sp>
                            <p:nvSpPr>
                              <p:cNvPr id="39126" name="Freeform 312">
                                <a:extLst>
                                  <a:ext uri="{FF2B5EF4-FFF2-40B4-BE49-F238E27FC236}">
                                    <a16:creationId xmlns:a16="http://schemas.microsoft.com/office/drawing/2014/main" id="{6C4BC752-D9A3-46A6-9535-1CF31D4C54D9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56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127" name="Freeform 313">
                                <a:extLst>
                                  <a:ext uri="{FF2B5EF4-FFF2-40B4-BE49-F238E27FC236}">
                                    <a16:creationId xmlns:a16="http://schemas.microsoft.com/office/drawing/2014/main" id="{09ECFF27-08E9-46DC-A176-8CED9D00B5FA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65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  <p:grpSp>
                      <p:nvGrpSpPr>
                        <p:cNvPr id="39107" name="Group 314">
                          <a:extLst>
                            <a:ext uri="{FF2B5EF4-FFF2-40B4-BE49-F238E27FC236}">
                              <a16:creationId xmlns:a16="http://schemas.microsoft.com/office/drawing/2014/main" id="{6AAA7AD1-E598-4539-B73C-1B7287C64438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975" y="3674"/>
                          <a:ext cx="72" cy="34"/>
                          <a:chOff x="4975" y="3674"/>
                          <a:chExt cx="72" cy="34"/>
                        </a:xfrm>
                      </p:grpSpPr>
                      <p:grpSp>
                        <p:nvGrpSpPr>
                          <p:cNvPr id="39108" name="Group 315">
                            <a:extLst>
                              <a:ext uri="{FF2B5EF4-FFF2-40B4-BE49-F238E27FC236}">
                                <a16:creationId xmlns:a16="http://schemas.microsoft.com/office/drawing/2014/main" id="{F44503C1-2893-4FC1-B739-63C7CD63FFA4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4975" y="3674"/>
                            <a:ext cx="32" cy="34"/>
                            <a:chOff x="4975" y="3674"/>
                            <a:chExt cx="32" cy="34"/>
                          </a:xfrm>
                        </p:grpSpPr>
                        <p:grpSp>
                          <p:nvGrpSpPr>
                            <p:cNvPr id="39116" name="Group 316">
                              <a:extLst>
                                <a:ext uri="{FF2B5EF4-FFF2-40B4-BE49-F238E27FC236}">
                                  <a16:creationId xmlns:a16="http://schemas.microsoft.com/office/drawing/2014/main" id="{EA932A98-2318-4CC6-B63C-F062BAEF34BF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975" y="3674"/>
                              <a:ext cx="12" cy="34"/>
                              <a:chOff x="4975" y="3674"/>
                              <a:chExt cx="12" cy="34"/>
                            </a:xfrm>
                          </p:grpSpPr>
                          <p:sp>
                            <p:nvSpPr>
                              <p:cNvPr id="39120" name="Freeform 317">
                                <a:extLst>
                                  <a:ext uri="{FF2B5EF4-FFF2-40B4-BE49-F238E27FC236}">
                                    <a16:creationId xmlns:a16="http://schemas.microsoft.com/office/drawing/2014/main" id="{5850A035-C61B-4A35-B780-CCB99F6FD6AD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7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121" name="Freeform 318">
                                <a:extLst>
                                  <a:ext uri="{FF2B5EF4-FFF2-40B4-BE49-F238E27FC236}">
                                    <a16:creationId xmlns:a16="http://schemas.microsoft.com/office/drawing/2014/main" id="{DCC42A77-8303-415D-B9B1-378A9765880A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8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117" name="Group 319">
                              <a:extLst>
                                <a:ext uri="{FF2B5EF4-FFF2-40B4-BE49-F238E27FC236}">
                                  <a16:creationId xmlns:a16="http://schemas.microsoft.com/office/drawing/2014/main" id="{AC38D0EB-0516-4653-A505-142BC09D8F9F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4995" y="3674"/>
                              <a:ext cx="12" cy="34"/>
                              <a:chOff x="4995" y="3674"/>
                              <a:chExt cx="12" cy="34"/>
                            </a:xfrm>
                          </p:grpSpPr>
                          <p:sp>
                            <p:nvSpPr>
                              <p:cNvPr id="39118" name="Freeform 320">
                                <a:extLst>
                                  <a:ext uri="{FF2B5EF4-FFF2-40B4-BE49-F238E27FC236}">
                                    <a16:creationId xmlns:a16="http://schemas.microsoft.com/office/drawing/2014/main" id="{FED223F2-256D-4A17-9CDF-A1C5DF878296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4995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119" name="Freeform 321">
                                <a:extLst>
                                  <a:ext uri="{FF2B5EF4-FFF2-40B4-BE49-F238E27FC236}">
                                    <a16:creationId xmlns:a16="http://schemas.microsoft.com/office/drawing/2014/main" id="{F3EE1F33-0569-46BE-A506-CD24CB970897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06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39109" name="Group 322">
                            <a:extLst>
                              <a:ext uri="{FF2B5EF4-FFF2-40B4-BE49-F238E27FC236}">
                                <a16:creationId xmlns:a16="http://schemas.microsoft.com/office/drawing/2014/main" id="{1BCD672F-955F-452C-B1AC-A4090B799C8F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015" y="3674"/>
                            <a:ext cx="32" cy="34"/>
                            <a:chOff x="5015" y="3674"/>
                            <a:chExt cx="32" cy="34"/>
                          </a:xfrm>
                        </p:grpSpPr>
                        <p:grpSp>
                          <p:nvGrpSpPr>
                            <p:cNvPr id="39110" name="Group 323">
                              <a:extLst>
                                <a:ext uri="{FF2B5EF4-FFF2-40B4-BE49-F238E27FC236}">
                                  <a16:creationId xmlns:a16="http://schemas.microsoft.com/office/drawing/2014/main" id="{F942DB98-B71E-4626-AAF3-808D5FC8B801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015" y="3674"/>
                              <a:ext cx="12" cy="34"/>
                              <a:chOff x="5015" y="3674"/>
                              <a:chExt cx="12" cy="34"/>
                            </a:xfrm>
                          </p:grpSpPr>
                          <p:sp>
                            <p:nvSpPr>
                              <p:cNvPr id="39114" name="Freeform 324">
                                <a:extLst>
                                  <a:ext uri="{FF2B5EF4-FFF2-40B4-BE49-F238E27FC236}">
                                    <a16:creationId xmlns:a16="http://schemas.microsoft.com/office/drawing/2014/main" id="{02FBE8B5-51D4-4C84-8523-AFFD0A394CFD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1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115" name="Freeform 325">
                                <a:extLst>
                                  <a:ext uri="{FF2B5EF4-FFF2-40B4-BE49-F238E27FC236}">
                                    <a16:creationId xmlns:a16="http://schemas.microsoft.com/office/drawing/2014/main" id="{05C8B698-2D75-488C-BC36-304DE29FA78E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2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111" name="Group 326">
                              <a:extLst>
                                <a:ext uri="{FF2B5EF4-FFF2-40B4-BE49-F238E27FC236}">
                                  <a16:creationId xmlns:a16="http://schemas.microsoft.com/office/drawing/2014/main" id="{335098D0-3EE4-4A50-B51F-D30DF3EA7997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035" y="3674"/>
                              <a:ext cx="12" cy="34"/>
                              <a:chOff x="5035" y="3674"/>
                              <a:chExt cx="12" cy="34"/>
                            </a:xfrm>
                          </p:grpSpPr>
                          <p:sp>
                            <p:nvSpPr>
                              <p:cNvPr id="39112" name="Freeform 327">
                                <a:extLst>
                                  <a:ext uri="{FF2B5EF4-FFF2-40B4-BE49-F238E27FC236}">
                                    <a16:creationId xmlns:a16="http://schemas.microsoft.com/office/drawing/2014/main" id="{6D00DBEB-4505-4210-895C-D2213C722A99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3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113" name="Freeform 328">
                                <a:extLst>
                                  <a:ext uri="{FF2B5EF4-FFF2-40B4-BE49-F238E27FC236}">
                                    <a16:creationId xmlns:a16="http://schemas.microsoft.com/office/drawing/2014/main" id="{796097F0-7C90-49F0-8457-292C9CC3D87A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4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</p:grpSp>
                </p:grpSp>
                <p:grpSp>
                  <p:nvGrpSpPr>
                    <p:cNvPr id="39041" name="Group 329">
                      <a:extLst>
                        <a:ext uri="{FF2B5EF4-FFF2-40B4-BE49-F238E27FC236}">
                          <a16:creationId xmlns:a16="http://schemas.microsoft.com/office/drawing/2014/main" id="{61703942-47FE-4AB7-B54F-F1A21CC9F01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055" y="3674"/>
                      <a:ext cx="311" cy="34"/>
                      <a:chOff x="5055" y="3674"/>
                      <a:chExt cx="311" cy="34"/>
                    </a:xfrm>
                  </p:grpSpPr>
                  <p:grpSp>
                    <p:nvGrpSpPr>
                      <p:cNvPr id="39042" name="Group 330">
                        <a:extLst>
                          <a:ext uri="{FF2B5EF4-FFF2-40B4-BE49-F238E27FC236}">
                            <a16:creationId xmlns:a16="http://schemas.microsoft.com/office/drawing/2014/main" id="{BEC0F660-E7FB-4678-BC80-EAF64577812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055" y="3674"/>
                        <a:ext cx="152" cy="34"/>
                        <a:chOff x="5055" y="3674"/>
                        <a:chExt cx="152" cy="34"/>
                      </a:xfrm>
                    </p:grpSpPr>
                    <p:grpSp>
                      <p:nvGrpSpPr>
                        <p:cNvPr id="39074" name="Group 331">
                          <a:extLst>
                            <a:ext uri="{FF2B5EF4-FFF2-40B4-BE49-F238E27FC236}">
                              <a16:creationId xmlns:a16="http://schemas.microsoft.com/office/drawing/2014/main" id="{BDA367C6-2D2E-4B3F-8EB8-A86C73156EDB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5055" y="3674"/>
                          <a:ext cx="72" cy="34"/>
                          <a:chOff x="5055" y="3674"/>
                          <a:chExt cx="72" cy="34"/>
                        </a:xfrm>
                      </p:grpSpPr>
                      <p:grpSp>
                        <p:nvGrpSpPr>
                          <p:cNvPr id="39090" name="Group 332">
                            <a:extLst>
                              <a:ext uri="{FF2B5EF4-FFF2-40B4-BE49-F238E27FC236}">
                                <a16:creationId xmlns:a16="http://schemas.microsoft.com/office/drawing/2014/main" id="{78BB4693-DF79-419E-A1E2-A7FEE5A8842C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055" y="3674"/>
                            <a:ext cx="32" cy="34"/>
                            <a:chOff x="5055" y="3674"/>
                            <a:chExt cx="32" cy="34"/>
                          </a:xfrm>
                        </p:grpSpPr>
                        <p:grpSp>
                          <p:nvGrpSpPr>
                            <p:cNvPr id="39098" name="Group 333">
                              <a:extLst>
                                <a:ext uri="{FF2B5EF4-FFF2-40B4-BE49-F238E27FC236}">
                                  <a16:creationId xmlns:a16="http://schemas.microsoft.com/office/drawing/2014/main" id="{9CFC1A58-312C-4A8E-B11F-F16DB7555B3E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055" y="3674"/>
                              <a:ext cx="12" cy="34"/>
                              <a:chOff x="5055" y="3674"/>
                              <a:chExt cx="12" cy="34"/>
                            </a:xfrm>
                          </p:grpSpPr>
                          <p:sp>
                            <p:nvSpPr>
                              <p:cNvPr id="39102" name="Freeform 334">
                                <a:extLst>
                                  <a:ext uri="{FF2B5EF4-FFF2-40B4-BE49-F238E27FC236}">
                                    <a16:creationId xmlns:a16="http://schemas.microsoft.com/office/drawing/2014/main" id="{754D9D86-DD14-4C75-A07F-CCB27564B483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5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103" name="Freeform 335">
                                <a:extLst>
                                  <a:ext uri="{FF2B5EF4-FFF2-40B4-BE49-F238E27FC236}">
                                    <a16:creationId xmlns:a16="http://schemas.microsoft.com/office/drawing/2014/main" id="{2F565071-BC12-43E7-8F03-CC93FBD16C7B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6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099" name="Group 336">
                              <a:extLst>
                                <a:ext uri="{FF2B5EF4-FFF2-40B4-BE49-F238E27FC236}">
                                  <a16:creationId xmlns:a16="http://schemas.microsoft.com/office/drawing/2014/main" id="{F581008E-156C-4E9D-8F54-EC204EE0AA43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075" y="3674"/>
                              <a:ext cx="12" cy="34"/>
                              <a:chOff x="5075" y="3674"/>
                              <a:chExt cx="12" cy="34"/>
                            </a:xfrm>
                          </p:grpSpPr>
                          <p:sp>
                            <p:nvSpPr>
                              <p:cNvPr id="39100" name="Freeform 337">
                                <a:extLst>
                                  <a:ext uri="{FF2B5EF4-FFF2-40B4-BE49-F238E27FC236}">
                                    <a16:creationId xmlns:a16="http://schemas.microsoft.com/office/drawing/2014/main" id="{876E8C36-3231-4D4E-A96F-4BBBF320A894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7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101" name="Freeform 338">
                                <a:extLst>
                                  <a:ext uri="{FF2B5EF4-FFF2-40B4-BE49-F238E27FC236}">
                                    <a16:creationId xmlns:a16="http://schemas.microsoft.com/office/drawing/2014/main" id="{2639F308-8608-43FF-813A-5357655ED9E9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8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39091" name="Group 339">
                            <a:extLst>
                              <a:ext uri="{FF2B5EF4-FFF2-40B4-BE49-F238E27FC236}">
                                <a16:creationId xmlns:a16="http://schemas.microsoft.com/office/drawing/2014/main" id="{204B6737-1454-4C76-BCD5-4F88A130B401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095" y="3674"/>
                            <a:ext cx="32" cy="34"/>
                            <a:chOff x="5095" y="3674"/>
                            <a:chExt cx="32" cy="34"/>
                          </a:xfrm>
                        </p:grpSpPr>
                        <p:grpSp>
                          <p:nvGrpSpPr>
                            <p:cNvPr id="39092" name="Group 340">
                              <a:extLst>
                                <a:ext uri="{FF2B5EF4-FFF2-40B4-BE49-F238E27FC236}">
                                  <a16:creationId xmlns:a16="http://schemas.microsoft.com/office/drawing/2014/main" id="{8103C9EF-C267-4806-B313-D2C66DCAE937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095" y="3674"/>
                              <a:ext cx="12" cy="34"/>
                              <a:chOff x="5095" y="3674"/>
                              <a:chExt cx="12" cy="34"/>
                            </a:xfrm>
                          </p:grpSpPr>
                          <p:sp>
                            <p:nvSpPr>
                              <p:cNvPr id="39096" name="Freeform 341">
                                <a:extLst>
                                  <a:ext uri="{FF2B5EF4-FFF2-40B4-BE49-F238E27FC236}">
                                    <a16:creationId xmlns:a16="http://schemas.microsoft.com/office/drawing/2014/main" id="{8032346E-C3A8-4338-85AD-E3577785ACFF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09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097" name="Freeform 342">
                                <a:extLst>
                                  <a:ext uri="{FF2B5EF4-FFF2-40B4-BE49-F238E27FC236}">
                                    <a16:creationId xmlns:a16="http://schemas.microsoft.com/office/drawing/2014/main" id="{A70C7E5C-12CA-4316-A62B-6FE91522E031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0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093" name="Group 343">
                              <a:extLst>
                                <a:ext uri="{FF2B5EF4-FFF2-40B4-BE49-F238E27FC236}">
                                  <a16:creationId xmlns:a16="http://schemas.microsoft.com/office/drawing/2014/main" id="{51B36DFD-328E-40E2-A303-DB8C9DBFF1EF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115" y="3674"/>
                              <a:ext cx="12" cy="34"/>
                              <a:chOff x="5115" y="3674"/>
                              <a:chExt cx="12" cy="34"/>
                            </a:xfrm>
                          </p:grpSpPr>
                          <p:sp>
                            <p:nvSpPr>
                              <p:cNvPr id="39094" name="Freeform 344">
                                <a:extLst>
                                  <a:ext uri="{FF2B5EF4-FFF2-40B4-BE49-F238E27FC236}">
                                    <a16:creationId xmlns:a16="http://schemas.microsoft.com/office/drawing/2014/main" id="{D154DFB9-7D58-4741-8126-E7C733BD0085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1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095" name="Freeform 345">
                                <a:extLst>
                                  <a:ext uri="{FF2B5EF4-FFF2-40B4-BE49-F238E27FC236}">
                                    <a16:creationId xmlns:a16="http://schemas.microsoft.com/office/drawing/2014/main" id="{B0BEBA1A-9883-471E-96DE-417CD119A95D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2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  <p:grpSp>
                      <p:nvGrpSpPr>
                        <p:cNvPr id="39075" name="Group 346">
                          <a:extLst>
                            <a:ext uri="{FF2B5EF4-FFF2-40B4-BE49-F238E27FC236}">
                              <a16:creationId xmlns:a16="http://schemas.microsoft.com/office/drawing/2014/main" id="{8DED18B5-3C40-484B-91C3-68365E0DA721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5135" y="3674"/>
                          <a:ext cx="72" cy="34"/>
                          <a:chOff x="5135" y="3674"/>
                          <a:chExt cx="72" cy="34"/>
                        </a:xfrm>
                      </p:grpSpPr>
                      <p:grpSp>
                        <p:nvGrpSpPr>
                          <p:cNvPr id="39076" name="Group 347">
                            <a:extLst>
                              <a:ext uri="{FF2B5EF4-FFF2-40B4-BE49-F238E27FC236}">
                                <a16:creationId xmlns:a16="http://schemas.microsoft.com/office/drawing/2014/main" id="{66E7C1E3-A751-45D1-AFB1-44CC6D9867C1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135" y="3674"/>
                            <a:ext cx="32" cy="34"/>
                            <a:chOff x="5135" y="3674"/>
                            <a:chExt cx="32" cy="34"/>
                          </a:xfrm>
                        </p:grpSpPr>
                        <p:grpSp>
                          <p:nvGrpSpPr>
                            <p:cNvPr id="39084" name="Group 348">
                              <a:extLst>
                                <a:ext uri="{FF2B5EF4-FFF2-40B4-BE49-F238E27FC236}">
                                  <a16:creationId xmlns:a16="http://schemas.microsoft.com/office/drawing/2014/main" id="{AF66D8A0-678F-4E0C-AF16-E1102A406907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135" y="3674"/>
                              <a:ext cx="11" cy="34"/>
                              <a:chOff x="5135" y="3674"/>
                              <a:chExt cx="11" cy="34"/>
                            </a:xfrm>
                          </p:grpSpPr>
                          <p:sp>
                            <p:nvSpPr>
                              <p:cNvPr id="39088" name="Freeform 349">
                                <a:extLst>
                                  <a:ext uri="{FF2B5EF4-FFF2-40B4-BE49-F238E27FC236}">
                                    <a16:creationId xmlns:a16="http://schemas.microsoft.com/office/drawing/2014/main" id="{E65DFBBA-BC43-4488-A590-BA293806BD3B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3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089" name="Freeform 350">
                                <a:extLst>
                                  <a:ext uri="{FF2B5EF4-FFF2-40B4-BE49-F238E27FC236}">
                                    <a16:creationId xmlns:a16="http://schemas.microsoft.com/office/drawing/2014/main" id="{50639CDF-2DE1-4D2D-A17A-2C15C730CAE8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45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085" name="Group 351">
                              <a:extLst>
                                <a:ext uri="{FF2B5EF4-FFF2-40B4-BE49-F238E27FC236}">
                                  <a16:creationId xmlns:a16="http://schemas.microsoft.com/office/drawing/2014/main" id="{3F3F4DD9-34E5-4609-BAED-A8BAC703D90D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155" y="3674"/>
                              <a:ext cx="12" cy="34"/>
                              <a:chOff x="5155" y="3674"/>
                              <a:chExt cx="12" cy="34"/>
                            </a:xfrm>
                          </p:grpSpPr>
                          <p:sp>
                            <p:nvSpPr>
                              <p:cNvPr id="39086" name="Freeform 352">
                                <a:extLst>
                                  <a:ext uri="{FF2B5EF4-FFF2-40B4-BE49-F238E27FC236}">
                                    <a16:creationId xmlns:a16="http://schemas.microsoft.com/office/drawing/2014/main" id="{7F1DA4E5-8A98-412F-8E63-AEC04F306A3C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5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087" name="Freeform 353">
                                <a:extLst>
                                  <a:ext uri="{FF2B5EF4-FFF2-40B4-BE49-F238E27FC236}">
                                    <a16:creationId xmlns:a16="http://schemas.microsoft.com/office/drawing/2014/main" id="{A182809E-6BE8-4114-B6AD-4FE17F8296E7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64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39077" name="Group 354">
                            <a:extLst>
                              <a:ext uri="{FF2B5EF4-FFF2-40B4-BE49-F238E27FC236}">
                                <a16:creationId xmlns:a16="http://schemas.microsoft.com/office/drawing/2014/main" id="{7AE4A5D7-CB00-4935-A4A0-A96905A60EAB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175" y="3674"/>
                            <a:ext cx="32" cy="34"/>
                            <a:chOff x="5175" y="3674"/>
                            <a:chExt cx="32" cy="34"/>
                          </a:xfrm>
                        </p:grpSpPr>
                        <p:grpSp>
                          <p:nvGrpSpPr>
                            <p:cNvPr id="39078" name="Group 355">
                              <a:extLst>
                                <a:ext uri="{FF2B5EF4-FFF2-40B4-BE49-F238E27FC236}">
                                  <a16:creationId xmlns:a16="http://schemas.microsoft.com/office/drawing/2014/main" id="{0EB680F0-6695-4FD5-974D-860042297D2E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175" y="3674"/>
                              <a:ext cx="12" cy="34"/>
                              <a:chOff x="5175" y="3674"/>
                              <a:chExt cx="12" cy="34"/>
                            </a:xfrm>
                          </p:grpSpPr>
                          <p:sp>
                            <p:nvSpPr>
                              <p:cNvPr id="39082" name="Freeform 356">
                                <a:extLst>
                                  <a:ext uri="{FF2B5EF4-FFF2-40B4-BE49-F238E27FC236}">
                                    <a16:creationId xmlns:a16="http://schemas.microsoft.com/office/drawing/2014/main" id="{F51D22F5-9EE2-4BA3-A2F7-97E6636FE280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7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083" name="Freeform 357">
                                <a:extLst>
                                  <a:ext uri="{FF2B5EF4-FFF2-40B4-BE49-F238E27FC236}">
                                    <a16:creationId xmlns:a16="http://schemas.microsoft.com/office/drawing/2014/main" id="{DF0022A1-76D8-4E6D-AC20-6859D74A065F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85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079" name="Group 358">
                              <a:extLst>
                                <a:ext uri="{FF2B5EF4-FFF2-40B4-BE49-F238E27FC236}">
                                  <a16:creationId xmlns:a16="http://schemas.microsoft.com/office/drawing/2014/main" id="{51236CC2-CA05-4791-A3D9-9D0B24306757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195" y="3674"/>
                              <a:ext cx="12" cy="34"/>
                              <a:chOff x="5195" y="3674"/>
                              <a:chExt cx="12" cy="34"/>
                            </a:xfrm>
                          </p:grpSpPr>
                          <p:sp>
                            <p:nvSpPr>
                              <p:cNvPr id="39080" name="Freeform 359">
                                <a:extLst>
                                  <a:ext uri="{FF2B5EF4-FFF2-40B4-BE49-F238E27FC236}">
                                    <a16:creationId xmlns:a16="http://schemas.microsoft.com/office/drawing/2014/main" id="{A7BDF522-2057-470B-94FD-8DCA654EFF70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195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081" name="Freeform 360">
                                <a:extLst>
                                  <a:ext uri="{FF2B5EF4-FFF2-40B4-BE49-F238E27FC236}">
                                    <a16:creationId xmlns:a16="http://schemas.microsoft.com/office/drawing/2014/main" id="{2A8D82B7-8091-4BF8-8552-F7F2A968C50F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04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</p:grpSp>
                  <p:grpSp>
                    <p:nvGrpSpPr>
                      <p:cNvPr id="39043" name="Group 361">
                        <a:extLst>
                          <a:ext uri="{FF2B5EF4-FFF2-40B4-BE49-F238E27FC236}">
                            <a16:creationId xmlns:a16="http://schemas.microsoft.com/office/drawing/2014/main" id="{8EF2DC95-3421-4B7C-8E3F-2340B642323D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215" y="3674"/>
                        <a:ext cx="151" cy="34"/>
                        <a:chOff x="5215" y="3674"/>
                        <a:chExt cx="151" cy="34"/>
                      </a:xfrm>
                    </p:grpSpPr>
                    <p:grpSp>
                      <p:nvGrpSpPr>
                        <p:cNvPr id="39044" name="Group 362">
                          <a:extLst>
                            <a:ext uri="{FF2B5EF4-FFF2-40B4-BE49-F238E27FC236}">
                              <a16:creationId xmlns:a16="http://schemas.microsoft.com/office/drawing/2014/main" id="{B756B600-389A-4777-A5D4-5C8F379E9CE3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5215" y="3674"/>
                          <a:ext cx="71" cy="34"/>
                          <a:chOff x="5215" y="3674"/>
                          <a:chExt cx="71" cy="34"/>
                        </a:xfrm>
                      </p:grpSpPr>
                      <p:grpSp>
                        <p:nvGrpSpPr>
                          <p:cNvPr id="39060" name="Group 363">
                            <a:extLst>
                              <a:ext uri="{FF2B5EF4-FFF2-40B4-BE49-F238E27FC236}">
                                <a16:creationId xmlns:a16="http://schemas.microsoft.com/office/drawing/2014/main" id="{40E198F2-03B7-4823-A0C7-F3EE37B0B909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215" y="3674"/>
                            <a:ext cx="31" cy="34"/>
                            <a:chOff x="5215" y="3674"/>
                            <a:chExt cx="31" cy="34"/>
                          </a:xfrm>
                        </p:grpSpPr>
                        <p:grpSp>
                          <p:nvGrpSpPr>
                            <p:cNvPr id="39068" name="Group 364">
                              <a:extLst>
                                <a:ext uri="{FF2B5EF4-FFF2-40B4-BE49-F238E27FC236}">
                                  <a16:creationId xmlns:a16="http://schemas.microsoft.com/office/drawing/2014/main" id="{8E1C9115-023E-467E-8808-3D6F0128D66D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215" y="3674"/>
                              <a:ext cx="11" cy="34"/>
                              <a:chOff x="5215" y="3674"/>
                              <a:chExt cx="11" cy="34"/>
                            </a:xfrm>
                          </p:grpSpPr>
                          <p:sp>
                            <p:nvSpPr>
                              <p:cNvPr id="39072" name="Freeform 365">
                                <a:extLst>
                                  <a:ext uri="{FF2B5EF4-FFF2-40B4-BE49-F238E27FC236}">
                                    <a16:creationId xmlns:a16="http://schemas.microsoft.com/office/drawing/2014/main" id="{CD90C4C2-D51F-4B2C-ABA5-0E8E93246728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15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073" name="Freeform 366">
                                <a:extLst>
                                  <a:ext uri="{FF2B5EF4-FFF2-40B4-BE49-F238E27FC236}">
                                    <a16:creationId xmlns:a16="http://schemas.microsoft.com/office/drawing/2014/main" id="{8A4F9D39-3551-4ACD-B6BF-760F80035779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2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069" name="Group 367">
                              <a:extLst>
                                <a:ext uri="{FF2B5EF4-FFF2-40B4-BE49-F238E27FC236}">
                                  <a16:creationId xmlns:a16="http://schemas.microsoft.com/office/drawing/2014/main" id="{FD8751F6-8CC0-45DD-B6E6-E7EE06868095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234" y="3674"/>
                              <a:ext cx="12" cy="34"/>
                              <a:chOff x="5234" y="3674"/>
                              <a:chExt cx="12" cy="34"/>
                            </a:xfrm>
                          </p:grpSpPr>
                          <p:sp>
                            <p:nvSpPr>
                              <p:cNvPr id="39070" name="Freeform 368">
                                <a:extLst>
                                  <a:ext uri="{FF2B5EF4-FFF2-40B4-BE49-F238E27FC236}">
                                    <a16:creationId xmlns:a16="http://schemas.microsoft.com/office/drawing/2014/main" id="{2C46382E-BF40-4D89-8CF5-081B9FE43B61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34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071" name="Freeform 369">
                                <a:extLst>
                                  <a:ext uri="{FF2B5EF4-FFF2-40B4-BE49-F238E27FC236}">
                                    <a16:creationId xmlns:a16="http://schemas.microsoft.com/office/drawing/2014/main" id="{6618C616-16F4-4B53-B20A-3ECB6D79AA96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45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39061" name="Group 370">
                            <a:extLst>
                              <a:ext uri="{FF2B5EF4-FFF2-40B4-BE49-F238E27FC236}">
                                <a16:creationId xmlns:a16="http://schemas.microsoft.com/office/drawing/2014/main" id="{7316F328-1803-4E79-B518-90312A51A735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254" y="3674"/>
                            <a:ext cx="32" cy="34"/>
                            <a:chOff x="5254" y="3674"/>
                            <a:chExt cx="32" cy="34"/>
                          </a:xfrm>
                        </p:grpSpPr>
                        <p:grpSp>
                          <p:nvGrpSpPr>
                            <p:cNvPr id="39062" name="Group 371">
                              <a:extLst>
                                <a:ext uri="{FF2B5EF4-FFF2-40B4-BE49-F238E27FC236}">
                                  <a16:creationId xmlns:a16="http://schemas.microsoft.com/office/drawing/2014/main" id="{A665E29D-1DDB-40F2-BBE8-760F622CB2C9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254" y="3674"/>
                              <a:ext cx="12" cy="34"/>
                              <a:chOff x="5254" y="3674"/>
                              <a:chExt cx="12" cy="34"/>
                            </a:xfrm>
                          </p:grpSpPr>
                          <p:sp>
                            <p:nvSpPr>
                              <p:cNvPr id="39066" name="Freeform 372">
                                <a:extLst>
                                  <a:ext uri="{FF2B5EF4-FFF2-40B4-BE49-F238E27FC236}">
                                    <a16:creationId xmlns:a16="http://schemas.microsoft.com/office/drawing/2014/main" id="{386DA94D-C515-49E9-B4F3-F624927A7BD9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54" y="3674"/>
                                <a:ext cx="3" cy="34"/>
                              </a:xfrm>
                              <a:custGeom>
                                <a:avLst/>
                                <a:gdLst>
                                  <a:gd name="T0" fmla="*/ 2 w 3"/>
                                  <a:gd name="T1" fmla="*/ 0 h 34"/>
                                  <a:gd name="T2" fmla="*/ 0 w 3"/>
                                  <a:gd name="T3" fmla="*/ 0 h 34"/>
                                  <a:gd name="T4" fmla="*/ 0 w 3"/>
                                  <a:gd name="T5" fmla="*/ 33 h 34"/>
                                  <a:gd name="T6" fmla="*/ 2 w 3"/>
                                  <a:gd name="T7" fmla="*/ 33 h 34"/>
                                  <a:gd name="T8" fmla="*/ 2 w 3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3"/>
                                  <a:gd name="T16" fmla="*/ 0 h 34"/>
                                  <a:gd name="T17" fmla="*/ 3 w 3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3" h="34">
                                    <a:moveTo>
                                      <a:pt x="2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2" y="33"/>
                                    </a:lnTo>
                                    <a:lnTo>
                                      <a:pt x="2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067" name="Freeform 373">
                                <a:extLst>
                                  <a:ext uri="{FF2B5EF4-FFF2-40B4-BE49-F238E27FC236}">
                                    <a16:creationId xmlns:a16="http://schemas.microsoft.com/office/drawing/2014/main" id="{1219D2BB-EC6F-45EF-9364-F91BCA5F66FB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6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063" name="Group 374">
                              <a:extLst>
                                <a:ext uri="{FF2B5EF4-FFF2-40B4-BE49-F238E27FC236}">
                                  <a16:creationId xmlns:a16="http://schemas.microsoft.com/office/drawing/2014/main" id="{37C8753C-7696-412B-B3BD-77ED403D8DF9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275" y="3674"/>
                              <a:ext cx="11" cy="34"/>
                              <a:chOff x="5275" y="3674"/>
                              <a:chExt cx="11" cy="34"/>
                            </a:xfrm>
                          </p:grpSpPr>
                          <p:sp>
                            <p:nvSpPr>
                              <p:cNvPr id="39064" name="Freeform 375">
                                <a:extLst>
                                  <a:ext uri="{FF2B5EF4-FFF2-40B4-BE49-F238E27FC236}">
                                    <a16:creationId xmlns:a16="http://schemas.microsoft.com/office/drawing/2014/main" id="{92066714-DC6F-44EE-9C68-E14C19664956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75" y="3674"/>
                                <a:ext cx="1" cy="34"/>
                              </a:xfrm>
                              <a:custGeom>
                                <a:avLst/>
                                <a:gdLst>
                                  <a:gd name="T0" fmla="*/ 0 w 1"/>
                                  <a:gd name="T1" fmla="*/ 0 h 34"/>
                                  <a:gd name="T2" fmla="*/ 0 w 1"/>
                                  <a:gd name="T3" fmla="*/ 0 h 34"/>
                                  <a:gd name="T4" fmla="*/ 0 w 1"/>
                                  <a:gd name="T5" fmla="*/ 33 h 34"/>
                                  <a:gd name="T6" fmla="*/ 0 w 1"/>
                                  <a:gd name="T7" fmla="*/ 33 h 34"/>
                                  <a:gd name="T8" fmla="*/ 0 w 1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1"/>
                                  <a:gd name="T16" fmla="*/ 0 h 34"/>
                                  <a:gd name="T17" fmla="*/ 1 w 1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1" h="34">
                                    <a:moveTo>
                                      <a:pt x="0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0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065" name="Freeform 376">
                                <a:extLst>
                                  <a:ext uri="{FF2B5EF4-FFF2-40B4-BE49-F238E27FC236}">
                                    <a16:creationId xmlns:a16="http://schemas.microsoft.com/office/drawing/2014/main" id="{194CF9F4-1398-42A3-BE97-6B98D354154C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8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  <p:grpSp>
                      <p:nvGrpSpPr>
                        <p:cNvPr id="39045" name="Group 377">
                          <a:extLst>
                            <a:ext uri="{FF2B5EF4-FFF2-40B4-BE49-F238E27FC236}">
                              <a16:creationId xmlns:a16="http://schemas.microsoft.com/office/drawing/2014/main" id="{5167C875-0343-4E07-8B4B-789CAFF85DBB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5294" y="3674"/>
                          <a:ext cx="72" cy="34"/>
                          <a:chOff x="5294" y="3674"/>
                          <a:chExt cx="72" cy="34"/>
                        </a:xfrm>
                      </p:grpSpPr>
                      <p:grpSp>
                        <p:nvGrpSpPr>
                          <p:cNvPr id="39046" name="Group 378">
                            <a:extLst>
                              <a:ext uri="{FF2B5EF4-FFF2-40B4-BE49-F238E27FC236}">
                                <a16:creationId xmlns:a16="http://schemas.microsoft.com/office/drawing/2014/main" id="{28C4DBF0-C2C4-4A17-B913-0713616DF92E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294" y="3674"/>
                            <a:ext cx="32" cy="34"/>
                            <a:chOff x="5294" y="3674"/>
                            <a:chExt cx="32" cy="34"/>
                          </a:xfrm>
                        </p:grpSpPr>
                        <p:grpSp>
                          <p:nvGrpSpPr>
                            <p:cNvPr id="39054" name="Group 379">
                              <a:extLst>
                                <a:ext uri="{FF2B5EF4-FFF2-40B4-BE49-F238E27FC236}">
                                  <a16:creationId xmlns:a16="http://schemas.microsoft.com/office/drawing/2014/main" id="{6854C7A7-FE29-4472-9DA8-1021B423568D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294" y="3674"/>
                              <a:ext cx="12" cy="34"/>
                              <a:chOff x="5294" y="3674"/>
                              <a:chExt cx="12" cy="34"/>
                            </a:xfrm>
                          </p:grpSpPr>
                          <p:sp>
                            <p:nvSpPr>
                              <p:cNvPr id="39058" name="Freeform 380">
                                <a:extLst>
                                  <a:ext uri="{FF2B5EF4-FFF2-40B4-BE49-F238E27FC236}">
                                    <a16:creationId xmlns:a16="http://schemas.microsoft.com/office/drawing/2014/main" id="{4EEC7240-2F72-4627-9824-2628D404B363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29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059" name="Freeform 381">
                                <a:extLst>
                                  <a:ext uri="{FF2B5EF4-FFF2-40B4-BE49-F238E27FC236}">
                                    <a16:creationId xmlns:a16="http://schemas.microsoft.com/office/drawing/2014/main" id="{0702EA7B-F9A3-40F0-8736-F839435468F8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30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055" name="Group 382">
                              <a:extLst>
                                <a:ext uri="{FF2B5EF4-FFF2-40B4-BE49-F238E27FC236}">
                                  <a16:creationId xmlns:a16="http://schemas.microsoft.com/office/drawing/2014/main" id="{FE9CD2A9-7A6E-49D8-9121-0450198BDB95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314" y="3674"/>
                              <a:ext cx="12" cy="34"/>
                              <a:chOff x="5314" y="3674"/>
                              <a:chExt cx="12" cy="34"/>
                            </a:xfrm>
                          </p:grpSpPr>
                          <p:sp>
                            <p:nvSpPr>
                              <p:cNvPr id="39056" name="Freeform 383">
                                <a:extLst>
                                  <a:ext uri="{FF2B5EF4-FFF2-40B4-BE49-F238E27FC236}">
                                    <a16:creationId xmlns:a16="http://schemas.microsoft.com/office/drawing/2014/main" id="{0E536B99-D0DD-4FFC-86FC-9A39E7EACA68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31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057" name="Freeform 384">
                                <a:extLst>
                                  <a:ext uri="{FF2B5EF4-FFF2-40B4-BE49-F238E27FC236}">
                                    <a16:creationId xmlns:a16="http://schemas.microsoft.com/office/drawing/2014/main" id="{BC4C379E-BC01-44EE-985C-BB660A2FB884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32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39047" name="Group 385">
                            <a:extLst>
                              <a:ext uri="{FF2B5EF4-FFF2-40B4-BE49-F238E27FC236}">
                                <a16:creationId xmlns:a16="http://schemas.microsoft.com/office/drawing/2014/main" id="{9D70A5F3-D046-450C-8040-5E9AA63DB895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5334" y="3674"/>
                            <a:ext cx="32" cy="34"/>
                            <a:chOff x="5334" y="3674"/>
                            <a:chExt cx="32" cy="34"/>
                          </a:xfrm>
                        </p:grpSpPr>
                        <p:grpSp>
                          <p:nvGrpSpPr>
                            <p:cNvPr id="39048" name="Group 386">
                              <a:extLst>
                                <a:ext uri="{FF2B5EF4-FFF2-40B4-BE49-F238E27FC236}">
                                  <a16:creationId xmlns:a16="http://schemas.microsoft.com/office/drawing/2014/main" id="{10EC7A67-FD45-4657-B2A2-8FF3C17B7447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334" y="3674"/>
                              <a:ext cx="12" cy="34"/>
                              <a:chOff x="5334" y="3674"/>
                              <a:chExt cx="12" cy="34"/>
                            </a:xfrm>
                          </p:grpSpPr>
                          <p:sp>
                            <p:nvSpPr>
                              <p:cNvPr id="39052" name="Freeform 387">
                                <a:extLst>
                                  <a:ext uri="{FF2B5EF4-FFF2-40B4-BE49-F238E27FC236}">
                                    <a16:creationId xmlns:a16="http://schemas.microsoft.com/office/drawing/2014/main" id="{6B5ECC6B-A2B4-490A-97BC-B3415F080CB5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33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053" name="Freeform 388">
                                <a:extLst>
                                  <a:ext uri="{FF2B5EF4-FFF2-40B4-BE49-F238E27FC236}">
                                    <a16:creationId xmlns:a16="http://schemas.microsoft.com/office/drawing/2014/main" id="{308032A1-3A10-44FE-8381-4FBB011CA982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34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  <p:grpSp>
                          <p:nvGrpSpPr>
                            <p:cNvPr id="39049" name="Group 389">
                              <a:extLst>
                                <a:ext uri="{FF2B5EF4-FFF2-40B4-BE49-F238E27FC236}">
                                  <a16:creationId xmlns:a16="http://schemas.microsoft.com/office/drawing/2014/main" id="{2A6A5BD1-89DF-4726-8589-DA4AC9130F81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5354" y="3674"/>
                              <a:ext cx="12" cy="34"/>
                              <a:chOff x="5354" y="3674"/>
                              <a:chExt cx="12" cy="34"/>
                            </a:xfrm>
                          </p:grpSpPr>
                          <p:sp>
                            <p:nvSpPr>
                              <p:cNvPr id="39050" name="Freeform 390">
                                <a:extLst>
                                  <a:ext uri="{FF2B5EF4-FFF2-40B4-BE49-F238E27FC236}">
                                    <a16:creationId xmlns:a16="http://schemas.microsoft.com/office/drawing/2014/main" id="{3E06776A-1C3D-4479-8EA1-FB7BCCE2A22C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35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sp>
                            <p:nvSpPr>
                              <p:cNvPr id="39051" name="Freeform 391">
                                <a:extLst>
                                  <a:ext uri="{FF2B5EF4-FFF2-40B4-BE49-F238E27FC236}">
                                    <a16:creationId xmlns:a16="http://schemas.microsoft.com/office/drawing/2014/main" id="{3C1172DC-21C6-408D-A650-FD33311CEDEC}"/>
                                  </a:ext>
                                </a:extLst>
                              </p:cNvPr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5364" y="3674"/>
                                <a:ext cx="2" cy="34"/>
                              </a:xfrm>
                              <a:custGeom>
                                <a:avLst/>
                                <a:gdLst>
                                  <a:gd name="T0" fmla="*/ 1 w 2"/>
                                  <a:gd name="T1" fmla="*/ 0 h 34"/>
                                  <a:gd name="T2" fmla="*/ 0 w 2"/>
                                  <a:gd name="T3" fmla="*/ 0 h 34"/>
                                  <a:gd name="T4" fmla="*/ 0 w 2"/>
                                  <a:gd name="T5" fmla="*/ 33 h 34"/>
                                  <a:gd name="T6" fmla="*/ 1 w 2"/>
                                  <a:gd name="T7" fmla="*/ 33 h 34"/>
                                  <a:gd name="T8" fmla="*/ 1 w 2"/>
                                  <a:gd name="T9" fmla="*/ 0 h 34"/>
                                  <a:gd name="T10" fmla="*/ 0 60000 65536"/>
                                  <a:gd name="T11" fmla="*/ 0 60000 65536"/>
                                  <a:gd name="T12" fmla="*/ 0 60000 65536"/>
                                  <a:gd name="T13" fmla="*/ 0 60000 65536"/>
                                  <a:gd name="T14" fmla="*/ 0 60000 65536"/>
                                  <a:gd name="T15" fmla="*/ 0 w 2"/>
                                  <a:gd name="T16" fmla="*/ 0 h 34"/>
                                  <a:gd name="T17" fmla="*/ 2 w 2"/>
                                  <a:gd name="T18" fmla="*/ 34 h 34"/>
                                </a:gdLst>
                                <a:ahLst/>
                                <a:cxnLst>
                                  <a:cxn ang="T10">
                                    <a:pos x="T0" y="T1"/>
                                  </a:cxn>
                                  <a:cxn ang="T11">
                                    <a:pos x="T2" y="T3"/>
                                  </a:cxn>
                                  <a:cxn ang="T12">
                                    <a:pos x="T4" y="T5"/>
                                  </a:cxn>
                                  <a:cxn ang="T13">
                                    <a:pos x="T6" y="T7"/>
                                  </a:cxn>
                                  <a:cxn ang="T14">
                                    <a:pos x="T8" y="T9"/>
                                  </a:cxn>
                                </a:cxnLst>
                                <a:rect l="T15" t="T16" r="T17" b="T18"/>
                                <a:pathLst>
                                  <a:path w="2" h="34">
                                    <a:moveTo>
                                      <a:pt x="1" y="0"/>
                                    </a:moveTo>
                                    <a:lnTo>
                                      <a:pt x="0" y="0"/>
                                    </a:lnTo>
                                    <a:lnTo>
                                      <a:pt x="0" y="33"/>
                                    </a:lnTo>
                                    <a:lnTo>
                                      <a:pt x="1" y="33"/>
                                    </a:ln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12700" cap="rnd">
                                    <a:solidFill>
                                      <a:srgbClr val="000000"/>
                                    </a:solidFill>
                                    <a:round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en-US"/>
                              </a:p>
                            </p:txBody>
                          </p:sp>
                        </p:grpSp>
                      </p:grpSp>
                    </p:grpSp>
                  </p:grpSp>
                </p:grpSp>
              </p:grpSp>
            </p:grpSp>
            <p:grpSp>
              <p:nvGrpSpPr>
                <p:cNvPr id="39033" name="Group 392">
                  <a:extLst>
                    <a:ext uri="{FF2B5EF4-FFF2-40B4-BE49-F238E27FC236}">
                      <a16:creationId xmlns:a16="http://schemas.microsoft.com/office/drawing/2014/main" id="{77214260-C20D-4523-8111-456C2823E9B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0" y="3556"/>
                  <a:ext cx="628" cy="82"/>
                  <a:chOff x="4730" y="3556"/>
                  <a:chExt cx="628" cy="82"/>
                </a:xfrm>
              </p:grpSpPr>
              <p:sp>
                <p:nvSpPr>
                  <p:cNvPr id="39034" name="Rectangle 393">
                    <a:extLst>
                      <a:ext uri="{FF2B5EF4-FFF2-40B4-BE49-F238E27FC236}">
                        <a16:creationId xmlns:a16="http://schemas.microsoft.com/office/drawing/2014/main" id="{58AF20F5-F4C0-4590-9A70-415D3A579F5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30" y="3556"/>
                    <a:ext cx="128" cy="82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  <p:sp>
                <p:nvSpPr>
                  <p:cNvPr id="39035" name="Rectangle 394">
                    <a:extLst>
                      <a:ext uri="{FF2B5EF4-FFF2-40B4-BE49-F238E27FC236}">
                        <a16:creationId xmlns:a16="http://schemas.microsoft.com/office/drawing/2014/main" id="{0F01E634-60E3-4F0F-AA6B-8E47B0E723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69" y="3556"/>
                    <a:ext cx="186" cy="82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  <p:sp>
                <p:nvSpPr>
                  <p:cNvPr id="39036" name="Rectangle 395">
                    <a:extLst>
                      <a:ext uri="{FF2B5EF4-FFF2-40B4-BE49-F238E27FC236}">
                        <a16:creationId xmlns:a16="http://schemas.microsoft.com/office/drawing/2014/main" id="{CD34F149-9A97-49FD-9906-E151CCE71A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5" y="3556"/>
                    <a:ext cx="202" cy="82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  <p:sp>
                <p:nvSpPr>
                  <p:cNvPr id="39037" name="Rectangle 396">
                    <a:extLst>
                      <a:ext uri="{FF2B5EF4-FFF2-40B4-BE49-F238E27FC236}">
                        <a16:creationId xmlns:a16="http://schemas.microsoft.com/office/drawing/2014/main" id="{5DC59C80-4D2A-4B48-B168-FB7DE42C6D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7" y="3556"/>
                    <a:ext cx="81" cy="82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</p:grpSp>
          </p:grpSp>
          <p:grpSp>
            <p:nvGrpSpPr>
              <p:cNvPr id="38987" name="Group 397">
                <a:extLst>
                  <a:ext uri="{FF2B5EF4-FFF2-40B4-BE49-F238E27FC236}">
                    <a16:creationId xmlns:a16="http://schemas.microsoft.com/office/drawing/2014/main" id="{CE099C8B-5A07-475D-8F2D-AB03928307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7" y="3566"/>
                <a:ext cx="52" cy="35"/>
                <a:chOff x="5287" y="3566"/>
                <a:chExt cx="52" cy="35"/>
              </a:xfrm>
            </p:grpSpPr>
            <p:sp>
              <p:nvSpPr>
                <p:cNvPr id="39027" name="Rectangle 398">
                  <a:extLst>
                    <a:ext uri="{FF2B5EF4-FFF2-40B4-BE49-F238E27FC236}">
                      <a16:creationId xmlns:a16="http://schemas.microsoft.com/office/drawing/2014/main" id="{23388107-0816-4D96-85F1-7AE14E87A4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15" y="3566"/>
                  <a:ext cx="24" cy="35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en-US" sz="1800"/>
                </a:p>
              </p:txBody>
            </p:sp>
            <p:sp>
              <p:nvSpPr>
                <p:cNvPr id="39028" name="Rectangle 399">
                  <a:extLst>
                    <a:ext uri="{FF2B5EF4-FFF2-40B4-BE49-F238E27FC236}">
                      <a16:creationId xmlns:a16="http://schemas.microsoft.com/office/drawing/2014/main" id="{5F457DBA-F5A9-4D65-9AB9-FF1B196F77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19" y="3576"/>
                  <a:ext cx="17" cy="5"/>
                </a:xfrm>
                <a:prstGeom prst="rect">
                  <a:avLst/>
                </a:prstGeom>
                <a:solidFill>
                  <a:srgbClr val="C0C0C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en-US" sz="1800"/>
                </a:p>
              </p:txBody>
            </p:sp>
            <p:grpSp>
              <p:nvGrpSpPr>
                <p:cNvPr id="39029" name="Group 400">
                  <a:extLst>
                    <a:ext uri="{FF2B5EF4-FFF2-40B4-BE49-F238E27FC236}">
                      <a16:creationId xmlns:a16="http://schemas.microsoft.com/office/drawing/2014/main" id="{7A771DA7-527E-4C88-A153-97D6C86451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287" y="3568"/>
                  <a:ext cx="4" cy="25"/>
                  <a:chOff x="5287" y="3568"/>
                  <a:chExt cx="4" cy="25"/>
                </a:xfrm>
              </p:grpSpPr>
              <p:sp>
                <p:nvSpPr>
                  <p:cNvPr id="39030" name="Rectangle 401">
                    <a:extLst>
                      <a:ext uri="{FF2B5EF4-FFF2-40B4-BE49-F238E27FC236}">
                        <a16:creationId xmlns:a16="http://schemas.microsoft.com/office/drawing/2014/main" id="{0DE45BBA-B94B-46C3-91BF-263E5309AD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7" y="3568"/>
                    <a:ext cx="4" cy="1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  <p:sp>
                <p:nvSpPr>
                  <p:cNvPr id="39031" name="Rectangle 402">
                    <a:extLst>
                      <a:ext uri="{FF2B5EF4-FFF2-40B4-BE49-F238E27FC236}">
                        <a16:creationId xmlns:a16="http://schemas.microsoft.com/office/drawing/2014/main" id="{B5D35F36-E0D1-4D7B-BA53-66420D75F00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7" y="3592"/>
                    <a:ext cx="4" cy="1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</p:grpSp>
          </p:grpSp>
          <p:grpSp>
            <p:nvGrpSpPr>
              <p:cNvPr id="38988" name="Group 403">
                <a:extLst>
                  <a:ext uri="{FF2B5EF4-FFF2-40B4-BE49-F238E27FC236}">
                    <a16:creationId xmlns:a16="http://schemas.microsoft.com/office/drawing/2014/main" id="{96370552-56D6-4842-8D30-409D47D9FE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76" y="3567"/>
                <a:ext cx="170" cy="52"/>
                <a:chOff x="4876" y="3567"/>
                <a:chExt cx="170" cy="52"/>
              </a:xfrm>
            </p:grpSpPr>
            <p:grpSp>
              <p:nvGrpSpPr>
                <p:cNvPr id="39021" name="Group 404">
                  <a:extLst>
                    <a:ext uri="{FF2B5EF4-FFF2-40B4-BE49-F238E27FC236}">
                      <a16:creationId xmlns:a16="http://schemas.microsoft.com/office/drawing/2014/main" id="{AA69D9A7-AF0A-4339-9046-46579F16FAD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79" y="3569"/>
                  <a:ext cx="167" cy="23"/>
                  <a:chOff x="4879" y="3569"/>
                  <a:chExt cx="167" cy="23"/>
                </a:xfrm>
              </p:grpSpPr>
              <p:sp>
                <p:nvSpPr>
                  <p:cNvPr id="39024" name="Rectangle 405">
                    <a:extLst>
                      <a:ext uri="{FF2B5EF4-FFF2-40B4-BE49-F238E27FC236}">
                        <a16:creationId xmlns:a16="http://schemas.microsoft.com/office/drawing/2014/main" id="{B76B6E91-636C-433A-87C1-672E2FA372B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34" y="3569"/>
                    <a:ext cx="57" cy="23"/>
                  </a:xfrm>
                  <a:prstGeom prst="rect">
                    <a:avLst/>
                  </a:prstGeom>
                  <a:solidFill>
                    <a:srgbClr val="80808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  <p:sp>
                <p:nvSpPr>
                  <p:cNvPr id="39025" name="Rectangle 406">
                    <a:extLst>
                      <a:ext uri="{FF2B5EF4-FFF2-40B4-BE49-F238E27FC236}">
                        <a16:creationId xmlns:a16="http://schemas.microsoft.com/office/drawing/2014/main" id="{C5B846B6-4D09-46A3-9AEA-55D7B27F6E2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34" y="3584"/>
                    <a:ext cx="57" cy="8"/>
                  </a:xfrm>
                  <a:prstGeom prst="rect">
                    <a:avLst/>
                  </a:prstGeom>
                  <a:solidFill>
                    <a:srgbClr val="00000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  <p:sp>
                <p:nvSpPr>
                  <p:cNvPr id="39026" name="Rectangle 407">
                    <a:extLst>
                      <a:ext uri="{FF2B5EF4-FFF2-40B4-BE49-F238E27FC236}">
                        <a16:creationId xmlns:a16="http://schemas.microsoft.com/office/drawing/2014/main" id="{6F3394CA-00AD-4447-908D-49051D97FA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79" y="3581"/>
                    <a:ext cx="167" cy="5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GB" altLang="en-US" sz="1800"/>
                  </a:p>
                </p:txBody>
              </p:sp>
            </p:grpSp>
            <p:sp>
              <p:nvSpPr>
                <p:cNvPr id="39022" name="Rectangle 408">
                  <a:extLst>
                    <a:ext uri="{FF2B5EF4-FFF2-40B4-BE49-F238E27FC236}">
                      <a16:creationId xmlns:a16="http://schemas.microsoft.com/office/drawing/2014/main" id="{EB19C8B7-4681-4C40-AF64-3BCE7F2496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76" y="3567"/>
                  <a:ext cx="6" cy="1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en-US" sz="1800"/>
                </a:p>
              </p:txBody>
            </p:sp>
            <p:sp>
              <p:nvSpPr>
                <p:cNvPr id="39023" name="Rectangle 409">
                  <a:extLst>
                    <a:ext uri="{FF2B5EF4-FFF2-40B4-BE49-F238E27FC236}">
                      <a16:creationId xmlns:a16="http://schemas.microsoft.com/office/drawing/2014/main" id="{EF495C99-2072-4CEF-9FCD-EC8634915A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21" y="3614"/>
                  <a:ext cx="11" cy="5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en-US" sz="1800"/>
                </a:p>
              </p:txBody>
            </p:sp>
          </p:grpSp>
          <p:grpSp>
            <p:nvGrpSpPr>
              <p:cNvPr id="38989" name="Group 410">
                <a:extLst>
                  <a:ext uri="{FF2B5EF4-FFF2-40B4-BE49-F238E27FC236}">
                    <a16:creationId xmlns:a16="http://schemas.microsoft.com/office/drawing/2014/main" id="{73BF1BFA-BC1E-4C53-97E5-CBBDA9EFAC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7" y="3621"/>
                <a:ext cx="116" cy="16"/>
                <a:chOff x="4737" y="3621"/>
                <a:chExt cx="116" cy="16"/>
              </a:xfrm>
            </p:grpSpPr>
            <p:grpSp>
              <p:nvGrpSpPr>
                <p:cNvPr id="38991" name="Group 411">
                  <a:extLst>
                    <a:ext uri="{FF2B5EF4-FFF2-40B4-BE49-F238E27FC236}">
                      <a16:creationId xmlns:a16="http://schemas.microsoft.com/office/drawing/2014/main" id="{9D4EDAD1-E267-4B75-AB8E-B69A05CDF9D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7" y="3621"/>
                  <a:ext cx="56" cy="16"/>
                  <a:chOff x="4737" y="3621"/>
                  <a:chExt cx="56" cy="16"/>
                </a:xfrm>
              </p:grpSpPr>
              <p:grpSp>
                <p:nvGrpSpPr>
                  <p:cNvPr id="39007" name="Group 412">
                    <a:extLst>
                      <a:ext uri="{FF2B5EF4-FFF2-40B4-BE49-F238E27FC236}">
                        <a16:creationId xmlns:a16="http://schemas.microsoft.com/office/drawing/2014/main" id="{E2E98F5A-FBC5-4C26-A716-6DBC93689F3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7" y="3621"/>
                    <a:ext cx="25" cy="16"/>
                    <a:chOff x="4737" y="3621"/>
                    <a:chExt cx="25" cy="16"/>
                  </a:xfrm>
                </p:grpSpPr>
                <p:grpSp>
                  <p:nvGrpSpPr>
                    <p:cNvPr id="39015" name="Group 413">
                      <a:extLst>
                        <a:ext uri="{FF2B5EF4-FFF2-40B4-BE49-F238E27FC236}">
                          <a16:creationId xmlns:a16="http://schemas.microsoft.com/office/drawing/2014/main" id="{776BFB8D-01CE-4145-84CF-E281F53AAD5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37" y="3621"/>
                      <a:ext cx="11" cy="16"/>
                      <a:chOff x="4737" y="3621"/>
                      <a:chExt cx="11" cy="16"/>
                    </a:xfrm>
                  </p:grpSpPr>
                  <p:sp>
                    <p:nvSpPr>
                      <p:cNvPr id="39019" name="Freeform 414">
                        <a:extLst>
                          <a:ext uri="{FF2B5EF4-FFF2-40B4-BE49-F238E27FC236}">
                            <a16:creationId xmlns:a16="http://schemas.microsoft.com/office/drawing/2014/main" id="{6B289879-772A-47EA-97FF-462319400E8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37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9020" name="Freeform 415">
                        <a:extLst>
                          <a:ext uri="{FF2B5EF4-FFF2-40B4-BE49-F238E27FC236}">
                            <a16:creationId xmlns:a16="http://schemas.microsoft.com/office/drawing/2014/main" id="{77567E55-CC06-4573-B921-759364DAD87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44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39016" name="Group 416">
                      <a:extLst>
                        <a:ext uri="{FF2B5EF4-FFF2-40B4-BE49-F238E27FC236}">
                          <a16:creationId xmlns:a16="http://schemas.microsoft.com/office/drawing/2014/main" id="{36037088-88AE-4824-9248-977D3F559CC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52" y="3621"/>
                      <a:ext cx="10" cy="16"/>
                      <a:chOff x="4752" y="3621"/>
                      <a:chExt cx="10" cy="16"/>
                    </a:xfrm>
                  </p:grpSpPr>
                  <p:sp>
                    <p:nvSpPr>
                      <p:cNvPr id="39017" name="Freeform 417">
                        <a:extLst>
                          <a:ext uri="{FF2B5EF4-FFF2-40B4-BE49-F238E27FC236}">
                            <a16:creationId xmlns:a16="http://schemas.microsoft.com/office/drawing/2014/main" id="{A2CF0395-EEE4-4980-BC45-C7A02018080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52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9018" name="Freeform 418">
                        <a:extLst>
                          <a:ext uri="{FF2B5EF4-FFF2-40B4-BE49-F238E27FC236}">
                            <a16:creationId xmlns:a16="http://schemas.microsoft.com/office/drawing/2014/main" id="{FE2F2A87-CA7C-46B0-BCB3-5C0F32FBA32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59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grpSp>
                <p:nvGrpSpPr>
                  <p:cNvPr id="39008" name="Group 419">
                    <a:extLst>
                      <a:ext uri="{FF2B5EF4-FFF2-40B4-BE49-F238E27FC236}">
                        <a16:creationId xmlns:a16="http://schemas.microsoft.com/office/drawing/2014/main" id="{E4C995BD-871A-4BDF-B48E-BA7C675A2B4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67" y="3621"/>
                    <a:ext cx="26" cy="16"/>
                    <a:chOff x="4767" y="3621"/>
                    <a:chExt cx="26" cy="16"/>
                  </a:xfrm>
                </p:grpSpPr>
                <p:grpSp>
                  <p:nvGrpSpPr>
                    <p:cNvPr id="39009" name="Group 420">
                      <a:extLst>
                        <a:ext uri="{FF2B5EF4-FFF2-40B4-BE49-F238E27FC236}">
                          <a16:creationId xmlns:a16="http://schemas.microsoft.com/office/drawing/2014/main" id="{CB3796E3-6A8E-4A17-9F97-8573B39DCB9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67" y="3621"/>
                      <a:ext cx="11" cy="16"/>
                      <a:chOff x="4767" y="3621"/>
                      <a:chExt cx="11" cy="16"/>
                    </a:xfrm>
                  </p:grpSpPr>
                  <p:sp>
                    <p:nvSpPr>
                      <p:cNvPr id="39013" name="Freeform 421">
                        <a:extLst>
                          <a:ext uri="{FF2B5EF4-FFF2-40B4-BE49-F238E27FC236}">
                            <a16:creationId xmlns:a16="http://schemas.microsoft.com/office/drawing/2014/main" id="{A7C0B35C-1E87-48CA-BF14-B5F6EBF90FF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67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9014" name="Freeform 422">
                        <a:extLst>
                          <a:ext uri="{FF2B5EF4-FFF2-40B4-BE49-F238E27FC236}">
                            <a16:creationId xmlns:a16="http://schemas.microsoft.com/office/drawing/2014/main" id="{57E58765-B80F-4C1C-A83B-C78EE63E829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74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39010" name="Group 423">
                      <a:extLst>
                        <a:ext uri="{FF2B5EF4-FFF2-40B4-BE49-F238E27FC236}">
                          <a16:creationId xmlns:a16="http://schemas.microsoft.com/office/drawing/2014/main" id="{3C46B44A-55FE-4101-83E6-CBFCFEADCA7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82" y="3621"/>
                      <a:ext cx="11" cy="16"/>
                      <a:chOff x="4782" y="3621"/>
                      <a:chExt cx="11" cy="16"/>
                    </a:xfrm>
                  </p:grpSpPr>
                  <p:sp>
                    <p:nvSpPr>
                      <p:cNvPr id="39011" name="Freeform 424">
                        <a:extLst>
                          <a:ext uri="{FF2B5EF4-FFF2-40B4-BE49-F238E27FC236}">
                            <a16:creationId xmlns:a16="http://schemas.microsoft.com/office/drawing/2014/main" id="{2E00B106-213D-4CC0-8E1F-F823B8CA3AB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82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9012" name="Freeform 425">
                        <a:extLst>
                          <a:ext uri="{FF2B5EF4-FFF2-40B4-BE49-F238E27FC236}">
                            <a16:creationId xmlns:a16="http://schemas.microsoft.com/office/drawing/2014/main" id="{A44B4155-C5B1-4945-8930-CF04B417D57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89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  <p:grpSp>
              <p:nvGrpSpPr>
                <p:cNvPr id="38992" name="Group 426">
                  <a:extLst>
                    <a:ext uri="{FF2B5EF4-FFF2-40B4-BE49-F238E27FC236}">
                      <a16:creationId xmlns:a16="http://schemas.microsoft.com/office/drawing/2014/main" id="{F577DCA3-533D-4427-A3A4-ADFAA1745B4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97" y="3621"/>
                  <a:ext cx="56" cy="16"/>
                  <a:chOff x="4797" y="3621"/>
                  <a:chExt cx="56" cy="16"/>
                </a:xfrm>
              </p:grpSpPr>
              <p:grpSp>
                <p:nvGrpSpPr>
                  <p:cNvPr id="38993" name="Group 427">
                    <a:extLst>
                      <a:ext uri="{FF2B5EF4-FFF2-40B4-BE49-F238E27FC236}">
                        <a16:creationId xmlns:a16="http://schemas.microsoft.com/office/drawing/2014/main" id="{45B0A2C6-A3DE-4DF0-940B-334FCD39070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97" y="3621"/>
                    <a:ext cx="26" cy="16"/>
                    <a:chOff x="4797" y="3621"/>
                    <a:chExt cx="26" cy="16"/>
                  </a:xfrm>
                </p:grpSpPr>
                <p:grpSp>
                  <p:nvGrpSpPr>
                    <p:cNvPr id="39001" name="Group 428">
                      <a:extLst>
                        <a:ext uri="{FF2B5EF4-FFF2-40B4-BE49-F238E27FC236}">
                          <a16:creationId xmlns:a16="http://schemas.microsoft.com/office/drawing/2014/main" id="{A3FF9605-8633-4146-B0FD-B758C7DAFF7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97" y="3621"/>
                      <a:ext cx="11" cy="16"/>
                      <a:chOff x="4797" y="3621"/>
                      <a:chExt cx="11" cy="16"/>
                    </a:xfrm>
                  </p:grpSpPr>
                  <p:sp>
                    <p:nvSpPr>
                      <p:cNvPr id="39005" name="Freeform 429">
                        <a:extLst>
                          <a:ext uri="{FF2B5EF4-FFF2-40B4-BE49-F238E27FC236}">
                            <a16:creationId xmlns:a16="http://schemas.microsoft.com/office/drawing/2014/main" id="{5C1BCC8E-56CB-4E26-B3C8-DA1D202ECC6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797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9006" name="Freeform 430">
                        <a:extLst>
                          <a:ext uri="{FF2B5EF4-FFF2-40B4-BE49-F238E27FC236}">
                            <a16:creationId xmlns:a16="http://schemas.microsoft.com/office/drawing/2014/main" id="{5AAD2F48-C80A-4E41-9614-CFBAC7E89C2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04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39002" name="Group 431">
                      <a:extLst>
                        <a:ext uri="{FF2B5EF4-FFF2-40B4-BE49-F238E27FC236}">
                          <a16:creationId xmlns:a16="http://schemas.microsoft.com/office/drawing/2014/main" id="{13111F9C-2395-4346-B6EF-AFD7BD45AF2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812" y="3621"/>
                      <a:ext cx="11" cy="16"/>
                      <a:chOff x="4812" y="3621"/>
                      <a:chExt cx="11" cy="16"/>
                    </a:xfrm>
                  </p:grpSpPr>
                  <p:sp>
                    <p:nvSpPr>
                      <p:cNvPr id="39003" name="Freeform 432">
                        <a:extLst>
                          <a:ext uri="{FF2B5EF4-FFF2-40B4-BE49-F238E27FC236}">
                            <a16:creationId xmlns:a16="http://schemas.microsoft.com/office/drawing/2014/main" id="{7BA81C9D-7D08-418C-AA2D-45BECFBD163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12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9004" name="Freeform 433">
                        <a:extLst>
                          <a:ext uri="{FF2B5EF4-FFF2-40B4-BE49-F238E27FC236}">
                            <a16:creationId xmlns:a16="http://schemas.microsoft.com/office/drawing/2014/main" id="{AC807100-0230-444E-AFCB-CA2741A1190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19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grpSp>
                <p:nvGrpSpPr>
                  <p:cNvPr id="38994" name="Group 434">
                    <a:extLst>
                      <a:ext uri="{FF2B5EF4-FFF2-40B4-BE49-F238E27FC236}">
                        <a16:creationId xmlns:a16="http://schemas.microsoft.com/office/drawing/2014/main" id="{035F8319-15DF-43B1-B6CC-45E522AFE97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827" y="3621"/>
                    <a:ext cx="26" cy="16"/>
                    <a:chOff x="4827" y="3621"/>
                    <a:chExt cx="26" cy="16"/>
                  </a:xfrm>
                </p:grpSpPr>
                <p:grpSp>
                  <p:nvGrpSpPr>
                    <p:cNvPr id="38995" name="Group 435">
                      <a:extLst>
                        <a:ext uri="{FF2B5EF4-FFF2-40B4-BE49-F238E27FC236}">
                          <a16:creationId xmlns:a16="http://schemas.microsoft.com/office/drawing/2014/main" id="{23CAEB3D-99CF-423F-91EA-C51CEDC1D35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827" y="3621"/>
                      <a:ext cx="11" cy="16"/>
                      <a:chOff x="4827" y="3621"/>
                      <a:chExt cx="11" cy="16"/>
                    </a:xfrm>
                  </p:grpSpPr>
                  <p:sp>
                    <p:nvSpPr>
                      <p:cNvPr id="38999" name="Freeform 436">
                        <a:extLst>
                          <a:ext uri="{FF2B5EF4-FFF2-40B4-BE49-F238E27FC236}">
                            <a16:creationId xmlns:a16="http://schemas.microsoft.com/office/drawing/2014/main" id="{F076E161-3A08-481A-B128-7A4D7262184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27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9000" name="Freeform 437">
                        <a:extLst>
                          <a:ext uri="{FF2B5EF4-FFF2-40B4-BE49-F238E27FC236}">
                            <a16:creationId xmlns:a16="http://schemas.microsoft.com/office/drawing/2014/main" id="{1FC71F12-DC28-4342-A5CF-E7082998D44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35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38996" name="Group 438">
                      <a:extLst>
                        <a:ext uri="{FF2B5EF4-FFF2-40B4-BE49-F238E27FC236}">
                          <a16:creationId xmlns:a16="http://schemas.microsoft.com/office/drawing/2014/main" id="{8D14B2B1-A899-45CF-A1F5-DA47EDC2784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842" y="3621"/>
                      <a:ext cx="11" cy="16"/>
                      <a:chOff x="4842" y="3621"/>
                      <a:chExt cx="11" cy="16"/>
                    </a:xfrm>
                  </p:grpSpPr>
                  <p:sp>
                    <p:nvSpPr>
                      <p:cNvPr id="38997" name="Freeform 439">
                        <a:extLst>
                          <a:ext uri="{FF2B5EF4-FFF2-40B4-BE49-F238E27FC236}">
                            <a16:creationId xmlns:a16="http://schemas.microsoft.com/office/drawing/2014/main" id="{053D8357-3A3B-4417-8BA4-A9E333BE058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42" y="3621"/>
                        <a:ext cx="4" cy="16"/>
                      </a:xfrm>
                      <a:custGeom>
                        <a:avLst/>
                        <a:gdLst>
                          <a:gd name="T0" fmla="*/ 3 w 4"/>
                          <a:gd name="T1" fmla="*/ 0 h 16"/>
                          <a:gd name="T2" fmla="*/ 0 w 4"/>
                          <a:gd name="T3" fmla="*/ 0 h 16"/>
                          <a:gd name="T4" fmla="*/ 0 w 4"/>
                          <a:gd name="T5" fmla="*/ 15 h 16"/>
                          <a:gd name="T6" fmla="*/ 3 w 4"/>
                          <a:gd name="T7" fmla="*/ 15 h 16"/>
                          <a:gd name="T8" fmla="*/ 3 w 4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4"/>
                          <a:gd name="T16" fmla="*/ 0 h 16"/>
                          <a:gd name="T17" fmla="*/ 4 w 4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4" h="16">
                            <a:moveTo>
                              <a:pt x="3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3" y="15"/>
                            </a:lnTo>
                            <a:lnTo>
                              <a:pt x="3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8998" name="Freeform 440">
                        <a:extLst>
                          <a:ext uri="{FF2B5EF4-FFF2-40B4-BE49-F238E27FC236}">
                            <a16:creationId xmlns:a16="http://schemas.microsoft.com/office/drawing/2014/main" id="{1D54CD16-4002-451D-ADDB-66D3074E84F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850" y="3621"/>
                        <a:ext cx="3" cy="16"/>
                      </a:xfrm>
                      <a:custGeom>
                        <a:avLst/>
                        <a:gdLst>
                          <a:gd name="T0" fmla="*/ 2 w 3"/>
                          <a:gd name="T1" fmla="*/ 0 h 16"/>
                          <a:gd name="T2" fmla="*/ 0 w 3"/>
                          <a:gd name="T3" fmla="*/ 0 h 16"/>
                          <a:gd name="T4" fmla="*/ 0 w 3"/>
                          <a:gd name="T5" fmla="*/ 15 h 16"/>
                          <a:gd name="T6" fmla="*/ 2 w 3"/>
                          <a:gd name="T7" fmla="*/ 15 h 16"/>
                          <a:gd name="T8" fmla="*/ 2 w 3"/>
                          <a:gd name="T9" fmla="*/ 0 h 1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"/>
                          <a:gd name="T16" fmla="*/ 0 h 16"/>
                          <a:gd name="T17" fmla="*/ 3 w 3"/>
                          <a:gd name="T18" fmla="*/ 16 h 1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" h="16">
                            <a:moveTo>
                              <a:pt x="2" y="0"/>
                            </a:moveTo>
                            <a:lnTo>
                              <a:pt x="0" y="0"/>
                            </a:lnTo>
                            <a:lnTo>
                              <a:pt x="0" y="15"/>
                            </a:lnTo>
                            <a:lnTo>
                              <a:pt x="2" y="15"/>
                            </a:lnTo>
                            <a:lnTo>
                              <a:pt x="2" y="0"/>
                            </a:lnTo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2700" cap="rnd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</p:grpSp>
          <p:sp>
            <p:nvSpPr>
              <p:cNvPr id="38990" name="Freeform 441">
                <a:extLst>
                  <a:ext uri="{FF2B5EF4-FFF2-40B4-BE49-F238E27FC236}">
                    <a16:creationId xmlns:a16="http://schemas.microsoft.com/office/drawing/2014/main" id="{523AEC49-383E-4CAD-AAB0-AA7285C55D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8" y="3605"/>
                <a:ext cx="640" cy="16"/>
              </a:xfrm>
              <a:custGeom>
                <a:avLst/>
                <a:gdLst>
                  <a:gd name="T0" fmla="*/ 0 w 640"/>
                  <a:gd name="T1" fmla="*/ 11 h 16"/>
                  <a:gd name="T2" fmla="*/ 281 w 640"/>
                  <a:gd name="T3" fmla="*/ 11 h 16"/>
                  <a:gd name="T4" fmla="*/ 281 w 640"/>
                  <a:gd name="T5" fmla="*/ 0 h 16"/>
                  <a:gd name="T6" fmla="*/ 325 w 640"/>
                  <a:gd name="T7" fmla="*/ 0 h 16"/>
                  <a:gd name="T8" fmla="*/ 325 w 640"/>
                  <a:gd name="T9" fmla="*/ 15 h 16"/>
                  <a:gd name="T10" fmla="*/ 639 w 640"/>
                  <a:gd name="T11" fmla="*/ 15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0"/>
                  <a:gd name="T19" fmla="*/ 0 h 16"/>
                  <a:gd name="T20" fmla="*/ 640 w 640"/>
                  <a:gd name="T21" fmla="*/ 16 h 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0" h="16">
                    <a:moveTo>
                      <a:pt x="0" y="11"/>
                    </a:moveTo>
                    <a:lnTo>
                      <a:pt x="281" y="11"/>
                    </a:lnTo>
                    <a:lnTo>
                      <a:pt x="281" y="0"/>
                    </a:lnTo>
                    <a:lnTo>
                      <a:pt x="325" y="0"/>
                    </a:lnTo>
                    <a:lnTo>
                      <a:pt x="325" y="15"/>
                    </a:lnTo>
                    <a:lnTo>
                      <a:pt x="639" y="15"/>
                    </a:lnTo>
                  </a:path>
                </a:pathLst>
              </a:cu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937" name="Group 442">
              <a:extLst>
                <a:ext uri="{FF2B5EF4-FFF2-40B4-BE49-F238E27FC236}">
                  <a16:creationId xmlns:a16="http://schemas.microsoft.com/office/drawing/2014/main" id="{23F58444-D237-4E86-9269-6EC05F97A7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5" y="3707"/>
              <a:ext cx="1060" cy="123"/>
              <a:chOff x="4505" y="3707"/>
              <a:chExt cx="1060" cy="123"/>
            </a:xfrm>
          </p:grpSpPr>
          <p:grpSp>
            <p:nvGrpSpPr>
              <p:cNvPr id="38947" name="Group 443">
                <a:extLst>
                  <a:ext uri="{FF2B5EF4-FFF2-40B4-BE49-F238E27FC236}">
                    <a16:creationId xmlns:a16="http://schemas.microsoft.com/office/drawing/2014/main" id="{78EAA53E-4E5A-4094-8762-F247078B72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05" y="3707"/>
                <a:ext cx="1060" cy="123"/>
                <a:chOff x="4505" y="3707"/>
                <a:chExt cx="1060" cy="123"/>
              </a:xfrm>
            </p:grpSpPr>
            <p:sp>
              <p:nvSpPr>
                <p:cNvPr id="38983" name="Rectangle 444">
                  <a:extLst>
                    <a:ext uri="{FF2B5EF4-FFF2-40B4-BE49-F238E27FC236}">
                      <a16:creationId xmlns:a16="http://schemas.microsoft.com/office/drawing/2014/main" id="{C1B3927C-BC55-4F42-A9D2-CA497C02CD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9" y="3815"/>
                  <a:ext cx="1047" cy="15"/>
                </a:xfrm>
                <a:prstGeom prst="rect">
                  <a:avLst/>
                </a:prstGeom>
                <a:solidFill>
                  <a:srgbClr val="C0C0C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en-US" sz="1800"/>
                </a:p>
              </p:txBody>
            </p:sp>
            <p:sp>
              <p:nvSpPr>
                <p:cNvPr id="38984" name="Freeform 445">
                  <a:extLst>
                    <a:ext uri="{FF2B5EF4-FFF2-40B4-BE49-F238E27FC236}">
                      <a16:creationId xmlns:a16="http://schemas.microsoft.com/office/drawing/2014/main" id="{25771D01-BD79-4873-9A80-625F0C8AFE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05" y="3707"/>
                  <a:ext cx="1060" cy="107"/>
                </a:xfrm>
                <a:custGeom>
                  <a:avLst/>
                  <a:gdLst>
                    <a:gd name="T0" fmla="*/ 0 w 1060"/>
                    <a:gd name="T1" fmla="*/ 106 h 107"/>
                    <a:gd name="T2" fmla="*/ 1059 w 1060"/>
                    <a:gd name="T3" fmla="*/ 106 h 107"/>
                    <a:gd name="T4" fmla="*/ 997 w 1060"/>
                    <a:gd name="T5" fmla="*/ 1 h 107"/>
                    <a:gd name="T6" fmla="*/ 77 w 1060"/>
                    <a:gd name="T7" fmla="*/ 0 h 107"/>
                    <a:gd name="T8" fmla="*/ 0 w 1060"/>
                    <a:gd name="T9" fmla="*/ 106 h 10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60"/>
                    <a:gd name="T16" fmla="*/ 0 h 107"/>
                    <a:gd name="T17" fmla="*/ 1060 w 1060"/>
                    <a:gd name="T18" fmla="*/ 107 h 10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60" h="107">
                      <a:moveTo>
                        <a:pt x="0" y="106"/>
                      </a:moveTo>
                      <a:lnTo>
                        <a:pt x="1059" y="106"/>
                      </a:lnTo>
                      <a:lnTo>
                        <a:pt x="997" y="1"/>
                      </a:lnTo>
                      <a:lnTo>
                        <a:pt x="77" y="0"/>
                      </a:lnTo>
                      <a:lnTo>
                        <a:pt x="0" y="106"/>
                      </a:lnTo>
                    </a:path>
                  </a:pathLst>
                </a:custGeom>
                <a:solidFill>
                  <a:srgbClr val="C0C0C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85" name="Freeform 446">
                  <a:extLst>
                    <a:ext uri="{FF2B5EF4-FFF2-40B4-BE49-F238E27FC236}">
                      <a16:creationId xmlns:a16="http://schemas.microsoft.com/office/drawing/2014/main" id="{B079B545-19A5-4C9F-A965-68CFB1C25B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36" y="3719"/>
                  <a:ext cx="993" cy="82"/>
                </a:xfrm>
                <a:custGeom>
                  <a:avLst/>
                  <a:gdLst>
                    <a:gd name="T0" fmla="*/ 57 w 993"/>
                    <a:gd name="T1" fmla="*/ 0 h 82"/>
                    <a:gd name="T2" fmla="*/ 0 w 993"/>
                    <a:gd name="T3" fmla="*/ 81 h 82"/>
                    <a:gd name="T4" fmla="*/ 992 w 993"/>
                    <a:gd name="T5" fmla="*/ 81 h 82"/>
                    <a:gd name="T6" fmla="*/ 947 w 993"/>
                    <a:gd name="T7" fmla="*/ 0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93"/>
                    <a:gd name="T13" fmla="*/ 0 h 82"/>
                    <a:gd name="T14" fmla="*/ 993 w 993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93" h="82">
                      <a:moveTo>
                        <a:pt x="57" y="0"/>
                      </a:moveTo>
                      <a:lnTo>
                        <a:pt x="0" y="81"/>
                      </a:lnTo>
                      <a:lnTo>
                        <a:pt x="992" y="81"/>
                      </a:lnTo>
                      <a:lnTo>
                        <a:pt x="947" y="0"/>
                      </a:lnTo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48" name="Group 447">
                <a:extLst>
                  <a:ext uri="{FF2B5EF4-FFF2-40B4-BE49-F238E27FC236}">
                    <a16:creationId xmlns:a16="http://schemas.microsoft.com/office/drawing/2014/main" id="{6B5DE540-5F2A-4D63-BF71-3F5ADFF020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22" y="3717"/>
                <a:ext cx="835" cy="24"/>
                <a:chOff x="4622" y="3717"/>
                <a:chExt cx="835" cy="24"/>
              </a:xfrm>
            </p:grpSpPr>
            <p:sp>
              <p:nvSpPr>
                <p:cNvPr id="38977" name="Freeform 448">
                  <a:extLst>
                    <a:ext uri="{FF2B5EF4-FFF2-40B4-BE49-F238E27FC236}">
                      <a16:creationId xmlns:a16="http://schemas.microsoft.com/office/drawing/2014/main" id="{2E1D1B5A-E892-49F8-A6CF-154DFC292E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22" y="3717"/>
                  <a:ext cx="34" cy="16"/>
                </a:xfrm>
                <a:custGeom>
                  <a:avLst/>
                  <a:gdLst>
                    <a:gd name="T0" fmla="*/ 9 w 34"/>
                    <a:gd name="T1" fmla="*/ 0 h 16"/>
                    <a:gd name="T2" fmla="*/ 33 w 34"/>
                    <a:gd name="T3" fmla="*/ 0 h 16"/>
                    <a:gd name="T4" fmla="*/ 25 w 34"/>
                    <a:gd name="T5" fmla="*/ 15 h 16"/>
                    <a:gd name="T6" fmla="*/ 0 w 34"/>
                    <a:gd name="T7" fmla="*/ 15 h 16"/>
                    <a:gd name="T8" fmla="*/ 9 w 34"/>
                    <a:gd name="T9" fmla="*/ 0 h 1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4"/>
                    <a:gd name="T16" fmla="*/ 0 h 16"/>
                    <a:gd name="T17" fmla="*/ 34 w 34"/>
                    <a:gd name="T18" fmla="*/ 16 h 1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4" h="16">
                      <a:moveTo>
                        <a:pt x="9" y="0"/>
                      </a:moveTo>
                      <a:lnTo>
                        <a:pt x="33" y="0"/>
                      </a:lnTo>
                      <a:lnTo>
                        <a:pt x="25" y="15"/>
                      </a:lnTo>
                      <a:lnTo>
                        <a:pt x="0" y="15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rgbClr val="80808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78" name="Freeform 449">
                  <a:extLst>
                    <a:ext uri="{FF2B5EF4-FFF2-40B4-BE49-F238E27FC236}">
                      <a16:creationId xmlns:a16="http://schemas.microsoft.com/office/drawing/2014/main" id="{ABCF5CC9-D661-4B9E-BD98-121E53863D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03" y="3717"/>
                  <a:ext cx="132" cy="15"/>
                </a:xfrm>
                <a:custGeom>
                  <a:avLst/>
                  <a:gdLst>
                    <a:gd name="T0" fmla="*/ 6 w 132"/>
                    <a:gd name="T1" fmla="*/ 0 h 15"/>
                    <a:gd name="T2" fmla="*/ 131 w 132"/>
                    <a:gd name="T3" fmla="*/ 0 h 15"/>
                    <a:gd name="T4" fmla="*/ 126 w 132"/>
                    <a:gd name="T5" fmla="*/ 14 h 15"/>
                    <a:gd name="T6" fmla="*/ 0 w 132"/>
                    <a:gd name="T7" fmla="*/ 14 h 15"/>
                    <a:gd name="T8" fmla="*/ 6 w 132"/>
                    <a:gd name="T9" fmla="*/ 0 h 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32"/>
                    <a:gd name="T16" fmla="*/ 0 h 15"/>
                    <a:gd name="T17" fmla="*/ 132 w 132"/>
                    <a:gd name="T18" fmla="*/ 15 h 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32" h="15">
                      <a:moveTo>
                        <a:pt x="6" y="0"/>
                      </a:moveTo>
                      <a:lnTo>
                        <a:pt x="131" y="0"/>
                      </a:lnTo>
                      <a:lnTo>
                        <a:pt x="126" y="14"/>
                      </a:lnTo>
                      <a:lnTo>
                        <a:pt x="0" y="14"/>
                      </a:lnTo>
                      <a:lnTo>
                        <a:pt x="6" y="0"/>
                      </a:lnTo>
                    </a:path>
                  </a:pathLst>
                </a:custGeom>
                <a:solidFill>
                  <a:srgbClr val="80808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79" name="Freeform 450">
                  <a:extLst>
                    <a:ext uri="{FF2B5EF4-FFF2-40B4-BE49-F238E27FC236}">
                      <a16:creationId xmlns:a16="http://schemas.microsoft.com/office/drawing/2014/main" id="{429AEC26-DB8C-40ED-A84D-1E53FE4F99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72" y="3717"/>
                  <a:ext cx="126" cy="16"/>
                </a:xfrm>
                <a:custGeom>
                  <a:avLst/>
                  <a:gdLst>
                    <a:gd name="T0" fmla="*/ 4 w 126"/>
                    <a:gd name="T1" fmla="*/ 0 h 16"/>
                    <a:gd name="T2" fmla="*/ 125 w 126"/>
                    <a:gd name="T3" fmla="*/ 0 h 16"/>
                    <a:gd name="T4" fmla="*/ 124 w 126"/>
                    <a:gd name="T5" fmla="*/ 15 h 16"/>
                    <a:gd name="T6" fmla="*/ 0 w 126"/>
                    <a:gd name="T7" fmla="*/ 15 h 16"/>
                    <a:gd name="T8" fmla="*/ 4 w 126"/>
                    <a:gd name="T9" fmla="*/ 0 h 1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26"/>
                    <a:gd name="T16" fmla="*/ 0 h 16"/>
                    <a:gd name="T17" fmla="*/ 126 w 126"/>
                    <a:gd name="T18" fmla="*/ 16 h 1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26" h="16">
                      <a:moveTo>
                        <a:pt x="4" y="0"/>
                      </a:moveTo>
                      <a:lnTo>
                        <a:pt x="125" y="0"/>
                      </a:lnTo>
                      <a:lnTo>
                        <a:pt x="124" y="15"/>
                      </a:lnTo>
                      <a:lnTo>
                        <a:pt x="0" y="15"/>
                      </a:lnTo>
                      <a:lnTo>
                        <a:pt x="4" y="0"/>
                      </a:lnTo>
                    </a:path>
                  </a:pathLst>
                </a:custGeom>
                <a:solidFill>
                  <a:srgbClr val="80808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80" name="Freeform 451">
                  <a:extLst>
                    <a:ext uri="{FF2B5EF4-FFF2-40B4-BE49-F238E27FC236}">
                      <a16:creationId xmlns:a16="http://schemas.microsoft.com/office/drawing/2014/main" id="{9BC11801-EE35-4E64-8C81-6443F64E15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17"/>
                  <a:ext cx="129" cy="16"/>
                </a:xfrm>
                <a:custGeom>
                  <a:avLst/>
                  <a:gdLst>
                    <a:gd name="T0" fmla="*/ 1 w 129"/>
                    <a:gd name="T1" fmla="*/ 0 h 16"/>
                    <a:gd name="T2" fmla="*/ 128 w 129"/>
                    <a:gd name="T3" fmla="*/ 0 h 16"/>
                    <a:gd name="T4" fmla="*/ 128 w 129"/>
                    <a:gd name="T5" fmla="*/ 15 h 16"/>
                    <a:gd name="T6" fmla="*/ 0 w 129"/>
                    <a:gd name="T7" fmla="*/ 15 h 16"/>
                    <a:gd name="T8" fmla="*/ 1 w 129"/>
                    <a:gd name="T9" fmla="*/ 0 h 1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29"/>
                    <a:gd name="T16" fmla="*/ 0 h 16"/>
                    <a:gd name="T17" fmla="*/ 129 w 129"/>
                    <a:gd name="T18" fmla="*/ 16 h 1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29" h="16">
                      <a:moveTo>
                        <a:pt x="1" y="0"/>
                      </a:moveTo>
                      <a:lnTo>
                        <a:pt x="128" y="0"/>
                      </a:lnTo>
                      <a:lnTo>
                        <a:pt x="128" y="15"/>
                      </a:lnTo>
                      <a:lnTo>
                        <a:pt x="0" y="15"/>
                      </a:lnTo>
                      <a:lnTo>
                        <a:pt x="1" y="0"/>
                      </a:lnTo>
                    </a:path>
                  </a:pathLst>
                </a:custGeom>
                <a:solidFill>
                  <a:srgbClr val="80808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81" name="Freeform 452">
                  <a:extLst>
                    <a:ext uri="{FF2B5EF4-FFF2-40B4-BE49-F238E27FC236}">
                      <a16:creationId xmlns:a16="http://schemas.microsoft.com/office/drawing/2014/main" id="{5B9D5A89-DBEB-495F-862B-435355EF2F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78" y="3717"/>
                  <a:ext cx="113" cy="18"/>
                </a:xfrm>
                <a:custGeom>
                  <a:avLst/>
                  <a:gdLst>
                    <a:gd name="T0" fmla="*/ 0 w 113"/>
                    <a:gd name="T1" fmla="*/ 0 h 18"/>
                    <a:gd name="T2" fmla="*/ 109 w 113"/>
                    <a:gd name="T3" fmla="*/ 0 h 18"/>
                    <a:gd name="T4" fmla="*/ 112 w 113"/>
                    <a:gd name="T5" fmla="*/ 17 h 18"/>
                    <a:gd name="T6" fmla="*/ 0 w 113"/>
                    <a:gd name="T7" fmla="*/ 17 h 18"/>
                    <a:gd name="T8" fmla="*/ 0 w 113"/>
                    <a:gd name="T9" fmla="*/ 0 h 1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3"/>
                    <a:gd name="T16" fmla="*/ 0 h 18"/>
                    <a:gd name="T17" fmla="*/ 113 w 113"/>
                    <a:gd name="T18" fmla="*/ 18 h 1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3" h="18">
                      <a:moveTo>
                        <a:pt x="0" y="0"/>
                      </a:moveTo>
                      <a:lnTo>
                        <a:pt x="109" y="0"/>
                      </a:lnTo>
                      <a:lnTo>
                        <a:pt x="112" y="17"/>
                      </a:lnTo>
                      <a:lnTo>
                        <a:pt x="0" y="1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80808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82" name="Freeform 453">
                  <a:extLst>
                    <a:ext uri="{FF2B5EF4-FFF2-40B4-BE49-F238E27FC236}">
                      <a16:creationId xmlns:a16="http://schemas.microsoft.com/office/drawing/2014/main" id="{CA8EACCB-94EB-437F-A9BF-4D2389CCA7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7" y="3726"/>
                  <a:ext cx="140" cy="15"/>
                </a:xfrm>
                <a:custGeom>
                  <a:avLst/>
                  <a:gdLst>
                    <a:gd name="T0" fmla="*/ 0 w 140"/>
                    <a:gd name="T1" fmla="*/ 0 h 15"/>
                    <a:gd name="T2" fmla="*/ 126 w 140"/>
                    <a:gd name="T3" fmla="*/ 0 h 15"/>
                    <a:gd name="T4" fmla="*/ 139 w 140"/>
                    <a:gd name="T5" fmla="*/ 14 h 15"/>
                    <a:gd name="T6" fmla="*/ 6 w 140"/>
                    <a:gd name="T7" fmla="*/ 14 h 15"/>
                    <a:gd name="T8" fmla="*/ 0 w 140"/>
                    <a:gd name="T9" fmla="*/ 0 h 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40"/>
                    <a:gd name="T16" fmla="*/ 0 h 15"/>
                    <a:gd name="T17" fmla="*/ 140 w 140"/>
                    <a:gd name="T18" fmla="*/ 15 h 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40" h="15">
                      <a:moveTo>
                        <a:pt x="0" y="0"/>
                      </a:moveTo>
                      <a:lnTo>
                        <a:pt x="126" y="0"/>
                      </a:lnTo>
                      <a:lnTo>
                        <a:pt x="139" y="14"/>
                      </a:lnTo>
                      <a:lnTo>
                        <a:pt x="6" y="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80808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8949" name="Group 454">
                <a:extLst>
                  <a:ext uri="{FF2B5EF4-FFF2-40B4-BE49-F238E27FC236}">
                    <a16:creationId xmlns:a16="http://schemas.microsoft.com/office/drawing/2014/main" id="{7B8C5BF0-6ACB-4E14-A542-F9409F7E0E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94" y="3745"/>
                <a:ext cx="869" cy="43"/>
                <a:chOff x="4594" y="3745"/>
                <a:chExt cx="869" cy="43"/>
              </a:xfrm>
            </p:grpSpPr>
            <p:grpSp>
              <p:nvGrpSpPr>
                <p:cNvPr id="38950" name="Group 455">
                  <a:extLst>
                    <a:ext uri="{FF2B5EF4-FFF2-40B4-BE49-F238E27FC236}">
                      <a16:creationId xmlns:a16="http://schemas.microsoft.com/office/drawing/2014/main" id="{41FE5DC0-DA39-465A-BCCD-1E6EE9D384B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69" y="3747"/>
                  <a:ext cx="426" cy="37"/>
                  <a:chOff x="4669" y="3747"/>
                  <a:chExt cx="426" cy="37"/>
                </a:xfrm>
              </p:grpSpPr>
              <p:sp>
                <p:nvSpPr>
                  <p:cNvPr id="38973" name="Line 456">
                    <a:extLst>
                      <a:ext uri="{FF2B5EF4-FFF2-40B4-BE49-F238E27FC236}">
                        <a16:creationId xmlns:a16="http://schemas.microsoft.com/office/drawing/2014/main" id="{D9E2BDC5-F81D-451F-B720-38DBADE100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69" y="3747"/>
                    <a:ext cx="403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974" name="Line 457">
                    <a:extLst>
                      <a:ext uri="{FF2B5EF4-FFF2-40B4-BE49-F238E27FC236}">
                        <a16:creationId xmlns:a16="http://schemas.microsoft.com/office/drawing/2014/main" id="{3AE08FA8-42BF-43BC-A4F7-418ADCC8E83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86" y="3759"/>
                    <a:ext cx="40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975" name="Line 458">
                    <a:extLst>
                      <a:ext uri="{FF2B5EF4-FFF2-40B4-BE49-F238E27FC236}">
                        <a16:creationId xmlns:a16="http://schemas.microsoft.com/office/drawing/2014/main" id="{3DBD90FB-4069-478B-9E8A-914673ED60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91" y="3771"/>
                    <a:ext cx="356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976" name="Line 459">
                    <a:extLst>
                      <a:ext uri="{FF2B5EF4-FFF2-40B4-BE49-F238E27FC236}">
                        <a16:creationId xmlns:a16="http://schemas.microsoft.com/office/drawing/2014/main" id="{EE205571-BAD8-4EF3-BCDE-BFA44AC733D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700" y="3784"/>
                    <a:ext cx="41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8951" name="Group 460">
                  <a:extLst>
                    <a:ext uri="{FF2B5EF4-FFF2-40B4-BE49-F238E27FC236}">
                      <a16:creationId xmlns:a16="http://schemas.microsoft.com/office/drawing/2014/main" id="{83440B98-C1BD-47DA-8BEB-BE492C66EF8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94" y="3752"/>
                  <a:ext cx="64" cy="24"/>
                  <a:chOff x="4594" y="3752"/>
                  <a:chExt cx="64" cy="24"/>
                </a:xfrm>
              </p:grpSpPr>
              <p:sp>
                <p:nvSpPr>
                  <p:cNvPr id="38970" name="Line 461">
                    <a:extLst>
                      <a:ext uri="{FF2B5EF4-FFF2-40B4-BE49-F238E27FC236}">
                        <a16:creationId xmlns:a16="http://schemas.microsoft.com/office/drawing/2014/main" id="{5BE89DBD-9361-42E2-AD81-C9F243D69CC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12" y="3752"/>
                    <a:ext cx="33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971" name="Line 462">
                    <a:extLst>
                      <a:ext uri="{FF2B5EF4-FFF2-40B4-BE49-F238E27FC236}">
                        <a16:creationId xmlns:a16="http://schemas.microsoft.com/office/drawing/2014/main" id="{472FA518-D2AC-4695-9B4D-FC27F03C18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05" y="3765"/>
                    <a:ext cx="31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972" name="Line 463">
                    <a:extLst>
                      <a:ext uri="{FF2B5EF4-FFF2-40B4-BE49-F238E27FC236}">
                        <a16:creationId xmlns:a16="http://schemas.microsoft.com/office/drawing/2014/main" id="{4BA910B6-5F8E-457E-846C-BA7EE16F7D3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594" y="3776"/>
                    <a:ext cx="64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8952" name="Group 464">
                  <a:extLst>
                    <a:ext uri="{FF2B5EF4-FFF2-40B4-BE49-F238E27FC236}">
                      <a16:creationId xmlns:a16="http://schemas.microsoft.com/office/drawing/2014/main" id="{FC8D8AC2-A51A-4E91-8218-19919806059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63" y="3745"/>
                  <a:ext cx="389" cy="40"/>
                  <a:chOff x="4763" y="3745"/>
                  <a:chExt cx="389" cy="40"/>
                </a:xfrm>
              </p:grpSpPr>
              <p:sp>
                <p:nvSpPr>
                  <p:cNvPr id="38964" name="Line 465">
                    <a:extLst>
                      <a:ext uri="{FF2B5EF4-FFF2-40B4-BE49-F238E27FC236}">
                        <a16:creationId xmlns:a16="http://schemas.microsoft.com/office/drawing/2014/main" id="{94840B2D-46FF-4D2D-94FB-45451ED2039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763" y="3784"/>
                    <a:ext cx="23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965" name="Line 466">
                    <a:extLst>
                      <a:ext uri="{FF2B5EF4-FFF2-40B4-BE49-F238E27FC236}">
                        <a16:creationId xmlns:a16="http://schemas.microsoft.com/office/drawing/2014/main" id="{754B7565-0E52-4B20-94A3-96DE37202FC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100" y="3745"/>
                    <a:ext cx="4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966" name="Line 467">
                    <a:extLst>
                      <a:ext uri="{FF2B5EF4-FFF2-40B4-BE49-F238E27FC236}">
                        <a16:creationId xmlns:a16="http://schemas.microsoft.com/office/drawing/2014/main" id="{9FB3014D-14B6-431B-A683-489D35FD646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115" y="3759"/>
                    <a:ext cx="37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967" name="Line 468">
                    <a:extLst>
                      <a:ext uri="{FF2B5EF4-FFF2-40B4-BE49-F238E27FC236}">
                        <a16:creationId xmlns:a16="http://schemas.microsoft.com/office/drawing/2014/main" id="{9DC9CD20-9D5D-4CAE-AC2A-1D062A3410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083" y="3772"/>
                    <a:ext cx="6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968" name="Line 469">
                    <a:extLst>
                      <a:ext uri="{FF2B5EF4-FFF2-40B4-BE49-F238E27FC236}">
                        <a16:creationId xmlns:a16="http://schemas.microsoft.com/office/drawing/2014/main" id="{C6CA1F61-EAF5-4376-B179-980745B63CD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020" y="3784"/>
                    <a:ext cx="31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969" name="Line 470">
                    <a:extLst>
                      <a:ext uri="{FF2B5EF4-FFF2-40B4-BE49-F238E27FC236}">
                        <a16:creationId xmlns:a16="http://schemas.microsoft.com/office/drawing/2014/main" id="{632D2EF6-624F-49F7-9898-3EFEA4AF534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071" y="3785"/>
                    <a:ext cx="77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8953" name="Group 471">
                  <a:extLst>
                    <a:ext uri="{FF2B5EF4-FFF2-40B4-BE49-F238E27FC236}">
                      <a16:creationId xmlns:a16="http://schemas.microsoft.com/office/drawing/2014/main" id="{AAF3C295-42BA-44C0-82F1-4379D448EC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180" y="3752"/>
                  <a:ext cx="115" cy="34"/>
                  <a:chOff x="5180" y="3752"/>
                  <a:chExt cx="115" cy="34"/>
                </a:xfrm>
              </p:grpSpPr>
              <p:sp>
                <p:nvSpPr>
                  <p:cNvPr id="38961" name="Line 472">
                    <a:extLst>
                      <a:ext uri="{FF2B5EF4-FFF2-40B4-BE49-F238E27FC236}">
                        <a16:creationId xmlns:a16="http://schemas.microsoft.com/office/drawing/2014/main" id="{091523EE-B095-4206-AEA2-6AA510644F8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180" y="3752"/>
                    <a:ext cx="108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962" name="Line 473">
                    <a:extLst>
                      <a:ext uri="{FF2B5EF4-FFF2-40B4-BE49-F238E27FC236}">
                        <a16:creationId xmlns:a16="http://schemas.microsoft.com/office/drawing/2014/main" id="{9D50663C-333B-46D8-803E-EE026590D4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196" y="3767"/>
                    <a:ext cx="94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963" name="Line 474">
                    <a:extLst>
                      <a:ext uri="{FF2B5EF4-FFF2-40B4-BE49-F238E27FC236}">
                        <a16:creationId xmlns:a16="http://schemas.microsoft.com/office/drawing/2014/main" id="{B8A9363F-81CD-47F2-8BF2-E609C501F10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198" y="3786"/>
                    <a:ext cx="97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8954" name="Group 475">
                  <a:extLst>
                    <a:ext uri="{FF2B5EF4-FFF2-40B4-BE49-F238E27FC236}">
                      <a16:creationId xmlns:a16="http://schemas.microsoft.com/office/drawing/2014/main" id="{807C45D7-F6FB-4DAB-8D66-041F1896FBB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324" y="3752"/>
                  <a:ext cx="139" cy="36"/>
                  <a:chOff x="5324" y="3752"/>
                  <a:chExt cx="139" cy="36"/>
                </a:xfrm>
              </p:grpSpPr>
              <p:sp>
                <p:nvSpPr>
                  <p:cNvPr id="38955" name="Line 476">
                    <a:extLst>
                      <a:ext uri="{FF2B5EF4-FFF2-40B4-BE49-F238E27FC236}">
                        <a16:creationId xmlns:a16="http://schemas.microsoft.com/office/drawing/2014/main" id="{B46E4554-F15A-448B-8675-F0581E6C3A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35" y="3752"/>
                    <a:ext cx="103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956" name="Line 477">
                    <a:extLst>
                      <a:ext uri="{FF2B5EF4-FFF2-40B4-BE49-F238E27FC236}">
                        <a16:creationId xmlns:a16="http://schemas.microsoft.com/office/drawing/2014/main" id="{EEC82AA8-FCE8-4519-8FA1-C5C2F75D3E7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24" y="3765"/>
                    <a:ext cx="82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957" name="Line 478">
                    <a:extLst>
                      <a:ext uri="{FF2B5EF4-FFF2-40B4-BE49-F238E27FC236}">
                        <a16:creationId xmlns:a16="http://schemas.microsoft.com/office/drawing/2014/main" id="{B04C327C-6B4C-4958-A295-8EF36AD750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35" y="3776"/>
                    <a:ext cx="76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958" name="Line 479">
                    <a:extLst>
                      <a:ext uri="{FF2B5EF4-FFF2-40B4-BE49-F238E27FC236}">
                        <a16:creationId xmlns:a16="http://schemas.microsoft.com/office/drawing/2014/main" id="{31292DF2-A595-4952-86EC-05EB895757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32" y="3788"/>
                    <a:ext cx="96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959" name="Line 480">
                    <a:extLst>
                      <a:ext uri="{FF2B5EF4-FFF2-40B4-BE49-F238E27FC236}">
                        <a16:creationId xmlns:a16="http://schemas.microsoft.com/office/drawing/2014/main" id="{D28EFEE4-92AA-4F8C-A4CC-BBACB7A464A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433" y="3766"/>
                    <a:ext cx="22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8960" name="Line 481">
                    <a:extLst>
                      <a:ext uri="{FF2B5EF4-FFF2-40B4-BE49-F238E27FC236}">
                        <a16:creationId xmlns:a16="http://schemas.microsoft.com/office/drawing/2014/main" id="{81D29DBC-430E-4C59-B52D-15C5FAE56E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443" y="3782"/>
                    <a:ext cx="20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38938" name="Group 482">
              <a:extLst>
                <a:ext uri="{FF2B5EF4-FFF2-40B4-BE49-F238E27FC236}">
                  <a16:creationId xmlns:a16="http://schemas.microsoft.com/office/drawing/2014/main" id="{2D5664D6-1EE0-4772-91E2-A496DE37C8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17" y="3441"/>
              <a:ext cx="461" cy="75"/>
              <a:chOff x="4817" y="3441"/>
              <a:chExt cx="461" cy="75"/>
            </a:xfrm>
          </p:grpSpPr>
          <p:grpSp>
            <p:nvGrpSpPr>
              <p:cNvPr id="38943" name="Group 483">
                <a:extLst>
                  <a:ext uri="{FF2B5EF4-FFF2-40B4-BE49-F238E27FC236}">
                    <a16:creationId xmlns:a16="http://schemas.microsoft.com/office/drawing/2014/main" id="{D90B6770-A47D-48F2-9FEB-C9EC3964FA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17" y="3466"/>
                <a:ext cx="461" cy="50"/>
                <a:chOff x="4817" y="3466"/>
                <a:chExt cx="461" cy="50"/>
              </a:xfrm>
            </p:grpSpPr>
            <p:sp>
              <p:nvSpPr>
                <p:cNvPr id="38945" name="Freeform 484">
                  <a:extLst>
                    <a:ext uri="{FF2B5EF4-FFF2-40B4-BE49-F238E27FC236}">
                      <a16:creationId xmlns:a16="http://schemas.microsoft.com/office/drawing/2014/main" id="{CC7E27E1-39A8-480B-8E5C-BBBF24A6BD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17" y="3466"/>
                  <a:ext cx="461" cy="31"/>
                </a:xfrm>
                <a:custGeom>
                  <a:avLst/>
                  <a:gdLst>
                    <a:gd name="T0" fmla="*/ 0 w 461"/>
                    <a:gd name="T1" fmla="*/ 30 h 31"/>
                    <a:gd name="T2" fmla="*/ 460 w 461"/>
                    <a:gd name="T3" fmla="*/ 30 h 31"/>
                    <a:gd name="T4" fmla="*/ 434 w 461"/>
                    <a:gd name="T5" fmla="*/ 0 h 31"/>
                    <a:gd name="T6" fmla="*/ 28 w 461"/>
                    <a:gd name="T7" fmla="*/ 0 h 31"/>
                    <a:gd name="T8" fmla="*/ 0 w 461"/>
                    <a:gd name="T9" fmla="*/ 3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61"/>
                    <a:gd name="T16" fmla="*/ 0 h 31"/>
                    <a:gd name="T17" fmla="*/ 461 w 461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61" h="31">
                      <a:moveTo>
                        <a:pt x="0" y="30"/>
                      </a:moveTo>
                      <a:lnTo>
                        <a:pt x="460" y="30"/>
                      </a:lnTo>
                      <a:lnTo>
                        <a:pt x="434" y="0"/>
                      </a:lnTo>
                      <a:lnTo>
                        <a:pt x="28" y="0"/>
                      </a:lnTo>
                      <a:lnTo>
                        <a:pt x="0" y="30"/>
                      </a:lnTo>
                    </a:path>
                  </a:pathLst>
                </a:custGeom>
                <a:solidFill>
                  <a:srgbClr val="C0C0C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46" name="Rectangle 485">
                  <a:extLst>
                    <a:ext uri="{FF2B5EF4-FFF2-40B4-BE49-F238E27FC236}">
                      <a16:creationId xmlns:a16="http://schemas.microsoft.com/office/drawing/2014/main" id="{8CE029CE-BCBE-4B5E-A127-1200038EC9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20" y="3499"/>
                  <a:ext cx="449" cy="17"/>
                </a:xfrm>
                <a:prstGeom prst="rect">
                  <a:avLst/>
                </a:prstGeom>
                <a:solidFill>
                  <a:srgbClr val="C0C0C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GB" altLang="en-US" sz="1800"/>
                </a:p>
              </p:txBody>
            </p:sp>
          </p:grpSp>
          <p:sp>
            <p:nvSpPr>
              <p:cNvPr id="38944" name="Freeform 486">
                <a:extLst>
                  <a:ext uri="{FF2B5EF4-FFF2-40B4-BE49-F238E27FC236}">
                    <a16:creationId xmlns:a16="http://schemas.microsoft.com/office/drawing/2014/main" id="{5D711381-5166-4FAE-9694-7EC957176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3" y="3441"/>
                <a:ext cx="246" cy="56"/>
              </a:xfrm>
              <a:custGeom>
                <a:avLst/>
                <a:gdLst>
                  <a:gd name="T0" fmla="*/ 0 w 246"/>
                  <a:gd name="T1" fmla="*/ 31 h 56"/>
                  <a:gd name="T2" fmla="*/ 0 w 246"/>
                  <a:gd name="T3" fmla="*/ 0 h 56"/>
                  <a:gd name="T4" fmla="*/ 245 w 246"/>
                  <a:gd name="T5" fmla="*/ 0 h 56"/>
                  <a:gd name="T6" fmla="*/ 245 w 246"/>
                  <a:gd name="T7" fmla="*/ 31 h 56"/>
                  <a:gd name="T8" fmla="*/ 244 w 246"/>
                  <a:gd name="T9" fmla="*/ 34 h 56"/>
                  <a:gd name="T10" fmla="*/ 242 w 246"/>
                  <a:gd name="T11" fmla="*/ 37 h 56"/>
                  <a:gd name="T12" fmla="*/ 237 w 246"/>
                  <a:gd name="T13" fmla="*/ 39 h 56"/>
                  <a:gd name="T14" fmla="*/ 232 w 246"/>
                  <a:gd name="T15" fmla="*/ 42 h 56"/>
                  <a:gd name="T16" fmla="*/ 225 w 246"/>
                  <a:gd name="T17" fmla="*/ 44 h 56"/>
                  <a:gd name="T18" fmla="*/ 219 w 246"/>
                  <a:gd name="T19" fmla="*/ 46 h 56"/>
                  <a:gd name="T20" fmla="*/ 211 w 246"/>
                  <a:gd name="T21" fmla="*/ 47 h 56"/>
                  <a:gd name="T22" fmla="*/ 201 w 246"/>
                  <a:gd name="T23" fmla="*/ 49 h 56"/>
                  <a:gd name="T24" fmla="*/ 193 w 246"/>
                  <a:gd name="T25" fmla="*/ 50 h 56"/>
                  <a:gd name="T26" fmla="*/ 181 w 246"/>
                  <a:gd name="T27" fmla="*/ 52 h 56"/>
                  <a:gd name="T28" fmla="*/ 170 w 246"/>
                  <a:gd name="T29" fmla="*/ 53 h 56"/>
                  <a:gd name="T30" fmla="*/ 159 w 246"/>
                  <a:gd name="T31" fmla="*/ 54 h 56"/>
                  <a:gd name="T32" fmla="*/ 147 w 246"/>
                  <a:gd name="T33" fmla="*/ 54 h 56"/>
                  <a:gd name="T34" fmla="*/ 134 w 246"/>
                  <a:gd name="T35" fmla="*/ 55 h 56"/>
                  <a:gd name="T36" fmla="*/ 117 w 246"/>
                  <a:gd name="T37" fmla="*/ 55 h 56"/>
                  <a:gd name="T38" fmla="*/ 101 w 246"/>
                  <a:gd name="T39" fmla="*/ 54 h 56"/>
                  <a:gd name="T40" fmla="*/ 86 w 246"/>
                  <a:gd name="T41" fmla="*/ 54 h 56"/>
                  <a:gd name="T42" fmla="*/ 72 w 246"/>
                  <a:gd name="T43" fmla="*/ 53 h 56"/>
                  <a:gd name="T44" fmla="*/ 61 w 246"/>
                  <a:gd name="T45" fmla="*/ 51 h 56"/>
                  <a:gd name="T46" fmla="*/ 52 w 246"/>
                  <a:gd name="T47" fmla="*/ 50 h 56"/>
                  <a:gd name="T48" fmla="*/ 41 w 246"/>
                  <a:gd name="T49" fmla="*/ 48 h 56"/>
                  <a:gd name="T50" fmla="*/ 31 w 246"/>
                  <a:gd name="T51" fmla="*/ 47 h 56"/>
                  <a:gd name="T52" fmla="*/ 23 w 246"/>
                  <a:gd name="T53" fmla="*/ 45 h 56"/>
                  <a:gd name="T54" fmla="*/ 16 w 246"/>
                  <a:gd name="T55" fmla="*/ 42 h 56"/>
                  <a:gd name="T56" fmla="*/ 11 w 246"/>
                  <a:gd name="T57" fmla="*/ 40 h 56"/>
                  <a:gd name="T58" fmla="*/ 7 w 246"/>
                  <a:gd name="T59" fmla="*/ 38 h 56"/>
                  <a:gd name="T60" fmla="*/ 4 w 246"/>
                  <a:gd name="T61" fmla="*/ 36 h 56"/>
                  <a:gd name="T62" fmla="*/ 2 w 246"/>
                  <a:gd name="T63" fmla="*/ 34 h 56"/>
                  <a:gd name="T64" fmla="*/ 0 w 246"/>
                  <a:gd name="T65" fmla="*/ 31 h 5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46"/>
                  <a:gd name="T100" fmla="*/ 0 h 56"/>
                  <a:gd name="T101" fmla="*/ 246 w 246"/>
                  <a:gd name="T102" fmla="*/ 56 h 5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46" h="56">
                    <a:moveTo>
                      <a:pt x="0" y="31"/>
                    </a:moveTo>
                    <a:lnTo>
                      <a:pt x="0" y="0"/>
                    </a:lnTo>
                    <a:lnTo>
                      <a:pt x="245" y="0"/>
                    </a:lnTo>
                    <a:lnTo>
                      <a:pt x="245" y="31"/>
                    </a:lnTo>
                    <a:lnTo>
                      <a:pt x="244" y="34"/>
                    </a:lnTo>
                    <a:lnTo>
                      <a:pt x="242" y="37"/>
                    </a:lnTo>
                    <a:lnTo>
                      <a:pt x="237" y="39"/>
                    </a:lnTo>
                    <a:lnTo>
                      <a:pt x="232" y="42"/>
                    </a:lnTo>
                    <a:lnTo>
                      <a:pt x="225" y="44"/>
                    </a:lnTo>
                    <a:lnTo>
                      <a:pt x="219" y="46"/>
                    </a:lnTo>
                    <a:lnTo>
                      <a:pt x="211" y="47"/>
                    </a:lnTo>
                    <a:lnTo>
                      <a:pt x="201" y="49"/>
                    </a:lnTo>
                    <a:lnTo>
                      <a:pt x="193" y="50"/>
                    </a:lnTo>
                    <a:lnTo>
                      <a:pt x="181" y="52"/>
                    </a:lnTo>
                    <a:lnTo>
                      <a:pt x="170" y="53"/>
                    </a:lnTo>
                    <a:lnTo>
                      <a:pt x="159" y="54"/>
                    </a:lnTo>
                    <a:lnTo>
                      <a:pt x="147" y="54"/>
                    </a:lnTo>
                    <a:lnTo>
                      <a:pt x="134" y="55"/>
                    </a:lnTo>
                    <a:lnTo>
                      <a:pt x="117" y="55"/>
                    </a:lnTo>
                    <a:lnTo>
                      <a:pt x="101" y="54"/>
                    </a:lnTo>
                    <a:lnTo>
                      <a:pt x="86" y="54"/>
                    </a:lnTo>
                    <a:lnTo>
                      <a:pt x="72" y="53"/>
                    </a:lnTo>
                    <a:lnTo>
                      <a:pt x="61" y="51"/>
                    </a:lnTo>
                    <a:lnTo>
                      <a:pt x="52" y="50"/>
                    </a:lnTo>
                    <a:lnTo>
                      <a:pt x="41" y="48"/>
                    </a:lnTo>
                    <a:lnTo>
                      <a:pt x="31" y="47"/>
                    </a:lnTo>
                    <a:lnTo>
                      <a:pt x="23" y="45"/>
                    </a:lnTo>
                    <a:lnTo>
                      <a:pt x="16" y="42"/>
                    </a:lnTo>
                    <a:lnTo>
                      <a:pt x="11" y="40"/>
                    </a:lnTo>
                    <a:lnTo>
                      <a:pt x="7" y="38"/>
                    </a:lnTo>
                    <a:lnTo>
                      <a:pt x="4" y="36"/>
                    </a:lnTo>
                    <a:lnTo>
                      <a:pt x="2" y="34"/>
                    </a:lnTo>
                    <a:lnTo>
                      <a:pt x="0" y="31"/>
                    </a:lnTo>
                  </a:path>
                </a:pathLst>
              </a:custGeom>
              <a:solidFill>
                <a:srgbClr val="C0C0C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8939" name="AutoShape 487">
              <a:extLst>
                <a:ext uri="{FF2B5EF4-FFF2-40B4-BE49-F238E27FC236}">
                  <a16:creationId xmlns:a16="http://schemas.microsoft.com/office/drawing/2014/main" id="{00814D17-9046-469A-A67C-5798D6E60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3084"/>
              <a:ext cx="561" cy="360"/>
            </a:xfrm>
            <a:prstGeom prst="roundRect">
              <a:avLst>
                <a:gd name="adj" fmla="val 12292"/>
              </a:avLst>
            </a:prstGeom>
            <a:solidFill>
              <a:srgbClr val="C0C0C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en-US" sz="1800"/>
            </a:p>
          </p:txBody>
        </p:sp>
        <p:sp>
          <p:nvSpPr>
            <p:cNvPr id="38940" name="AutoShape 488">
              <a:extLst>
                <a:ext uri="{FF2B5EF4-FFF2-40B4-BE49-F238E27FC236}">
                  <a16:creationId xmlns:a16="http://schemas.microsoft.com/office/drawing/2014/main" id="{6B08F117-A787-4E45-B9D7-7663971100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7" y="3125"/>
              <a:ext cx="433" cy="278"/>
            </a:xfrm>
            <a:prstGeom prst="roundRect">
              <a:avLst>
                <a:gd name="adj" fmla="val 11981"/>
              </a:avLst>
            </a:prstGeom>
            <a:solidFill>
              <a:srgbClr val="808080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en-US" sz="1800"/>
            </a:p>
          </p:txBody>
        </p:sp>
        <p:sp>
          <p:nvSpPr>
            <p:cNvPr id="38941" name="AutoShape 489">
              <a:extLst>
                <a:ext uri="{FF2B5EF4-FFF2-40B4-BE49-F238E27FC236}">
                  <a16:creationId xmlns:a16="http://schemas.microsoft.com/office/drawing/2014/main" id="{51E4E142-42DF-4A1D-80D5-A1A21BF09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2" y="3141"/>
              <a:ext cx="383" cy="246"/>
            </a:xfrm>
            <a:prstGeom prst="roundRect">
              <a:avLst>
                <a:gd name="adj" fmla="val 12301"/>
              </a:avLst>
            </a:prstGeom>
            <a:solidFill>
              <a:srgbClr val="C0FEF9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en-US" sz="1800"/>
            </a:p>
          </p:txBody>
        </p:sp>
        <p:sp>
          <p:nvSpPr>
            <p:cNvPr id="38942" name="Rectangle 490">
              <a:extLst>
                <a:ext uri="{FF2B5EF4-FFF2-40B4-BE49-F238E27FC236}">
                  <a16:creationId xmlns:a16="http://schemas.microsoft.com/office/drawing/2014/main" id="{FC047559-09BA-4A69-939F-EED253D28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429"/>
              <a:ext cx="6" cy="1"/>
            </a:xfrm>
            <a:prstGeom prst="rect">
              <a:avLst/>
            </a:prstGeom>
            <a:solidFill>
              <a:srgbClr val="008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en-US" sz="1800"/>
            </a:p>
          </p:txBody>
        </p:sp>
      </p:grpSp>
      <p:sp>
        <p:nvSpPr>
          <p:cNvPr id="38935" name="Text Box 491">
            <a:extLst>
              <a:ext uri="{FF2B5EF4-FFF2-40B4-BE49-F238E27FC236}">
                <a16:creationId xmlns:a16="http://schemas.microsoft.com/office/drawing/2014/main" id="{8CA247EE-6C8A-4541-AAF9-EFAD920DC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9825" y="6019800"/>
            <a:ext cx="1577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GB" altLang="en-US" sz="2400">
                <a:solidFill>
                  <a:srgbClr val="E4005C"/>
                </a:solidFill>
                <a:latin typeface="Times New Roman" panose="02020603050405020304" pitchFamily="18" charset="0"/>
              </a:rPr>
              <a:t>Mail Client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17B4D9D-D377-4970-88D8-3D43C40BA1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686800" cy="1066800"/>
          </a:xfrm>
          <a:noFill/>
        </p:spPr>
        <p:txBody>
          <a:bodyPr lIns="0" tIns="0" rIns="0" bIns="0"/>
          <a:lstStyle/>
          <a:p>
            <a:pPr defTabSz="457200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altLang="en-US" sz="4000" b="1">
                <a:solidFill>
                  <a:srgbClr val="E4005C"/>
                </a:solidFill>
              </a:rPr>
              <a:t>Mail Architecture</a:t>
            </a:r>
            <a:endParaRPr lang="en-GB" altLang="en-US" sz="4000" b="1">
              <a:solidFill>
                <a:srgbClr val="E4005C"/>
              </a:solidFill>
            </a:endParaRP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A72AAFB-9074-43A8-BC79-A79622269E9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53400" cy="5257800"/>
          </a:xfrm>
        </p:spPr>
        <p:txBody>
          <a:bodyPr/>
          <a:lstStyle/>
          <a:p>
            <a:pPr marL="782638" lvl="1" indent="-260350" algn="just" defTabSz="414338" eaLnBrk="1" hangingPunct="1"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0066"/>
                </a:solidFill>
              </a:rPr>
              <a:t>  </a:t>
            </a:r>
            <a:endParaRPr lang="en-US" altLang="en-US" sz="2400">
              <a:solidFill>
                <a:srgbClr val="000066"/>
              </a:solidFill>
            </a:endParaRPr>
          </a:p>
        </p:txBody>
      </p:sp>
      <p:sp>
        <p:nvSpPr>
          <p:cNvPr id="40964" name="AutoShape 4">
            <a:extLst>
              <a:ext uri="{FF2B5EF4-FFF2-40B4-BE49-F238E27FC236}">
                <a16:creationId xmlns:a16="http://schemas.microsoft.com/office/drawing/2014/main" id="{847CE3D3-F446-49BC-B5D6-6E674A647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0965" name="AutoShape 5">
            <a:extLst>
              <a:ext uri="{FF2B5EF4-FFF2-40B4-BE49-F238E27FC236}">
                <a16:creationId xmlns:a16="http://schemas.microsoft.com/office/drawing/2014/main" id="{E5C6C15A-70A5-47F1-9E18-92F4A182E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0966" name="AutoShape 6">
            <a:extLst>
              <a:ext uri="{FF2B5EF4-FFF2-40B4-BE49-F238E27FC236}">
                <a16:creationId xmlns:a16="http://schemas.microsoft.com/office/drawing/2014/main" id="{DB2E36A8-1633-4DA4-9CA8-F3E8B8116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0967" name="AutoShape 7">
            <a:extLst>
              <a:ext uri="{FF2B5EF4-FFF2-40B4-BE49-F238E27FC236}">
                <a16:creationId xmlns:a16="http://schemas.microsoft.com/office/drawing/2014/main" id="{DB8E1465-3923-4236-BF65-CF360CD14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0968" name="Text Box 8">
            <a:extLst>
              <a:ext uri="{FF2B5EF4-FFF2-40B4-BE49-F238E27FC236}">
                <a16:creationId xmlns:a16="http://schemas.microsoft.com/office/drawing/2014/main" id="{59ADFED0-D258-46F5-8B63-3487F2752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Email</a:t>
            </a:r>
          </a:p>
        </p:txBody>
      </p:sp>
      <p:sp>
        <p:nvSpPr>
          <p:cNvPr id="40969" name="AutoShape 9">
            <a:extLst>
              <a:ext uri="{FF2B5EF4-FFF2-40B4-BE49-F238E27FC236}">
                <a16:creationId xmlns:a16="http://schemas.microsoft.com/office/drawing/2014/main" id="{ECFF0AC3-604F-4C17-98BE-99AE900B1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BAA3EE-592C-499C-8A56-C53F165A02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162" y="2619375"/>
            <a:ext cx="7000875" cy="2419350"/>
          </a:xfrm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AutoShape 3">
            <a:extLst>
              <a:ext uri="{FF2B5EF4-FFF2-40B4-BE49-F238E27FC236}">
                <a16:creationId xmlns:a16="http://schemas.microsoft.com/office/drawing/2014/main" id="{FB33AD57-7F3A-4B49-9404-31C14743C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5059" name="AutoShape 4">
            <a:extLst>
              <a:ext uri="{FF2B5EF4-FFF2-40B4-BE49-F238E27FC236}">
                <a16:creationId xmlns:a16="http://schemas.microsoft.com/office/drawing/2014/main" id="{AE112974-B910-4751-AC3A-BC03402D9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5060" name="AutoShape 5">
            <a:extLst>
              <a:ext uri="{FF2B5EF4-FFF2-40B4-BE49-F238E27FC236}">
                <a16:creationId xmlns:a16="http://schemas.microsoft.com/office/drawing/2014/main" id="{14822EFE-7E37-44AB-9CB0-69A3BA4C8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5061" name="AutoShape 6">
            <a:extLst>
              <a:ext uri="{FF2B5EF4-FFF2-40B4-BE49-F238E27FC236}">
                <a16:creationId xmlns:a16="http://schemas.microsoft.com/office/drawing/2014/main" id="{E1020FB6-2144-458A-8E34-22AF8B1C0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5062" name="Text Box 7">
            <a:extLst>
              <a:ext uri="{FF2B5EF4-FFF2-40B4-BE49-F238E27FC236}">
                <a16:creationId xmlns:a16="http://schemas.microsoft.com/office/drawing/2014/main" id="{C28FA016-BF15-4EB5-A2F5-F3E20FE60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Network Security</a:t>
            </a:r>
          </a:p>
        </p:txBody>
      </p:sp>
      <p:sp>
        <p:nvSpPr>
          <p:cNvPr id="45063" name="AutoShape 8">
            <a:extLst>
              <a:ext uri="{FF2B5EF4-FFF2-40B4-BE49-F238E27FC236}">
                <a16:creationId xmlns:a16="http://schemas.microsoft.com/office/drawing/2014/main" id="{BC436AFE-AFD9-4B82-89BE-67126F982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5064" name="Rectangle 9">
            <a:extLst>
              <a:ext uri="{FF2B5EF4-FFF2-40B4-BE49-F238E27FC236}">
                <a16:creationId xmlns:a16="http://schemas.microsoft.com/office/drawing/2014/main" id="{FA6BD36C-482E-47C4-A136-B4837AE823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endParaRPr lang="en-US" altLang="en-US" sz="2400" b="1" dirty="0">
              <a:solidFill>
                <a:srgbClr val="000066"/>
              </a:solidFill>
            </a:endParaRPr>
          </a:p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endParaRPr lang="en-US" altLang="en-US" sz="2000" b="1" dirty="0">
              <a:solidFill>
                <a:srgbClr val="660066"/>
              </a:solidFill>
            </a:endParaRPr>
          </a:p>
          <a:p>
            <a:pPr marL="392113" indent="-293688" algn="ctr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4000" b="1" dirty="0">
                <a:solidFill>
                  <a:srgbClr val="E4005C"/>
                </a:solidFill>
                <a:latin typeface="Verdana" panose="020B0604030504040204" pitchFamily="34" charset="0"/>
              </a:rPr>
              <a:t>Network Security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AutoShape 3">
            <a:extLst>
              <a:ext uri="{FF2B5EF4-FFF2-40B4-BE49-F238E27FC236}">
                <a16:creationId xmlns:a16="http://schemas.microsoft.com/office/drawing/2014/main" id="{897C820C-29CF-4775-8C52-3011B9CED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7107" name="AutoShape 4">
            <a:extLst>
              <a:ext uri="{FF2B5EF4-FFF2-40B4-BE49-F238E27FC236}">
                <a16:creationId xmlns:a16="http://schemas.microsoft.com/office/drawing/2014/main" id="{F2CA2125-00B5-49DF-AF6D-1E2E58239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7108" name="AutoShape 5">
            <a:extLst>
              <a:ext uri="{FF2B5EF4-FFF2-40B4-BE49-F238E27FC236}">
                <a16:creationId xmlns:a16="http://schemas.microsoft.com/office/drawing/2014/main" id="{84EBAB31-8077-4C43-B5F3-2C2B2B24C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7109" name="AutoShape 6">
            <a:extLst>
              <a:ext uri="{FF2B5EF4-FFF2-40B4-BE49-F238E27FC236}">
                <a16:creationId xmlns:a16="http://schemas.microsoft.com/office/drawing/2014/main" id="{ABC08649-7809-4EB2-83FD-DF8B269C9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7110" name="AutoShape 8">
            <a:extLst>
              <a:ext uri="{FF2B5EF4-FFF2-40B4-BE49-F238E27FC236}">
                <a16:creationId xmlns:a16="http://schemas.microsoft.com/office/drawing/2014/main" id="{38148CAC-5B87-4B1D-B145-404EDF407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7111" name="Rectangle 9">
            <a:extLst>
              <a:ext uri="{FF2B5EF4-FFF2-40B4-BE49-F238E27FC236}">
                <a16:creationId xmlns:a16="http://schemas.microsoft.com/office/drawing/2014/main" id="{E688690F-E473-4939-8DC8-523DC14DAA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marL="392113" indent="-293688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400" b="1" dirty="0">
                <a:solidFill>
                  <a:srgbClr val="000066"/>
                </a:solidFill>
              </a:rPr>
              <a:t>Cryptography comes from Greek words for “secret writing” </a:t>
            </a:r>
          </a:p>
          <a:p>
            <a:pPr marL="392113" indent="-293688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400" b="1" dirty="0">
                <a:solidFill>
                  <a:srgbClr val="000066"/>
                </a:solidFill>
              </a:rPr>
              <a:t>Cryptography is a method of storing and transmitting data in a particular form.</a:t>
            </a:r>
          </a:p>
          <a:p>
            <a:pPr marL="392113" indent="-293688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400" b="1" dirty="0">
                <a:solidFill>
                  <a:srgbClr val="000066"/>
                </a:solidFill>
              </a:rPr>
              <a:t>It ensures that only the person for whom the message is intended can read the message.</a:t>
            </a:r>
          </a:p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000" b="1" dirty="0">
                <a:solidFill>
                  <a:srgbClr val="660066"/>
                </a:solidFill>
              </a:rPr>
              <a:t>The message exchange using cryptography involves the following steps-</a:t>
            </a:r>
          </a:p>
        </p:txBody>
      </p:sp>
      <p:sp>
        <p:nvSpPr>
          <p:cNvPr id="47112" name="Rectangle 2">
            <a:extLst>
              <a:ext uri="{FF2B5EF4-FFF2-40B4-BE49-F238E27FC236}">
                <a16:creationId xmlns:a16="http://schemas.microsoft.com/office/drawing/2014/main" id="{B815EACC-F85B-46CE-9F70-4ED906E0AC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686800" cy="1066800"/>
          </a:xfrm>
          <a:noFill/>
        </p:spPr>
        <p:txBody>
          <a:bodyPr lIns="0" tIns="0" rIns="0" bIns="0"/>
          <a:lstStyle/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4000" b="1">
                <a:solidFill>
                  <a:srgbClr val="E4005C"/>
                </a:solidFill>
                <a:latin typeface="Verdana" panose="020B0604030504040204" pitchFamily="34" charset="0"/>
              </a:rPr>
              <a:t>Network Security</a:t>
            </a:r>
          </a:p>
        </p:txBody>
      </p:sp>
      <p:sp>
        <p:nvSpPr>
          <p:cNvPr id="47113" name="Text Box 7">
            <a:extLst>
              <a:ext uri="{FF2B5EF4-FFF2-40B4-BE49-F238E27FC236}">
                <a16:creationId xmlns:a16="http://schemas.microsoft.com/office/drawing/2014/main" id="{1B7F255E-0508-4725-8B14-03DF68DD1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Network Security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2C9CC2-67B7-45FC-A786-F8689B2743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66" y="5257800"/>
            <a:ext cx="8324850" cy="14573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AutoShape 3">
            <a:extLst>
              <a:ext uri="{FF2B5EF4-FFF2-40B4-BE49-F238E27FC236}">
                <a16:creationId xmlns:a16="http://schemas.microsoft.com/office/drawing/2014/main" id="{563A9BCF-96DA-44A2-A382-26D5699E4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9155" name="AutoShape 4">
            <a:extLst>
              <a:ext uri="{FF2B5EF4-FFF2-40B4-BE49-F238E27FC236}">
                <a16:creationId xmlns:a16="http://schemas.microsoft.com/office/drawing/2014/main" id="{9FC8D128-BE79-45E2-A6DE-E98CBC4D5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9156" name="AutoShape 5">
            <a:extLst>
              <a:ext uri="{FF2B5EF4-FFF2-40B4-BE49-F238E27FC236}">
                <a16:creationId xmlns:a16="http://schemas.microsoft.com/office/drawing/2014/main" id="{4CE7C5EA-5DAB-4B36-A6D8-9C679D439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9157" name="AutoShape 6">
            <a:extLst>
              <a:ext uri="{FF2B5EF4-FFF2-40B4-BE49-F238E27FC236}">
                <a16:creationId xmlns:a16="http://schemas.microsoft.com/office/drawing/2014/main" id="{63D0FD21-10ED-4E1B-AC66-203CB1A5D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9158" name="AutoShape 8">
            <a:extLst>
              <a:ext uri="{FF2B5EF4-FFF2-40B4-BE49-F238E27FC236}">
                <a16:creationId xmlns:a16="http://schemas.microsoft.com/office/drawing/2014/main" id="{3B533A6E-E5A7-437F-BDAA-2DC8DF93B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9159" name="Rectangle 9">
            <a:extLst>
              <a:ext uri="{FF2B5EF4-FFF2-40B4-BE49-F238E27FC236}">
                <a16:creationId xmlns:a16="http://schemas.microsoft.com/office/drawing/2014/main" id="{1F109C3D-A849-4034-B734-D034ED7E6B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400" b="1" dirty="0">
                <a:solidFill>
                  <a:srgbClr val="000066"/>
                </a:solidFill>
              </a:rPr>
              <a:t>At sender side,</a:t>
            </a:r>
          </a:p>
          <a:p>
            <a:pPr marL="441325" defTabSz="414338" eaLnBrk="1" hangingPunct="1">
              <a:spcBef>
                <a:spcPct val="50000"/>
              </a:spcBef>
              <a:buClr>
                <a:srgbClr val="CC0000"/>
              </a:buClr>
            </a:pPr>
            <a:r>
              <a:rPr lang="en-US" altLang="en-US" sz="2000" b="1" dirty="0">
                <a:solidFill>
                  <a:srgbClr val="660066"/>
                </a:solidFill>
              </a:rPr>
              <a:t>Using an encryption algorithm, the message is converted into an unreadable form.</a:t>
            </a:r>
          </a:p>
          <a:p>
            <a:pPr marL="441325" defTabSz="414338" eaLnBrk="1" hangingPunct="1">
              <a:spcBef>
                <a:spcPct val="50000"/>
              </a:spcBef>
              <a:buClr>
                <a:srgbClr val="CC0000"/>
              </a:buClr>
            </a:pPr>
            <a:r>
              <a:rPr lang="en-US" altLang="en-US" sz="2000" b="1" dirty="0">
                <a:solidFill>
                  <a:srgbClr val="660066"/>
                </a:solidFill>
              </a:rPr>
              <a:t>The message in unreadable form is called as cipher text</a:t>
            </a:r>
          </a:p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en-US" sz="2000" b="1" dirty="0">
                <a:solidFill>
                  <a:srgbClr val="000066"/>
                </a:solidFill>
              </a:rPr>
              <a:t>At Receiver side,</a:t>
            </a:r>
          </a:p>
          <a:p>
            <a:pPr marL="441325" defTabSz="414338" eaLnBrk="1" hangingPunct="1">
              <a:spcBef>
                <a:spcPct val="50000"/>
              </a:spcBef>
              <a:buClr>
                <a:srgbClr val="CC0000"/>
              </a:buClr>
            </a:pPr>
            <a:r>
              <a:rPr lang="en-US" altLang="en-US" sz="2000" b="1" dirty="0">
                <a:solidFill>
                  <a:srgbClr val="660066"/>
                </a:solidFill>
              </a:rPr>
              <a:t>Using a decryption algorithm, the message is again converted into the readable form.</a:t>
            </a:r>
          </a:p>
          <a:p>
            <a:pPr marL="441325" defTabSz="414338" eaLnBrk="1" hangingPunct="1">
              <a:spcBef>
                <a:spcPct val="50000"/>
              </a:spcBef>
              <a:buClr>
                <a:srgbClr val="CC0000"/>
              </a:buClr>
            </a:pPr>
            <a:r>
              <a:rPr lang="en-US" altLang="en-US" sz="2000" b="1" dirty="0">
                <a:solidFill>
                  <a:srgbClr val="660066"/>
                </a:solidFill>
              </a:rPr>
              <a:t>Then, receiver can read the message.</a:t>
            </a:r>
          </a:p>
        </p:txBody>
      </p:sp>
      <p:sp>
        <p:nvSpPr>
          <p:cNvPr id="49160" name="Rectangle 2">
            <a:extLst>
              <a:ext uri="{FF2B5EF4-FFF2-40B4-BE49-F238E27FC236}">
                <a16:creationId xmlns:a16="http://schemas.microsoft.com/office/drawing/2014/main" id="{3D5D5126-88CF-476B-AB54-484C609C7E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686800" cy="1066800"/>
          </a:xfrm>
          <a:noFill/>
        </p:spPr>
        <p:txBody>
          <a:bodyPr lIns="0" tIns="0" rIns="0" bIns="0"/>
          <a:lstStyle/>
          <a:p>
            <a:pPr marL="392113" indent="-293688" algn="ctr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4000" b="1" dirty="0">
                <a:solidFill>
                  <a:srgbClr val="E4005C"/>
                </a:solidFill>
                <a:latin typeface="Verdana" panose="020B0604030504040204" pitchFamily="34" charset="0"/>
              </a:rPr>
              <a:t>Network Security</a:t>
            </a:r>
          </a:p>
        </p:txBody>
      </p:sp>
      <p:sp>
        <p:nvSpPr>
          <p:cNvPr id="49161" name="Text Box 7">
            <a:extLst>
              <a:ext uri="{FF2B5EF4-FFF2-40B4-BE49-F238E27FC236}">
                <a16:creationId xmlns:a16="http://schemas.microsoft.com/office/drawing/2014/main" id="{15227F00-9399-4425-9911-B81F62FFF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Network Security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990ACC-06B4-461C-B18A-AF2AAB7A2F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66" y="5257800"/>
            <a:ext cx="8324850" cy="14573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AutoShape 3">
            <a:extLst>
              <a:ext uri="{FF2B5EF4-FFF2-40B4-BE49-F238E27FC236}">
                <a16:creationId xmlns:a16="http://schemas.microsoft.com/office/drawing/2014/main" id="{5F30C95C-B68F-4716-AFD6-3BFD58E57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1203" name="AutoShape 4">
            <a:extLst>
              <a:ext uri="{FF2B5EF4-FFF2-40B4-BE49-F238E27FC236}">
                <a16:creationId xmlns:a16="http://schemas.microsoft.com/office/drawing/2014/main" id="{111928D4-B902-4021-86A2-7F9D3E18D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1204" name="AutoShape 5">
            <a:extLst>
              <a:ext uri="{FF2B5EF4-FFF2-40B4-BE49-F238E27FC236}">
                <a16:creationId xmlns:a16="http://schemas.microsoft.com/office/drawing/2014/main" id="{A2DA6929-972C-4BBC-86A9-421EB4F22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1205" name="AutoShape 6">
            <a:extLst>
              <a:ext uri="{FF2B5EF4-FFF2-40B4-BE49-F238E27FC236}">
                <a16:creationId xmlns:a16="http://schemas.microsoft.com/office/drawing/2014/main" id="{A72047B8-10A8-4892-9CA5-05548C077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1206" name="AutoShape 8">
            <a:extLst>
              <a:ext uri="{FF2B5EF4-FFF2-40B4-BE49-F238E27FC236}">
                <a16:creationId xmlns:a16="http://schemas.microsoft.com/office/drawing/2014/main" id="{0145F40E-6F37-4679-BB52-B47893B4C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1207" name="Rectangle 9">
            <a:extLst>
              <a:ext uri="{FF2B5EF4-FFF2-40B4-BE49-F238E27FC236}">
                <a16:creationId xmlns:a16="http://schemas.microsoft.com/office/drawing/2014/main" id="{744B3206-85DA-4E04-AA4E-27338261F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marL="441325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Char char="q"/>
            </a:pPr>
            <a:r>
              <a:rPr lang="en-US" altLang="en-US" sz="2000" b="1" dirty="0">
                <a:solidFill>
                  <a:srgbClr val="660066"/>
                </a:solidFill>
              </a:rPr>
              <a:t>Cryptography techniques may be classified as-</a:t>
            </a:r>
          </a:p>
          <a:p>
            <a:pPr marL="441325" defTabSz="414338" eaLnBrk="1" hangingPunct="1">
              <a:spcBef>
                <a:spcPct val="50000"/>
              </a:spcBef>
              <a:buClr>
                <a:srgbClr val="CC0000"/>
              </a:buClr>
            </a:pPr>
            <a:endParaRPr lang="en-US" altLang="en-US" sz="2000" b="1" dirty="0">
              <a:solidFill>
                <a:srgbClr val="660066"/>
              </a:solidFill>
            </a:endParaRPr>
          </a:p>
          <a:p>
            <a:pPr marL="441325" defTabSz="414338" eaLnBrk="1" hangingPunct="1">
              <a:spcBef>
                <a:spcPct val="50000"/>
              </a:spcBef>
              <a:buClr>
                <a:srgbClr val="CC0000"/>
              </a:buClr>
            </a:pPr>
            <a:endParaRPr lang="en-US" altLang="en-US" sz="2000" b="1" dirty="0">
              <a:solidFill>
                <a:srgbClr val="660066"/>
              </a:solidFill>
            </a:endParaRPr>
          </a:p>
          <a:p>
            <a:pPr marL="441325" defTabSz="414338" eaLnBrk="1" hangingPunct="1">
              <a:spcBef>
                <a:spcPct val="50000"/>
              </a:spcBef>
              <a:buClr>
                <a:srgbClr val="CC0000"/>
              </a:buClr>
            </a:pPr>
            <a:endParaRPr lang="en-US" altLang="en-US" sz="2000" b="1" dirty="0">
              <a:solidFill>
                <a:srgbClr val="660066"/>
              </a:solidFill>
            </a:endParaRPr>
          </a:p>
          <a:p>
            <a:pPr marL="441325" defTabSz="414338" eaLnBrk="1" hangingPunct="1">
              <a:spcBef>
                <a:spcPct val="50000"/>
              </a:spcBef>
              <a:buClr>
                <a:srgbClr val="CC0000"/>
              </a:buClr>
            </a:pPr>
            <a:endParaRPr lang="en-US" altLang="en-US" sz="2000" b="1" dirty="0">
              <a:solidFill>
                <a:srgbClr val="660066"/>
              </a:solidFill>
            </a:endParaRPr>
          </a:p>
          <a:p>
            <a:pPr marL="441325" defTabSz="414338" eaLnBrk="1" hangingPunct="1">
              <a:spcBef>
                <a:spcPct val="50000"/>
              </a:spcBef>
              <a:buClr>
                <a:srgbClr val="CC0000"/>
              </a:buClr>
            </a:pPr>
            <a:r>
              <a:rPr lang="en-US" altLang="en-US" sz="2000" b="1" dirty="0">
                <a:solidFill>
                  <a:srgbClr val="660066"/>
                </a:solidFill>
              </a:rPr>
              <a:t>Symmetric Key Cryptography-</a:t>
            </a:r>
          </a:p>
          <a:p>
            <a:pPr marL="841375" lvl="1" defTabSz="414338" eaLnBrk="1" hangingPunct="1">
              <a:spcBef>
                <a:spcPct val="50000"/>
              </a:spcBef>
              <a:buClr>
                <a:srgbClr val="CC0000"/>
              </a:buClr>
            </a:pPr>
            <a:r>
              <a:rPr lang="en-US" altLang="en-US" sz="1600" b="1" dirty="0">
                <a:solidFill>
                  <a:srgbClr val="660066"/>
                </a:solidFill>
              </a:rPr>
              <a:t>Both sender and receiver uses a common key to encrypt and decrypt the message.</a:t>
            </a:r>
          </a:p>
          <a:p>
            <a:pPr marL="841375" lvl="1" defTabSz="414338" eaLnBrk="1" hangingPunct="1">
              <a:spcBef>
                <a:spcPct val="50000"/>
              </a:spcBef>
              <a:buClr>
                <a:srgbClr val="CC0000"/>
              </a:buClr>
            </a:pPr>
            <a:r>
              <a:rPr lang="en-US" altLang="en-US" sz="1600" b="1" dirty="0">
                <a:solidFill>
                  <a:srgbClr val="660066"/>
                </a:solidFill>
              </a:rPr>
              <a:t>This secret key is known only to the sender and to the receiver.</a:t>
            </a:r>
          </a:p>
          <a:p>
            <a:pPr marL="841375" lvl="1" defTabSz="414338" eaLnBrk="1" hangingPunct="1">
              <a:spcBef>
                <a:spcPct val="50000"/>
              </a:spcBef>
              <a:buClr>
                <a:srgbClr val="CC0000"/>
              </a:buClr>
            </a:pPr>
            <a:r>
              <a:rPr lang="en-US" altLang="en-US" sz="1600" b="1" dirty="0">
                <a:solidFill>
                  <a:srgbClr val="660066"/>
                </a:solidFill>
              </a:rPr>
              <a:t>It is also called as secret key cryptography.</a:t>
            </a:r>
          </a:p>
          <a:p>
            <a:pPr marL="155575" indent="0" defTabSz="414338" eaLnBrk="1" hangingPunct="1">
              <a:spcBef>
                <a:spcPct val="50000"/>
              </a:spcBef>
              <a:buClr>
                <a:srgbClr val="CC0000"/>
              </a:buClr>
              <a:buNone/>
            </a:pPr>
            <a:r>
              <a:rPr lang="en-US" altLang="en-US" sz="2000" b="1" dirty="0">
                <a:solidFill>
                  <a:srgbClr val="660066"/>
                </a:solidFill>
              </a:rPr>
              <a:t>Some of the encryption algorithms that use symmetric key are-</a:t>
            </a:r>
          </a:p>
          <a:p>
            <a:pPr marL="841375" lvl="1" defTabSz="414338" eaLnBrk="1" hangingPunct="1">
              <a:spcBef>
                <a:spcPct val="50000"/>
              </a:spcBef>
              <a:buClr>
                <a:srgbClr val="CC0000"/>
              </a:buClr>
            </a:pPr>
            <a:r>
              <a:rPr lang="en-US" altLang="en-US" sz="1600" b="1" dirty="0">
                <a:solidFill>
                  <a:srgbClr val="660066"/>
                </a:solidFill>
              </a:rPr>
              <a:t>Advanced Encryption Standard (AES)</a:t>
            </a:r>
          </a:p>
          <a:p>
            <a:pPr marL="841375" lvl="1" defTabSz="414338" eaLnBrk="1" hangingPunct="1">
              <a:spcBef>
                <a:spcPct val="50000"/>
              </a:spcBef>
              <a:buClr>
                <a:srgbClr val="CC0000"/>
              </a:buClr>
            </a:pPr>
            <a:r>
              <a:rPr lang="en-US" altLang="en-US" sz="1600" b="1" dirty="0">
                <a:solidFill>
                  <a:srgbClr val="660066"/>
                </a:solidFill>
              </a:rPr>
              <a:t>Data Encryption Standard (DES)</a:t>
            </a:r>
          </a:p>
        </p:txBody>
      </p:sp>
      <p:sp>
        <p:nvSpPr>
          <p:cNvPr id="51208" name="Rectangle 2">
            <a:extLst>
              <a:ext uri="{FF2B5EF4-FFF2-40B4-BE49-F238E27FC236}">
                <a16:creationId xmlns:a16="http://schemas.microsoft.com/office/drawing/2014/main" id="{B36C9E44-7F56-41C7-A617-4A96DC387E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686800" cy="1066800"/>
          </a:xfrm>
          <a:noFill/>
        </p:spPr>
        <p:txBody>
          <a:bodyPr lIns="0" tIns="0" rIns="0" bIns="0"/>
          <a:lstStyle/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4000" b="1" dirty="0">
                <a:solidFill>
                  <a:srgbClr val="E4005C"/>
                </a:solidFill>
                <a:latin typeface="Verdana" panose="020B0604030504040204" pitchFamily="34" charset="0"/>
              </a:rPr>
              <a:t>Cryptography Techniques-</a:t>
            </a:r>
          </a:p>
        </p:txBody>
      </p:sp>
      <p:sp>
        <p:nvSpPr>
          <p:cNvPr id="51209" name="Text Box 7">
            <a:extLst>
              <a:ext uri="{FF2B5EF4-FFF2-40B4-BE49-F238E27FC236}">
                <a16:creationId xmlns:a16="http://schemas.microsoft.com/office/drawing/2014/main" id="{EA9AF9D4-4CF0-49DA-AE32-62B6E73E7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Network Security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7C03BC-40B1-43CE-8837-858482343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05" y="2287587"/>
            <a:ext cx="6105525" cy="12668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AutoShape 3">
            <a:extLst>
              <a:ext uri="{FF2B5EF4-FFF2-40B4-BE49-F238E27FC236}">
                <a16:creationId xmlns:a16="http://schemas.microsoft.com/office/drawing/2014/main" id="{7EFACD6F-6E1E-48A2-9152-534C548E0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3251" name="AutoShape 4">
            <a:extLst>
              <a:ext uri="{FF2B5EF4-FFF2-40B4-BE49-F238E27FC236}">
                <a16:creationId xmlns:a16="http://schemas.microsoft.com/office/drawing/2014/main" id="{4414EA1E-449E-45C7-81AE-78930F00E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3252" name="AutoShape 5">
            <a:extLst>
              <a:ext uri="{FF2B5EF4-FFF2-40B4-BE49-F238E27FC236}">
                <a16:creationId xmlns:a16="http://schemas.microsoft.com/office/drawing/2014/main" id="{89E92AFC-1669-4F77-BDAC-460670683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3253" name="AutoShape 6">
            <a:extLst>
              <a:ext uri="{FF2B5EF4-FFF2-40B4-BE49-F238E27FC236}">
                <a16:creationId xmlns:a16="http://schemas.microsoft.com/office/drawing/2014/main" id="{DDB21596-EF59-45EC-BB50-25309383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3254" name="AutoShape 8">
            <a:extLst>
              <a:ext uri="{FF2B5EF4-FFF2-40B4-BE49-F238E27FC236}">
                <a16:creationId xmlns:a16="http://schemas.microsoft.com/office/drawing/2014/main" id="{47D61FF9-40A1-4CBF-9FD0-A8F225E53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3255" name="Rectangle 9">
            <a:extLst>
              <a:ext uri="{FF2B5EF4-FFF2-40B4-BE49-F238E27FC236}">
                <a16:creationId xmlns:a16="http://schemas.microsoft.com/office/drawing/2014/main" id="{1264DCF2-C8EA-4853-A55D-8AFF6F1484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Blip>
                <a:blip r:embed="rId3"/>
              </a:buBlip>
            </a:pPr>
            <a:endParaRPr lang="en-US" altLang="en-US" sz="2400" b="1" dirty="0">
              <a:solidFill>
                <a:srgbClr val="000066"/>
              </a:solidFill>
            </a:endParaRPr>
          </a:p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endParaRPr lang="en-US" altLang="en-US" sz="2000" b="1" dirty="0">
              <a:solidFill>
                <a:srgbClr val="660066"/>
              </a:solidFill>
            </a:endParaRPr>
          </a:p>
        </p:txBody>
      </p:sp>
      <p:sp>
        <p:nvSpPr>
          <p:cNvPr id="53256" name="Rectangle 2">
            <a:extLst>
              <a:ext uri="{FF2B5EF4-FFF2-40B4-BE49-F238E27FC236}">
                <a16:creationId xmlns:a16="http://schemas.microsoft.com/office/drawing/2014/main" id="{A2F84951-2BD1-4D53-9852-98D1E137BA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686800" cy="1066800"/>
          </a:xfrm>
          <a:noFill/>
        </p:spPr>
        <p:txBody>
          <a:bodyPr lIns="0" tIns="0" rIns="0" bIns="0"/>
          <a:lstStyle/>
          <a:p>
            <a:pPr marL="441325" defTabSz="414338" eaLnBrk="1" hangingPunct="1">
              <a:spcBef>
                <a:spcPct val="50000"/>
              </a:spcBef>
              <a:buClr>
                <a:srgbClr val="CC0000"/>
              </a:buClr>
            </a:pPr>
            <a:r>
              <a:rPr lang="en-US" altLang="en-US" sz="4000" b="1" dirty="0">
                <a:solidFill>
                  <a:srgbClr val="660066"/>
                </a:solidFill>
              </a:rPr>
              <a:t>Symmetric Key Cryptography-</a:t>
            </a:r>
          </a:p>
        </p:txBody>
      </p:sp>
      <p:sp>
        <p:nvSpPr>
          <p:cNvPr id="53257" name="Text Box 7">
            <a:extLst>
              <a:ext uri="{FF2B5EF4-FFF2-40B4-BE49-F238E27FC236}">
                <a16:creationId xmlns:a16="http://schemas.microsoft.com/office/drawing/2014/main" id="{12406547-BE26-4883-AFE1-1D61A43A5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Network Security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30D0E0-2BD6-4047-AD9A-B2417795FD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58" y="1752600"/>
            <a:ext cx="7562850" cy="444817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AutoShape 3">
            <a:extLst>
              <a:ext uri="{FF2B5EF4-FFF2-40B4-BE49-F238E27FC236}">
                <a16:creationId xmlns:a16="http://schemas.microsoft.com/office/drawing/2014/main" id="{5F30C95C-B68F-4716-AFD6-3BFD58E57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1203" name="AutoShape 4">
            <a:extLst>
              <a:ext uri="{FF2B5EF4-FFF2-40B4-BE49-F238E27FC236}">
                <a16:creationId xmlns:a16="http://schemas.microsoft.com/office/drawing/2014/main" id="{111928D4-B902-4021-86A2-7F9D3E18D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1204" name="AutoShape 5">
            <a:extLst>
              <a:ext uri="{FF2B5EF4-FFF2-40B4-BE49-F238E27FC236}">
                <a16:creationId xmlns:a16="http://schemas.microsoft.com/office/drawing/2014/main" id="{A2DA6929-972C-4BBC-86A9-421EB4F22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1205" name="AutoShape 6">
            <a:extLst>
              <a:ext uri="{FF2B5EF4-FFF2-40B4-BE49-F238E27FC236}">
                <a16:creationId xmlns:a16="http://schemas.microsoft.com/office/drawing/2014/main" id="{A72047B8-10A8-4892-9CA5-05548C077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1206" name="AutoShape 8">
            <a:extLst>
              <a:ext uri="{FF2B5EF4-FFF2-40B4-BE49-F238E27FC236}">
                <a16:creationId xmlns:a16="http://schemas.microsoft.com/office/drawing/2014/main" id="{0145F40E-6F37-4679-BB52-B47893B4C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1207" name="Rectangle 9">
            <a:extLst>
              <a:ext uri="{FF2B5EF4-FFF2-40B4-BE49-F238E27FC236}">
                <a16:creationId xmlns:a16="http://schemas.microsoft.com/office/drawing/2014/main" id="{744B3206-85DA-4E04-AA4E-27338261F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marL="98425" indent="0" defTabSz="414338" eaLnBrk="1" hangingPunct="1">
              <a:spcBef>
                <a:spcPct val="50000"/>
              </a:spcBef>
              <a:buClr>
                <a:srgbClr val="CC0000"/>
              </a:buClr>
              <a:buNone/>
            </a:pPr>
            <a:r>
              <a:rPr lang="en-US" altLang="en-US" sz="1600" b="1" dirty="0">
                <a:solidFill>
                  <a:srgbClr val="660066"/>
                </a:solidFill>
              </a:rPr>
              <a:t>In this technique,</a:t>
            </a:r>
          </a:p>
          <a:p>
            <a:pPr marL="841375" lvl="1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Char char="q"/>
            </a:pPr>
            <a:r>
              <a:rPr lang="en-US" altLang="en-US" sz="1600" b="1" dirty="0">
                <a:solidFill>
                  <a:srgbClr val="660066"/>
                </a:solidFill>
              </a:rPr>
              <a:t>Sender and receiver use different keys to encrypt and decrypt the message.</a:t>
            </a:r>
          </a:p>
          <a:p>
            <a:pPr marL="841375" lvl="1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Char char="q"/>
            </a:pPr>
            <a:r>
              <a:rPr lang="en-US" altLang="en-US" sz="1600" b="1" dirty="0">
                <a:solidFill>
                  <a:srgbClr val="660066"/>
                </a:solidFill>
              </a:rPr>
              <a:t>It is called so because sender and receiver use different keys.</a:t>
            </a:r>
          </a:p>
          <a:p>
            <a:pPr marL="841375" lvl="1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Char char="q"/>
            </a:pPr>
            <a:r>
              <a:rPr lang="en-US" altLang="en-US" sz="1600" b="1" dirty="0">
                <a:solidFill>
                  <a:srgbClr val="660066"/>
                </a:solidFill>
              </a:rPr>
              <a:t>It is also called as public key cryptography.</a:t>
            </a:r>
          </a:p>
          <a:p>
            <a:pPr marL="98425" indent="0" defTabSz="414338" eaLnBrk="1" hangingPunct="1">
              <a:spcBef>
                <a:spcPct val="50000"/>
              </a:spcBef>
              <a:buClr>
                <a:srgbClr val="CC0000"/>
              </a:buClr>
              <a:buNone/>
            </a:pPr>
            <a:r>
              <a:rPr lang="en-US" altLang="en-US" sz="1600" b="1" dirty="0">
                <a:solidFill>
                  <a:srgbClr val="660066"/>
                </a:solidFill>
              </a:rPr>
              <a:t>At sender side,</a:t>
            </a:r>
          </a:p>
          <a:p>
            <a:pPr marL="784225" lvl="1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Char char="ü"/>
            </a:pPr>
            <a:r>
              <a:rPr lang="en-US" altLang="en-US" sz="1200" b="1" dirty="0">
                <a:solidFill>
                  <a:srgbClr val="660066"/>
                </a:solidFill>
              </a:rPr>
              <a:t>Sender encrypts the message using receiver’s public key.</a:t>
            </a:r>
          </a:p>
          <a:p>
            <a:pPr marL="784225" lvl="1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Char char="ü"/>
            </a:pPr>
            <a:r>
              <a:rPr lang="en-US" altLang="en-US" sz="1200" b="1" dirty="0">
                <a:solidFill>
                  <a:srgbClr val="660066"/>
                </a:solidFill>
              </a:rPr>
              <a:t>The public key of receiver is publicly available and known to everyone.</a:t>
            </a:r>
          </a:p>
          <a:p>
            <a:pPr marL="784225" lvl="1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Char char="ü"/>
            </a:pPr>
            <a:r>
              <a:rPr lang="en-US" altLang="en-US" sz="1200" b="1" dirty="0">
                <a:solidFill>
                  <a:srgbClr val="660066"/>
                </a:solidFill>
              </a:rPr>
              <a:t>Encryption converts the message into a cipher text.</a:t>
            </a:r>
          </a:p>
          <a:p>
            <a:pPr marL="784225" lvl="1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Char char="ü"/>
            </a:pPr>
            <a:r>
              <a:rPr lang="en-US" altLang="en-US" sz="1200" b="1" dirty="0">
                <a:solidFill>
                  <a:srgbClr val="660066"/>
                </a:solidFill>
              </a:rPr>
              <a:t>This cipher text can be decrypted only using the receiver’s private key.</a:t>
            </a:r>
          </a:p>
          <a:p>
            <a:pPr marL="98425" indent="0" algn="just" defTabSz="414338" eaLnBrk="1" hangingPunct="1">
              <a:spcBef>
                <a:spcPct val="50000"/>
              </a:spcBef>
              <a:buClr>
                <a:srgbClr val="CC0000"/>
              </a:buClr>
              <a:buNone/>
            </a:pPr>
            <a:r>
              <a:rPr lang="en-US" altLang="en-US" sz="1600" b="1" dirty="0">
                <a:solidFill>
                  <a:srgbClr val="660066"/>
                </a:solidFill>
              </a:rPr>
              <a:t>At receiver side,</a:t>
            </a:r>
          </a:p>
          <a:p>
            <a:pPr marL="784225" lvl="1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Char char="ü"/>
            </a:pPr>
            <a:r>
              <a:rPr lang="en-US" altLang="en-US" sz="1000" b="1" dirty="0">
                <a:solidFill>
                  <a:srgbClr val="660066"/>
                </a:solidFill>
              </a:rPr>
              <a:t>Receiver decrypts the cipher text using his private key.</a:t>
            </a:r>
          </a:p>
          <a:p>
            <a:pPr marL="784225" lvl="1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Char char="ü"/>
            </a:pPr>
            <a:r>
              <a:rPr lang="en-US" altLang="en-US" sz="1000" b="1" dirty="0">
                <a:solidFill>
                  <a:srgbClr val="660066"/>
                </a:solidFill>
              </a:rPr>
              <a:t>The private key of the receiver is known only to the receiver.</a:t>
            </a:r>
          </a:p>
          <a:p>
            <a:pPr marL="784225" lvl="1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Char char="ü"/>
            </a:pPr>
            <a:r>
              <a:rPr lang="en-US" altLang="en-US" sz="1000" b="1" dirty="0">
                <a:solidFill>
                  <a:srgbClr val="660066"/>
                </a:solidFill>
              </a:rPr>
              <a:t>Using the public key, it is not possible for anyone to determine the receiver’s private key.</a:t>
            </a:r>
          </a:p>
          <a:p>
            <a:pPr marL="784225" lvl="1" algn="just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Char char="ü"/>
            </a:pPr>
            <a:r>
              <a:rPr lang="en-US" altLang="en-US" sz="1000" b="1" dirty="0">
                <a:solidFill>
                  <a:srgbClr val="660066"/>
                </a:solidFill>
              </a:rPr>
              <a:t>After decryption, cipher text converts back into a readable format.</a:t>
            </a:r>
          </a:p>
        </p:txBody>
      </p:sp>
      <p:sp>
        <p:nvSpPr>
          <p:cNvPr id="51208" name="Rectangle 2">
            <a:extLst>
              <a:ext uri="{FF2B5EF4-FFF2-40B4-BE49-F238E27FC236}">
                <a16:creationId xmlns:a16="http://schemas.microsoft.com/office/drawing/2014/main" id="{B36C9E44-7F56-41C7-A617-4A96DC387E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686800" cy="1066800"/>
          </a:xfrm>
          <a:noFill/>
        </p:spPr>
        <p:txBody>
          <a:bodyPr lIns="0" tIns="0" rIns="0" bIns="0"/>
          <a:lstStyle/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4000" b="1" dirty="0">
                <a:solidFill>
                  <a:srgbClr val="660066"/>
                </a:solidFill>
              </a:rPr>
              <a:t>Asymmetric Key Cryptography-</a:t>
            </a:r>
            <a:endParaRPr lang="en-US" altLang="en-US" sz="4000" b="1" dirty="0">
              <a:solidFill>
                <a:srgbClr val="E4005C"/>
              </a:solidFill>
              <a:latin typeface="Verdana" panose="020B0604030504040204" pitchFamily="34" charset="0"/>
            </a:endParaRPr>
          </a:p>
        </p:txBody>
      </p:sp>
      <p:sp>
        <p:nvSpPr>
          <p:cNvPr id="51209" name="Text Box 7">
            <a:extLst>
              <a:ext uri="{FF2B5EF4-FFF2-40B4-BE49-F238E27FC236}">
                <a16:creationId xmlns:a16="http://schemas.microsoft.com/office/drawing/2014/main" id="{EA9AF9D4-4CF0-49DA-AE32-62B6E73E7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1576735149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AutoShape 3">
            <a:extLst>
              <a:ext uri="{FF2B5EF4-FFF2-40B4-BE49-F238E27FC236}">
                <a16:creationId xmlns:a16="http://schemas.microsoft.com/office/drawing/2014/main" id="{5F30C95C-B68F-4716-AFD6-3BFD58E57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1203" name="AutoShape 4">
            <a:extLst>
              <a:ext uri="{FF2B5EF4-FFF2-40B4-BE49-F238E27FC236}">
                <a16:creationId xmlns:a16="http://schemas.microsoft.com/office/drawing/2014/main" id="{111928D4-B902-4021-86A2-7F9D3E18D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1204" name="AutoShape 5">
            <a:extLst>
              <a:ext uri="{FF2B5EF4-FFF2-40B4-BE49-F238E27FC236}">
                <a16:creationId xmlns:a16="http://schemas.microsoft.com/office/drawing/2014/main" id="{A2DA6929-972C-4BBC-86A9-421EB4F22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1205" name="AutoShape 6">
            <a:extLst>
              <a:ext uri="{FF2B5EF4-FFF2-40B4-BE49-F238E27FC236}">
                <a16:creationId xmlns:a16="http://schemas.microsoft.com/office/drawing/2014/main" id="{A72047B8-10A8-4892-9CA5-05548C077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1206" name="AutoShape 8">
            <a:extLst>
              <a:ext uri="{FF2B5EF4-FFF2-40B4-BE49-F238E27FC236}">
                <a16:creationId xmlns:a16="http://schemas.microsoft.com/office/drawing/2014/main" id="{0145F40E-6F37-4679-BB52-B47893B4C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1207" name="Rectangle 9">
            <a:extLst>
              <a:ext uri="{FF2B5EF4-FFF2-40B4-BE49-F238E27FC236}">
                <a16:creationId xmlns:a16="http://schemas.microsoft.com/office/drawing/2014/main" id="{744B3206-85DA-4E04-AA4E-27338261F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marL="98425" indent="0" defTabSz="414338" eaLnBrk="1" hangingPunct="1">
              <a:spcBef>
                <a:spcPct val="50000"/>
              </a:spcBef>
              <a:buClr>
                <a:srgbClr val="CC0000"/>
              </a:buClr>
              <a:buNone/>
            </a:pPr>
            <a:endParaRPr lang="en-US" altLang="en-US" sz="1000" b="1" dirty="0">
              <a:solidFill>
                <a:srgbClr val="660066"/>
              </a:solidFill>
            </a:endParaRPr>
          </a:p>
        </p:txBody>
      </p:sp>
      <p:sp>
        <p:nvSpPr>
          <p:cNvPr id="51208" name="Rectangle 2">
            <a:extLst>
              <a:ext uri="{FF2B5EF4-FFF2-40B4-BE49-F238E27FC236}">
                <a16:creationId xmlns:a16="http://schemas.microsoft.com/office/drawing/2014/main" id="{B36C9E44-7F56-41C7-A617-4A96DC387E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686800" cy="1066800"/>
          </a:xfrm>
          <a:noFill/>
        </p:spPr>
        <p:txBody>
          <a:bodyPr lIns="0" tIns="0" rIns="0" bIns="0"/>
          <a:lstStyle/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4000" b="1" dirty="0">
                <a:solidFill>
                  <a:srgbClr val="660066"/>
                </a:solidFill>
              </a:rPr>
              <a:t>Asymmetric Key Cryptography-</a:t>
            </a:r>
            <a:endParaRPr lang="en-US" altLang="en-US" sz="4000" b="1" dirty="0">
              <a:solidFill>
                <a:srgbClr val="E4005C"/>
              </a:solidFill>
              <a:latin typeface="Verdana" panose="020B0604030504040204" pitchFamily="34" charset="0"/>
            </a:endParaRPr>
          </a:p>
        </p:txBody>
      </p:sp>
      <p:sp>
        <p:nvSpPr>
          <p:cNvPr id="51209" name="Text Box 7">
            <a:extLst>
              <a:ext uri="{FF2B5EF4-FFF2-40B4-BE49-F238E27FC236}">
                <a16:creationId xmlns:a16="http://schemas.microsoft.com/office/drawing/2014/main" id="{EA9AF9D4-4CF0-49DA-AE32-62B6E73E7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Network Security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E27746-92D1-4EEA-83F9-D95DF79736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1933575"/>
            <a:ext cx="802005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93837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AutoShape 3">
            <a:extLst>
              <a:ext uri="{FF2B5EF4-FFF2-40B4-BE49-F238E27FC236}">
                <a16:creationId xmlns:a16="http://schemas.microsoft.com/office/drawing/2014/main" id="{5F30C95C-B68F-4716-AFD6-3BFD58E57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1203" name="AutoShape 4">
            <a:extLst>
              <a:ext uri="{FF2B5EF4-FFF2-40B4-BE49-F238E27FC236}">
                <a16:creationId xmlns:a16="http://schemas.microsoft.com/office/drawing/2014/main" id="{111928D4-B902-4021-86A2-7F9D3E18D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1204" name="AutoShape 5">
            <a:extLst>
              <a:ext uri="{FF2B5EF4-FFF2-40B4-BE49-F238E27FC236}">
                <a16:creationId xmlns:a16="http://schemas.microsoft.com/office/drawing/2014/main" id="{A2DA6929-972C-4BBC-86A9-421EB4F22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1205" name="AutoShape 6">
            <a:extLst>
              <a:ext uri="{FF2B5EF4-FFF2-40B4-BE49-F238E27FC236}">
                <a16:creationId xmlns:a16="http://schemas.microsoft.com/office/drawing/2014/main" id="{A72047B8-10A8-4892-9CA5-05548C077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1206" name="AutoShape 8">
            <a:extLst>
              <a:ext uri="{FF2B5EF4-FFF2-40B4-BE49-F238E27FC236}">
                <a16:creationId xmlns:a16="http://schemas.microsoft.com/office/drawing/2014/main" id="{0145F40E-6F37-4679-BB52-B47893B4C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51207" name="Rectangle 9">
            <a:extLst>
              <a:ext uri="{FF2B5EF4-FFF2-40B4-BE49-F238E27FC236}">
                <a16:creationId xmlns:a16="http://schemas.microsoft.com/office/drawing/2014/main" id="{744B3206-85DA-4E04-AA4E-27338261F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marL="98425" indent="0" defTabSz="414338" eaLnBrk="1" hangingPunct="1">
              <a:spcBef>
                <a:spcPct val="50000"/>
              </a:spcBef>
              <a:buClr>
                <a:srgbClr val="CC0000"/>
              </a:buClr>
              <a:buNone/>
            </a:pPr>
            <a:r>
              <a:rPr lang="en-US" altLang="en-US" sz="2400" b="1" dirty="0">
                <a:solidFill>
                  <a:srgbClr val="660066"/>
                </a:solidFill>
              </a:rPr>
              <a:t>The famous asymmetric encryption algorithms are-</a:t>
            </a:r>
          </a:p>
          <a:p>
            <a:pPr marL="98425" indent="0" defTabSz="414338" eaLnBrk="1" hangingPunct="1">
              <a:spcBef>
                <a:spcPct val="50000"/>
              </a:spcBef>
              <a:buClr>
                <a:srgbClr val="CC0000"/>
              </a:buClr>
              <a:buNone/>
            </a:pPr>
            <a:endParaRPr lang="en-US" altLang="en-US" sz="2400" b="1" dirty="0">
              <a:solidFill>
                <a:srgbClr val="660066"/>
              </a:solidFill>
            </a:endParaRPr>
          </a:p>
          <a:p>
            <a:pPr marL="98425" indent="0" defTabSz="414338" eaLnBrk="1" hangingPunct="1">
              <a:spcBef>
                <a:spcPct val="50000"/>
              </a:spcBef>
              <a:buClr>
                <a:srgbClr val="CC0000"/>
              </a:buClr>
              <a:buNone/>
            </a:pPr>
            <a:endParaRPr lang="en-US" altLang="en-US" sz="2400" b="1" dirty="0">
              <a:solidFill>
                <a:srgbClr val="660066"/>
              </a:solidFill>
            </a:endParaRPr>
          </a:p>
          <a:p>
            <a:pPr marL="98425" indent="0" defTabSz="414338" eaLnBrk="1" hangingPunct="1">
              <a:spcBef>
                <a:spcPct val="50000"/>
              </a:spcBef>
              <a:buClr>
                <a:srgbClr val="CC0000"/>
              </a:buClr>
              <a:buNone/>
            </a:pPr>
            <a:endParaRPr lang="en-US" altLang="en-US" sz="2400" b="1" dirty="0">
              <a:solidFill>
                <a:srgbClr val="660066"/>
              </a:solidFill>
            </a:endParaRPr>
          </a:p>
          <a:p>
            <a:pPr marL="98425" indent="0" defTabSz="414338" eaLnBrk="1" hangingPunct="1">
              <a:spcBef>
                <a:spcPct val="50000"/>
              </a:spcBef>
              <a:buClr>
                <a:srgbClr val="CC0000"/>
              </a:buClr>
              <a:buNone/>
            </a:pPr>
            <a:endParaRPr lang="en-US" altLang="en-US" sz="2400" b="1" dirty="0">
              <a:solidFill>
                <a:srgbClr val="660066"/>
              </a:solidFill>
            </a:endParaRPr>
          </a:p>
          <a:p>
            <a:pPr marL="98425" indent="0" defTabSz="414338" eaLnBrk="1" hangingPunct="1">
              <a:spcBef>
                <a:spcPct val="50000"/>
              </a:spcBef>
              <a:buClr>
                <a:srgbClr val="CC0000"/>
              </a:buClr>
              <a:buNone/>
            </a:pPr>
            <a:endParaRPr lang="en-US" altLang="en-US" sz="2400" b="1" dirty="0">
              <a:solidFill>
                <a:srgbClr val="660066"/>
              </a:solidFill>
            </a:endParaRPr>
          </a:p>
          <a:p>
            <a:pPr marL="441325" defTabSz="414338" eaLnBrk="1" hangingPunct="1">
              <a:spcBef>
                <a:spcPct val="50000"/>
              </a:spcBef>
              <a:buClr>
                <a:srgbClr val="CC0000"/>
              </a:buClr>
            </a:pPr>
            <a:r>
              <a:rPr lang="en-US" altLang="en-US" sz="2400" b="1" dirty="0">
                <a:solidFill>
                  <a:srgbClr val="660066"/>
                </a:solidFill>
              </a:rPr>
              <a:t>RSA Algorithm</a:t>
            </a:r>
          </a:p>
          <a:p>
            <a:pPr marL="441325" defTabSz="414338" eaLnBrk="1" hangingPunct="1">
              <a:spcBef>
                <a:spcPct val="50000"/>
              </a:spcBef>
              <a:buClr>
                <a:srgbClr val="CC0000"/>
              </a:buClr>
            </a:pPr>
            <a:r>
              <a:rPr lang="en-US" altLang="en-US" sz="2400" b="1" dirty="0">
                <a:solidFill>
                  <a:srgbClr val="660066"/>
                </a:solidFill>
              </a:rPr>
              <a:t>Diffie-Hellman Key Exchange</a:t>
            </a:r>
          </a:p>
        </p:txBody>
      </p:sp>
      <p:sp>
        <p:nvSpPr>
          <p:cNvPr id="51208" name="Rectangle 2">
            <a:extLst>
              <a:ext uri="{FF2B5EF4-FFF2-40B4-BE49-F238E27FC236}">
                <a16:creationId xmlns:a16="http://schemas.microsoft.com/office/drawing/2014/main" id="{B36C9E44-7F56-41C7-A617-4A96DC387E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8839200" cy="706438"/>
          </a:xfrm>
          <a:noFill/>
        </p:spPr>
        <p:txBody>
          <a:bodyPr lIns="0" tIns="0" rIns="0" bIns="0"/>
          <a:lstStyle/>
          <a:p>
            <a:pPr marL="392113" indent="-293688" defTabSz="414338" eaLnBrk="1" hangingPunct="1"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4000" b="1" dirty="0">
                <a:solidFill>
                  <a:srgbClr val="660066"/>
                </a:solidFill>
              </a:rPr>
              <a:t>Asymmetric Encryption Algorithms-</a:t>
            </a:r>
            <a:endParaRPr lang="en-US" altLang="en-US" sz="4000" b="1" dirty="0">
              <a:solidFill>
                <a:srgbClr val="E4005C"/>
              </a:solidFill>
              <a:latin typeface="Verdana" panose="020B0604030504040204" pitchFamily="34" charset="0"/>
            </a:endParaRPr>
          </a:p>
        </p:txBody>
      </p:sp>
      <p:sp>
        <p:nvSpPr>
          <p:cNvPr id="51209" name="Text Box 7">
            <a:extLst>
              <a:ext uri="{FF2B5EF4-FFF2-40B4-BE49-F238E27FC236}">
                <a16:creationId xmlns:a16="http://schemas.microsoft.com/office/drawing/2014/main" id="{EA9AF9D4-4CF0-49DA-AE32-62B6E73E7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04775"/>
            <a:ext cx="5819775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spcBef>
                <a:spcPct val="20000"/>
              </a:spcBef>
              <a:buChar char="•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spcBef>
                <a:spcPct val="20000"/>
              </a:spcBef>
              <a:buChar char="–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spcBef>
                <a:spcPct val="20000"/>
              </a:spcBef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0"/>
              </a:spcBef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en-US" sz="1800" b="1">
                <a:solidFill>
                  <a:schemeClr val="bg1"/>
                </a:solidFill>
              </a:rPr>
              <a:t>Network Security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46D1C4-84CF-44E4-91E3-30460F6E1F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390774"/>
            <a:ext cx="6317978" cy="147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31851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779924376A414F9F2E95E699889B10" ma:contentTypeVersion="3" ma:contentTypeDescription="Create a new document." ma:contentTypeScope="" ma:versionID="92b8c6d392a4174a5696659dfb9b04c8">
  <xsd:schema xmlns:xsd="http://www.w3.org/2001/XMLSchema" xmlns:xs="http://www.w3.org/2001/XMLSchema" xmlns:p="http://schemas.microsoft.com/office/2006/metadata/properties" xmlns:ns2="aaa00505-5592-4795-b6e3-64c267295362" targetNamespace="http://schemas.microsoft.com/office/2006/metadata/properties" ma:root="true" ma:fieldsID="043f0c894ae9999ed6bc28946ab80a3b" ns2:_="">
    <xsd:import namespace="aaa00505-5592-4795-b6e3-64c2672953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a00505-5592-4795-b6e3-64c2672953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3C3F06-2BC0-4332-A4AB-4B211E50353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4EF71A2-EE00-437D-8884-B150670E8F76}"/>
</file>

<file path=customXml/itemProps3.xml><?xml version="1.0" encoding="utf-8"?>
<ds:datastoreItem xmlns:ds="http://schemas.openxmlformats.org/officeDocument/2006/customXml" ds:itemID="{7FB072EC-B1DD-4F12-AA15-15C0C804913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6285</TotalTime>
  <Words>1264</Words>
  <Application>Microsoft Office PowerPoint</Application>
  <PresentationFormat>On-screen Show (4:3)</PresentationFormat>
  <Paragraphs>228</Paragraphs>
  <Slides>25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Aptos Narrow</vt:lpstr>
      <vt:lpstr>Arial</vt:lpstr>
      <vt:lpstr>StarSymbol</vt:lpstr>
      <vt:lpstr>Tahoma</vt:lpstr>
      <vt:lpstr>Times New Roman</vt:lpstr>
      <vt:lpstr>Verdana</vt:lpstr>
      <vt:lpstr>Wingdings</vt:lpstr>
      <vt:lpstr>Default Design</vt:lpstr>
      <vt:lpstr>Clip</vt:lpstr>
      <vt:lpstr>PowerPoint Presentation</vt:lpstr>
      <vt:lpstr>Application Layer</vt:lpstr>
      <vt:lpstr>Application Layer Protocols</vt:lpstr>
      <vt:lpstr>PowerPoint Presentation</vt:lpstr>
      <vt:lpstr>Internet Applications</vt:lpstr>
      <vt:lpstr>PowerPoint Presentation</vt:lpstr>
      <vt:lpstr>DNS Operation</vt:lpstr>
      <vt:lpstr>PowerPoint Presentation</vt:lpstr>
      <vt:lpstr>What is a Web Proxy?</vt:lpstr>
      <vt:lpstr>What is Web Caching?</vt:lpstr>
      <vt:lpstr>Why Cache?</vt:lpstr>
      <vt:lpstr>Popular Proxy Caches</vt:lpstr>
      <vt:lpstr>PowerPoint Presentation</vt:lpstr>
      <vt:lpstr>Web Server</vt:lpstr>
      <vt:lpstr>PowerPoint Presentation</vt:lpstr>
      <vt:lpstr>Mail Architecture</vt:lpstr>
      <vt:lpstr>Mail Architecture</vt:lpstr>
      <vt:lpstr>PowerPoint Presentation</vt:lpstr>
      <vt:lpstr>Network Security</vt:lpstr>
      <vt:lpstr>Network Security</vt:lpstr>
      <vt:lpstr>Cryptography Techniques-</vt:lpstr>
      <vt:lpstr>Symmetric Key Cryptography-</vt:lpstr>
      <vt:lpstr>Asymmetric Key Cryptography-</vt:lpstr>
      <vt:lpstr>Asymmetric Key Cryptography-</vt:lpstr>
      <vt:lpstr>Asymmetric Encryption Algorithms-</vt:lpstr>
    </vt:vector>
  </TitlesOfParts>
  <Company>IITK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Mr.Navpreet Singh</dc:creator>
  <cp:lastModifiedBy>CSE VU</cp:lastModifiedBy>
  <cp:revision>72</cp:revision>
  <dcterms:created xsi:type="dcterms:W3CDTF">1999-03-07T22:05:25Z</dcterms:created>
  <dcterms:modified xsi:type="dcterms:W3CDTF">2025-11-10T05:26:09Z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0x010100EF779924376A414F9F2E95E699889B10</vt:lpwstr>
  </property>
</Properties>
</file>