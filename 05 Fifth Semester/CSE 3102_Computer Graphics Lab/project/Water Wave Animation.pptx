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2DBC-1BA6-1217-3559-5C3F15CB9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03498-5BD6-D28B-9D72-D3DF77521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CF7BD-3EDD-78ED-7D10-7939CB00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13D87-22F8-DF89-FFE9-FEC995136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CEFAB-472D-BBAF-F80A-EDED8534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60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FCCF-2994-00FC-16BD-5120C9FC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3C0E9-F458-404F-CB74-B61F299DF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A84B8-36CC-96EF-E336-C4B12F4B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A1151-5E1E-7058-87DD-80CF6904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F022D-70C3-20F7-B8CE-941E0D45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5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536D-BCF2-8ABE-6570-0B59C0968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6DF04-8C02-3ADA-8D1C-CBC266A2C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7EB63-0C0B-E30F-61FA-F0501C30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42E8D-47E3-9B16-39C1-AB581E14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BA5BE-939F-93AC-4DD4-3FB34A0B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4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B547-01F5-D01A-9389-E7B6D6ABC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4127E-178B-81CD-7743-41579DD9E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F7AB7-7E5F-A502-6BBC-85382B01E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B817C-EBBC-125C-3B7E-A13D7897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12238-38FD-BD0C-632A-8F044F89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098D3-3D29-1A4A-F024-2864F491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2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6AFC-57F9-91C9-F0F5-14884402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F0C53-052F-E633-39EC-2D13648F7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48894-0D47-2103-B5A9-3BA74049F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B56CC-D458-0EC0-2E6E-7D1D63230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AF807-A00A-C833-DFAC-6749D4C09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72F7A-B8F2-BA66-D1DE-73FFB492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6A8335-4CFD-CFE2-0A75-AE25F15E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8C9FE-9E5E-3194-B9A8-DB46ACEF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0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49081-B531-5423-291C-E182DC524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218FE-4FC9-E066-ED33-7ED5A0B1B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EC726-49AA-A672-EB07-D9CF7853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8A78C-C615-954B-640E-E7DBA18F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8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98EA49-690E-4FD4-F9BF-895AD89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4B96-35FC-CE2A-9316-B7E27AED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E501E-E150-CDA0-727F-CBDBEF04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8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D9C0-CAC8-C009-F835-AE12A5A6E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FEFE-97D2-86B3-DE55-F7AE0728E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EA097-2DC9-21AD-ACAF-D7B43090C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BBE05-B462-3B83-3B84-43725878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FF57-9487-5027-9B5B-501E6004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56053-B793-8550-2276-E8A18F07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7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295C-8D49-5C3B-BD94-13036CA7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56EC6C-B1A5-95A2-9296-D147E3245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60453-E6AE-43AC-9C5A-4A1EDA414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7A14-53AD-7767-A0EB-892BBC39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BEBD5-9F36-4AFA-E289-6C3243BB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E2A1B-C252-EC06-2D4E-224434BE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5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A6CD-2A20-1F92-F646-FCE2DDB1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A094B-9F40-C4D7-9E83-217CDCE0A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33951-9B4C-CD5D-02B7-7428DEEE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D954C-3417-2E04-78A8-F14DC205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5A886-6C20-FD64-C7F3-BBDE7A95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E49DEC-5473-C614-E374-80303F095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7C7C6-49AA-E4F0-579D-32971C4C3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CC554-ECCE-9DD7-AA22-B5695E43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4D42-71E3-6C72-0F32-ECE5C2D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BA80-7584-54AB-1A7B-22278AE3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2EEFD-3DE9-87C5-469E-EB1333B09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BC03D-53EB-1341-97A5-0D90C829F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2E86F-B077-11F4-C554-2C88E6126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7F31D-0B2C-4255-B846-55F650F8F214}" type="datetimeFigureOut">
              <a:rPr lang="en-US" smtClean="0"/>
              <a:t>15-May-26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7A954-E707-BF9B-64B1-C36F4705E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AC77C-898F-5DA4-F719-5C3C9D7EF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F0C25-5B8D-4710-9B23-3BBEC70BE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2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617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44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2026-05-15T16:57:37Z</dcterms:created>
  <dcterms:modified xsi:type="dcterms:W3CDTF">2026-05-15T16:59:49Z</dcterms:modified>
</cp:coreProperties>
</file>