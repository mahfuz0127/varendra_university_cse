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1" r:id="rId1"/>
    <p:sldMasterId id="2147483693" r:id="rId2"/>
  </p:sldMasterIdLst>
  <p:notesMasterIdLst>
    <p:notesMasterId r:id="rId24"/>
  </p:notesMasterIdLst>
  <p:handoutMasterIdLst>
    <p:handoutMasterId r:id="rId25"/>
  </p:handoutMasterIdLst>
  <p:sldIdLst>
    <p:sldId id="337" r:id="rId3"/>
    <p:sldId id="256" r:id="rId4"/>
    <p:sldId id="290" r:id="rId5"/>
    <p:sldId id="291" r:id="rId6"/>
    <p:sldId id="292" r:id="rId7"/>
    <p:sldId id="293" r:id="rId8"/>
    <p:sldId id="294" r:id="rId9"/>
    <p:sldId id="295" r:id="rId10"/>
    <p:sldId id="296" r:id="rId11"/>
    <p:sldId id="336" r:id="rId12"/>
    <p:sldId id="257" r:id="rId13"/>
    <p:sldId id="297" r:id="rId14"/>
    <p:sldId id="298" r:id="rId15"/>
    <p:sldId id="299" r:id="rId16"/>
    <p:sldId id="300" r:id="rId17"/>
    <p:sldId id="301" r:id="rId18"/>
    <p:sldId id="302" r:id="rId19"/>
    <p:sldId id="330" r:id="rId20"/>
    <p:sldId id="333" r:id="rId21"/>
    <p:sldId id="303" r:id="rId22"/>
    <p:sldId id="258" r:id="rId23"/>
  </p:sldIdLst>
  <p:sldSz cx="9144000" cy="6858000" type="screen4x3"/>
  <p:notesSz cx="6858000" cy="9144000"/>
  <p:defaultTextStyle>
    <a:defPPr>
      <a:defRPr lang="en-US"/>
    </a:defPPr>
    <a:lvl1pPr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Helvetica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Helvetica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Helvetica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Helvetica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Helvetica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068" autoAdjust="0"/>
    <p:restoredTop sz="91294" autoAdjust="0"/>
  </p:normalViewPr>
  <p:slideViewPr>
    <p:cSldViewPr snapToGrid="0">
      <p:cViewPr varScale="1">
        <p:scale>
          <a:sx n="63" d="100"/>
          <a:sy n="63" d="100"/>
        </p:scale>
        <p:origin x="124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53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837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fld id="{E7B9068D-BA9E-43FF-A368-093BCE3D4E3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8373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2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68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5222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223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223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Helvetica" pitchFamily="34" charset="0"/>
              </a:defRPr>
            </a:lvl1pPr>
          </a:lstStyle>
          <a:p>
            <a:pPr>
              <a:defRPr/>
            </a:pPr>
            <a:fld id="{C4D715CB-083A-4111-8E48-C9405A80A19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20484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fld id="{FAFE4323-D18E-4815-B6BC-96B141546880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fld id="{AB370774-9B87-4886-A4B8-2ECD677AF1C9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737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fld id="{974134DA-C306-4F41-B761-50CCB4236862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fld id="{F49F8F6E-39EE-4B87-B531-7FDE8F30AED0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fld id="{DD00A835-36E6-4BE2-A3D9-1A5ACD3997CC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768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fld id="{F5D16A5A-D960-4EAA-8780-EB972DBCEAFD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778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fld id="{13D8C421-677D-4A3F-8726-1D7D5A91960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77539889-FF9A-4117-A531-C4F1CF4D662E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Helvetica" charset="0"/>
                <a:ea typeface="+mn-ea"/>
                <a:cs typeface="+mn-cs"/>
              </a:rPr>
              <a:pPr marL="0" marR="0" lvl="0" indent="0" algn="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Helvetica" charset="0"/>
              <a:ea typeface="+mn-ea"/>
              <a:cs typeface="+mn-cs"/>
            </a:endParaRPr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00887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fld id="{D1626D12-195F-443C-B96E-9ADF94C62D50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798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fld id="{77539889-FF9A-4117-A531-C4F1CF4D662E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fld id="{2F940C62-E964-4ED3-B0B9-AF1C6BC74A97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819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fld id="{B6A85D6A-0B61-4868-94DE-D49D8CE35C16}" type="slidenum">
              <a:rPr lang="en-US" smtClean="0"/>
              <a:pPr/>
              <a:t>15</a:t>
            </a:fld>
            <a:endParaRPr lang="en-US"/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fld id="{E7D40E1A-E3DA-4A6D-BE58-3C8819C7528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839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fld id="{1A4853BB-12CC-453C-994E-6984A5D2948C}" type="slidenum">
              <a:rPr lang="en-US" smtClean="0"/>
              <a:pPr/>
              <a:t>17</a:t>
            </a:fld>
            <a:endParaRPr lang="en-US"/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Helvetica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charset="0"/>
              </a:defRPr>
            </a:lvl9pPr>
          </a:lstStyle>
          <a:p>
            <a:fld id="{7F3EE569-E30F-431D-B8BE-8C415086F62B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860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noFill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oleObject" Target="../embeddings/oleObject1.bin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gradFill rotWithShape="0">
          <a:gsLst>
            <a:gs pos="0">
              <a:schemeClr val="bg1"/>
            </a:gs>
            <a:gs pos="100000">
              <a:schemeClr val="bg1">
                <a:gamma/>
                <a:shade val="66275"/>
                <a:invGamma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/>
          <p:cNvSpPr>
            <a:spLocks/>
          </p:cNvSpPr>
          <p:nvPr/>
        </p:nvSpPr>
        <p:spPr bwMode="gray">
          <a:xfrm>
            <a:off x="690563" y="3340100"/>
            <a:ext cx="7653337" cy="485775"/>
          </a:xfrm>
          <a:custGeom>
            <a:avLst/>
            <a:gdLst>
              <a:gd name="T0" fmla="*/ 560286192 w 4128"/>
              <a:gd name="T1" fmla="*/ 205697824 h 479"/>
              <a:gd name="T2" fmla="*/ 2147483647 w 4128"/>
              <a:gd name="T3" fmla="*/ 205697824 h 479"/>
              <a:gd name="T4" fmla="*/ 2147483647 w 4128"/>
              <a:gd name="T5" fmla="*/ 441221624 h 479"/>
              <a:gd name="T6" fmla="*/ 0 w 4128"/>
              <a:gd name="T7" fmla="*/ 453563757 h 479"/>
              <a:gd name="T8" fmla="*/ 560286192 w 4128"/>
              <a:gd name="T9" fmla="*/ 205697824 h 47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28" h="479">
                <a:moveTo>
                  <a:pt x="163" y="200"/>
                </a:moveTo>
                <a:cubicBezTo>
                  <a:pt x="163" y="200"/>
                  <a:pt x="2054" y="0"/>
                  <a:pt x="4128" y="200"/>
                </a:cubicBezTo>
                <a:cubicBezTo>
                  <a:pt x="4128" y="200"/>
                  <a:pt x="4128" y="314"/>
                  <a:pt x="4128" y="429"/>
                </a:cubicBezTo>
                <a:cubicBezTo>
                  <a:pt x="2371" y="200"/>
                  <a:pt x="688" y="479"/>
                  <a:pt x="0" y="441"/>
                </a:cubicBezTo>
                <a:lnTo>
                  <a:pt x="163" y="200"/>
                </a:lnTo>
                <a:close/>
              </a:path>
            </a:pathLst>
          </a:custGeom>
          <a:solidFill>
            <a:schemeClr val="hlink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en-US"/>
          </a:p>
        </p:txBody>
      </p:sp>
      <p:graphicFrame>
        <p:nvGraphicFramePr>
          <p:cNvPr id="5" name="Rectangle 8"/>
          <p:cNvGraphicFramePr>
            <a:graphicFrameLocks/>
          </p:cNvGraphicFramePr>
          <p:nvPr/>
        </p:nvGraphicFramePr>
        <p:xfrm>
          <a:off x="1524000" y="1397000"/>
          <a:ext cx="6096000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lip" r:id="rId2" imgW="0" imgH="0" progId="MS_ClipArt_Gallery.2">
                  <p:embed/>
                </p:oleObj>
              </mc:Choice>
              <mc:Fallback>
                <p:oleObj name="Clip" r:id="rId2" imgW="0" imgH="0" progId="MS_ClipArt_Gallery.2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397000"/>
                        <a:ext cx="6096000" cy="406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875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/>
              <a:t>Click to edit Master title style</a:t>
            </a:r>
          </a:p>
        </p:txBody>
      </p:sp>
      <p:sp>
        <p:nvSpPr>
          <p:cNvPr id="79876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pPr lvl="0"/>
            <a:r>
              <a:rPr lang="en-US" noProof="0"/>
              <a:t>Click to edit Master subtitle style</a:t>
            </a:r>
          </a:p>
        </p:txBody>
      </p:sp>
      <p:sp>
        <p:nvSpPr>
          <p:cNvPr id="6" name="Date Placeholder 5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50000"/>
              </a:spcBef>
              <a:defRPr sz="1400">
                <a:solidFill>
                  <a:srgbClr val="578963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Footer Placeholder 6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sz="1400">
                <a:solidFill>
                  <a:srgbClr val="578963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Slide Number Placeholder 7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sz="1400">
                <a:solidFill>
                  <a:srgbClr val="578963"/>
                </a:solidFill>
                <a:latin typeface="Times New Roman" pitchFamily="18" charset="0"/>
              </a:defRPr>
            </a:lvl1pPr>
          </a:lstStyle>
          <a:p>
            <a:pPr>
              <a:defRPr/>
            </a:pPr>
            <a:fld id="{7CEF57BA-0CA4-497A-83EA-0DD3451F220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338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284160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03483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1500" y="1114425"/>
            <a:ext cx="3848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0" y="1114425"/>
            <a:ext cx="3848100" cy="4876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4769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008275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426914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786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78952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609497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259176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86550" y="47625"/>
            <a:ext cx="2038350" cy="5943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47625"/>
            <a:ext cx="5962650" cy="5943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557876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47625"/>
            <a:ext cx="80772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71500" y="1114425"/>
            <a:ext cx="7848600" cy="2362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1500" y="3629025"/>
            <a:ext cx="7848600" cy="2362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5980109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OverObj" preserve="1">
  <p:cSld name="Title and Tex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7700" y="47625"/>
            <a:ext cx="8077200" cy="6096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71500" y="1114425"/>
            <a:ext cx="7848600" cy="2362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71500" y="3629025"/>
            <a:ext cx="7848600" cy="2362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202367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5230445E-A660-448A-B4DC-782AD0E5DA6F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2274893" y="0"/>
            <a:ext cx="6866726" cy="6858000"/>
          </a:xfrm>
          <a:custGeom>
            <a:avLst/>
            <a:gdLst>
              <a:gd name="connsiteX0" fmla="*/ 6450330 w 8969375"/>
              <a:gd name="connsiteY0" fmla="*/ 3511550 h 6858000"/>
              <a:gd name="connsiteX1" fmla="*/ 8969375 w 8969375"/>
              <a:gd name="connsiteY1" fmla="*/ 3511550 h 6858000"/>
              <a:gd name="connsiteX2" fmla="*/ 8969375 w 8969375"/>
              <a:gd name="connsiteY2" fmla="*/ 6858000 h 6858000"/>
              <a:gd name="connsiteX3" fmla="*/ 5010150 w 8969375"/>
              <a:gd name="connsiteY3" fmla="*/ 6858000 h 6858000"/>
              <a:gd name="connsiteX4" fmla="*/ 1915160 w 8969375"/>
              <a:gd name="connsiteY4" fmla="*/ 3511550 h 6858000"/>
              <a:gd name="connsiteX5" fmla="*/ 3404870 w 8969375"/>
              <a:gd name="connsiteY5" fmla="*/ 3511550 h 6858000"/>
              <a:gd name="connsiteX6" fmla="*/ 1964690 w 8969375"/>
              <a:gd name="connsiteY6" fmla="*/ 6858000 h 6858000"/>
              <a:gd name="connsiteX7" fmla="*/ 474980 w 8969375"/>
              <a:gd name="connsiteY7" fmla="*/ 6858000 h 6858000"/>
              <a:gd name="connsiteX8" fmla="*/ 7961630 w 8969375"/>
              <a:gd name="connsiteY8" fmla="*/ 0 h 6858000"/>
              <a:gd name="connsiteX9" fmla="*/ 8969375 w 8969375"/>
              <a:gd name="connsiteY9" fmla="*/ 0 h 6858000"/>
              <a:gd name="connsiteX10" fmla="*/ 8969375 w 8969375"/>
              <a:gd name="connsiteY10" fmla="*/ 3346450 h 6858000"/>
              <a:gd name="connsiteX11" fmla="*/ 6521450 w 8969375"/>
              <a:gd name="connsiteY11" fmla="*/ 3346450 h 6858000"/>
              <a:gd name="connsiteX12" fmla="*/ 5163820 w 8969375"/>
              <a:gd name="connsiteY12" fmla="*/ 0 h 6858000"/>
              <a:gd name="connsiteX13" fmla="*/ 7726680 w 8969375"/>
              <a:gd name="connsiteY13" fmla="*/ 0 h 6858000"/>
              <a:gd name="connsiteX14" fmla="*/ 4775200 w 8969375"/>
              <a:gd name="connsiteY14" fmla="*/ 6858000 h 6858000"/>
              <a:gd name="connsiteX15" fmla="*/ 2213610 w 8969375"/>
              <a:gd name="connsiteY15" fmla="*/ 6858000 h 6858000"/>
              <a:gd name="connsiteX16" fmla="*/ 3426460 w 8969375"/>
              <a:gd name="connsiteY16" fmla="*/ 0 h 6858000"/>
              <a:gd name="connsiteX17" fmla="*/ 4916170 w 8969375"/>
              <a:gd name="connsiteY17" fmla="*/ 0 h 6858000"/>
              <a:gd name="connsiteX18" fmla="*/ 3475990 w 8969375"/>
              <a:gd name="connsiteY18" fmla="*/ 3346450 h 6858000"/>
              <a:gd name="connsiteX19" fmla="*/ 1986280 w 8969375"/>
              <a:gd name="connsiteY19" fmla="*/ 3346450 h 6858000"/>
              <a:gd name="connsiteX20" fmla="*/ 0 w 8969375"/>
              <a:gd name="connsiteY20" fmla="*/ 0 h 6858000"/>
              <a:gd name="connsiteX21" fmla="*/ 3195320 w 8969375"/>
              <a:gd name="connsiteY21" fmla="*/ 0 h 6858000"/>
              <a:gd name="connsiteX22" fmla="*/ 243840 w 8969375"/>
              <a:gd name="connsiteY22" fmla="*/ 6858000 h 6858000"/>
              <a:gd name="connsiteX23" fmla="*/ 0 w 8969375"/>
              <a:gd name="connsiteY23" fmla="*/ 6858000 h 6858000"/>
              <a:gd name="connsiteX0" fmla="*/ 6604567 w 9123612"/>
              <a:gd name="connsiteY0" fmla="*/ 3511550 h 6858000"/>
              <a:gd name="connsiteX1" fmla="*/ 9123612 w 9123612"/>
              <a:gd name="connsiteY1" fmla="*/ 3511550 h 6858000"/>
              <a:gd name="connsiteX2" fmla="*/ 9123612 w 9123612"/>
              <a:gd name="connsiteY2" fmla="*/ 6858000 h 6858000"/>
              <a:gd name="connsiteX3" fmla="*/ 5164387 w 9123612"/>
              <a:gd name="connsiteY3" fmla="*/ 6858000 h 6858000"/>
              <a:gd name="connsiteX4" fmla="*/ 6604567 w 9123612"/>
              <a:gd name="connsiteY4" fmla="*/ 3511550 h 6858000"/>
              <a:gd name="connsiteX5" fmla="*/ 2069397 w 9123612"/>
              <a:gd name="connsiteY5" fmla="*/ 3511550 h 6858000"/>
              <a:gd name="connsiteX6" fmla="*/ 3559107 w 9123612"/>
              <a:gd name="connsiteY6" fmla="*/ 3511550 h 6858000"/>
              <a:gd name="connsiteX7" fmla="*/ 2118927 w 9123612"/>
              <a:gd name="connsiteY7" fmla="*/ 6858000 h 6858000"/>
              <a:gd name="connsiteX8" fmla="*/ 629217 w 9123612"/>
              <a:gd name="connsiteY8" fmla="*/ 6858000 h 6858000"/>
              <a:gd name="connsiteX9" fmla="*/ 2069397 w 9123612"/>
              <a:gd name="connsiteY9" fmla="*/ 3511550 h 6858000"/>
              <a:gd name="connsiteX10" fmla="*/ 8115867 w 9123612"/>
              <a:gd name="connsiteY10" fmla="*/ 0 h 6858000"/>
              <a:gd name="connsiteX11" fmla="*/ 9123612 w 9123612"/>
              <a:gd name="connsiteY11" fmla="*/ 0 h 6858000"/>
              <a:gd name="connsiteX12" fmla="*/ 9123612 w 9123612"/>
              <a:gd name="connsiteY12" fmla="*/ 3346450 h 6858000"/>
              <a:gd name="connsiteX13" fmla="*/ 6675687 w 9123612"/>
              <a:gd name="connsiteY13" fmla="*/ 3346450 h 6858000"/>
              <a:gd name="connsiteX14" fmla="*/ 8115867 w 9123612"/>
              <a:gd name="connsiteY14" fmla="*/ 0 h 6858000"/>
              <a:gd name="connsiteX15" fmla="*/ 5318057 w 9123612"/>
              <a:gd name="connsiteY15" fmla="*/ 0 h 6858000"/>
              <a:gd name="connsiteX16" fmla="*/ 7880917 w 9123612"/>
              <a:gd name="connsiteY16" fmla="*/ 0 h 6858000"/>
              <a:gd name="connsiteX17" fmla="*/ 4929437 w 9123612"/>
              <a:gd name="connsiteY17" fmla="*/ 6858000 h 6858000"/>
              <a:gd name="connsiteX18" fmla="*/ 2367847 w 9123612"/>
              <a:gd name="connsiteY18" fmla="*/ 6858000 h 6858000"/>
              <a:gd name="connsiteX19" fmla="*/ 5318057 w 9123612"/>
              <a:gd name="connsiteY19" fmla="*/ 0 h 6858000"/>
              <a:gd name="connsiteX20" fmla="*/ 3580697 w 9123612"/>
              <a:gd name="connsiteY20" fmla="*/ 0 h 6858000"/>
              <a:gd name="connsiteX21" fmla="*/ 5070407 w 9123612"/>
              <a:gd name="connsiteY21" fmla="*/ 0 h 6858000"/>
              <a:gd name="connsiteX22" fmla="*/ 3630227 w 9123612"/>
              <a:gd name="connsiteY22" fmla="*/ 3346450 h 6858000"/>
              <a:gd name="connsiteX23" fmla="*/ 2140517 w 9123612"/>
              <a:gd name="connsiteY23" fmla="*/ 3346450 h 6858000"/>
              <a:gd name="connsiteX24" fmla="*/ 3580697 w 9123612"/>
              <a:gd name="connsiteY24" fmla="*/ 0 h 6858000"/>
              <a:gd name="connsiteX25" fmla="*/ 154237 w 9123612"/>
              <a:gd name="connsiteY25" fmla="*/ 0 h 6858000"/>
              <a:gd name="connsiteX26" fmla="*/ 3349557 w 9123612"/>
              <a:gd name="connsiteY26" fmla="*/ 0 h 6858000"/>
              <a:gd name="connsiteX27" fmla="*/ 398077 w 9123612"/>
              <a:gd name="connsiteY27" fmla="*/ 6858000 h 6858000"/>
              <a:gd name="connsiteX28" fmla="*/ 0 w 9123612"/>
              <a:gd name="connsiteY28" fmla="*/ 6858000 h 6858000"/>
              <a:gd name="connsiteX29" fmla="*/ 154237 w 9123612"/>
              <a:gd name="connsiteY29" fmla="*/ 0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186259 w 9155634"/>
              <a:gd name="connsiteY25" fmla="*/ 0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186259 w 9155634"/>
              <a:gd name="connsiteY29" fmla="*/ 0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054197 w 9155634"/>
              <a:gd name="connsiteY25" fmla="*/ 3558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054197 w 9155634"/>
              <a:gd name="connsiteY29" fmla="*/ 3558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954365 w 9155634"/>
              <a:gd name="connsiteY25" fmla="*/ 3558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954365 w 9155634"/>
              <a:gd name="connsiteY29" fmla="*/ 3558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954365 w 9155634"/>
              <a:gd name="connsiteY25" fmla="*/ 3558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954365 w 9155634"/>
              <a:gd name="connsiteY29" fmla="*/ 3558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947249 w 9155634"/>
              <a:gd name="connsiteY25" fmla="*/ 0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947249 w 9155634"/>
              <a:gd name="connsiteY29" fmla="*/ 0 h 6858000"/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6636589 w 9155634"/>
              <a:gd name="connsiteY4" fmla="*/ 3511550 h 6858000"/>
              <a:gd name="connsiteX5" fmla="*/ 2101419 w 9155634"/>
              <a:gd name="connsiteY5" fmla="*/ 3511550 h 6858000"/>
              <a:gd name="connsiteX6" fmla="*/ 3591129 w 9155634"/>
              <a:gd name="connsiteY6" fmla="*/ 3511550 h 6858000"/>
              <a:gd name="connsiteX7" fmla="*/ 2150949 w 9155634"/>
              <a:gd name="connsiteY7" fmla="*/ 6858000 h 6858000"/>
              <a:gd name="connsiteX8" fmla="*/ 661239 w 9155634"/>
              <a:gd name="connsiteY8" fmla="*/ 6858000 h 6858000"/>
              <a:gd name="connsiteX9" fmla="*/ 2101419 w 9155634"/>
              <a:gd name="connsiteY9" fmla="*/ 3511550 h 6858000"/>
              <a:gd name="connsiteX10" fmla="*/ 8147889 w 9155634"/>
              <a:gd name="connsiteY10" fmla="*/ 0 h 6858000"/>
              <a:gd name="connsiteX11" fmla="*/ 9155634 w 9155634"/>
              <a:gd name="connsiteY11" fmla="*/ 0 h 6858000"/>
              <a:gd name="connsiteX12" fmla="*/ 9155634 w 9155634"/>
              <a:gd name="connsiteY12" fmla="*/ 3346450 h 6858000"/>
              <a:gd name="connsiteX13" fmla="*/ 6707709 w 9155634"/>
              <a:gd name="connsiteY13" fmla="*/ 3346450 h 6858000"/>
              <a:gd name="connsiteX14" fmla="*/ 8147889 w 9155634"/>
              <a:gd name="connsiteY14" fmla="*/ 0 h 6858000"/>
              <a:gd name="connsiteX15" fmla="*/ 5350079 w 9155634"/>
              <a:gd name="connsiteY15" fmla="*/ 0 h 6858000"/>
              <a:gd name="connsiteX16" fmla="*/ 7912939 w 9155634"/>
              <a:gd name="connsiteY16" fmla="*/ 0 h 6858000"/>
              <a:gd name="connsiteX17" fmla="*/ 4961459 w 9155634"/>
              <a:gd name="connsiteY17" fmla="*/ 6858000 h 6858000"/>
              <a:gd name="connsiteX18" fmla="*/ 2399869 w 9155634"/>
              <a:gd name="connsiteY18" fmla="*/ 6858000 h 6858000"/>
              <a:gd name="connsiteX19" fmla="*/ 5350079 w 9155634"/>
              <a:gd name="connsiteY19" fmla="*/ 0 h 6858000"/>
              <a:gd name="connsiteX20" fmla="*/ 3612719 w 9155634"/>
              <a:gd name="connsiteY20" fmla="*/ 0 h 6858000"/>
              <a:gd name="connsiteX21" fmla="*/ 5102429 w 9155634"/>
              <a:gd name="connsiteY21" fmla="*/ 0 h 6858000"/>
              <a:gd name="connsiteX22" fmla="*/ 3662249 w 9155634"/>
              <a:gd name="connsiteY22" fmla="*/ 3346450 h 6858000"/>
              <a:gd name="connsiteX23" fmla="*/ 2172539 w 9155634"/>
              <a:gd name="connsiteY23" fmla="*/ 3346450 h 6858000"/>
              <a:gd name="connsiteX24" fmla="*/ 3612719 w 9155634"/>
              <a:gd name="connsiteY24" fmla="*/ 0 h 6858000"/>
              <a:gd name="connsiteX25" fmla="*/ 2947249 w 9155634"/>
              <a:gd name="connsiteY25" fmla="*/ 0 h 6858000"/>
              <a:gd name="connsiteX26" fmla="*/ 3381579 w 9155634"/>
              <a:gd name="connsiteY26" fmla="*/ 0 h 6858000"/>
              <a:gd name="connsiteX27" fmla="*/ 430099 w 9155634"/>
              <a:gd name="connsiteY27" fmla="*/ 6858000 h 6858000"/>
              <a:gd name="connsiteX28" fmla="*/ 0 w 9155634"/>
              <a:gd name="connsiteY28" fmla="*/ 6858000 h 6858000"/>
              <a:gd name="connsiteX29" fmla="*/ 2947249 w 9155634"/>
              <a:gd name="connsiteY29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</a:cxnLst>
            <a:rect l="l" t="t" r="r" b="b"/>
            <a:pathLst>
              <a:path w="9155634" h="6858000">
                <a:moveTo>
                  <a:pt x="6636589" y="3511550"/>
                </a:moveTo>
                <a:lnTo>
                  <a:pt x="9155634" y="3511550"/>
                </a:lnTo>
                <a:lnTo>
                  <a:pt x="9155634" y="6858000"/>
                </a:lnTo>
                <a:lnTo>
                  <a:pt x="5196409" y="6858000"/>
                </a:lnTo>
                <a:lnTo>
                  <a:pt x="6636589" y="3511550"/>
                </a:lnTo>
                <a:close/>
                <a:moveTo>
                  <a:pt x="2101419" y="3511550"/>
                </a:moveTo>
                <a:lnTo>
                  <a:pt x="3591129" y="3511550"/>
                </a:lnTo>
                <a:lnTo>
                  <a:pt x="2150949" y="6858000"/>
                </a:lnTo>
                <a:lnTo>
                  <a:pt x="661239" y="6858000"/>
                </a:lnTo>
                <a:lnTo>
                  <a:pt x="2101419" y="3511550"/>
                </a:lnTo>
                <a:close/>
                <a:moveTo>
                  <a:pt x="8147889" y="0"/>
                </a:moveTo>
                <a:lnTo>
                  <a:pt x="9155634" y="0"/>
                </a:lnTo>
                <a:lnTo>
                  <a:pt x="9155634" y="3346450"/>
                </a:lnTo>
                <a:lnTo>
                  <a:pt x="6707709" y="3346450"/>
                </a:lnTo>
                <a:lnTo>
                  <a:pt x="8147889" y="0"/>
                </a:lnTo>
                <a:close/>
                <a:moveTo>
                  <a:pt x="5350079" y="0"/>
                </a:moveTo>
                <a:lnTo>
                  <a:pt x="7912939" y="0"/>
                </a:lnTo>
                <a:lnTo>
                  <a:pt x="4961459" y="6858000"/>
                </a:lnTo>
                <a:lnTo>
                  <a:pt x="2399869" y="6858000"/>
                </a:lnTo>
                <a:lnTo>
                  <a:pt x="5350079" y="0"/>
                </a:lnTo>
                <a:close/>
                <a:moveTo>
                  <a:pt x="3612719" y="0"/>
                </a:moveTo>
                <a:lnTo>
                  <a:pt x="5102429" y="0"/>
                </a:lnTo>
                <a:lnTo>
                  <a:pt x="3662249" y="3346450"/>
                </a:lnTo>
                <a:lnTo>
                  <a:pt x="2172539" y="3346450"/>
                </a:lnTo>
                <a:lnTo>
                  <a:pt x="3612719" y="0"/>
                </a:lnTo>
                <a:close/>
                <a:moveTo>
                  <a:pt x="2947249" y="0"/>
                </a:moveTo>
                <a:lnTo>
                  <a:pt x="3381579" y="0"/>
                </a:lnTo>
                <a:lnTo>
                  <a:pt x="430099" y="6858000"/>
                </a:lnTo>
                <a:lnTo>
                  <a:pt x="0" y="6858000"/>
                </a:lnTo>
                <a:lnTo>
                  <a:pt x="2947249" y="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22" name="Graphic 19">
            <a:extLst>
              <a:ext uri="{FF2B5EF4-FFF2-40B4-BE49-F238E27FC236}">
                <a16:creationId xmlns:a16="http://schemas.microsoft.com/office/drawing/2014/main" id="{A6B740BD-8499-412C-AE4E-A4AD7F73100E}"/>
              </a:ext>
            </a:extLst>
          </p:cNvPr>
          <p:cNvSpPr/>
          <p:nvPr/>
        </p:nvSpPr>
        <p:spPr>
          <a:xfrm>
            <a:off x="-8139" y="3369468"/>
            <a:ext cx="2791800" cy="144000"/>
          </a:xfrm>
          <a:custGeom>
            <a:avLst/>
            <a:gdLst>
              <a:gd name="connsiteX0" fmla="*/ 7144 w 2800350"/>
              <a:gd name="connsiteY0" fmla="*/ 7144 h 114300"/>
              <a:gd name="connsiteX1" fmla="*/ 7144 w 2800350"/>
              <a:gd name="connsiteY1" fmla="*/ 115729 h 114300"/>
              <a:gd name="connsiteX2" fmla="*/ 2726531 w 2800350"/>
              <a:gd name="connsiteY2" fmla="*/ 115729 h 114300"/>
              <a:gd name="connsiteX3" fmla="*/ 2797969 w 2800350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0350" h="114300">
                <a:moveTo>
                  <a:pt x="7144" y="7144"/>
                </a:moveTo>
                <a:lnTo>
                  <a:pt x="7144" y="115729"/>
                </a:lnTo>
                <a:lnTo>
                  <a:pt x="2726531" y="115729"/>
                </a:lnTo>
                <a:lnTo>
                  <a:pt x="2797969" y="7144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310DFD8C-544F-465B-8315-8B3AA8B95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516" y="1096345"/>
            <a:ext cx="7883066" cy="2281355"/>
          </a:xfrm>
        </p:spPr>
        <p:txBody>
          <a:bodyPr>
            <a:noAutofit/>
          </a:bodyPr>
          <a:lstStyle>
            <a:lvl1pPr algn="l">
              <a:defRPr sz="525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</a:t>
            </a:r>
            <a:br>
              <a:rPr lang="ru-RU" dirty="0"/>
            </a:br>
            <a:r>
              <a:rPr lang="en-US" dirty="0"/>
              <a:t>TITLE</a:t>
            </a:r>
            <a:endParaRPr lang="ru-RU" dirty="0"/>
          </a:p>
        </p:txBody>
      </p:sp>
      <p:sp>
        <p:nvSpPr>
          <p:cNvPr id="27" name="Text Placeholder 14">
            <a:extLst>
              <a:ext uri="{FF2B5EF4-FFF2-40B4-BE49-F238E27FC236}">
                <a16:creationId xmlns:a16="http://schemas.microsoft.com/office/drawing/2014/main" id="{A4843534-A750-4D01-BC62-26CD9AEA6AE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77516" y="3773555"/>
            <a:ext cx="7567715" cy="1101897"/>
          </a:xfrm>
        </p:spPr>
        <p:txBody>
          <a:bodyPr>
            <a:noAutofit/>
          </a:bodyPr>
          <a:lstStyle>
            <a:lvl1pPr marL="0" indent="0" algn="l">
              <a:buNone/>
              <a:defRPr sz="2625" b="0" i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Presentation</a:t>
            </a:r>
            <a:br>
              <a:rPr lang="en-US" dirty="0"/>
            </a:br>
            <a:r>
              <a:rPr lang="en-US" dirty="0"/>
              <a:t>Tagline</a:t>
            </a:r>
          </a:p>
        </p:txBody>
      </p:sp>
      <p:sp>
        <p:nvSpPr>
          <p:cNvPr id="29" name="Text Placeholder 26">
            <a:extLst>
              <a:ext uri="{FF2B5EF4-FFF2-40B4-BE49-F238E27FC236}">
                <a16:creationId xmlns:a16="http://schemas.microsoft.com/office/drawing/2014/main" id="{F8E7B25A-0A4A-430B-903E-76193E2954A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77516" y="5451785"/>
            <a:ext cx="3275648" cy="324417"/>
          </a:xfrm>
        </p:spPr>
        <p:txBody>
          <a:bodyPr>
            <a:noAutofit/>
          </a:bodyPr>
          <a:lstStyle>
            <a:lvl1pPr marL="0" indent="0" algn="l">
              <a:buNone/>
              <a:defRPr sz="1650" b="1" i="0">
                <a:solidFill>
                  <a:schemeClr val="bg2"/>
                </a:solidFill>
                <a:latin typeface="+mn-lt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20XX</a:t>
            </a:r>
          </a:p>
        </p:txBody>
      </p:sp>
      <p:sp>
        <p:nvSpPr>
          <p:cNvPr id="30" name="Text Placeholder 26">
            <a:extLst>
              <a:ext uri="{FF2B5EF4-FFF2-40B4-BE49-F238E27FC236}">
                <a16:creationId xmlns:a16="http://schemas.microsoft.com/office/drawing/2014/main" id="{B88F3A2A-BD60-4F82-8064-8B157AF4DDC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77516" y="5105537"/>
            <a:ext cx="3275648" cy="324417"/>
          </a:xfrm>
        </p:spPr>
        <p:txBody>
          <a:bodyPr>
            <a:noAutofit/>
          </a:bodyPr>
          <a:lstStyle>
            <a:lvl1pPr marL="0" indent="0" algn="l">
              <a:buNone/>
              <a:defRPr sz="1650" b="0" i="0">
                <a:solidFill>
                  <a:schemeClr val="bg2"/>
                </a:solidFill>
                <a:latin typeface="+mn-lt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Month</a:t>
            </a:r>
          </a:p>
        </p:txBody>
      </p:sp>
    </p:spTree>
    <p:extLst>
      <p:ext uri="{BB962C8B-B14F-4D97-AF65-F5344CB8AC3E}">
        <p14:creationId xmlns:p14="http://schemas.microsoft.com/office/powerpoint/2010/main" val="12244470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61FE90B3-361E-4150-BE53-368ADEA27D7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130966"/>
            <a:ext cx="9144000" cy="6602574"/>
          </a:xfrm>
          <a:custGeom>
            <a:avLst/>
            <a:gdLst>
              <a:gd name="connsiteX0" fmla="*/ 5864259 w 12192000"/>
              <a:gd name="connsiteY0" fmla="*/ 2895444 h 6602574"/>
              <a:gd name="connsiteX1" fmla="*/ 5864259 w 12192000"/>
              <a:gd name="connsiteY1" fmla="*/ 5383374 h 6602574"/>
              <a:gd name="connsiteX2" fmla="*/ 0 w 12192000"/>
              <a:gd name="connsiteY2" fmla="*/ 6602574 h 6602574"/>
              <a:gd name="connsiteX3" fmla="*/ 0 w 12192000"/>
              <a:gd name="connsiteY3" fmla="*/ 4114644 h 6602574"/>
              <a:gd name="connsiteX4" fmla="*/ 12192000 w 12192000"/>
              <a:gd name="connsiteY4" fmla="*/ 2726690 h 6602574"/>
              <a:gd name="connsiteX5" fmla="*/ 12192000 w 12192000"/>
              <a:gd name="connsiteY5" fmla="*/ 5214620 h 6602574"/>
              <a:gd name="connsiteX6" fmla="*/ 6104805 w 12192000"/>
              <a:gd name="connsiteY6" fmla="*/ 6470494 h 6602574"/>
              <a:gd name="connsiteX7" fmla="*/ 6104805 w 12192000"/>
              <a:gd name="connsiteY7" fmla="*/ 3982564 h 6602574"/>
              <a:gd name="connsiteX8" fmla="*/ 12192000 w 12192000"/>
              <a:gd name="connsiteY8" fmla="*/ 0 h 6602574"/>
              <a:gd name="connsiteX9" fmla="*/ 12192000 w 12192000"/>
              <a:gd name="connsiteY9" fmla="*/ 2487923 h 6602574"/>
              <a:gd name="connsiteX10" fmla="*/ 6104805 w 12192000"/>
              <a:gd name="connsiteY10" fmla="*/ 3742534 h 6602574"/>
              <a:gd name="connsiteX11" fmla="*/ 6104805 w 12192000"/>
              <a:gd name="connsiteY11" fmla="*/ 1255874 h 66025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2192000" h="6602574">
                <a:moveTo>
                  <a:pt x="5864259" y="2895444"/>
                </a:moveTo>
                <a:lnTo>
                  <a:pt x="5864259" y="5383374"/>
                </a:lnTo>
                <a:lnTo>
                  <a:pt x="0" y="6602574"/>
                </a:lnTo>
                <a:lnTo>
                  <a:pt x="0" y="4114644"/>
                </a:lnTo>
                <a:close/>
                <a:moveTo>
                  <a:pt x="12192000" y="2726690"/>
                </a:moveTo>
                <a:lnTo>
                  <a:pt x="12192000" y="5214620"/>
                </a:lnTo>
                <a:lnTo>
                  <a:pt x="6104805" y="6470494"/>
                </a:lnTo>
                <a:lnTo>
                  <a:pt x="6104805" y="3982564"/>
                </a:lnTo>
                <a:close/>
                <a:moveTo>
                  <a:pt x="12192000" y="0"/>
                </a:moveTo>
                <a:lnTo>
                  <a:pt x="12192000" y="2487923"/>
                </a:lnTo>
                <a:lnTo>
                  <a:pt x="6104805" y="3742534"/>
                </a:lnTo>
                <a:lnTo>
                  <a:pt x="6104805" y="1255874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097552-E3A8-41F6-B00B-4A39A247AA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931" y="1033272"/>
            <a:ext cx="3792062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SLIDE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Graphic 4">
            <a:extLst>
              <a:ext uri="{FF2B5EF4-FFF2-40B4-BE49-F238E27FC236}">
                <a16:creationId xmlns:a16="http://schemas.microsoft.com/office/drawing/2014/main" id="{2095D1D4-8CA3-4CA3-825D-088EDB51A8AE}"/>
              </a:ext>
            </a:extLst>
          </p:cNvPr>
          <p:cNvSpPr/>
          <p:nvPr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2DB5E70B-ECC9-4800-9DC0-5897EF3F16AB}"/>
              </a:ext>
            </a:extLst>
          </p:cNvPr>
          <p:cNvSpPr/>
          <p:nvPr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1" name="Text Placeholder 17">
            <a:extLst>
              <a:ext uri="{FF2B5EF4-FFF2-40B4-BE49-F238E27FC236}">
                <a16:creationId xmlns:a16="http://schemas.microsoft.com/office/drawing/2014/main" id="{18AF4189-33DF-9B46-9624-C722FCE07D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524" y="2225393"/>
            <a:ext cx="3316392" cy="749047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1771174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9D8367A5-C050-47FB-A1BD-54CD13DE3A0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139804" y="0"/>
            <a:ext cx="4577716" cy="6858000"/>
          </a:xfrm>
          <a:custGeom>
            <a:avLst/>
            <a:gdLst>
              <a:gd name="connsiteX0" fmla="*/ 3914141 w 6103621"/>
              <a:gd name="connsiteY0" fmla="*/ 914400 h 6858000"/>
              <a:gd name="connsiteX1" fmla="*/ 6103621 w 6103621"/>
              <a:gd name="connsiteY1" fmla="*/ 914400 h 6858000"/>
              <a:gd name="connsiteX2" fmla="*/ 4339591 w 6103621"/>
              <a:gd name="connsiteY2" fmla="*/ 6858000 h 6858000"/>
              <a:gd name="connsiteX3" fmla="*/ 2150112 w 6103621"/>
              <a:gd name="connsiteY3" fmla="*/ 6858000 h 6858000"/>
              <a:gd name="connsiteX4" fmla="*/ 1769111 w 6103621"/>
              <a:gd name="connsiteY4" fmla="*/ 0 h 6858000"/>
              <a:gd name="connsiteX5" fmla="*/ 3958591 w 6103621"/>
              <a:gd name="connsiteY5" fmla="*/ 0 h 6858000"/>
              <a:gd name="connsiteX6" fmla="*/ 2189480 w 6103621"/>
              <a:gd name="connsiteY6" fmla="*/ 5943601 h 6858000"/>
              <a:gd name="connsiteX7" fmla="*/ 0 w 6103621"/>
              <a:gd name="connsiteY7" fmla="*/ 5943601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03621" h="6858000">
                <a:moveTo>
                  <a:pt x="3914141" y="914400"/>
                </a:moveTo>
                <a:lnTo>
                  <a:pt x="6103621" y="914400"/>
                </a:lnTo>
                <a:lnTo>
                  <a:pt x="4339591" y="6858000"/>
                </a:lnTo>
                <a:lnTo>
                  <a:pt x="2150112" y="6858000"/>
                </a:lnTo>
                <a:close/>
                <a:moveTo>
                  <a:pt x="1769111" y="0"/>
                </a:moveTo>
                <a:lnTo>
                  <a:pt x="3958591" y="0"/>
                </a:lnTo>
                <a:lnTo>
                  <a:pt x="2189480" y="5943601"/>
                </a:lnTo>
                <a:lnTo>
                  <a:pt x="0" y="5943601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302F0820-F94A-40EF-B3BE-26CD0CB5517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80524" y="3074530"/>
            <a:ext cx="3316392" cy="2588637"/>
          </a:xfrm>
        </p:spPr>
        <p:txBody>
          <a:bodyPr lIns="0">
            <a:normAutofit/>
          </a:bodyPr>
          <a:lstStyle>
            <a:lvl1pPr marL="135000" indent="-135000">
              <a:spcBef>
                <a:spcPts val="45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050" b="0" i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33528AEE-54AB-4366-9576-BBA1CE5F3A5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5" y="1032746"/>
            <a:ext cx="3792062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TEXT LAYOUT 1</a:t>
            </a:r>
            <a:endParaRPr lang="ru-RU" dirty="0"/>
          </a:p>
        </p:txBody>
      </p:sp>
      <p:sp>
        <p:nvSpPr>
          <p:cNvPr id="22" name="Text Placeholder 17">
            <a:extLst>
              <a:ext uri="{FF2B5EF4-FFF2-40B4-BE49-F238E27FC236}">
                <a16:creationId xmlns:a16="http://schemas.microsoft.com/office/drawing/2014/main" id="{A1867536-E941-4FED-8B68-2609143C2A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524" y="2225393"/>
            <a:ext cx="3316392" cy="749047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6" name="Graphic 4">
            <a:extLst>
              <a:ext uri="{FF2B5EF4-FFF2-40B4-BE49-F238E27FC236}">
                <a16:creationId xmlns:a16="http://schemas.microsoft.com/office/drawing/2014/main" id="{7D57D3C0-DF85-4866-AC4B-ED6A0F6963A5}"/>
              </a:ext>
            </a:extLst>
          </p:cNvPr>
          <p:cNvSpPr/>
          <p:nvPr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1" name="Graphic 15">
            <a:extLst>
              <a:ext uri="{FF2B5EF4-FFF2-40B4-BE49-F238E27FC236}">
                <a16:creationId xmlns:a16="http://schemas.microsoft.com/office/drawing/2014/main" id="{FA387E18-8CE1-1648-81B1-6F1A0F183C30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185477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B2044CCF-605D-4D6E-A41D-D6AED53B223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0" y="404811"/>
            <a:ext cx="4581654" cy="5485128"/>
          </a:xfrm>
          <a:custGeom>
            <a:avLst/>
            <a:gdLst>
              <a:gd name="connsiteX0" fmla="*/ 0 w 6108872"/>
              <a:gd name="connsiteY0" fmla="*/ 2203471 h 5485128"/>
              <a:gd name="connsiteX1" fmla="*/ 6108872 w 6108872"/>
              <a:gd name="connsiteY1" fmla="*/ 3505695 h 5485128"/>
              <a:gd name="connsiteX2" fmla="*/ 6108872 w 6108872"/>
              <a:gd name="connsiteY2" fmla="*/ 5485128 h 5485128"/>
              <a:gd name="connsiteX3" fmla="*/ 0 w 6108872"/>
              <a:gd name="connsiteY3" fmla="*/ 4182903 h 5485128"/>
              <a:gd name="connsiteX4" fmla="*/ 0 w 6108872"/>
              <a:gd name="connsiteY4" fmla="*/ 0 h 5485128"/>
              <a:gd name="connsiteX5" fmla="*/ 6108872 w 6108872"/>
              <a:gd name="connsiteY5" fmla="*/ 1302225 h 5485128"/>
              <a:gd name="connsiteX6" fmla="*/ 6108872 w 6108872"/>
              <a:gd name="connsiteY6" fmla="*/ 3281657 h 5485128"/>
              <a:gd name="connsiteX7" fmla="*/ 0 w 6108872"/>
              <a:gd name="connsiteY7" fmla="*/ 1979432 h 54851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108872" h="5485128">
                <a:moveTo>
                  <a:pt x="0" y="2203471"/>
                </a:moveTo>
                <a:lnTo>
                  <a:pt x="6108872" y="3505695"/>
                </a:lnTo>
                <a:lnTo>
                  <a:pt x="6108872" y="5485128"/>
                </a:lnTo>
                <a:lnTo>
                  <a:pt x="0" y="4182903"/>
                </a:lnTo>
                <a:close/>
                <a:moveTo>
                  <a:pt x="0" y="0"/>
                </a:moveTo>
                <a:lnTo>
                  <a:pt x="6108872" y="1302225"/>
                </a:lnTo>
                <a:lnTo>
                  <a:pt x="6108872" y="3281657"/>
                </a:lnTo>
                <a:lnTo>
                  <a:pt x="0" y="1979432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E7F180F3-53B1-4A31-82A4-E6F9B5D8D8A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160904" y="3090573"/>
            <a:ext cx="3316393" cy="2588637"/>
          </a:xfrm>
        </p:spPr>
        <p:txBody>
          <a:bodyPr lIns="0">
            <a:normAutofit/>
          </a:bodyPr>
          <a:lstStyle>
            <a:lvl1pPr marL="135000" indent="-135000">
              <a:spcBef>
                <a:spcPts val="45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050" b="0" i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BD523330-9E96-4C6E-B5A4-6B543D365FA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60905" y="1046140"/>
            <a:ext cx="3792062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TEXT LAYOUT 2</a:t>
            </a:r>
            <a:endParaRPr lang="ru-RU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1A08F6B3-0ADA-4ECF-8D25-7DFE4A36411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60905" y="2241516"/>
            <a:ext cx="3316392" cy="749047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9" name="Graphic 15">
            <a:extLst>
              <a:ext uri="{FF2B5EF4-FFF2-40B4-BE49-F238E27FC236}">
                <a16:creationId xmlns:a16="http://schemas.microsoft.com/office/drawing/2014/main" id="{5CCECBFE-3C2B-4492-BCDA-1EFEB5E3E092}"/>
              </a:ext>
            </a:extLst>
          </p:cNvPr>
          <p:cNvSpPr/>
          <p:nvPr userDrawn="1"/>
        </p:nvSpPr>
        <p:spPr>
          <a:xfrm flipH="1">
            <a:off x="5235690" y="1947672"/>
            <a:ext cx="3915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3441B044-38F8-49ED-845B-5D926C811447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4844361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Section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aphic 1">
            <a:extLst>
              <a:ext uri="{FF2B5EF4-FFF2-40B4-BE49-F238E27FC236}">
                <a16:creationId xmlns:a16="http://schemas.microsoft.com/office/drawing/2014/main" id="{2C819B96-1084-49C3-82B7-229513AC2269}"/>
              </a:ext>
            </a:extLst>
          </p:cNvPr>
          <p:cNvGrpSpPr/>
          <p:nvPr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765A4C-A810-4DB9-9186-CA21666D77CD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758CCEA-6327-4FC9-8472-4E74DC77BAD5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03373955-AB5B-4186-8098-9DBA0AB2650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80524" y="2993042"/>
            <a:ext cx="3274219" cy="454353"/>
          </a:xfrm>
        </p:spPr>
        <p:txBody>
          <a:bodyPr>
            <a:noAutofit/>
          </a:bodyPr>
          <a:lstStyle>
            <a:lvl1pPr marL="0" indent="0">
              <a:buNone/>
              <a:defRPr sz="2025" b="1">
                <a:solidFill>
                  <a:schemeClr val="bg2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1 title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23A3472E-32B4-4CAD-B5D0-420AA3FB4CE3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4970340" y="2993042"/>
            <a:ext cx="3274219" cy="454353"/>
          </a:xfrm>
        </p:spPr>
        <p:txBody>
          <a:bodyPr>
            <a:noAutofit/>
          </a:bodyPr>
          <a:lstStyle>
            <a:lvl1pPr marL="0" indent="0">
              <a:buNone/>
              <a:defRPr sz="2025" b="1">
                <a:solidFill>
                  <a:schemeClr val="bg2"/>
                </a:solidFill>
                <a:latin typeface="+mj-lt"/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2 title</a:t>
            </a:r>
          </a:p>
        </p:txBody>
      </p:sp>
      <p:sp>
        <p:nvSpPr>
          <p:cNvPr id="11" name="Text Placeholder 26">
            <a:extLst>
              <a:ext uri="{FF2B5EF4-FFF2-40B4-BE49-F238E27FC236}">
                <a16:creationId xmlns:a16="http://schemas.microsoft.com/office/drawing/2014/main" id="{1AEED068-3EA0-4BF4-875C-02473E9EB0C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80524" y="3563412"/>
            <a:ext cx="3274219" cy="2333625"/>
          </a:xfrm>
        </p:spPr>
        <p:txBody>
          <a:bodyPr>
            <a:normAutofit/>
          </a:bodyPr>
          <a:lstStyle>
            <a:lvl1pPr marL="135000" indent="-135000">
              <a:spcBef>
                <a:spcPts val="45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050"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6">
            <a:extLst>
              <a:ext uri="{FF2B5EF4-FFF2-40B4-BE49-F238E27FC236}">
                <a16:creationId xmlns:a16="http://schemas.microsoft.com/office/drawing/2014/main" id="{3590B9DA-A2DF-4AE1-9A98-C7B84F48C3A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4970341" y="3563412"/>
            <a:ext cx="3274219" cy="2333625"/>
          </a:xfrm>
        </p:spPr>
        <p:txBody>
          <a:bodyPr>
            <a:normAutofit/>
          </a:bodyPr>
          <a:lstStyle>
            <a:lvl1pPr marL="135000" indent="-135000">
              <a:spcBef>
                <a:spcPts val="45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1050"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Graphic 4">
            <a:extLst>
              <a:ext uri="{FF2B5EF4-FFF2-40B4-BE49-F238E27FC236}">
                <a16:creationId xmlns:a16="http://schemas.microsoft.com/office/drawing/2014/main" id="{CC6E1909-954A-41BF-9CF4-2CB53F6862EF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845E736-FB54-4B3D-821B-60C0AB9E1A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5" y="1033272"/>
            <a:ext cx="3792062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COMPARISON</a:t>
            </a:r>
            <a:endParaRPr lang="ru-RU" dirty="0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AFF98BA6-47F6-4796-B970-98EE605E81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524" y="2221993"/>
            <a:ext cx="7664035" cy="665713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8" name="Graphic 15">
            <a:extLst>
              <a:ext uri="{FF2B5EF4-FFF2-40B4-BE49-F238E27FC236}">
                <a16:creationId xmlns:a16="http://schemas.microsoft.com/office/drawing/2014/main" id="{5E78F6F2-1702-E74A-86B2-0C42A30F3378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7728676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aphic 1">
            <a:extLst>
              <a:ext uri="{FF2B5EF4-FFF2-40B4-BE49-F238E27FC236}">
                <a16:creationId xmlns:a16="http://schemas.microsoft.com/office/drawing/2014/main" id="{2C819B96-1084-49C3-82B7-229513AC2269}"/>
              </a:ext>
            </a:extLst>
          </p:cNvPr>
          <p:cNvGrpSpPr/>
          <p:nvPr/>
        </p:nvGrpSpPr>
        <p:grpSpPr>
          <a:xfrm>
            <a:off x="-9525" y="-12700"/>
            <a:ext cx="9163050" cy="6883400"/>
            <a:chOff x="-12700" y="-12700"/>
            <a:chExt cx="12217400" cy="688340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765A4C-A810-4DB9-9186-CA21666D77CD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758CCEA-6327-4FC9-8472-4E74DC77BAD5}"/>
                </a:ext>
              </a:extLst>
            </p:cNvPr>
            <p:cNvSpPr/>
            <p:nvPr/>
          </p:nvSpPr>
          <p:spPr>
            <a:xfrm>
              <a:off x="542021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" name="Graphic 4">
            <a:extLst>
              <a:ext uri="{FF2B5EF4-FFF2-40B4-BE49-F238E27FC236}">
                <a16:creationId xmlns:a16="http://schemas.microsoft.com/office/drawing/2014/main" id="{CC6E1909-954A-41BF-9CF4-2CB53F6862EF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8" name="Chart Placeholder 18">
            <a:extLst>
              <a:ext uri="{FF2B5EF4-FFF2-40B4-BE49-F238E27FC236}">
                <a16:creationId xmlns:a16="http://schemas.microsoft.com/office/drawing/2014/main" id="{68B512F2-EA3E-483F-B5D4-29DFD6C37B36}"/>
              </a:ext>
            </a:extLst>
          </p:cNvPr>
          <p:cNvSpPr>
            <a:spLocks noGrp="1"/>
          </p:cNvSpPr>
          <p:nvPr>
            <p:ph type="chart" sz="quarter" idx="32"/>
          </p:nvPr>
        </p:nvSpPr>
        <p:spPr>
          <a:xfrm>
            <a:off x="4572001" y="1246189"/>
            <a:ext cx="3877526" cy="4365625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chart</a:t>
            </a:r>
            <a:endParaRPr lang="ru-RU" dirty="0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AD58E79F-20BB-644D-8C49-25B57E347DE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4" y="1317174"/>
            <a:ext cx="2119122" cy="1524185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CHART</a:t>
            </a:r>
            <a:br>
              <a:rPr lang="en-US" dirty="0"/>
            </a:br>
            <a:r>
              <a:rPr lang="en-US" dirty="0"/>
              <a:t>SLIDE</a:t>
            </a:r>
            <a:endParaRPr lang="ru-RU" dirty="0"/>
          </a:p>
        </p:txBody>
      </p:sp>
      <p:sp>
        <p:nvSpPr>
          <p:cNvPr id="23" name="Text Placeholder 17">
            <a:extLst>
              <a:ext uri="{FF2B5EF4-FFF2-40B4-BE49-F238E27FC236}">
                <a16:creationId xmlns:a16="http://schemas.microsoft.com/office/drawing/2014/main" id="{EF8E92E6-C1C9-854A-93EE-FD201AF050F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524" y="3198229"/>
            <a:ext cx="2119122" cy="2154741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4" name="Graphic 15">
            <a:extLst>
              <a:ext uri="{FF2B5EF4-FFF2-40B4-BE49-F238E27FC236}">
                <a16:creationId xmlns:a16="http://schemas.microsoft.com/office/drawing/2014/main" id="{C1F625F0-F98F-D244-9020-86C86C287112}"/>
              </a:ext>
            </a:extLst>
          </p:cNvPr>
          <p:cNvSpPr/>
          <p:nvPr userDrawn="1"/>
        </p:nvSpPr>
        <p:spPr>
          <a:xfrm>
            <a:off x="-8380" y="2899869"/>
            <a:ext cx="1971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770488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aphic 1">
            <a:extLst>
              <a:ext uri="{FF2B5EF4-FFF2-40B4-BE49-F238E27FC236}">
                <a16:creationId xmlns:a16="http://schemas.microsoft.com/office/drawing/2014/main" id="{2C819B96-1084-49C3-82B7-229513AC2269}"/>
              </a:ext>
            </a:extLst>
          </p:cNvPr>
          <p:cNvGrpSpPr/>
          <p:nvPr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45765A4C-A810-4DB9-9186-CA21666D77CD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2758CCEA-6327-4FC9-8472-4E74DC77BAD5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9" name="Graphic 4">
            <a:extLst>
              <a:ext uri="{FF2B5EF4-FFF2-40B4-BE49-F238E27FC236}">
                <a16:creationId xmlns:a16="http://schemas.microsoft.com/office/drawing/2014/main" id="{CC6E1909-954A-41BF-9CF4-2CB53F6862EF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9845E736-FB54-4B3D-821B-60C0AB9E1A5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4" y="1317174"/>
            <a:ext cx="2119122" cy="1524185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TABLE</a:t>
            </a:r>
            <a:br>
              <a:rPr lang="en-US" dirty="0"/>
            </a:br>
            <a:r>
              <a:rPr lang="en-US" dirty="0"/>
              <a:t>SLIDE</a:t>
            </a:r>
            <a:endParaRPr lang="ru-RU" dirty="0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AFF98BA6-47F6-4796-B970-98EE605E81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524" y="3198229"/>
            <a:ext cx="2119122" cy="2154741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2" name="Graphic 15">
            <a:extLst>
              <a:ext uri="{FF2B5EF4-FFF2-40B4-BE49-F238E27FC236}">
                <a16:creationId xmlns:a16="http://schemas.microsoft.com/office/drawing/2014/main" id="{C8EF6174-FF5D-41C2-BF6B-9D6ECB281A1D}"/>
              </a:ext>
            </a:extLst>
          </p:cNvPr>
          <p:cNvSpPr/>
          <p:nvPr userDrawn="1"/>
        </p:nvSpPr>
        <p:spPr>
          <a:xfrm>
            <a:off x="-8380" y="2899869"/>
            <a:ext cx="1971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8" name="Table Placeholder 17">
            <a:extLst>
              <a:ext uri="{FF2B5EF4-FFF2-40B4-BE49-F238E27FC236}">
                <a16:creationId xmlns:a16="http://schemas.microsoft.com/office/drawing/2014/main" id="{D45BCEDF-86BB-41E2-9F09-5D3014AD1C45}"/>
              </a:ext>
            </a:extLst>
          </p:cNvPr>
          <p:cNvSpPr>
            <a:spLocks noGrp="1"/>
          </p:cNvSpPr>
          <p:nvPr>
            <p:ph type="tbl" sz="quarter" idx="17"/>
          </p:nvPr>
        </p:nvSpPr>
        <p:spPr>
          <a:xfrm>
            <a:off x="3536843" y="1591500"/>
            <a:ext cx="4920854" cy="3761069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Click icon to add table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424020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Title Slid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E694C388-14E9-4848-A715-72B7DC6AF54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9526" y="0"/>
            <a:ext cx="9121139" cy="6858000"/>
          </a:xfrm>
          <a:custGeom>
            <a:avLst/>
            <a:gdLst>
              <a:gd name="connsiteX0" fmla="*/ 12161519 w 12161519"/>
              <a:gd name="connsiteY0" fmla="*/ 638810 h 6858000"/>
              <a:gd name="connsiteX1" fmla="*/ 12161519 w 12161519"/>
              <a:gd name="connsiteY1" fmla="*/ 1922780 h 6858000"/>
              <a:gd name="connsiteX2" fmla="*/ 9531350 w 12161519"/>
              <a:gd name="connsiteY2" fmla="*/ 6858000 h 6858000"/>
              <a:gd name="connsiteX3" fmla="*/ 8846819 w 12161519"/>
              <a:gd name="connsiteY3" fmla="*/ 6858000 h 6858000"/>
              <a:gd name="connsiteX4" fmla="*/ 10704830 w 12161519"/>
              <a:gd name="connsiteY4" fmla="*/ 0 h 6858000"/>
              <a:gd name="connsiteX5" fmla="*/ 12161519 w 12161519"/>
              <a:gd name="connsiteY5" fmla="*/ 0 h 6858000"/>
              <a:gd name="connsiteX6" fmla="*/ 12161519 w 12161519"/>
              <a:gd name="connsiteY6" fmla="*/ 234950 h 6858000"/>
              <a:gd name="connsiteX7" fmla="*/ 8632190 w 12161519"/>
              <a:gd name="connsiteY7" fmla="*/ 6858000 h 6858000"/>
              <a:gd name="connsiteX8" fmla="*/ 7049770 w 12161519"/>
              <a:gd name="connsiteY8" fmla="*/ 6858000 h 6858000"/>
              <a:gd name="connsiteX9" fmla="*/ 5320030 w 12161519"/>
              <a:gd name="connsiteY9" fmla="*/ 0 h 6858000"/>
              <a:gd name="connsiteX10" fmla="*/ 10476230 w 12161519"/>
              <a:gd name="connsiteY10" fmla="*/ 0 h 6858000"/>
              <a:gd name="connsiteX11" fmla="*/ 6822440 w 12161519"/>
              <a:gd name="connsiteY11" fmla="*/ 6858000 h 6858000"/>
              <a:gd name="connsiteX12" fmla="*/ 1664970 w 12161519"/>
              <a:gd name="connsiteY12" fmla="*/ 6858000 h 6858000"/>
              <a:gd name="connsiteX13" fmla="*/ 3529330 w 12161519"/>
              <a:gd name="connsiteY13" fmla="*/ 0 h 6858000"/>
              <a:gd name="connsiteX14" fmla="*/ 5111750 w 12161519"/>
              <a:gd name="connsiteY14" fmla="*/ 0 h 6858000"/>
              <a:gd name="connsiteX15" fmla="*/ 1456690 w 12161519"/>
              <a:gd name="connsiteY15" fmla="*/ 6858000 h 6858000"/>
              <a:gd name="connsiteX16" fmla="*/ 0 w 12161519"/>
              <a:gd name="connsiteY16" fmla="*/ 6858000 h 6858000"/>
              <a:gd name="connsiteX17" fmla="*/ 0 w 12161519"/>
              <a:gd name="connsiteY17" fmla="*/ 6623050 h 6858000"/>
              <a:gd name="connsiteX18" fmla="*/ 2630170 w 12161519"/>
              <a:gd name="connsiteY18" fmla="*/ 0 h 6858000"/>
              <a:gd name="connsiteX19" fmla="*/ 3314700 w 12161519"/>
              <a:gd name="connsiteY19" fmla="*/ 0 h 6858000"/>
              <a:gd name="connsiteX20" fmla="*/ 0 w 12161519"/>
              <a:gd name="connsiteY20" fmla="*/ 6219190 h 6858000"/>
              <a:gd name="connsiteX21" fmla="*/ 0 w 12161519"/>
              <a:gd name="connsiteY21" fmla="*/ 493522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2161519" h="6858000">
                <a:moveTo>
                  <a:pt x="12161519" y="638810"/>
                </a:moveTo>
                <a:lnTo>
                  <a:pt x="12161519" y="1922780"/>
                </a:lnTo>
                <a:lnTo>
                  <a:pt x="9531350" y="6858000"/>
                </a:lnTo>
                <a:lnTo>
                  <a:pt x="8846819" y="6858000"/>
                </a:lnTo>
                <a:close/>
                <a:moveTo>
                  <a:pt x="10704830" y="0"/>
                </a:moveTo>
                <a:lnTo>
                  <a:pt x="12161519" y="0"/>
                </a:lnTo>
                <a:lnTo>
                  <a:pt x="12161519" y="234950"/>
                </a:lnTo>
                <a:lnTo>
                  <a:pt x="8632190" y="6858000"/>
                </a:lnTo>
                <a:lnTo>
                  <a:pt x="7049770" y="6858000"/>
                </a:lnTo>
                <a:close/>
                <a:moveTo>
                  <a:pt x="5320030" y="0"/>
                </a:moveTo>
                <a:lnTo>
                  <a:pt x="10476230" y="0"/>
                </a:lnTo>
                <a:lnTo>
                  <a:pt x="6822440" y="6858000"/>
                </a:lnTo>
                <a:lnTo>
                  <a:pt x="1664970" y="6858000"/>
                </a:lnTo>
                <a:close/>
                <a:moveTo>
                  <a:pt x="3529330" y="0"/>
                </a:moveTo>
                <a:lnTo>
                  <a:pt x="5111750" y="0"/>
                </a:lnTo>
                <a:lnTo>
                  <a:pt x="1456690" y="6858000"/>
                </a:lnTo>
                <a:lnTo>
                  <a:pt x="0" y="6858000"/>
                </a:lnTo>
                <a:lnTo>
                  <a:pt x="0" y="6623050"/>
                </a:lnTo>
                <a:close/>
                <a:moveTo>
                  <a:pt x="2630170" y="0"/>
                </a:moveTo>
                <a:lnTo>
                  <a:pt x="3314700" y="0"/>
                </a:lnTo>
                <a:lnTo>
                  <a:pt x="0" y="6219190"/>
                </a:lnTo>
                <a:lnTo>
                  <a:pt x="0" y="493522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FD7B55F-CFD3-4921-BB2A-B14EB4E3636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4" y="1033272"/>
            <a:ext cx="7886249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BIG IMAGE SLIDE</a:t>
            </a:r>
            <a:endParaRPr lang="ru-RU" dirty="0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932204AA-73EE-4F85-898B-E747C5ACC05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0524" y="1880795"/>
            <a:ext cx="7888949" cy="782639"/>
          </a:xfrm>
        </p:spPr>
        <p:txBody>
          <a:bodyPr>
            <a:normAutofit/>
          </a:bodyPr>
          <a:lstStyle>
            <a:lvl1pPr marL="0" indent="0" algn="l">
              <a:buNone/>
              <a:defRPr sz="1650">
                <a:solidFill>
                  <a:schemeClr val="tx2"/>
                </a:solidFill>
              </a:defRPr>
            </a:lvl1pPr>
            <a:lvl2pPr>
              <a:defRPr sz="135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3" name="Graphic 4">
            <a:extLst>
              <a:ext uri="{FF2B5EF4-FFF2-40B4-BE49-F238E27FC236}">
                <a16:creationId xmlns:a16="http://schemas.microsoft.com/office/drawing/2014/main" id="{38541361-4795-490E-8165-B4A338F8231D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72E78DA-7F75-294B-AECF-F02F6C41615D}"/>
              </a:ext>
            </a:extLst>
          </p:cNvPr>
          <p:cNvSpPr txBox="1"/>
          <p:nvPr userDrawn="1"/>
        </p:nvSpPr>
        <p:spPr>
          <a:xfrm>
            <a:off x="222569" y="300250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968424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5F5D581-F5B0-4701-B187-0D4FAB44900C}"/>
              </a:ext>
            </a:extLst>
          </p:cNvPr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accent6"/>
          </a:solidFill>
          <a:ln w="12700" cap="flat">
            <a:noFill/>
            <a:prstDash val="solid"/>
            <a:miter/>
          </a:ln>
        </p:spPr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l"/>
            <a:endParaRPr lang="ru-RU" dirty="0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0E5F41AB-E2B9-45DD-B1C7-9F4DBA4946B9}"/>
              </a:ext>
            </a:extLst>
          </p:cNvPr>
          <p:cNvSpPr/>
          <p:nvPr userDrawn="1"/>
        </p:nvSpPr>
        <p:spPr>
          <a:xfrm>
            <a:off x="1834319" y="-12700"/>
            <a:ext cx="5467350" cy="6883400"/>
          </a:xfrm>
          <a:custGeom>
            <a:avLst/>
            <a:gdLst>
              <a:gd name="connsiteX0" fmla="*/ 5063490 w 7289800"/>
              <a:gd name="connsiteY0" fmla="*/ 12700 h 6883400"/>
              <a:gd name="connsiteX1" fmla="*/ 2499360 w 7289800"/>
              <a:gd name="connsiteY1" fmla="*/ 6870700 h 6883400"/>
              <a:gd name="connsiteX2" fmla="*/ 4721860 w 7289800"/>
              <a:gd name="connsiteY2" fmla="*/ 6870700 h 6883400"/>
              <a:gd name="connsiteX3" fmla="*/ 7285990 w 7289800"/>
              <a:gd name="connsiteY3" fmla="*/ 12700 h 6883400"/>
              <a:gd name="connsiteX4" fmla="*/ 5063490 w 7289800"/>
              <a:gd name="connsiteY4" fmla="*/ 12700 h 6883400"/>
              <a:gd name="connsiteX5" fmla="*/ 12700 w 7289800"/>
              <a:gd name="connsiteY5" fmla="*/ 6870700 h 6883400"/>
              <a:gd name="connsiteX6" fmla="*/ 2235200 w 7289800"/>
              <a:gd name="connsiteY6" fmla="*/ 6870700 h 6883400"/>
              <a:gd name="connsiteX7" fmla="*/ 4799331 w 7289800"/>
              <a:gd name="connsiteY7" fmla="*/ 12700 h 6883400"/>
              <a:gd name="connsiteX8" fmla="*/ 2576830 w 7289800"/>
              <a:gd name="connsiteY8" fmla="*/ 12700 h 6883400"/>
              <a:gd name="connsiteX9" fmla="*/ 12700 w 7289800"/>
              <a:gd name="connsiteY9" fmla="*/ 6870700 h 688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289800" h="6883400">
                <a:moveTo>
                  <a:pt x="5063490" y="12700"/>
                </a:moveTo>
                <a:lnTo>
                  <a:pt x="2499360" y="6870700"/>
                </a:lnTo>
                <a:lnTo>
                  <a:pt x="4721860" y="6870700"/>
                </a:lnTo>
                <a:lnTo>
                  <a:pt x="7285990" y="12700"/>
                </a:lnTo>
                <a:lnTo>
                  <a:pt x="5063490" y="12700"/>
                </a:lnTo>
                <a:close/>
                <a:moveTo>
                  <a:pt x="12700" y="6870700"/>
                </a:moveTo>
                <a:lnTo>
                  <a:pt x="2235200" y="6870700"/>
                </a:lnTo>
                <a:lnTo>
                  <a:pt x="4799331" y="12700"/>
                </a:lnTo>
                <a:lnTo>
                  <a:pt x="2576830" y="12700"/>
                </a:lnTo>
                <a:lnTo>
                  <a:pt x="12700" y="6870700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510C334-F1CE-4CEF-ADC6-D1BADB9947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156580"/>
            <a:ext cx="7886700" cy="1325563"/>
          </a:xfrm>
        </p:spPr>
        <p:txBody>
          <a:bodyPr lIns="0" rIns="0"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VIDEO SLIDE</a:t>
            </a:r>
            <a:endParaRPr lang="ru-RU" dirty="0"/>
          </a:p>
        </p:txBody>
      </p:sp>
      <p:sp>
        <p:nvSpPr>
          <p:cNvPr id="16" name="Media Placeholder 7">
            <a:extLst>
              <a:ext uri="{FF2B5EF4-FFF2-40B4-BE49-F238E27FC236}">
                <a16:creationId xmlns:a16="http://schemas.microsoft.com/office/drawing/2014/main" id="{A11F77F4-4B16-4503-B9B6-AE22C686E3E3}"/>
              </a:ext>
            </a:extLst>
          </p:cNvPr>
          <p:cNvSpPr>
            <a:spLocks noGrp="1"/>
          </p:cNvSpPr>
          <p:nvPr>
            <p:ph type="media" sz="quarter" idx="17"/>
          </p:nvPr>
        </p:nvSpPr>
        <p:spPr>
          <a:xfrm>
            <a:off x="1046988" y="1497770"/>
            <a:ext cx="7050024" cy="4215384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05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media</a:t>
            </a:r>
            <a:endParaRPr lang="ru-RU" dirty="0"/>
          </a:p>
        </p:txBody>
      </p:sp>
      <p:sp>
        <p:nvSpPr>
          <p:cNvPr id="12" name="Graphic 4">
            <a:extLst>
              <a:ext uri="{FF2B5EF4-FFF2-40B4-BE49-F238E27FC236}">
                <a16:creationId xmlns:a16="http://schemas.microsoft.com/office/drawing/2014/main" id="{C7654E36-50FF-425E-B595-F3957610B5D8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4318359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s Layou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88BA6D96-EFE3-4743-8FB5-544E9692D111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2" y="0"/>
            <a:ext cx="6866572" cy="6858000"/>
          </a:xfrm>
          <a:custGeom>
            <a:avLst/>
            <a:gdLst>
              <a:gd name="connsiteX0" fmla="*/ 5490209 w 9155429"/>
              <a:gd name="connsiteY0" fmla="*/ 3511550 h 6858000"/>
              <a:gd name="connsiteX1" fmla="*/ 6979919 w 9155429"/>
              <a:gd name="connsiteY1" fmla="*/ 3511550 h 6858000"/>
              <a:gd name="connsiteX2" fmla="*/ 5541009 w 9155429"/>
              <a:gd name="connsiteY2" fmla="*/ 6858000 h 6858000"/>
              <a:gd name="connsiteX3" fmla="*/ 4050029 w 9155429"/>
              <a:gd name="connsiteY3" fmla="*/ 6858000 h 6858000"/>
              <a:gd name="connsiteX4" fmla="*/ 0 w 9155429"/>
              <a:gd name="connsiteY4" fmla="*/ 3511550 h 6858000"/>
              <a:gd name="connsiteX5" fmla="*/ 2444750 w 9155429"/>
              <a:gd name="connsiteY5" fmla="*/ 3511550 h 6858000"/>
              <a:gd name="connsiteX6" fmla="*/ 1004570 w 9155429"/>
              <a:gd name="connsiteY6" fmla="*/ 6858000 h 6858000"/>
              <a:gd name="connsiteX7" fmla="*/ 0 w 9155429"/>
              <a:gd name="connsiteY7" fmla="*/ 6858000 h 6858000"/>
              <a:gd name="connsiteX8" fmla="*/ 7001509 w 9155429"/>
              <a:gd name="connsiteY8" fmla="*/ 1 h 6858000"/>
              <a:gd name="connsiteX9" fmla="*/ 8491219 w 9155429"/>
              <a:gd name="connsiteY9" fmla="*/ 1 h 6858000"/>
              <a:gd name="connsiteX10" fmla="*/ 7051039 w 9155429"/>
              <a:gd name="connsiteY10" fmla="*/ 3346450 h 6858000"/>
              <a:gd name="connsiteX11" fmla="*/ 5561329 w 9155429"/>
              <a:gd name="connsiteY11" fmla="*/ 3346450 h 6858000"/>
              <a:gd name="connsiteX12" fmla="*/ 8722359 w 9155429"/>
              <a:gd name="connsiteY12" fmla="*/ 0 h 6858000"/>
              <a:gd name="connsiteX13" fmla="*/ 9155429 w 9155429"/>
              <a:gd name="connsiteY13" fmla="*/ 0 h 6858000"/>
              <a:gd name="connsiteX14" fmla="*/ 6203949 w 9155429"/>
              <a:gd name="connsiteY14" fmla="*/ 6858000 h 6858000"/>
              <a:gd name="connsiteX15" fmla="*/ 5772149 w 9155429"/>
              <a:gd name="connsiteY15" fmla="*/ 6858000 h 6858000"/>
              <a:gd name="connsiteX16" fmla="*/ 4190999 w 9155429"/>
              <a:gd name="connsiteY16" fmla="*/ 0 h 6858000"/>
              <a:gd name="connsiteX17" fmla="*/ 6753859 w 9155429"/>
              <a:gd name="connsiteY17" fmla="*/ 0 h 6858000"/>
              <a:gd name="connsiteX18" fmla="*/ 3802379 w 9155429"/>
              <a:gd name="connsiteY18" fmla="*/ 6858000 h 6858000"/>
              <a:gd name="connsiteX19" fmla="*/ 1239520 w 9155429"/>
              <a:gd name="connsiteY19" fmla="*/ 6858000 h 6858000"/>
              <a:gd name="connsiteX20" fmla="*/ 0 w 9155429"/>
              <a:gd name="connsiteY20" fmla="*/ 0 h 6858000"/>
              <a:gd name="connsiteX21" fmla="*/ 3956050 w 9155429"/>
              <a:gd name="connsiteY21" fmla="*/ 0 h 6858000"/>
              <a:gd name="connsiteX22" fmla="*/ 2515869 w 9155429"/>
              <a:gd name="connsiteY22" fmla="*/ 3346450 h 6858000"/>
              <a:gd name="connsiteX23" fmla="*/ 0 w 9155429"/>
              <a:gd name="connsiteY23" fmla="*/ 334645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9155429" h="6858000">
                <a:moveTo>
                  <a:pt x="5490209" y="3511550"/>
                </a:moveTo>
                <a:lnTo>
                  <a:pt x="6979919" y="3511550"/>
                </a:lnTo>
                <a:lnTo>
                  <a:pt x="5541009" y="6858000"/>
                </a:lnTo>
                <a:lnTo>
                  <a:pt x="4050029" y="6858000"/>
                </a:lnTo>
                <a:close/>
                <a:moveTo>
                  <a:pt x="0" y="3511550"/>
                </a:moveTo>
                <a:lnTo>
                  <a:pt x="2444750" y="3511550"/>
                </a:lnTo>
                <a:lnTo>
                  <a:pt x="1004570" y="6858000"/>
                </a:lnTo>
                <a:lnTo>
                  <a:pt x="0" y="6858000"/>
                </a:lnTo>
                <a:close/>
                <a:moveTo>
                  <a:pt x="7001509" y="1"/>
                </a:moveTo>
                <a:lnTo>
                  <a:pt x="8491219" y="1"/>
                </a:lnTo>
                <a:lnTo>
                  <a:pt x="7051039" y="3346450"/>
                </a:lnTo>
                <a:lnTo>
                  <a:pt x="5561329" y="3346450"/>
                </a:lnTo>
                <a:close/>
                <a:moveTo>
                  <a:pt x="8722359" y="0"/>
                </a:moveTo>
                <a:lnTo>
                  <a:pt x="9155429" y="0"/>
                </a:lnTo>
                <a:lnTo>
                  <a:pt x="6203949" y="6858000"/>
                </a:lnTo>
                <a:lnTo>
                  <a:pt x="5772149" y="6858000"/>
                </a:lnTo>
                <a:close/>
                <a:moveTo>
                  <a:pt x="4190999" y="0"/>
                </a:moveTo>
                <a:lnTo>
                  <a:pt x="6753859" y="0"/>
                </a:lnTo>
                <a:lnTo>
                  <a:pt x="3802379" y="6858000"/>
                </a:lnTo>
                <a:lnTo>
                  <a:pt x="1239520" y="6858000"/>
                </a:lnTo>
                <a:close/>
                <a:moveTo>
                  <a:pt x="0" y="0"/>
                </a:moveTo>
                <a:lnTo>
                  <a:pt x="3956050" y="0"/>
                </a:lnTo>
                <a:lnTo>
                  <a:pt x="2515869" y="3346450"/>
                </a:lnTo>
                <a:lnTo>
                  <a:pt x="0" y="3346450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1050"/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14" name="Graphic 19">
            <a:extLst>
              <a:ext uri="{FF2B5EF4-FFF2-40B4-BE49-F238E27FC236}">
                <a16:creationId xmlns:a16="http://schemas.microsoft.com/office/drawing/2014/main" id="{97347B99-304D-468D-B6F0-9D59E6077A64}"/>
              </a:ext>
            </a:extLst>
          </p:cNvPr>
          <p:cNvSpPr/>
          <p:nvPr userDrawn="1"/>
        </p:nvSpPr>
        <p:spPr>
          <a:xfrm flipH="1">
            <a:off x="6753290" y="3285679"/>
            <a:ext cx="2393442" cy="146304"/>
          </a:xfrm>
          <a:custGeom>
            <a:avLst/>
            <a:gdLst>
              <a:gd name="connsiteX0" fmla="*/ 7144 w 2800350"/>
              <a:gd name="connsiteY0" fmla="*/ 7144 h 114300"/>
              <a:gd name="connsiteX1" fmla="*/ 7144 w 2800350"/>
              <a:gd name="connsiteY1" fmla="*/ 115729 h 114300"/>
              <a:gd name="connsiteX2" fmla="*/ 2726531 w 2800350"/>
              <a:gd name="connsiteY2" fmla="*/ 115729 h 114300"/>
              <a:gd name="connsiteX3" fmla="*/ 2797969 w 2800350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0350" h="114300">
                <a:moveTo>
                  <a:pt x="7144" y="7144"/>
                </a:moveTo>
                <a:lnTo>
                  <a:pt x="7144" y="115729"/>
                </a:lnTo>
                <a:lnTo>
                  <a:pt x="2726531" y="115729"/>
                </a:lnTo>
                <a:lnTo>
                  <a:pt x="2797969" y="7144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BB615286-AF88-4751-9BF6-3F030092F6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4280" y="973513"/>
            <a:ext cx="3137954" cy="2281355"/>
          </a:xfrm>
        </p:spPr>
        <p:txBody>
          <a:bodyPr>
            <a:noAutofit/>
          </a:bodyPr>
          <a:lstStyle>
            <a:lvl1pPr algn="r">
              <a:defRPr sz="525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THANK</a:t>
            </a:r>
            <a:br>
              <a:rPr lang="en-US" dirty="0"/>
            </a:br>
            <a:r>
              <a:rPr lang="en-US" dirty="0"/>
              <a:t>YOU!</a:t>
            </a:r>
            <a:endParaRPr lang="ru-RU" dirty="0"/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5E15D97E-2723-48C3-B835-65DB0286DB6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180406" y="3675709"/>
            <a:ext cx="2351828" cy="1101897"/>
          </a:xfrm>
        </p:spPr>
        <p:txBody>
          <a:bodyPr>
            <a:noAutofit/>
          </a:bodyPr>
          <a:lstStyle>
            <a:lvl1pPr marL="0" indent="0" algn="r">
              <a:buNone/>
              <a:defRPr sz="2625" b="0" i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Alexander</a:t>
            </a:r>
            <a:br>
              <a:rPr lang="en-US" dirty="0"/>
            </a:br>
            <a:r>
              <a:rPr lang="en-US" dirty="0" err="1"/>
              <a:t>Martensson</a:t>
            </a:r>
            <a:endParaRPr lang="en-US" dirty="0"/>
          </a:p>
        </p:txBody>
      </p:sp>
      <p:sp>
        <p:nvSpPr>
          <p:cNvPr id="25" name="Text Placeholder 26">
            <a:extLst>
              <a:ext uri="{FF2B5EF4-FFF2-40B4-BE49-F238E27FC236}">
                <a16:creationId xmlns:a16="http://schemas.microsoft.com/office/drawing/2014/main" id="{4D45CEBA-121A-426A-897A-9E3CDC5F5CC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256586" y="5019265"/>
            <a:ext cx="3275648" cy="474519"/>
          </a:xfrm>
        </p:spPr>
        <p:txBody>
          <a:bodyPr>
            <a:noAutofit/>
          </a:bodyPr>
          <a:lstStyle>
            <a:lvl1pPr marL="0" indent="0" algn="r">
              <a:buNone/>
              <a:defRPr sz="1650" b="0" i="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678-555-0128</a:t>
            </a:r>
          </a:p>
        </p:txBody>
      </p:sp>
      <p:sp>
        <p:nvSpPr>
          <p:cNvPr id="28" name="Text Placeholder 26">
            <a:extLst>
              <a:ext uri="{FF2B5EF4-FFF2-40B4-BE49-F238E27FC236}">
                <a16:creationId xmlns:a16="http://schemas.microsoft.com/office/drawing/2014/main" id="{0767B0C7-7BD9-4BF1-8D3D-91DED23803E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256586" y="4805882"/>
            <a:ext cx="3275648" cy="288000"/>
          </a:xfrm>
        </p:spPr>
        <p:txBody>
          <a:bodyPr>
            <a:noAutofit/>
          </a:bodyPr>
          <a:lstStyle>
            <a:lvl1pPr marL="0" indent="0" algn="r">
              <a:buNone/>
              <a:defRPr sz="1050" b="0" i="0">
                <a:solidFill>
                  <a:schemeClr val="bg2"/>
                </a:solidFill>
                <a:latin typeface="+mn-lt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Phone</a:t>
            </a:r>
          </a:p>
        </p:txBody>
      </p:sp>
      <p:sp>
        <p:nvSpPr>
          <p:cNvPr id="31" name="Text Placeholder 26">
            <a:extLst>
              <a:ext uri="{FF2B5EF4-FFF2-40B4-BE49-F238E27FC236}">
                <a16:creationId xmlns:a16="http://schemas.microsoft.com/office/drawing/2014/main" id="{26B74744-5435-47DD-B65F-16D8E7AC155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091816" y="5685823"/>
            <a:ext cx="4440417" cy="474519"/>
          </a:xfrm>
        </p:spPr>
        <p:txBody>
          <a:bodyPr>
            <a:noAutofit/>
          </a:bodyPr>
          <a:lstStyle>
            <a:lvl1pPr marL="0" indent="0" algn="r">
              <a:buNone/>
              <a:defRPr sz="1650" b="0" i="0">
                <a:solidFill>
                  <a:schemeClr val="bg1"/>
                </a:solidFill>
                <a:latin typeface="+mn-lt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martensson@example.com</a:t>
            </a:r>
          </a:p>
        </p:txBody>
      </p:sp>
      <p:sp>
        <p:nvSpPr>
          <p:cNvPr id="32" name="Text Placeholder 26">
            <a:extLst>
              <a:ext uri="{FF2B5EF4-FFF2-40B4-BE49-F238E27FC236}">
                <a16:creationId xmlns:a16="http://schemas.microsoft.com/office/drawing/2014/main" id="{20815411-0E43-4B6B-92C7-6E312091ABA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256586" y="5466001"/>
            <a:ext cx="3275648" cy="288000"/>
          </a:xfrm>
        </p:spPr>
        <p:txBody>
          <a:bodyPr>
            <a:noAutofit/>
          </a:bodyPr>
          <a:lstStyle>
            <a:lvl1pPr marL="0" indent="0" algn="r">
              <a:buNone/>
              <a:defRPr sz="1050" b="0" i="0">
                <a:solidFill>
                  <a:schemeClr val="bg2"/>
                </a:solidFill>
                <a:latin typeface="+mn-lt"/>
              </a:defRPr>
            </a:lvl1pPr>
            <a:lvl2pPr marL="342900" indent="0">
              <a:buNone/>
              <a:defRPr sz="1350" b="1" i="1"/>
            </a:lvl2pPr>
            <a:lvl3pPr marL="685800" indent="0">
              <a:buNone/>
              <a:defRPr sz="1350" b="1" i="1"/>
            </a:lvl3pPr>
            <a:lvl4pPr marL="1028700" indent="0">
              <a:buNone/>
              <a:defRPr sz="1350" b="1" i="1"/>
            </a:lvl4pPr>
            <a:lvl5pPr marL="1371600" indent="0">
              <a:buNone/>
              <a:defRPr sz="1350" b="1" i="1"/>
            </a:lvl5pPr>
          </a:lstStyle>
          <a:p>
            <a:pPr lvl="0"/>
            <a:r>
              <a:rPr lang="en-US" dirty="0"/>
              <a:t>Email</a:t>
            </a:r>
          </a:p>
        </p:txBody>
      </p:sp>
    </p:spTree>
    <p:extLst>
      <p:ext uri="{BB962C8B-B14F-4D97-AF65-F5344CB8AC3E}">
        <p14:creationId xmlns:p14="http://schemas.microsoft.com/office/powerpoint/2010/main" val="410608340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8E43AF0D-28CB-4D3A-A944-CE3DCAAC5657}"/>
              </a:ext>
            </a:extLst>
          </p:cNvPr>
          <p:cNvSpPr/>
          <p:nvPr userDrawn="1"/>
        </p:nvSpPr>
        <p:spPr>
          <a:xfrm>
            <a:off x="2274893" y="0"/>
            <a:ext cx="6866726" cy="6858000"/>
          </a:xfrm>
          <a:custGeom>
            <a:avLst/>
            <a:gdLst>
              <a:gd name="connsiteX0" fmla="*/ 6636589 w 9155634"/>
              <a:gd name="connsiteY0" fmla="*/ 3511550 h 6858000"/>
              <a:gd name="connsiteX1" fmla="*/ 9155634 w 9155634"/>
              <a:gd name="connsiteY1" fmla="*/ 3511550 h 6858000"/>
              <a:gd name="connsiteX2" fmla="*/ 9155634 w 9155634"/>
              <a:gd name="connsiteY2" fmla="*/ 6858000 h 6858000"/>
              <a:gd name="connsiteX3" fmla="*/ 5196409 w 9155634"/>
              <a:gd name="connsiteY3" fmla="*/ 6858000 h 6858000"/>
              <a:gd name="connsiteX4" fmla="*/ 2101419 w 9155634"/>
              <a:gd name="connsiteY4" fmla="*/ 3511550 h 6858000"/>
              <a:gd name="connsiteX5" fmla="*/ 3591129 w 9155634"/>
              <a:gd name="connsiteY5" fmla="*/ 3511550 h 6858000"/>
              <a:gd name="connsiteX6" fmla="*/ 2150949 w 9155634"/>
              <a:gd name="connsiteY6" fmla="*/ 6858000 h 6858000"/>
              <a:gd name="connsiteX7" fmla="*/ 661239 w 9155634"/>
              <a:gd name="connsiteY7" fmla="*/ 6858000 h 6858000"/>
              <a:gd name="connsiteX8" fmla="*/ 8147889 w 9155634"/>
              <a:gd name="connsiteY8" fmla="*/ 0 h 6858000"/>
              <a:gd name="connsiteX9" fmla="*/ 9155634 w 9155634"/>
              <a:gd name="connsiteY9" fmla="*/ 0 h 6858000"/>
              <a:gd name="connsiteX10" fmla="*/ 9155634 w 9155634"/>
              <a:gd name="connsiteY10" fmla="*/ 3346450 h 6858000"/>
              <a:gd name="connsiteX11" fmla="*/ 6707709 w 9155634"/>
              <a:gd name="connsiteY11" fmla="*/ 3346450 h 6858000"/>
              <a:gd name="connsiteX12" fmla="*/ 5350079 w 9155634"/>
              <a:gd name="connsiteY12" fmla="*/ 0 h 6858000"/>
              <a:gd name="connsiteX13" fmla="*/ 7912939 w 9155634"/>
              <a:gd name="connsiteY13" fmla="*/ 0 h 6858000"/>
              <a:gd name="connsiteX14" fmla="*/ 4961459 w 9155634"/>
              <a:gd name="connsiteY14" fmla="*/ 6858000 h 6858000"/>
              <a:gd name="connsiteX15" fmla="*/ 2399869 w 9155634"/>
              <a:gd name="connsiteY15" fmla="*/ 6858000 h 6858000"/>
              <a:gd name="connsiteX16" fmla="*/ 3612719 w 9155634"/>
              <a:gd name="connsiteY16" fmla="*/ 0 h 6858000"/>
              <a:gd name="connsiteX17" fmla="*/ 5102429 w 9155634"/>
              <a:gd name="connsiteY17" fmla="*/ 0 h 6858000"/>
              <a:gd name="connsiteX18" fmla="*/ 3662249 w 9155634"/>
              <a:gd name="connsiteY18" fmla="*/ 3346450 h 6858000"/>
              <a:gd name="connsiteX19" fmla="*/ 2172539 w 9155634"/>
              <a:gd name="connsiteY19" fmla="*/ 3346450 h 6858000"/>
              <a:gd name="connsiteX20" fmla="*/ 2947249 w 9155634"/>
              <a:gd name="connsiteY20" fmla="*/ 0 h 6858000"/>
              <a:gd name="connsiteX21" fmla="*/ 3381579 w 9155634"/>
              <a:gd name="connsiteY21" fmla="*/ 0 h 6858000"/>
              <a:gd name="connsiteX22" fmla="*/ 430099 w 9155634"/>
              <a:gd name="connsiteY22" fmla="*/ 6858000 h 6858000"/>
              <a:gd name="connsiteX23" fmla="*/ 0 w 9155634"/>
              <a:gd name="connsiteY2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9155634" h="6858000">
                <a:moveTo>
                  <a:pt x="6636589" y="3511550"/>
                </a:moveTo>
                <a:lnTo>
                  <a:pt x="9155634" y="3511550"/>
                </a:lnTo>
                <a:lnTo>
                  <a:pt x="9155634" y="6858000"/>
                </a:lnTo>
                <a:lnTo>
                  <a:pt x="5196409" y="6858000"/>
                </a:lnTo>
                <a:close/>
                <a:moveTo>
                  <a:pt x="2101419" y="3511550"/>
                </a:moveTo>
                <a:lnTo>
                  <a:pt x="3591129" y="3511550"/>
                </a:lnTo>
                <a:lnTo>
                  <a:pt x="2150949" y="6858000"/>
                </a:lnTo>
                <a:lnTo>
                  <a:pt x="661239" y="6858000"/>
                </a:lnTo>
                <a:close/>
                <a:moveTo>
                  <a:pt x="8147889" y="0"/>
                </a:moveTo>
                <a:lnTo>
                  <a:pt x="9155634" y="0"/>
                </a:lnTo>
                <a:lnTo>
                  <a:pt x="9155634" y="3346450"/>
                </a:lnTo>
                <a:lnTo>
                  <a:pt x="6707709" y="3346450"/>
                </a:lnTo>
                <a:close/>
                <a:moveTo>
                  <a:pt x="5350079" y="0"/>
                </a:moveTo>
                <a:lnTo>
                  <a:pt x="7912939" y="0"/>
                </a:lnTo>
                <a:lnTo>
                  <a:pt x="4961459" y="6858000"/>
                </a:lnTo>
                <a:lnTo>
                  <a:pt x="2399869" y="6858000"/>
                </a:lnTo>
                <a:close/>
                <a:moveTo>
                  <a:pt x="3612719" y="0"/>
                </a:moveTo>
                <a:lnTo>
                  <a:pt x="5102429" y="0"/>
                </a:lnTo>
                <a:lnTo>
                  <a:pt x="3662249" y="3346450"/>
                </a:lnTo>
                <a:lnTo>
                  <a:pt x="2172539" y="3346450"/>
                </a:lnTo>
                <a:close/>
                <a:moveTo>
                  <a:pt x="2947249" y="0"/>
                </a:moveTo>
                <a:lnTo>
                  <a:pt x="3381579" y="0"/>
                </a:lnTo>
                <a:lnTo>
                  <a:pt x="430099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22" name="Graphic 19">
            <a:extLst>
              <a:ext uri="{FF2B5EF4-FFF2-40B4-BE49-F238E27FC236}">
                <a16:creationId xmlns:a16="http://schemas.microsoft.com/office/drawing/2014/main" id="{A6B740BD-8499-412C-AE4E-A4AD7F73100E}"/>
              </a:ext>
            </a:extLst>
          </p:cNvPr>
          <p:cNvSpPr/>
          <p:nvPr/>
        </p:nvSpPr>
        <p:spPr>
          <a:xfrm>
            <a:off x="-8139" y="3369468"/>
            <a:ext cx="2791800" cy="144000"/>
          </a:xfrm>
          <a:custGeom>
            <a:avLst/>
            <a:gdLst>
              <a:gd name="connsiteX0" fmla="*/ 7144 w 2800350"/>
              <a:gd name="connsiteY0" fmla="*/ 7144 h 114300"/>
              <a:gd name="connsiteX1" fmla="*/ 7144 w 2800350"/>
              <a:gd name="connsiteY1" fmla="*/ 115729 h 114300"/>
              <a:gd name="connsiteX2" fmla="*/ 2726531 w 2800350"/>
              <a:gd name="connsiteY2" fmla="*/ 115729 h 114300"/>
              <a:gd name="connsiteX3" fmla="*/ 2797969 w 2800350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00350" h="114300">
                <a:moveTo>
                  <a:pt x="7144" y="7144"/>
                </a:moveTo>
                <a:lnTo>
                  <a:pt x="7144" y="115729"/>
                </a:lnTo>
                <a:lnTo>
                  <a:pt x="2726531" y="115729"/>
                </a:lnTo>
                <a:lnTo>
                  <a:pt x="2797969" y="7144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r>
              <a:rPr lang="en-US" dirty="0"/>
              <a:t> </a:t>
            </a:r>
            <a:endParaRPr lang="ru-RU" dirty="0"/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310DFD8C-544F-465B-8315-8B3AA8B957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77516" y="1096345"/>
            <a:ext cx="7883066" cy="2281355"/>
          </a:xfrm>
        </p:spPr>
        <p:txBody>
          <a:bodyPr>
            <a:noAutofit/>
          </a:bodyPr>
          <a:lstStyle>
            <a:lvl1pPr algn="l">
              <a:defRPr sz="525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PRESENTATION</a:t>
            </a:r>
            <a:br>
              <a:rPr lang="ru-RU" dirty="0"/>
            </a:br>
            <a:r>
              <a:rPr lang="en-US" dirty="0"/>
              <a:t>TITLE</a:t>
            </a:r>
            <a:endParaRPr lang="ru-RU" dirty="0"/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8046DF3F-8EBA-4583-9F19-45C979FDAB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7516" y="3773555"/>
            <a:ext cx="7567715" cy="1101897"/>
          </a:xfrm>
        </p:spPr>
        <p:txBody>
          <a:bodyPr vert="horz" lIns="91440" tIns="45720" rIns="91440" bIns="45720" rtlCol="0">
            <a:noAutofit/>
          </a:bodyPr>
          <a:lstStyle>
            <a:lvl1pPr marL="0" indent="0">
              <a:buNone/>
              <a:defRPr lang="en-US" sz="2625" b="0" i="0"/>
            </a:lvl1pPr>
          </a:lstStyle>
          <a:p>
            <a:pPr marL="171450" lvl="0" indent="-171450"/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34912404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982713AA-FAF7-4D64-AB9D-53ACFDBF8B5B}"/>
              </a:ext>
            </a:extLst>
          </p:cNvPr>
          <p:cNvSpPr/>
          <p:nvPr userDrawn="1"/>
        </p:nvSpPr>
        <p:spPr>
          <a:xfrm>
            <a:off x="-1" y="172278"/>
            <a:ext cx="9144000" cy="6559826"/>
          </a:xfrm>
          <a:custGeom>
            <a:avLst/>
            <a:gdLst>
              <a:gd name="connsiteX0" fmla="*/ 5864259 w 12192000"/>
              <a:gd name="connsiteY0" fmla="*/ 2854132 h 6559826"/>
              <a:gd name="connsiteX1" fmla="*/ 5864259 w 12192000"/>
              <a:gd name="connsiteY1" fmla="*/ 5342062 h 6559826"/>
              <a:gd name="connsiteX2" fmla="*/ 6907 w 12192000"/>
              <a:gd name="connsiteY2" fmla="*/ 6559826 h 6559826"/>
              <a:gd name="connsiteX3" fmla="*/ 0 w 12192000"/>
              <a:gd name="connsiteY3" fmla="*/ 6559826 h 6559826"/>
              <a:gd name="connsiteX4" fmla="*/ 0 w 12192000"/>
              <a:gd name="connsiteY4" fmla="*/ 4073332 h 6559826"/>
              <a:gd name="connsiteX5" fmla="*/ 12192000 w 12192000"/>
              <a:gd name="connsiteY5" fmla="*/ 2685378 h 6559826"/>
              <a:gd name="connsiteX6" fmla="*/ 12192000 w 12192000"/>
              <a:gd name="connsiteY6" fmla="*/ 5173308 h 6559826"/>
              <a:gd name="connsiteX7" fmla="*/ 6104805 w 12192000"/>
              <a:gd name="connsiteY7" fmla="*/ 6429182 h 6559826"/>
              <a:gd name="connsiteX8" fmla="*/ 6104805 w 12192000"/>
              <a:gd name="connsiteY8" fmla="*/ 3941252 h 6559826"/>
              <a:gd name="connsiteX9" fmla="*/ 11991762 w 12192000"/>
              <a:gd name="connsiteY9" fmla="*/ 0 h 6559826"/>
              <a:gd name="connsiteX10" fmla="*/ 12192000 w 12192000"/>
              <a:gd name="connsiteY10" fmla="*/ 0 h 6559826"/>
              <a:gd name="connsiteX11" fmla="*/ 12192000 w 12192000"/>
              <a:gd name="connsiteY11" fmla="*/ 2446611 h 6559826"/>
              <a:gd name="connsiteX12" fmla="*/ 6104805 w 12192000"/>
              <a:gd name="connsiteY12" fmla="*/ 3701222 h 6559826"/>
              <a:gd name="connsiteX13" fmla="*/ 6104805 w 12192000"/>
              <a:gd name="connsiteY13" fmla="*/ 1214562 h 65598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6559826">
                <a:moveTo>
                  <a:pt x="5864259" y="2854132"/>
                </a:moveTo>
                <a:lnTo>
                  <a:pt x="5864259" y="5342062"/>
                </a:lnTo>
                <a:lnTo>
                  <a:pt x="6907" y="6559826"/>
                </a:lnTo>
                <a:lnTo>
                  <a:pt x="0" y="6559826"/>
                </a:lnTo>
                <a:lnTo>
                  <a:pt x="0" y="4073332"/>
                </a:lnTo>
                <a:close/>
                <a:moveTo>
                  <a:pt x="12192000" y="2685378"/>
                </a:moveTo>
                <a:lnTo>
                  <a:pt x="12192000" y="5173308"/>
                </a:lnTo>
                <a:lnTo>
                  <a:pt x="6104805" y="6429182"/>
                </a:lnTo>
                <a:lnTo>
                  <a:pt x="6104805" y="3941252"/>
                </a:lnTo>
                <a:close/>
                <a:moveTo>
                  <a:pt x="11991762" y="0"/>
                </a:moveTo>
                <a:lnTo>
                  <a:pt x="12192000" y="0"/>
                </a:lnTo>
                <a:lnTo>
                  <a:pt x="12192000" y="2446611"/>
                </a:lnTo>
                <a:lnTo>
                  <a:pt x="6104805" y="3701222"/>
                </a:lnTo>
                <a:lnTo>
                  <a:pt x="6104805" y="1214562"/>
                </a:lnTo>
                <a:close/>
              </a:path>
            </a:pathLst>
          </a:custGeom>
          <a:solidFill>
            <a:schemeClr val="bg2">
              <a:alpha val="15000"/>
            </a:schemeClr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pPr algn="l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097552-E3A8-41F6-B00B-4A39A247AA0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2931" y="1033272"/>
            <a:ext cx="3792062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DIVIDER SLIDE</a:t>
            </a:r>
            <a:endParaRPr lang="ru-RU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15" name="Graphic 4">
            <a:extLst>
              <a:ext uri="{FF2B5EF4-FFF2-40B4-BE49-F238E27FC236}">
                <a16:creationId xmlns:a16="http://schemas.microsoft.com/office/drawing/2014/main" id="{2095D1D4-8CA3-4CA3-825D-088EDB51A8AE}"/>
              </a:ext>
            </a:extLst>
          </p:cNvPr>
          <p:cNvSpPr/>
          <p:nvPr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7" name="Graphic 15">
            <a:extLst>
              <a:ext uri="{FF2B5EF4-FFF2-40B4-BE49-F238E27FC236}">
                <a16:creationId xmlns:a16="http://schemas.microsoft.com/office/drawing/2014/main" id="{2DB5E70B-ECC9-4800-9DC0-5897EF3F16AB}"/>
              </a:ext>
            </a:extLst>
          </p:cNvPr>
          <p:cNvSpPr/>
          <p:nvPr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A3B87DE7-6A4B-4A0E-8622-C9BA93F0B3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82930" y="2225393"/>
            <a:ext cx="3833020" cy="78263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50"/>
            </a:lvl1pPr>
          </a:lstStyle>
          <a:p>
            <a:pPr marL="171450" lvl="0" indent="-17145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1204929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0734B58-9436-7F49-BF67-542C05487FFF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46B1A-A07C-45A3-8FE5-724E34853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3799919-7F2B-44B7-BF0B-B0CE733AC6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2277756"/>
            <a:ext cx="7886700" cy="3899207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697736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0734B58-9436-7F49-BF67-542C05487FFF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46B1A-A07C-45A3-8FE5-724E34853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5460D6CB-9BA0-4BA9-9CF5-9D21E9F570C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2277756"/>
            <a:ext cx="3886200" cy="3899207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50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EB0DDB5D-8949-4E45-A7CD-0402580BB0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2277755"/>
            <a:ext cx="3886200" cy="3899208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bg1"/>
                </a:solidFill>
              </a:defRPr>
            </a:lvl1pPr>
            <a:lvl2pPr>
              <a:defRPr sz="1500">
                <a:solidFill>
                  <a:schemeClr val="bg1"/>
                </a:solidFill>
              </a:defRPr>
            </a:lvl2pPr>
            <a:lvl3pPr>
              <a:defRPr sz="1350">
                <a:solidFill>
                  <a:schemeClr val="bg1"/>
                </a:solidFill>
              </a:defRPr>
            </a:lvl3pPr>
            <a:lvl4pPr>
              <a:defRPr sz="1200">
                <a:solidFill>
                  <a:schemeClr val="bg1"/>
                </a:solidFill>
              </a:defRPr>
            </a:lvl4pPr>
            <a:lvl5pPr>
              <a:defRPr sz="12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811003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0734B58-9436-7F49-BF67-542C05487FFF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046B1A-A07C-45A3-8FE5-724E348531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2C817C4-D92F-4269-B22D-5C2E522418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2068513"/>
            <a:ext cx="3868340" cy="436562"/>
          </a:xfrm>
        </p:spPr>
        <p:txBody>
          <a:bodyPr anchor="b">
            <a:normAutofit/>
          </a:bodyPr>
          <a:lstStyle>
            <a:lvl1pPr marL="0" indent="0">
              <a:buNone/>
              <a:defRPr sz="15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Content Placeholder 3">
            <a:extLst>
              <a:ext uri="{FF2B5EF4-FFF2-40B4-BE49-F238E27FC236}">
                <a16:creationId xmlns:a16="http://schemas.microsoft.com/office/drawing/2014/main" id="{C61514A7-2DEE-47E3-BCB4-FB81E9981D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>
            <a:normAutofit/>
          </a:bodyPr>
          <a:lstStyle>
            <a:lvl1pPr>
              <a:defRPr sz="1500">
                <a:solidFill>
                  <a:schemeClr val="bg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455C9D3-0938-4236-8E64-BBF582FCD2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2068512"/>
            <a:ext cx="3887391" cy="436563"/>
          </a:xfrm>
        </p:spPr>
        <p:txBody>
          <a:bodyPr anchor="b">
            <a:normAutofit/>
          </a:bodyPr>
          <a:lstStyle>
            <a:lvl1pPr marL="0" indent="0">
              <a:buNone/>
              <a:defRPr sz="15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7331E254-1410-4989-81DE-84B684ACC71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>
            <a:normAutofit/>
          </a:bodyPr>
          <a:lstStyle>
            <a:lvl1pPr>
              <a:defRPr sz="1500">
                <a:solidFill>
                  <a:schemeClr val="bg1"/>
                </a:solidFill>
              </a:defRPr>
            </a:lvl1pPr>
            <a:lvl2pPr>
              <a:defRPr sz="135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050">
                <a:solidFill>
                  <a:schemeClr val="bg1"/>
                </a:solidFill>
              </a:defRPr>
            </a:lvl4pPr>
            <a:lvl5pPr>
              <a:defRPr sz="105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5021374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68ABD79-6AF5-4911-BEC2-A492F3ECD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345096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489A680-EBE7-45A3-B520-2C50F59C79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166148"/>
            <a:ext cx="2949178" cy="3702840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02EEB9F-D255-46E9-AFBB-FCC4D93BEF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1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500">
                <a:solidFill>
                  <a:schemeClr val="bg1"/>
                </a:solidFill>
              </a:defRPr>
            </a:lvl4pPr>
            <a:lvl5pPr>
              <a:defRPr sz="1500">
                <a:solidFill>
                  <a:schemeClr val="bg1"/>
                </a:solidFill>
              </a:defRPr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Graphic 15">
            <a:extLst>
              <a:ext uri="{FF2B5EF4-FFF2-40B4-BE49-F238E27FC236}">
                <a16:creationId xmlns:a16="http://schemas.microsoft.com/office/drawing/2014/main" id="{4F729341-632E-4151-9863-D40D91A16F84}"/>
              </a:ext>
            </a:extLst>
          </p:cNvPr>
          <p:cNvSpPr/>
          <p:nvPr userDrawn="1"/>
        </p:nvSpPr>
        <p:spPr>
          <a:xfrm>
            <a:off x="-8381" y="1947672"/>
            <a:ext cx="370332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7358972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D2C969-FCE5-427B-89DE-6A79722FB6F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6" name="Graphic 4">
            <a:extLst>
              <a:ext uri="{FF2B5EF4-FFF2-40B4-BE49-F238E27FC236}">
                <a16:creationId xmlns:a16="http://schemas.microsoft.com/office/drawing/2014/main" id="{7D57D3C0-DF85-4866-AC4B-ED6A0F6963A5}"/>
              </a:ext>
            </a:extLst>
          </p:cNvPr>
          <p:cNvSpPr/>
          <p:nvPr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11" name="Graphic 15">
            <a:extLst>
              <a:ext uri="{FF2B5EF4-FFF2-40B4-BE49-F238E27FC236}">
                <a16:creationId xmlns:a16="http://schemas.microsoft.com/office/drawing/2014/main" id="{FA387E18-8CE1-1648-81B1-6F1A0F183C30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44469CAF-CD13-4CCC-9569-14C8070AB3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380744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36D4C583-322D-4347-807F-F6D6AF8852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130500"/>
            <a:ext cx="2949178" cy="37384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138DBAD-2265-4E62-AB5B-F66A60D53F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139804" y="1"/>
            <a:ext cx="4577715" cy="6857999"/>
          </a:xfrm>
          <a:custGeom>
            <a:avLst/>
            <a:gdLst>
              <a:gd name="connsiteX0" fmla="*/ 3914141 w 6103620"/>
              <a:gd name="connsiteY0" fmla="*/ 914400 h 6857999"/>
              <a:gd name="connsiteX1" fmla="*/ 6103620 w 6103620"/>
              <a:gd name="connsiteY1" fmla="*/ 914400 h 6857999"/>
              <a:gd name="connsiteX2" fmla="*/ 6103620 w 6103620"/>
              <a:gd name="connsiteY2" fmla="*/ 914404 h 6857999"/>
              <a:gd name="connsiteX3" fmla="*/ 4339591 w 6103620"/>
              <a:gd name="connsiteY3" fmla="*/ 6857999 h 6857999"/>
              <a:gd name="connsiteX4" fmla="*/ 2150113 w 6103620"/>
              <a:gd name="connsiteY4" fmla="*/ 6857999 h 6857999"/>
              <a:gd name="connsiteX5" fmla="*/ 1769111 w 6103620"/>
              <a:gd name="connsiteY5" fmla="*/ 0 h 6857999"/>
              <a:gd name="connsiteX6" fmla="*/ 3958591 w 6103620"/>
              <a:gd name="connsiteY6" fmla="*/ 0 h 6857999"/>
              <a:gd name="connsiteX7" fmla="*/ 2189480 w 6103620"/>
              <a:gd name="connsiteY7" fmla="*/ 5943601 h 6857999"/>
              <a:gd name="connsiteX8" fmla="*/ 0 w 6103620"/>
              <a:gd name="connsiteY8" fmla="*/ 5943601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03620" h="6857999">
                <a:moveTo>
                  <a:pt x="3914141" y="914400"/>
                </a:moveTo>
                <a:lnTo>
                  <a:pt x="6103620" y="914400"/>
                </a:lnTo>
                <a:lnTo>
                  <a:pt x="6103620" y="914404"/>
                </a:lnTo>
                <a:lnTo>
                  <a:pt x="4339591" y="6857999"/>
                </a:lnTo>
                <a:lnTo>
                  <a:pt x="2150113" y="6857999"/>
                </a:lnTo>
                <a:close/>
                <a:moveTo>
                  <a:pt x="1769111" y="0"/>
                </a:moveTo>
                <a:lnTo>
                  <a:pt x="3958591" y="0"/>
                </a:lnTo>
                <a:lnTo>
                  <a:pt x="2189480" y="5943601"/>
                </a:lnTo>
                <a:lnTo>
                  <a:pt x="0" y="5943601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anchor="ctr" anchorCtr="0">
            <a:noAutofit/>
          </a:bodyPr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74664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  <p:sp>
        <p:nvSpPr>
          <p:cNvPr id="21" name="Title 1">
            <a:extLst>
              <a:ext uri="{FF2B5EF4-FFF2-40B4-BE49-F238E27FC236}">
                <a16:creationId xmlns:a16="http://schemas.microsoft.com/office/drawing/2014/main" id="{AD7B9076-7693-4C5F-8305-D5529FF807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5" y="1033272"/>
            <a:ext cx="3792062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EMPTY SLIDE</a:t>
            </a:r>
            <a:endParaRPr lang="ru-RU" dirty="0"/>
          </a:p>
        </p:txBody>
      </p:sp>
      <p:sp>
        <p:nvSpPr>
          <p:cNvPr id="14" name="Graphic 15">
            <a:extLst>
              <a:ext uri="{FF2B5EF4-FFF2-40B4-BE49-F238E27FC236}">
                <a16:creationId xmlns:a16="http://schemas.microsoft.com/office/drawing/2014/main" id="{D0734B58-9436-7F49-BF67-542C05487FFF}"/>
              </a:ext>
            </a:extLst>
          </p:cNvPr>
          <p:cNvSpPr/>
          <p:nvPr userDrawn="1"/>
        </p:nvSpPr>
        <p:spPr>
          <a:xfrm>
            <a:off x="-8381" y="1947672"/>
            <a:ext cx="39555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2710373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aphic 1">
            <a:extLst>
              <a:ext uri="{FF2B5EF4-FFF2-40B4-BE49-F238E27FC236}">
                <a16:creationId xmlns:a16="http://schemas.microsoft.com/office/drawing/2014/main" id="{9650CBA0-AE8F-4C6C-B273-73785A68EB92}"/>
              </a:ext>
            </a:extLst>
          </p:cNvPr>
          <p:cNvGrpSpPr/>
          <p:nvPr userDrawn="1"/>
        </p:nvGrpSpPr>
        <p:grpSpPr>
          <a:xfrm>
            <a:off x="0" y="0"/>
            <a:ext cx="9144000" cy="6858000"/>
            <a:chOff x="0" y="0"/>
            <a:chExt cx="12192000" cy="6858000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9A324E0-7B75-4C65-9695-78537686038F}"/>
                </a:ext>
              </a:extLst>
            </p:cNvPr>
            <p:cNvSpPr/>
            <p:nvPr/>
          </p:nvSpPr>
          <p:spPr>
            <a:xfrm>
              <a:off x="-12700" y="-12700"/>
              <a:ext cx="12217400" cy="6883400"/>
            </a:xfrm>
            <a:custGeom>
              <a:avLst/>
              <a:gdLst>
                <a:gd name="connsiteX0" fmla="*/ 12700 w 12217400"/>
                <a:gd name="connsiteY0" fmla="*/ 12700 h 6883400"/>
                <a:gd name="connsiteX1" fmla="*/ 12700 w 12217400"/>
                <a:gd name="connsiteY1" fmla="*/ 6870700 h 6883400"/>
                <a:gd name="connsiteX2" fmla="*/ 12205970 w 12217400"/>
                <a:gd name="connsiteY2" fmla="*/ 6870700 h 6883400"/>
                <a:gd name="connsiteX3" fmla="*/ 12205970 w 12217400"/>
                <a:gd name="connsiteY3" fmla="*/ 12700 h 6883400"/>
                <a:gd name="connsiteX4" fmla="*/ 12700 w 12217400"/>
                <a:gd name="connsiteY4" fmla="*/ 12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2217400" h="6883400">
                  <a:moveTo>
                    <a:pt x="12700" y="12700"/>
                  </a:moveTo>
                  <a:lnTo>
                    <a:pt x="12700" y="6870700"/>
                  </a:lnTo>
                  <a:lnTo>
                    <a:pt x="12205970" y="6870700"/>
                  </a:lnTo>
                  <a:lnTo>
                    <a:pt x="12205970" y="12700"/>
                  </a:lnTo>
                  <a:lnTo>
                    <a:pt x="12700" y="12700"/>
                  </a:lnTo>
                  <a:close/>
                </a:path>
              </a:pathLst>
            </a:custGeom>
            <a:solidFill>
              <a:schemeClr val="accent6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A4C7B0B8-9EF6-4DBC-9088-96B54006BA08}"/>
                </a:ext>
              </a:extLst>
            </p:cNvPr>
            <p:cNvSpPr/>
            <p:nvPr/>
          </p:nvSpPr>
          <p:spPr>
            <a:xfrm>
              <a:off x="4178300" y="-12700"/>
              <a:ext cx="7289800" cy="6883400"/>
            </a:xfrm>
            <a:custGeom>
              <a:avLst/>
              <a:gdLst>
                <a:gd name="connsiteX0" fmla="*/ 5063490 w 7289800"/>
                <a:gd name="connsiteY0" fmla="*/ 12700 h 6883400"/>
                <a:gd name="connsiteX1" fmla="*/ 2499360 w 7289800"/>
                <a:gd name="connsiteY1" fmla="*/ 6870700 h 6883400"/>
                <a:gd name="connsiteX2" fmla="*/ 4721860 w 7289800"/>
                <a:gd name="connsiteY2" fmla="*/ 6870700 h 6883400"/>
                <a:gd name="connsiteX3" fmla="*/ 7285990 w 7289800"/>
                <a:gd name="connsiteY3" fmla="*/ 12700 h 6883400"/>
                <a:gd name="connsiteX4" fmla="*/ 5063490 w 7289800"/>
                <a:gd name="connsiteY4" fmla="*/ 12700 h 6883400"/>
                <a:gd name="connsiteX5" fmla="*/ 12700 w 7289800"/>
                <a:gd name="connsiteY5" fmla="*/ 6870700 h 6883400"/>
                <a:gd name="connsiteX6" fmla="*/ 2235200 w 7289800"/>
                <a:gd name="connsiteY6" fmla="*/ 6870700 h 6883400"/>
                <a:gd name="connsiteX7" fmla="*/ 4799331 w 7289800"/>
                <a:gd name="connsiteY7" fmla="*/ 12700 h 6883400"/>
                <a:gd name="connsiteX8" fmla="*/ 2576830 w 7289800"/>
                <a:gd name="connsiteY8" fmla="*/ 12700 h 6883400"/>
                <a:gd name="connsiteX9" fmla="*/ 12700 w 7289800"/>
                <a:gd name="connsiteY9" fmla="*/ 6870700 h 688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289800" h="6883400">
                  <a:moveTo>
                    <a:pt x="5063490" y="12700"/>
                  </a:moveTo>
                  <a:lnTo>
                    <a:pt x="2499360" y="6870700"/>
                  </a:lnTo>
                  <a:lnTo>
                    <a:pt x="4721860" y="6870700"/>
                  </a:lnTo>
                  <a:lnTo>
                    <a:pt x="7285990" y="12700"/>
                  </a:lnTo>
                  <a:lnTo>
                    <a:pt x="5063490" y="12700"/>
                  </a:lnTo>
                  <a:close/>
                  <a:moveTo>
                    <a:pt x="12700" y="6870700"/>
                  </a:moveTo>
                  <a:lnTo>
                    <a:pt x="2235200" y="6870700"/>
                  </a:lnTo>
                  <a:lnTo>
                    <a:pt x="4799331" y="12700"/>
                  </a:lnTo>
                  <a:lnTo>
                    <a:pt x="2576830" y="12700"/>
                  </a:lnTo>
                  <a:lnTo>
                    <a:pt x="12700" y="6870700"/>
                  </a:lnTo>
                  <a:close/>
                </a:path>
              </a:pathLst>
            </a:custGeom>
            <a:solidFill>
              <a:schemeClr val="bg2">
                <a:alpha val="15000"/>
              </a:schemeClr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ru-RU" dirty="0"/>
            </a:p>
          </p:txBody>
        </p:sp>
      </p:grp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6ADBD7-8355-4951-B459-EC284BCE83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0" name="Graphic 4">
            <a:extLst>
              <a:ext uri="{FF2B5EF4-FFF2-40B4-BE49-F238E27FC236}">
                <a16:creationId xmlns:a16="http://schemas.microsoft.com/office/drawing/2014/main" id="{55B3C92B-0A13-49BD-8A7D-FD6B821FE783}"/>
              </a:ext>
            </a:extLst>
          </p:cNvPr>
          <p:cNvSpPr/>
          <p:nvPr userDrawn="1"/>
        </p:nvSpPr>
        <p:spPr>
          <a:xfrm>
            <a:off x="8469473" y="6103003"/>
            <a:ext cx="683100" cy="144000"/>
          </a:xfrm>
          <a:custGeom>
            <a:avLst/>
            <a:gdLst>
              <a:gd name="connsiteX0" fmla="*/ 689134 w 695325"/>
              <a:gd name="connsiteY0" fmla="*/ 7144 h 114300"/>
              <a:gd name="connsiteX1" fmla="*/ 689134 w 695325"/>
              <a:gd name="connsiteY1" fmla="*/ 115729 h 114300"/>
              <a:gd name="connsiteX2" fmla="*/ 78581 w 695325"/>
              <a:gd name="connsiteY2" fmla="*/ 115729 h 114300"/>
              <a:gd name="connsiteX3" fmla="*/ 7144 w 695325"/>
              <a:gd name="connsiteY3" fmla="*/ 7144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5325" h="114300">
                <a:moveTo>
                  <a:pt x="689134" y="7144"/>
                </a:moveTo>
                <a:lnTo>
                  <a:pt x="689134" y="115729"/>
                </a:lnTo>
                <a:lnTo>
                  <a:pt x="78581" y="115729"/>
                </a:lnTo>
                <a:lnTo>
                  <a:pt x="7144" y="7144"/>
                </a:lnTo>
                <a:close/>
              </a:path>
            </a:pathLst>
          </a:custGeom>
          <a:solidFill>
            <a:schemeClr val="bg2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5856170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ual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 Placeholder 21">
            <a:extLst>
              <a:ext uri="{FF2B5EF4-FFF2-40B4-BE49-F238E27FC236}">
                <a16:creationId xmlns:a16="http://schemas.microsoft.com/office/drawing/2014/main" id="{10000CCD-6AFF-4E65-8858-5502306E581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41683" y="1974209"/>
            <a:ext cx="662015" cy="1092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45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1</a:t>
            </a:r>
            <a:endParaRPr lang="ru-RU" dirty="0"/>
          </a:p>
        </p:txBody>
      </p:sp>
      <p:sp>
        <p:nvSpPr>
          <p:cNvPr id="32" name="Text Placeholder 24">
            <a:extLst>
              <a:ext uri="{FF2B5EF4-FFF2-40B4-BE49-F238E27FC236}">
                <a16:creationId xmlns:a16="http://schemas.microsoft.com/office/drawing/2014/main" id="{D5D777E5-98F6-416A-8D23-3399269D85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81901" y="1998210"/>
            <a:ext cx="2327333" cy="103235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165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1">
            <a:extLst>
              <a:ext uri="{FF2B5EF4-FFF2-40B4-BE49-F238E27FC236}">
                <a16:creationId xmlns:a16="http://schemas.microsoft.com/office/drawing/2014/main" id="{C979BADF-99B5-4C91-AAE5-FC2C4DBEDE2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615481" y="1974209"/>
            <a:ext cx="662015" cy="1092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45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2</a:t>
            </a:r>
            <a:endParaRPr lang="ru-RU" dirty="0"/>
          </a:p>
        </p:txBody>
      </p:sp>
      <p:sp>
        <p:nvSpPr>
          <p:cNvPr id="34" name="Text Placeholder 24">
            <a:extLst>
              <a:ext uri="{FF2B5EF4-FFF2-40B4-BE49-F238E27FC236}">
                <a16:creationId xmlns:a16="http://schemas.microsoft.com/office/drawing/2014/main" id="{6706F6A2-1599-4D73-9288-3ECEACDDCAE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108454" y="1998210"/>
            <a:ext cx="1682939" cy="103235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165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21">
            <a:extLst>
              <a:ext uri="{FF2B5EF4-FFF2-40B4-BE49-F238E27FC236}">
                <a16:creationId xmlns:a16="http://schemas.microsoft.com/office/drawing/2014/main" id="{BAE5E245-1702-4722-895D-0808BB0A868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930066" y="1991988"/>
            <a:ext cx="662015" cy="1092200"/>
          </a:xfrm>
        </p:spPr>
        <p:txBody>
          <a:bodyPr lIns="0" tIns="0" rIns="0" bIns="0">
            <a:noAutofit/>
          </a:bodyPr>
          <a:lstStyle>
            <a:lvl1pPr marL="0" indent="0">
              <a:buNone/>
              <a:defRPr sz="4500" b="1">
                <a:solidFill>
                  <a:schemeClr val="bg2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3</a:t>
            </a:r>
            <a:endParaRPr lang="ru-RU" dirty="0"/>
          </a:p>
        </p:txBody>
      </p:sp>
      <p:sp>
        <p:nvSpPr>
          <p:cNvPr id="36" name="Text Placeholder 24">
            <a:extLst>
              <a:ext uri="{FF2B5EF4-FFF2-40B4-BE49-F238E27FC236}">
                <a16:creationId xmlns:a16="http://schemas.microsoft.com/office/drawing/2014/main" id="{3701E665-3CED-413C-BAC6-CE003B1494E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23039" y="2015989"/>
            <a:ext cx="2219337" cy="1032355"/>
          </a:xfr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spcBef>
                <a:spcPts val="450"/>
              </a:spcBef>
              <a:buNone/>
              <a:defRPr sz="1650" b="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24">
            <a:extLst>
              <a:ext uri="{FF2B5EF4-FFF2-40B4-BE49-F238E27FC236}">
                <a16:creationId xmlns:a16="http://schemas.microsoft.com/office/drawing/2014/main" id="{E01406B4-D44B-4D1E-91F3-D87541EAD4C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65045" y="2927531"/>
            <a:ext cx="1273969" cy="800100"/>
          </a:xfrm>
        </p:spPr>
        <p:txBody>
          <a:bodyPr>
            <a:normAutofit/>
          </a:bodyPr>
          <a:lstStyle>
            <a:lvl1pPr marL="0" indent="0">
              <a:buNone/>
              <a:defRPr sz="1050" b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24">
            <a:extLst>
              <a:ext uri="{FF2B5EF4-FFF2-40B4-BE49-F238E27FC236}">
                <a16:creationId xmlns:a16="http://schemas.microsoft.com/office/drawing/2014/main" id="{9AAD5CF9-9A59-4C5F-8C29-B92AD60121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039013" y="2927531"/>
            <a:ext cx="1273969" cy="800100"/>
          </a:xfrm>
        </p:spPr>
        <p:txBody>
          <a:bodyPr>
            <a:normAutofit/>
          </a:bodyPr>
          <a:lstStyle>
            <a:lvl1pPr marL="0" indent="0">
              <a:buNone/>
              <a:defRPr sz="1050" b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4">
            <a:extLst>
              <a:ext uri="{FF2B5EF4-FFF2-40B4-BE49-F238E27FC236}">
                <a16:creationId xmlns:a16="http://schemas.microsoft.com/office/drawing/2014/main" id="{C6725172-65CC-4645-B23F-E77886468F31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596095" y="2927531"/>
            <a:ext cx="1949398" cy="800100"/>
          </a:xfrm>
        </p:spPr>
        <p:txBody>
          <a:bodyPr>
            <a:normAutofit/>
          </a:bodyPr>
          <a:lstStyle>
            <a:lvl1pPr marL="0" indent="0">
              <a:buNone/>
              <a:defRPr sz="1050" b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4">
            <a:extLst>
              <a:ext uri="{FF2B5EF4-FFF2-40B4-BE49-F238E27FC236}">
                <a16:creationId xmlns:a16="http://schemas.microsoft.com/office/drawing/2014/main" id="{0EA5E6CA-5C78-4B75-BA22-59750E7D450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907717" y="2925988"/>
            <a:ext cx="2794817" cy="800100"/>
          </a:xfrm>
        </p:spPr>
        <p:txBody>
          <a:bodyPr>
            <a:normAutofit/>
          </a:bodyPr>
          <a:lstStyle>
            <a:lvl1pPr marL="0" indent="0">
              <a:buNone/>
              <a:defRPr sz="1050" b="0">
                <a:solidFill>
                  <a:schemeClr val="bg1">
                    <a:lumMod val="75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4">
            <a:extLst>
              <a:ext uri="{FF2B5EF4-FFF2-40B4-BE49-F238E27FC236}">
                <a16:creationId xmlns:a16="http://schemas.microsoft.com/office/drawing/2014/main" id="{E1C61752-F57C-4FBF-93F3-06F43CCA43C8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3100" y="5751926"/>
            <a:ext cx="7217801" cy="470478"/>
          </a:xfrm>
        </p:spPr>
        <p:txBody>
          <a:bodyPr>
            <a:normAutofit/>
          </a:bodyPr>
          <a:lstStyle>
            <a:lvl1pPr marL="0" indent="0" algn="ctr">
              <a:buNone/>
              <a:defRPr sz="1200" b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4">
            <a:extLst>
              <a:ext uri="{FF2B5EF4-FFF2-40B4-BE49-F238E27FC236}">
                <a16:creationId xmlns:a16="http://schemas.microsoft.com/office/drawing/2014/main" id="{E0232175-FB97-4039-8136-B9DD27441C05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96094" y="4893792"/>
            <a:ext cx="1949399" cy="615026"/>
          </a:xfrm>
        </p:spPr>
        <p:txBody>
          <a:bodyPr>
            <a:normAutofit/>
          </a:bodyPr>
          <a:lstStyle>
            <a:lvl1pPr marL="0" indent="0">
              <a:buNone/>
              <a:defRPr sz="1200" b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4">
            <a:extLst>
              <a:ext uri="{FF2B5EF4-FFF2-40B4-BE49-F238E27FC236}">
                <a16:creationId xmlns:a16="http://schemas.microsoft.com/office/drawing/2014/main" id="{6E5262C3-0603-403F-AB36-FB4EB9FC7BC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18035" y="4893792"/>
            <a:ext cx="2784499" cy="615026"/>
          </a:xfrm>
        </p:spPr>
        <p:txBody>
          <a:bodyPr>
            <a:normAutofit/>
          </a:bodyPr>
          <a:lstStyle>
            <a:lvl1pPr marL="0" indent="0">
              <a:buNone/>
              <a:defRPr sz="1200" b="0">
                <a:solidFill>
                  <a:schemeClr val="bg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Picture Placeholder 12">
            <a:extLst>
              <a:ext uri="{FF2B5EF4-FFF2-40B4-BE49-F238E27FC236}">
                <a16:creationId xmlns:a16="http://schemas.microsoft.com/office/drawing/2014/main" id="{D2FBACFC-8B68-4A37-95A4-26BE5A23D759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765044" y="3800404"/>
            <a:ext cx="2455164" cy="1618488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05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46" name="Picture Placeholder 12">
            <a:extLst>
              <a:ext uri="{FF2B5EF4-FFF2-40B4-BE49-F238E27FC236}">
                <a16:creationId xmlns:a16="http://schemas.microsoft.com/office/drawing/2014/main" id="{5A6A36C6-8489-4333-927A-141D8F98AE50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3596095" y="3864572"/>
            <a:ext cx="1949399" cy="896112"/>
          </a:xfrm>
        </p:spPr>
        <p:txBody>
          <a:bodyPr anchor="ctr" anchorCtr="0">
            <a:noAutofit/>
          </a:bodyPr>
          <a:lstStyle>
            <a:lvl1pPr marL="0" indent="0" algn="ctr">
              <a:buNone/>
              <a:defRPr sz="105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47" name="Picture Placeholder 9">
            <a:extLst>
              <a:ext uri="{FF2B5EF4-FFF2-40B4-BE49-F238E27FC236}">
                <a16:creationId xmlns:a16="http://schemas.microsoft.com/office/drawing/2014/main" id="{BB2DF986-C446-4302-9099-B1512AD5D8CA}"/>
              </a:ext>
            </a:extLst>
          </p:cNvPr>
          <p:cNvSpPr>
            <a:spLocks noGrp="1"/>
          </p:cNvSpPr>
          <p:nvPr>
            <p:ph type="pic" sz="quarter" idx="44"/>
          </p:nvPr>
        </p:nvSpPr>
        <p:spPr>
          <a:xfrm>
            <a:off x="5907716" y="3864572"/>
            <a:ext cx="1949400" cy="896400"/>
          </a:xfrm>
        </p:spPr>
        <p:txBody>
          <a:bodyPr anchor="ctr" anchorCtr="0">
            <a:normAutofit/>
          </a:bodyPr>
          <a:lstStyle>
            <a:lvl1pPr marL="0" indent="0" algn="ctr">
              <a:buNone/>
              <a:defRPr sz="105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ru-RU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BB58C539-3FDE-4755-BEB4-C953AA2926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0525" y="741320"/>
            <a:ext cx="7880057" cy="782638"/>
          </a:xfrm>
        </p:spPr>
        <p:txBody>
          <a:bodyPr>
            <a:normAutofit/>
          </a:bodyPr>
          <a:lstStyle>
            <a:lvl1pPr algn="l">
              <a:defRPr sz="30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HOW TO USE THIS TEMPALTE</a:t>
            </a:r>
            <a:endParaRPr lang="ru-RU" dirty="0"/>
          </a:p>
        </p:txBody>
      </p:sp>
      <p:sp>
        <p:nvSpPr>
          <p:cNvPr id="23" name="Graphic 15">
            <a:extLst>
              <a:ext uri="{FF2B5EF4-FFF2-40B4-BE49-F238E27FC236}">
                <a16:creationId xmlns:a16="http://schemas.microsoft.com/office/drawing/2014/main" id="{8EDA54DA-ED01-4416-96BF-C8968F4684B4}"/>
              </a:ext>
            </a:extLst>
          </p:cNvPr>
          <p:cNvSpPr/>
          <p:nvPr userDrawn="1"/>
        </p:nvSpPr>
        <p:spPr>
          <a:xfrm>
            <a:off x="-8380" y="1610268"/>
            <a:ext cx="6939000" cy="73100"/>
          </a:xfrm>
          <a:custGeom>
            <a:avLst/>
            <a:gdLst>
              <a:gd name="connsiteX0" fmla="*/ 9138 w 5056083"/>
              <a:gd name="connsiteY0" fmla="*/ 9137 h 73099"/>
              <a:gd name="connsiteX1" fmla="*/ 9138 w 5056083"/>
              <a:gd name="connsiteY1" fmla="*/ 67617 h 73099"/>
              <a:gd name="connsiteX2" fmla="*/ 5018925 w 5056083"/>
              <a:gd name="connsiteY2" fmla="*/ 67617 h 73099"/>
              <a:gd name="connsiteX3" fmla="*/ 5057911 w 5056083"/>
              <a:gd name="connsiteY3" fmla="*/ 9137 h 730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56083" h="73099">
                <a:moveTo>
                  <a:pt x="9138" y="9137"/>
                </a:moveTo>
                <a:lnTo>
                  <a:pt x="9138" y="67617"/>
                </a:lnTo>
                <a:lnTo>
                  <a:pt x="5018925" y="67617"/>
                </a:lnTo>
                <a:lnTo>
                  <a:pt x="5057911" y="9137"/>
                </a:lnTo>
                <a:close/>
              </a:path>
            </a:pathLst>
          </a:custGeom>
          <a:solidFill>
            <a:schemeClr val="bg2">
              <a:alpha val="70000"/>
            </a:schemeClr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099587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18" Type="http://schemas.openxmlformats.org/officeDocument/2006/relationships/slideLayout" Target="../slideLayouts/slideLayout31.xml"/><Relationship Id="rId3" Type="http://schemas.openxmlformats.org/officeDocument/2006/relationships/slideLayout" Target="../slideLayouts/slideLayout16.xml"/><Relationship Id="rId21" Type="http://schemas.openxmlformats.org/officeDocument/2006/relationships/theme" Target="../theme/theme2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30.xml"/><Relationship Id="rId2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29.xml"/><Relationship Id="rId20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3.xml"/><Relationship Id="rId19" Type="http://schemas.openxmlformats.org/officeDocument/2006/relationships/slideLayout" Target="../slideLayouts/slideLayout32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bg1"/>
            </a:gs>
            <a:gs pos="100000">
              <a:schemeClr val="bg1">
                <a:gamma/>
                <a:shade val="76078"/>
                <a:invGamma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-152400"/>
            <a:ext cx="9144000" cy="1314450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71500" y="1114425"/>
            <a:ext cx="7848600" cy="4876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8852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647700" y="47625"/>
            <a:ext cx="80772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9" name="Text Box 5"/>
          <p:cNvSpPr txBox="1">
            <a:spLocks noChangeArrowheads="1"/>
          </p:cNvSpPr>
          <p:nvPr/>
        </p:nvSpPr>
        <p:spPr bwMode="auto">
          <a:xfrm>
            <a:off x="3759200" y="6613525"/>
            <a:ext cx="1370013" cy="260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Helvetica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Helvetica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Helvetica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Helvetica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Helvetica" pitchFamily="34" charset="0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pPr algn="l">
              <a:spcBef>
                <a:spcPct val="50000"/>
              </a:spcBef>
              <a:defRPr/>
            </a:pPr>
            <a:r>
              <a:rPr lang="en-US" sz="1100" b="1"/>
              <a:t>www.ru.ac.bd/cse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chemeClr val="tx2"/>
          </a:solidFill>
          <a:effectLst>
            <a:outerShdw blurRad="38100" dist="38100" dir="2700000" algn="tl">
              <a:srgbClr val="000000"/>
            </a:outerShdw>
          </a:effectLst>
          <a:latin typeface="Helvetica" pitchFamily="34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SzPct val="90000"/>
        <a:buFont typeface="Monotype Sorts" pitchFamily="2" charset="2"/>
        <a:buChar char="n"/>
        <a:defRPr kumimoji="1"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05000"/>
        <a:buFont typeface="Monotype Sorts" pitchFamily="2" charset="2"/>
        <a:buChar char="H"/>
        <a:defRPr kumimoji="1">
          <a:solidFill>
            <a:schemeClr val="tx1"/>
          </a:solidFill>
          <a:latin typeface="+mn-lt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0099"/>
        </a:buClr>
        <a:buSzPct val="85000"/>
        <a:buFont typeface="Monotype Sorts" pitchFamily="2" charset="2"/>
        <a:buChar char="4"/>
        <a:defRPr kumimoji="1">
          <a:solidFill>
            <a:schemeClr val="tx1"/>
          </a:solidFill>
          <a:latin typeface="+mn-lt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Char char="–"/>
        <a:defRPr kumimoji="1">
          <a:solidFill>
            <a:schemeClr val="tx1"/>
          </a:solidFill>
          <a:latin typeface="+mn-lt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chemeClr val="tx2"/>
        </a:buClr>
        <a:buChar char="»"/>
        <a:defRPr kumimoji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5097E-EB08-4475-9112-275B8402794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047621" y="6002373"/>
            <a:ext cx="412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2"/>
                </a:solidFill>
                <a:latin typeface="+mn-lt"/>
              </a:defRPr>
            </a:lvl1pPr>
          </a:lstStyle>
          <a:p>
            <a:fld id="{D495E168-DA5E-4888-8D8A-92B118324C14}" type="slidenum">
              <a:rPr lang="ru-RU" smtClean="0"/>
              <a:pPr/>
              <a:t>‹#›</a:t>
            </a:fld>
            <a:endParaRPr lang="ru-RU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DB6A3A-74E6-4FE2-8AD2-CEB0704471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0128AA-FDF4-4DD5-A009-3C58D24570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048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1C2DC0-7E13-4A66-9F9B-371BA9C6E4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543300" y="6002373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chemeClr val="bg2"/>
                </a:solidFill>
              </a:defRPr>
            </a:lvl1pPr>
          </a:lstStyle>
          <a:p>
            <a:r>
              <a:rPr lang="ru-RU" dirty="0"/>
              <a:t>MM.DD.20XX</a:t>
            </a: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1F296578-6D40-435B-861E-0904DDC10B7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28651" y="6002373"/>
            <a:ext cx="2549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ADD A FOOTER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19503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  <p:sldLayoutId id="2147483711" r:id="rId18"/>
    <p:sldLayoutId id="2147483712" r:id="rId19"/>
    <p:sldLayoutId id="2147483713" r:id="rId20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2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2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2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2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72">
          <p15:clr>
            <a:srgbClr val="F26B43"/>
          </p15:clr>
        </p15:guide>
        <p15:guide id="2" pos="574">
          <p15:clr>
            <a:srgbClr val="F26B43"/>
          </p15:clr>
        </p15:guide>
        <p15:guide id="3" pos="7106">
          <p15:clr>
            <a:srgbClr val="F26B43"/>
          </p15:clr>
        </p15:guide>
        <p15:guide id="4" orient="horz" pos="3748">
          <p15:clr>
            <a:srgbClr val="F26B43"/>
          </p15:clr>
        </p15:guide>
        <p15:guide id="5" pos="4407">
          <p15:clr>
            <a:srgbClr val="F26B43"/>
          </p15:clr>
        </p15:guide>
        <p15:guide id="6" pos="3273">
          <p15:clr>
            <a:srgbClr val="F26B43"/>
          </p15:clr>
        </p15:guide>
        <p15:guide id="7" pos="3840">
          <p15:clr>
            <a:srgbClr val="F26B43"/>
          </p15:clr>
        </p15:guide>
        <p15:guide id="8" orient="horz" pos="216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Placeholder 18" descr="Building glass walls and sky">
            <a:extLst>
              <a:ext uri="{FF2B5EF4-FFF2-40B4-BE49-F238E27FC236}">
                <a16:creationId xmlns:a16="http://schemas.microsoft.com/office/drawing/2014/main" id="{873751CF-C490-45B5-B248-BF86A59ECF2E}"/>
              </a:ext>
            </a:extLst>
          </p:cNvPr>
          <p:cNvPicPr>
            <a:picLocks noGrp="1" noChangeAspect="1"/>
          </p:cNvPicPr>
          <p:nvPr>
            <p:ph type="pic" sz="quarter" idx="22"/>
          </p:nvPr>
        </p:nvPicPr>
        <p:blipFill rotWithShape="1">
          <a:blip r:embed="rId2"/>
          <a:srcRect l="-48" t="6766" r="19843" b="3091"/>
          <a:stretch/>
        </p:blipFill>
        <p:spPr>
          <a:xfrm>
            <a:off x="2277274" y="818774"/>
            <a:ext cx="6866726" cy="51435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6E9371-6E05-45E0-803B-4C39AC28C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950" dirty="0"/>
              <a:t>Database Management Systems</a:t>
            </a:r>
            <a:endParaRPr lang="ru-RU" sz="495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A0FE25-038A-4A14-B11A-432FECB7FA1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Shamim Ahmad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6105068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 Introduction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66800" y="1447800"/>
            <a:ext cx="7029450" cy="2324100"/>
          </a:xfrm>
        </p:spPr>
        <p:txBody>
          <a:bodyPr/>
          <a:lstStyle/>
          <a:p>
            <a:r>
              <a:rPr lang="en-US"/>
              <a:t>Purpose of Database Systems</a:t>
            </a:r>
          </a:p>
          <a:p>
            <a:r>
              <a:rPr lang="en-US"/>
              <a:t>View of Data</a:t>
            </a:r>
          </a:p>
          <a:p>
            <a:r>
              <a:rPr lang="en-US"/>
              <a:t>Data Models </a:t>
            </a:r>
          </a:p>
          <a:p>
            <a:r>
              <a:rPr lang="en-US"/>
              <a:t>Data Definition Language </a:t>
            </a:r>
          </a:p>
          <a:p>
            <a:r>
              <a:rPr lang="en-US"/>
              <a:t>Data Manipulation Language</a:t>
            </a:r>
          </a:p>
          <a:p>
            <a:pPr>
              <a:buFont typeface="Monotype Sorts" pitchFamily="2" charset="2"/>
              <a:buNone/>
            </a:pP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Data vs. Information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/>
              <a:t>Data:</a:t>
            </a:r>
          </a:p>
          <a:p>
            <a:pPr lvl="1"/>
            <a:r>
              <a:rPr lang="en-US" sz="1600"/>
              <a:t>Raw facts; building blocks of information</a:t>
            </a:r>
          </a:p>
          <a:p>
            <a:pPr lvl="1"/>
            <a:r>
              <a:rPr lang="en-US" sz="1600"/>
              <a:t>Unprocessed information</a:t>
            </a:r>
          </a:p>
          <a:p>
            <a:r>
              <a:rPr lang="en-US" sz="1800"/>
              <a:t>Information:</a:t>
            </a:r>
          </a:p>
          <a:p>
            <a:pPr lvl="1"/>
            <a:r>
              <a:rPr lang="en-US" sz="1600"/>
              <a:t>Data processed to reveal meaning</a:t>
            </a:r>
          </a:p>
          <a:p>
            <a:r>
              <a:rPr lang="en-US" sz="1800"/>
              <a:t>Accurate, relevant, and timely information is key for good decision making</a:t>
            </a:r>
          </a:p>
          <a:p>
            <a:r>
              <a:rPr lang="en-US" sz="1800"/>
              <a:t>Good decision making is the key for survival in a global environment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Transforming Raw Data into Information</a:t>
            </a:r>
          </a:p>
        </p:txBody>
      </p:sp>
      <p:pic>
        <p:nvPicPr>
          <p:cNvPr id="5123" name="Picture 3" descr="Fig01-01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880" r="59184" b="49986"/>
          <a:stretch>
            <a:fillRect/>
          </a:stretch>
        </p:blipFill>
        <p:spPr>
          <a:xfrm>
            <a:off x="0" y="831533"/>
            <a:ext cx="9144000" cy="5978842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>
          <a:xfrm>
            <a:off x="647700" y="366713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/>
              <a:t>Transforming Raw Data into Information (continued)</a:t>
            </a:r>
          </a:p>
        </p:txBody>
      </p:sp>
      <p:pic>
        <p:nvPicPr>
          <p:cNvPr id="6147" name="Picture 3" descr="Fig01-01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014" t="10880" b="49986"/>
          <a:stretch>
            <a:fillRect/>
          </a:stretch>
        </p:blipFill>
        <p:spPr>
          <a:xfrm>
            <a:off x="0" y="976313"/>
            <a:ext cx="9144000" cy="5881687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>
          <a:xfrm>
            <a:off x="604838" y="468313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/>
              <a:t>Transforming Raw Data into Information (continued)</a:t>
            </a:r>
          </a:p>
        </p:txBody>
      </p:sp>
      <p:pic>
        <p:nvPicPr>
          <p:cNvPr id="7171" name="Picture 3" descr="Fig01-01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0014" r="56557" b="1405"/>
          <a:stretch>
            <a:fillRect/>
          </a:stretch>
        </p:blipFill>
        <p:spPr>
          <a:xfrm>
            <a:off x="0" y="1077912"/>
            <a:ext cx="9265920" cy="5780087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title"/>
          </p:nvPr>
        </p:nvSpPr>
        <p:spPr>
          <a:xfrm>
            <a:off x="706438" y="696913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/>
              <a:t>Transforming Raw Data into Information (continued)</a:t>
            </a:r>
          </a:p>
        </p:txBody>
      </p:sp>
      <p:pic>
        <p:nvPicPr>
          <p:cNvPr id="8195" name="Picture 3" descr="Fig01-01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641" t="50014"/>
          <a:stretch>
            <a:fillRect/>
          </a:stretch>
        </p:blipFill>
        <p:spPr>
          <a:xfrm>
            <a:off x="0" y="1513522"/>
            <a:ext cx="9144000" cy="5344477"/>
          </a:xfr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2"/>
          <p:cNvSpPr>
            <a:spLocks noGrp="1" noChangeArrowheads="1"/>
          </p:cNvSpPr>
          <p:nvPr>
            <p:ph type="title"/>
          </p:nvPr>
        </p:nvSpPr>
        <p:spPr>
          <a:xfrm>
            <a:off x="633413" y="714375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/>
              <a:t>Introducing the Database </a:t>
            </a:r>
            <a:br>
              <a:rPr lang="en-US"/>
            </a:br>
            <a:r>
              <a:rPr lang="en-US"/>
              <a:t>and the DBMS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30238" y="2478088"/>
            <a:ext cx="7848600" cy="1336675"/>
          </a:xfrm>
        </p:spPr>
        <p:txBody>
          <a:bodyPr/>
          <a:lstStyle/>
          <a:p>
            <a:r>
              <a:rPr lang="en-US" sz="2400"/>
              <a:t>Database—shared, integrated computer structure that stores:</a:t>
            </a:r>
          </a:p>
          <a:p>
            <a:pPr lvl="1"/>
            <a:r>
              <a:rPr lang="en-US" sz="2000"/>
              <a:t>End user data (raw facts)</a:t>
            </a:r>
          </a:p>
          <a:p>
            <a:pPr lvl="1"/>
            <a:r>
              <a:rPr lang="en-US" sz="2000"/>
              <a:t>Metadata (data about data)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2"/>
          <p:cNvSpPr>
            <a:spLocks noGrp="1" noChangeArrowheads="1"/>
          </p:cNvSpPr>
          <p:nvPr>
            <p:ph type="title"/>
          </p:nvPr>
        </p:nvSpPr>
        <p:spPr>
          <a:xfrm>
            <a:off x="661988" y="352425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/>
              <a:t>Introducing the Database and the DBMS (continued)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/>
              <a:t>DBMS (database management system):</a:t>
            </a:r>
          </a:p>
          <a:p>
            <a:pPr lvl="1"/>
            <a:r>
              <a:rPr lang="en-US" sz="2400"/>
              <a:t>Collection of programs that manages database structure and controls access to data</a:t>
            </a:r>
          </a:p>
          <a:p>
            <a:pPr lvl="1"/>
            <a:r>
              <a:rPr lang="en-US" sz="2400"/>
              <a:t>Possible to share data among multiple applications or users</a:t>
            </a:r>
          </a:p>
          <a:p>
            <a:pPr lvl="1"/>
            <a:r>
              <a:rPr lang="en-US" sz="2400"/>
              <a:t>Makes data management more efficient and effective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>
          <a:xfrm>
            <a:off x="647700" y="542925"/>
            <a:ext cx="7997825" cy="487363"/>
          </a:xfrm>
        </p:spPr>
        <p:txBody>
          <a:bodyPr/>
          <a:lstStyle/>
          <a:p>
            <a:pPr>
              <a:defRPr/>
            </a:pPr>
            <a:r>
              <a:rPr lang="en-US"/>
              <a:t>Role and Advantages of the DBMS (continued)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93B4C83-5412-4F87-AE32-FF8FAE2990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1070722"/>
            <a:ext cx="7429500" cy="524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0461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>
          <a:xfrm>
            <a:off x="781050" y="66675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/>
              <a:t>Database Management System (DBMS)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Monotype Sorts" pitchFamily="2" charset="2"/>
              <a:buNone/>
            </a:pPr>
            <a:endParaRPr lang="en-US"/>
          </a:p>
          <a:p>
            <a:r>
              <a:rPr lang="en-US"/>
              <a:t>Database Applications:</a:t>
            </a:r>
          </a:p>
          <a:p>
            <a:pPr lvl="1"/>
            <a:r>
              <a:rPr lang="en-US"/>
              <a:t>Banking: all transactions</a:t>
            </a:r>
          </a:p>
          <a:p>
            <a:pPr lvl="1"/>
            <a:r>
              <a:rPr lang="en-US"/>
              <a:t>Airlines: reservations, schedules</a:t>
            </a:r>
          </a:p>
          <a:p>
            <a:pPr lvl="1"/>
            <a:r>
              <a:rPr lang="en-US"/>
              <a:t>Universities:  registration, grades</a:t>
            </a:r>
          </a:p>
          <a:p>
            <a:pPr lvl="1"/>
            <a:r>
              <a:rPr lang="en-US"/>
              <a:t>Sales: customers, products, purchases</a:t>
            </a:r>
          </a:p>
          <a:p>
            <a:pPr lvl="1"/>
            <a:r>
              <a:rPr lang="en-US"/>
              <a:t>Manufacturing: production, inventory, orders, supply chain</a:t>
            </a:r>
          </a:p>
          <a:p>
            <a:pPr lvl="1"/>
            <a:r>
              <a:rPr lang="en-US"/>
              <a:t>Human resources:  employee records, salaries, tax deductions</a:t>
            </a:r>
          </a:p>
          <a:p>
            <a:r>
              <a:rPr lang="en-US"/>
              <a:t>Databases touch all aspects of our lives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2"/>
          <p:cNvSpPr>
            <a:spLocks noGrp="1" noChangeArrowheads="1"/>
          </p:cNvSpPr>
          <p:nvPr>
            <p:ph type="title"/>
          </p:nvPr>
        </p:nvSpPr>
        <p:spPr>
          <a:xfrm>
            <a:off x="647700" y="371475"/>
            <a:ext cx="8077200" cy="609600"/>
          </a:xfrm>
        </p:spPr>
        <p:txBody>
          <a:bodyPr/>
          <a:lstStyle/>
          <a:p>
            <a:pPr>
              <a:defRPr/>
            </a:pPr>
            <a:r>
              <a:rPr lang="en-US"/>
              <a:t>Role and Advantages of the DBMS (continued)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800"/>
              <a:t>End users have better access to more and better-managed data</a:t>
            </a:r>
          </a:p>
          <a:p>
            <a:pPr lvl="1"/>
            <a:r>
              <a:rPr lang="en-US" sz="2400"/>
              <a:t>Promotes integrated view of organization’s operations</a:t>
            </a:r>
          </a:p>
          <a:p>
            <a:pPr lvl="1"/>
            <a:r>
              <a:rPr lang="en-US" sz="2400"/>
              <a:t>Probability of data inconsistency is greatly reduced</a:t>
            </a:r>
          </a:p>
          <a:p>
            <a:pPr lvl="1"/>
            <a:r>
              <a:rPr lang="en-US" sz="2400"/>
              <a:t>Possible to produce quick answers to ad hoc queries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>
          <a:xfrm>
            <a:off x="647700" y="542925"/>
            <a:ext cx="7997825" cy="487363"/>
          </a:xfrm>
        </p:spPr>
        <p:txBody>
          <a:bodyPr/>
          <a:lstStyle/>
          <a:p>
            <a:pPr>
              <a:defRPr/>
            </a:pPr>
            <a:r>
              <a:rPr lang="en-US"/>
              <a:t>Role and Advantages of the DBMS (continued)</a:t>
            </a:r>
          </a:p>
        </p:txBody>
      </p:sp>
      <p:pic>
        <p:nvPicPr>
          <p:cNvPr id="13315" name="Picture 3" descr="Fig01-02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1539240"/>
            <a:ext cx="9144000" cy="5318760"/>
          </a:xfr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Types of Databases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3200"/>
              <a:t>Single-user:</a:t>
            </a:r>
          </a:p>
          <a:p>
            <a:pPr lvl="1"/>
            <a:r>
              <a:rPr lang="en-US" sz="2800"/>
              <a:t>Supports only one user at a time</a:t>
            </a:r>
          </a:p>
          <a:p>
            <a:r>
              <a:rPr lang="en-US" sz="3200"/>
              <a:t>Desktop:</a:t>
            </a:r>
          </a:p>
          <a:p>
            <a:pPr lvl="1"/>
            <a:r>
              <a:rPr lang="en-US" sz="2800"/>
              <a:t>Single-user database running on a personal computer</a:t>
            </a:r>
          </a:p>
          <a:p>
            <a:r>
              <a:rPr lang="en-US" sz="3200"/>
              <a:t>Multi-user:</a:t>
            </a:r>
          </a:p>
          <a:p>
            <a:pPr lvl="1"/>
            <a:r>
              <a:rPr lang="en-US" sz="2800"/>
              <a:t>Supports multiple users at the same time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Types of Databases (continued)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3600"/>
              <a:t>Workgroup:</a:t>
            </a:r>
          </a:p>
          <a:p>
            <a:pPr lvl="1"/>
            <a:r>
              <a:rPr lang="en-US" sz="3200"/>
              <a:t>Multi-user database that supports a small group of users or a single department</a:t>
            </a:r>
          </a:p>
          <a:p>
            <a:r>
              <a:rPr lang="en-US" sz="3600"/>
              <a:t>Enterprise:</a:t>
            </a:r>
          </a:p>
          <a:p>
            <a:pPr lvl="1"/>
            <a:r>
              <a:rPr lang="en-US" sz="3200"/>
              <a:t>Multi-user database that supports a large group of users or an entire organization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Types of Databases (continued)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Monotype Sorts" pitchFamily="2" charset="2"/>
              <a:buNone/>
            </a:pPr>
            <a:r>
              <a:rPr lang="en-US" sz="3600"/>
              <a:t>Can be classified by location:</a:t>
            </a:r>
          </a:p>
          <a:p>
            <a:r>
              <a:rPr lang="en-US" sz="3600"/>
              <a:t>Centralized:</a:t>
            </a:r>
          </a:p>
          <a:p>
            <a:pPr lvl="1"/>
            <a:r>
              <a:rPr lang="en-US" sz="3200"/>
              <a:t>Supports data located at a single site</a:t>
            </a:r>
          </a:p>
          <a:p>
            <a:r>
              <a:rPr lang="en-US" sz="3600"/>
              <a:t>Distributed:</a:t>
            </a:r>
          </a:p>
          <a:p>
            <a:pPr lvl="1"/>
            <a:r>
              <a:rPr lang="en-US" sz="3200"/>
              <a:t>Supports data distributed across several sites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Types of Databases (continued)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5800" y="1143000"/>
            <a:ext cx="7772400" cy="4114800"/>
          </a:xfrm>
        </p:spPr>
        <p:txBody>
          <a:bodyPr/>
          <a:lstStyle/>
          <a:p>
            <a:pPr>
              <a:buFont typeface="Monotype Sorts" pitchFamily="2" charset="2"/>
              <a:buNone/>
            </a:pPr>
            <a:r>
              <a:rPr lang="en-US" sz="2800" dirty="0"/>
              <a:t>Can be classified by use:</a:t>
            </a:r>
          </a:p>
          <a:p>
            <a:r>
              <a:rPr lang="en-US" sz="2800" dirty="0"/>
              <a:t>Transactional (or production):</a:t>
            </a:r>
          </a:p>
          <a:p>
            <a:pPr lvl="1"/>
            <a:r>
              <a:rPr lang="en-US" sz="2400" dirty="0"/>
              <a:t>Supports a company’s day-to-day operations</a:t>
            </a:r>
          </a:p>
          <a:p>
            <a:r>
              <a:rPr lang="en-US" sz="2800" dirty="0"/>
              <a:t>Data warehouse:</a:t>
            </a:r>
          </a:p>
          <a:p>
            <a:pPr lvl="1"/>
            <a:r>
              <a:rPr lang="en-US" sz="2400" dirty="0"/>
              <a:t>Stores data used to generate information required to make tactical or strategic decisions</a:t>
            </a:r>
          </a:p>
          <a:p>
            <a:pPr lvl="1"/>
            <a:r>
              <a:rPr lang="en-US" sz="2400" dirty="0"/>
              <a:t>Often used to store historical data</a:t>
            </a:r>
          </a:p>
          <a:p>
            <a:pPr lvl="1"/>
            <a:r>
              <a:rPr lang="en-US" sz="2400" dirty="0"/>
              <a:t>Structure is quite different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33388"/>
            <a:ext cx="9144000" cy="41246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8435" name="Rectangle 1"/>
          <p:cNvSpPr>
            <a:spLocks noChangeArrowheads="1"/>
          </p:cNvSpPr>
          <p:nvPr/>
        </p:nvSpPr>
        <p:spPr bwMode="auto">
          <a:xfrm>
            <a:off x="2595563" y="4800600"/>
            <a:ext cx="46101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r>
              <a:rPr lang="en-US" dirty="0"/>
              <a:t>The basic architecture of a data warehouse</a:t>
            </a:r>
          </a:p>
        </p:txBody>
      </p:sp>
      <p:sp>
        <p:nvSpPr>
          <p:cNvPr id="18436" name="Rectangle 2"/>
          <p:cNvSpPr>
            <a:spLocks noChangeArrowheads="1"/>
          </p:cNvSpPr>
          <p:nvPr/>
        </p:nvSpPr>
        <p:spPr bwMode="auto">
          <a:xfrm>
            <a:off x="2499519" y="5413058"/>
            <a:ext cx="4802187" cy="646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en-US" dirty="0"/>
              <a:t>Extract, transform, load (ETL)</a:t>
            </a:r>
          </a:p>
          <a:p>
            <a:r>
              <a:rPr lang="en-US" dirty="0"/>
              <a:t>Extract, load, transform (E-LT) 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Purpose of Database System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96143" y="840423"/>
            <a:ext cx="7580313" cy="609601"/>
          </a:xfrm>
        </p:spPr>
        <p:txBody>
          <a:bodyPr/>
          <a:lstStyle/>
          <a:p>
            <a:r>
              <a:rPr lang="en-US" dirty="0"/>
              <a:t>Office Records ort File Systems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42AEBE9-B797-4C34-ADB8-D0E81CF41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63077"/>
            <a:ext cx="9144000" cy="5047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6989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Why Database Design is Important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3200"/>
              <a:t>Defines the database’s expected use</a:t>
            </a:r>
          </a:p>
          <a:p>
            <a:r>
              <a:rPr lang="en-US" sz="3200"/>
              <a:t>Different approach needed for different types of databases</a:t>
            </a:r>
          </a:p>
          <a:p>
            <a:r>
              <a:rPr lang="en-US" sz="3200"/>
              <a:t>Avoid redundant data</a:t>
            </a:r>
          </a:p>
          <a:p>
            <a:r>
              <a:rPr lang="en-US" sz="3200"/>
              <a:t>Poorly designed database generates errors </a:t>
            </a:r>
            <a:r>
              <a:rPr lang="en-US" sz="3200">
                <a:sym typeface="Wingdings" pitchFamily="2" charset="2"/>
              </a:rPr>
              <a:t> leads to </a:t>
            </a:r>
            <a:r>
              <a:rPr lang="en-US" sz="3200"/>
              <a:t>bad decisions </a:t>
            </a:r>
            <a:r>
              <a:rPr lang="en-US" sz="3200">
                <a:sym typeface="Wingdings" pitchFamily="2" charset="2"/>
              </a:rPr>
              <a:t> </a:t>
            </a:r>
            <a:r>
              <a:rPr lang="en-US" sz="3200"/>
              <a:t>can lead to failure of organization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Purpose of Database System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7700" y="2090103"/>
            <a:ext cx="7580313" cy="1537017"/>
          </a:xfrm>
        </p:spPr>
        <p:txBody>
          <a:bodyPr/>
          <a:lstStyle/>
          <a:p>
            <a:endParaRPr lang="en-US" dirty="0"/>
          </a:p>
          <a:p>
            <a:r>
              <a:rPr lang="en-US" dirty="0"/>
              <a:t>In the early days, database applications were built on top of file systems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BMS_Template">
  <a:themeElements>
    <a:clrScheme name="">
      <a:dk1>
        <a:srgbClr val="000000"/>
      </a:dk1>
      <a:lt1>
        <a:srgbClr val="CCECFF"/>
      </a:lt1>
      <a:dk2>
        <a:srgbClr val="CC3300"/>
      </a:dk2>
      <a:lt2>
        <a:srgbClr val="666699"/>
      </a:lt2>
      <a:accent1>
        <a:srgbClr val="FFCCCC"/>
      </a:accent1>
      <a:accent2>
        <a:srgbClr val="CCCC00"/>
      </a:accent2>
      <a:accent3>
        <a:srgbClr val="E2F4FF"/>
      </a:accent3>
      <a:accent4>
        <a:srgbClr val="000000"/>
      </a:accent4>
      <a:accent5>
        <a:srgbClr val="FFE2E2"/>
      </a:accent5>
      <a:accent6>
        <a:srgbClr val="B9B900"/>
      </a:accent6>
      <a:hlink>
        <a:srgbClr val="FF9900"/>
      </a:hlink>
      <a:folHlink>
        <a:srgbClr val="FF9933"/>
      </a:folHlink>
    </a:clrScheme>
    <a:fontScheme name="DBMS_Templat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Helvetica" pitchFamily="34" charset="0"/>
          </a:defRPr>
        </a:defPPr>
      </a:lstStyle>
    </a:lnDef>
  </a:objectDefaults>
  <a:extraClrSchemeLst>
    <a:extraClrScheme>
      <a:clrScheme name="DBMS_Template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MS_Template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BMS_Template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Custom 25">
      <a:dk1>
        <a:sysClr val="windowText" lastClr="000000"/>
      </a:dk1>
      <a:lt1>
        <a:sysClr val="window" lastClr="FFFFFF"/>
      </a:lt1>
      <a:dk2>
        <a:srgbClr val="FFCD00"/>
      </a:dk2>
      <a:lt2>
        <a:srgbClr val="00AEDE"/>
      </a:lt2>
      <a:accent1>
        <a:srgbClr val="002E62"/>
      </a:accent1>
      <a:accent2>
        <a:srgbClr val="004CB9"/>
      </a:accent2>
      <a:accent3>
        <a:srgbClr val="FF9D00"/>
      </a:accent3>
      <a:accent4>
        <a:srgbClr val="57A773"/>
      </a:accent4>
      <a:accent5>
        <a:srgbClr val="D11149"/>
      </a:accent5>
      <a:accent6>
        <a:srgbClr val="00111F"/>
      </a:accent6>
      <a:hlink>
        <a:srgbClr val="FFFFFF"/>
      </a:hlink>
      <a:folHlink>
        <a:srgbClr val="FFFFFF"/>
      </a:folHlink>
    </a:clrScheme>
    <a:fontScheme name="Custom 22">
      <a:majorFont>
        <a:latin typeface="Verdana"/>
        <a:ea typeface=""/>
        <a:cs typeface=""/>
      </a:majorFont>
      <a:minorFont>
        <a:latin typeface="Lucida Grand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 w="12700" cap="flat">
          <a:noFill/>
          <a:prstDash val="solid"/>
          <a:miter/>
        </a:ln>
      </a:spPr>
      <a:bodyPr rtlCol="0" anchor="ctr"/>
      <a:lstStyle>
        <a:defPPr algn="l">
          <a:defRPr dirty="0"/>
        </a:defPPr>
      </a:lstStyle>
    </a:spDef>
  </a:objectDefaults>
  <a:extraClrSchemeLst/>
  <a:extLst>
    <a:ext uri="{05A4C25C-085E-4340-85A3-A5531E510DB2}">
      <thm15:themeFamily xmlns:thm15="http://schemas.microsoft.com/office/thememl/2012/main" name="NBPL_GeneralDesign02_MO - v4" id="{6FF23145-4007-4574-94C2-B80E45F46FD9}" vid="{0FB396FC-CF2E-452A-9B17-DA6C73B1359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C:\Documents and Settings\shamim\Application Data\Microsoft\Templates\DBMS_Template.pot</Template>
  <TotalTime>7268</TotalTime>
  <Words>533</Words>
  <Application>Microsoft Office PowerPoint</Application>
  <PresentationFormat>On-screen Show (4:3)</PresentationFormat>
  <Paragraphs>100</Paragraphs>
  <Slides>21</Slides>
  <Notes>15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1" baseType="lpstr">
      <vt:lpstr>Arial</vt:lpstr>
      <vt:lpstr>Helvetica</vt:lpstr>
      <vt:lpstr>Lucida Grande</vt:lpstr>
      <vt:lpstr>Monotype Sorts</vt:lpstr>
      <vt:lpstr>Times New Roman</vt:lpstr>
      <vt:lpstr>Verdana</vt:lpstr>
      <vt:lpstr>Wingdings</vt:lpstr>
      <vt:lpstr>DBMS_Template</vt:lpstr>
      <vt:lpstr>Office Theme</vt:lpstr>
      <vt:lpstr>Clip</vt:lpstr>
      <vt:lpstr>Database Management Systems</vt:lpstr>
      <vt:lpstr> Introduction</vt:lpstr>
      <vt:lpstr>Data vs. Information</vt:lpstr>
      <vt:lpstr>Transforming Raw Data into Information</vt:lpstr>
      <vt:lpstr>Transforming Raw Data into Information (continued)</vt:lpstr>
      <vt:lpstr>Transforming Raw Data into Information (continued)</vt:lpstr>
      <vt:lpstr>Transforming Raw Data into Information (continued)</vt:lpstr>
      <vt:lpstr>Introducing the Database  and the DBMS</vt:lpstr>
      <vt:lpstr>Introducing the Database and the DBMS (continued)</vt:lpstr>
      <vt:lpstr>Role and Advantages of the DBMS (continued)</vt:lpstr>
      <vt:lpstr>Database Management System (DBMS)</vt:lpstr>
      <vt:lpstr>Role and Advantages of the DBMS (continued)</vt:lpstr>
      <vt:lpstr>Role and Advantages of the DBMS (continued)</vt:lpstr>
      <vt:lpstr>Types of Databases</vt:lpstr>
      <vt:lpstr>Types of Databases (continued)</vt:lpstr>
      <vt:lpstr>Types of Databases (continued)</vt:lpstr>
      <vt:lpstr>Types of Databases (continued)</vt:lpstr>
      <vt:lpstr>PowerPoint Presentation</vt:lpstr>
      <vt:lpstr>Purpose of Database System</vt:lpstr>
      <vt:lpstr>Why Database Design is Important</vt:lpstr>
      <vt:lpstr>Purpose of Database System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1:  Introduction</dc:title>
  <dc:creator>Marilyn Turnamian</dc:creator>
  <cp:lastModifiedBy>CSE Head</cp:lastModifiedBy>
  <cp:revision>132</cp:revision>
  <cp:lastPrinted>2001-02-09T15:35:27Z</cp:lastPrinted>
  <dcterms:created xsi:type="dcterms:W3CDTF">1999-11-04T20:50:09Z</dcterms:created>
  <dcterms:modified xsi:type="dcterms:W3CDTF">2025-07-27T03:06:35Z</dcterms:modified>
</cp:coreProperties>
</file>