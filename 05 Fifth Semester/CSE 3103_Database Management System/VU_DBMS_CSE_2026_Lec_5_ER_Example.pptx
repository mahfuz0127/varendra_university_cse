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98" r:id="rId2"/>
  </p:sldMasterIdLst>
  <p:notesMasterIdLst>
    <p:notesMasterId r:id="rId37"/>
  </p:notesMasterIdLst>
  <p:handoutMasterIdLst>
    <p:handoutMasterId r:id="rId38"/>
  </p:handoutMasterIdLst>
  <p:sldIdLst>
    <p:sldId id="476" r:id="rId3"/>
    <p:sldId id="477" r:id="rId4"/>
    <p:sldId id="265" r:id="rId5"/>
    <p:sldId id="266" r:id="rId6"/>
    <p:sldId id="267" r:id="rId7"/>
    <p:sldId id="269" r:id="rId8"/>
    <p:sldId id="501" r:id="rId9"/>
    <p:sldId id="503"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500" r:id="rId25"/>
    <p:sldId id="479" r:id="rId26"/>
    <p:sldId id="480" r:id="rId27"/>
    <p:sldId id="481" r:id="rId28"/>
    <p:sldId id="482" r:id="rId29"/>
    <p:sldId id="483" r:id="rId30"/>
    <p:sldId id="484" r:id="rId31"/>
    <p:sldId id="497" r:id="rId32"/>
    <p:sldId id="499" r:id="rId33"/>
    <p:sldId id="486" r:id="rId34"/>
    <p:sldId id="487" r:id="rId35"/>
    <p:sldId id="488" r:id="rId36"/>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Arial" pitchFamily="34" charset="0"/>
      </a:defRPr>
    </a:lvl1pPr>
    <a:lvl2pPr marL="457200" algn="l" rtl="0" fontAlgn="base">
      <a:spcBef>
        <a:spcPct val="0"/>
      </a:spcBef>
      <a:spcAft>
        <a:spcPct val="0"/>
      </a:spcAft>
      <a:defRPr sz="2400" kern="1200">
        <a:solidFill>
          <a:schemeClr val="tx1"/>
        </a:solidFill>
        <a:latin typeface="Tahoma" pitchFamily="34" charset="0"/>
        <a:ea typeface="+mn-ea"/>
        <a:cs typeface="Arial" pitchFamily="34" charset="0"/>
      </a:defRPr>
    </a:lvl2pPr>
    <a:lvl3pPr marL="914400" algn="l" rtl="0" fontAlgn="base">
      <a:spcBef>
        <a:spcPct val="0"/>
      </a:spcBef>
      <a:spcAft>
        <a:spcPct val="0"/>
      </a:spcAft>
      <a:defRPr sz="2400" kern="1200">
        <a:solidFill>
          <a:schemeClr val="tx1"/>
        </a:solidFill>
        <a:latin typeface="Tahoma" pitchFamily="34" charset="0"/>
        <a:ea typeface="+mn-ea"/>
        <a:cs typeface="Arial" pitchFamily="34" charset="0"/>
      </a:defRPr>
    </a:lvl3pPr>
    <a:lvl4pPr marL="1371600" algn="l" rtl="0" fontAlgn="base">
      <a:spcBef>
        <a:spcPct val="0"/>
      </a:spcBef>
      <a:spcAft>
        <a:spcPct val="0"/>
      </a:spcAft>
      <a:defRPr sz="2400" kern="1200">
        <a:solidFill>
          <a:schemeClr val="tx1"/>
        </a:solidFill>
        <a:latin typeface="Tahoma" pitchFamily="34" charset="0"/>
        <a:ea typeface="+mn-ea"/>
        <a:cs typeface="Arial" pitchFamily="34" charset="0"/>
      </a:defRPr>
    </a:lvl4pPr>
    <a:lvl5pPr marL="1828800" algn="l" rtl="0" fontAlgn="base">
      <a:spcBef>
        <a:spcPct val="0"/>
      </a:spcBef>
      <a:spcAft>
        <a:spcPct val="0"/>
      </a:spcAft>
      <a:defRPr sz="2400" kern="1200">
        <a:solidFill>
          <a:schemeClr val="tx1"/>
        </a:solidFill>
        <a:latin typeface="Tahoma" pitchFamily="34" charset="0"/>
        <a:ea typeface="+mn-ea"/>
        <a:cs typeface="Arial" pitchFamily="34" charset="0"/>
      </a:defRPr>
    </a:lvl5pPr>
    <a:lvl6pPr marL="2286000" algn="l" defTabSz="914400" rtl="0" eaLnBrk="1" latinLnBrk="0" hangingPunct="1">
      <a:defRPr sz="2400" kern="1200">
        <a:solidFill>
          <a:schemeClr val="tx1"/>
        </a:solidFill>
        <a:latin typeface="Tahoma" pitchFamily="34" charset="0"/>
        <a:ea typeface="+mn-ea"/>
        <a:cs typeface="Arial" pitchFamily="34" charset="0"/>
      </a:defRPr>
    </a:lvl6pPr>
    <a:lvl7pPr marL="2743200" algn="l" defTabSz="914400" rtl="0" eaLnBrk="1" latinLnBrk="0" hangingPunct="1">
      <a:defRPr sz="2400" kern="1200">
        <a:solidFill>
          <a:schemeClr val="tx1"/>
        </a:solidFill>
        <a:latin typeface="Tahoma" pitchFamily="34" charset="0"/>
        <a:ea typeface="+mn-ea"/>
        <a:cs typeface="Arial" pitchFamily="34" charset="0"/>
      </a:defRPr>
    </a:lvl7pPr>
    <a:lvl8pPr marL="3200400" algn="l" defTabSz="914400" rtl="0" eaLnBrk="1" latinLnBrk="0" hangingPunct="1">
      <a:defRPr sz="2400" kern="1200">
        <a:solidFill>
          <a:schemeClr val="tx1"/>
        </a:solidFill>
        <a:latin typeface="Tahoma" pitchFamily="34" charset="0"/>
        <a:ea typeface="+mn-ea"/>
        <a:cs typeface="Arial" pitchFamily="34" charset="0"/>
      </a:defRPr>
    </a:lvl8pPr>
    <a:lvl9pPr marL="3657600" algn="l" defTabSz="914400" rtl="0" eaLnBrk="1" latinLnBrk="0" hangingPunct="1">
      <a:defRPr sz="2400" kern="1200">
        <a:solidFill>
          <a:schemeClr val="tx1"/>
        </a:solidFill>
        <a:latin typeface="Tahoma"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43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9CC"/>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617" autoAdjust="0"/>
  </p:normalViewPr>
  <p:slideViewPr>
    <p:cSldViewPr>
      <p:cViewPr>
        <p:scale>
          <a:sx n="100" d="100"/>
          <a:sy n="100" d="100"/>
        </p:scale>
        <p:origin x="432" y="-216"/>
      </p:cViewPr>
      <p:guideLst>
        <p:guide orient="horz" pos="2160"/>
        <p:guide pos="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1698" y="-4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cs typeface="Arial" charset="0"/>
              </a:defRPr>
            </a:lvl1pPr>
          </a:lstStyle>
          <a:p>
            <a:pPr>
              <a:defRPr/>
            </a:pPr>
            <a:endParaRPr lang="en-US"/>
          </a:p>
        </p:txBody>
      </p:sp>
      <p:sp>
        <p:nvSpPr>
          <p:cNvPr id="2048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cs typeface="Arial" charset="0"/>
              </a:defRPr>
            </a:lvl1pPr>
          </a:lstStyle>
          <a:p>
            <a:pPr>
              <a:defRPr/>
            </a:pPr>
            <a:endParaRPr lang="en-US"/>
          </a:p>
        </p:txBody>
      </p:sp>
      <p:sp>
        <p:nvSpPr>
          <p:cNvPr id="2048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cs typeface="Arial" charset="0"/>
              </a:defRPr>
            </a:lvl1pPr>
          </a:lstStyle>
          <a:p>
            <a:pPr>
              <a:defRPr/>
            </a:pPr>
            <a:endParaRPr lang="en-US"/>
          </a:p>
        </p:txBody>
      </p:sp>
      <p:sp>
        <p:nvSpPr>
          <p:cNvPr id="2048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cs typeface="Arial" charset="0"/>
              </a:defRPr>
            </a:lvl1pPr>
          </a:lstStyle>
          <a:p>
            <a:pPr>
              <a:defRPr/>
            </a:pPr>
            <a:fld id="{CB1A079A-30B4-418A-A724-DCA50ECE761D}" type="slidenum">
              <a:rPr lang="en-US"/>
              <a:pPr>
                <a:defRPr/>
              </a:pPr>
              <a:t>‹#›</a:t>
            </a:fld>
            <a:endParaRPr lang="en-US"/>
          </a:p>
        </p:txBody>
      </p:sp>
    </p:spTree>
    <p:extLst>
      <p:ext uri="{BB962C8B-B14F-4D97-AF65-F5344CB8AC3E}">
        <p14:creationId xmlns:p14="http://schemas.microsoft.com/office/powerpoint/2010/main" val="7243545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cs typeface="Arial" charset="0"/>
              </a:defRPr>
            </a:lvl1pPr>
          </a:lstStyle>
          <a:p>
            <a:pPr>
              <a:defRPr/>
            </a:pPr>
            <a:endParaRPr lang="en-US"/>
          </a:p>
        </p:txBody>
      </p:sp>
      <p:sp>
        <p:nvSpPr>
          <p:cNvPr id="21507" name="Rectangle 1027"/>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1028"/>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3" name="Rectangle 1029"/>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cs typeface="Arial" charset="0"/>
              </a:defRPr>
            </a:lvl1pPr>
          </a:lstStyle>
          <a:p>
            <a:pPr>
              <a:defRPr/>
            </a:pPr>
            <a:endParaRPr lang="en-US"/>
          </a:p>
        </p:txBody>
      </p:sp>
      <p:sp>
        <p:nvSpPr>
          <p:cNvPr id="2054" name="Rectangle 1030"/>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cs typeface="Arial" charset="0"/>
              </a:defRPr>
            </a:lvl1pPr>
          </a:lstStyle>
          <a:p>
            <a:pPr>
              <a:defRPr/>
            </a:pPr>
            <a:endParaRPr lang="en-US"/>
          </a:p>
        </p:txBody>
      </p:sp>
      <p:sp>
        <p:nvSpPr>
          <p:cNvPr id="2055" name="Rectangle 1031"/>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cs typeface="Arial" charset="0"/>
              </a:defRPr>
            </a:lvl1pPr>
          </a:lstStyle>
          <a:p>
            <a:pPr>
              <a:defRPr/>
            </a:pPr>
            <a:fld id="{9125F8DB-C135-4E04-9696-BEA915DA98FD}" type="slidenum">
              <a:rPr lang="en-US"/>
              <a:pPr>
                <a:defRPr/>
              </a:pPr>
              <a:t>‹#›</a:t>
            </a:fld>
            <a:endParaRPr lang="en-US"/>
          </a:p>
        </p:txBody>
      </p:sp>
    </p:spTree>
    <p:extLst>
      <p:ext uri="{BB962C8B-B14F-4D97-AF65-F5344CB8AC3E}">
        <p14:creationId xmlns:p14="http://schemas.microsoft.com/office/powerpoint/2010/main" val="20910745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25F8DB-C135-4E04-9696-BEA915DA98FD}" type="slidenum">
              <a:rPr lang="en-US" smtClean="0"/>
              <a:pPr>
                <a:defRPr/>
              </a:pPr>
              <a:t>17</a:t>
            </a:fld>
            <a:endParaRPr lang="en-US"/>
          </a:p>
        </p:txBody>
      </p:sp>
    </p:spTree>
    <p:extLst>
      <p:ext uri="{BB962C8B-B14F-4D97-AF65-F5344CB8AC3E}">
        <p14:creationId xmlns:p14="http://schemas.microsoft.com/office/powerpoint/2010/main" val="106667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95244"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9524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2B1D903E-D146-45C1-97DF-49F24725D1FD}" type="slidenum">
              <a:rPr lang="en-US"/>
              <a:pPr>
                <a:defRPr/>
              </a:pPr>
              <a:t>‹#›</a:t>
            </a:fld>
            <a:endParaRPr lang="en-US"/>
          </a:p>
        </p:txBody>
      </p:sp>
    </p:spTree>
    <p:extLst>
      <p:ext uri="{BB962C8B-B14F-4D97-AF65-F5344CB8AC3E}">
        <p14:creationId xmlns:p14="http://schemas.microsoft.com/office/powerpoint/2010/main" val="2278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BD26967B-06E9-4FC7-9F66-FF8DAC52B0B0}" type="slidenum">
              <a:rPr lang="en-US"/>
              <a:pPr>
                <a:defRPr/>
              </a:pPr>
              <a:t>‹#›</a:t>
            </a:fld>
            <a:endParaRPr lang="en-US"/>
          </a:p>
        </p:txBody>
      </p:sp>
    </p:spTree>
    <p:extLst>
      <p:ext uri="{BB962C8B-B14F-4D97-AF65-F5344CB8AC3E}">
        <p14:creationId xmlns:p14="http://schemas.microsoft.com/office/powerpoint/2010/main" val="3741696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FC733786-B941-41B7-B4BF-8305B1E6D6FC}" type="slidenum">
              <a:rPr lang="en-US"/>
              <a:pPr>
                <a:defRPr/>
              </a:pPr>
              <a:t>‹#›</a:t>
            </a:fld>
            <a:endParaRPr lang="en-US"/>
          </a:p>
        </p:txBody>
      </p:sp>
    </p:spTree>
    <p:extLst>
      <p:ext uri="{BB962C8B-B14F-4D97-AF65-F5344CB8AC3E}">
        <p14:creationId xmlns:p14="http://schemas.microsoft.com/office/powerpoint/2010/main" val="3649390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F6A1A395-3F9A-4AB0-9282-8B8B76DD9446}" type="slidenum">
              <a:rPr lang="en-US"/>
              <a:pPr>
                <a:defRPr/>
              </a:pPr>
              <a:t>‹#›</a:t>
            </a:fld>
            <a:endParaRPr lang="en-US"/>
          </a:p>
        </p:txBody>
      </p:sp>
    </p:spTree>
    <p:extLst>
      <p:ext uri="{BB962C8B-B14F-4D97-AF65-F5344CB8AC3E}">
        <p14:creationId xmlns:p14="http://schemas.microsoft.com/office/powerpoint/2010/main" val="4024514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pPr>
              <a:defRPr/>
            </a:pPr>
            <a:fld id="{7F3CC555-0228-44E9-B904-EB24DCEC3955}" type="slidenum">
              <a:rPr lang="en-US"/>
              <a:pPr>
                <a:defRPr/>
              </a:pPr>
              <a:t>‹#›</a:t>
            </a:fld>
            <a:endParaRPr lang="en-US"/>
          </a:p>
        </p:txBody>
      </p:sp>
    </p:spTree>
    <p:extLst>
      <p:ext uri="{BB962C8B-B14F-4D97-AF65-F5344CB8AC3E}">
        <p14:creationId xmlns:p14="http://schemas.microsoft.com/office/powerpoint/2010/main" val="37282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pPr>
              <a:defRPr/>
            </a:pPr>
            <a:fld id="{259F7673-2680-423D-AFED-25459113F54C}" type="slidenum">
              <a:rPr lang="en-US"/>
              <a:pPr>
                <a:defRPr/>
              </a:pPr>
              <a:t>‹#›</a:t>
            </a:fld>
            <a:endParaRPr lang="en-US"/>
          </a:p>
        </p:txBody>
      </p:sp>
    </p:spTree>
    <p:extLst>
      <p:ext uri="{BB962C8B-B14F-4D97-AF65-F5344CB8AC3E}">
        <p14:creationId xmlns:p14="http://schemas.microsoft.com/office/powerpoint/2010/main" val="1572838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pPr>
              <a:defRPr/>
            </a:pPr>
            <a:fld id="{CE7EA80E-D72C-47E1-B62A-CE194D6C3BEC}" type="slidenum">
              <a:rPr lang="en-US"/>
              <a:pPr>
                <a:defRPr/>
              </a:pPr>
              <a:t>‹#›</a:t>
            </a:fld>
            <a:endParaRPr lang="en-US"/>
          </a:p>
        </p:txBody>
      </p:sp>
    </p:spTree>
    <p:extLst>
      <p:ext uri="{BB962C8B-B14F-4D97-AF65-F5344CB8AC3E}">
        <p14:creationId xmlns:p14="http://schemas.microsoft.com/office/powerpoint/2010/main" val="3632519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F066953F-A987-4F99-9D46-06C6A18E7E1A}" type="slidenum">
              <a:rPr lang="en-US"/>
              <a:pPr>
                <a:defRPr/>
              </a:pPr>
              <a:t>‹#›</a:t>
            </a:fld>
            <a:endParaRPr lang="en-US"/>
          </a:p>
        </p:txBody>
      </p:sp>
    </p:spTree>
    <p:extLst>
      <p:ext uri="{BB962C8B-B14F-4D97-AF65-F5344CB8AC3E}">
        <p14:creationId xmlns:p14="http://schemas.microsoft.com/office/powerpoint/2010/main" val="1063412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CF080F2E-A69F-4EEC-9B87-E5E297EC9495}" type="slidenum">
              <a:rPr lang="en-US"/>
              <a:pPr>
                <a:defRPr/>
              </a:pPr>
              <a:t>‹#›</a:t>
            </a:fld>
            <a:endParaRPr lang="en-US"/>
          </a:p>
        </p:txBody>
      </p:sp>
    </p:spTree>
    <p:extLst>
      <p:ext uri="{BB962C8B-B14F-4D97-AF65-F5344CB8AC3E}">
        <p14:creationId xmlns:p14="http://schemas.microsoft.com/office/powerpoint/2010/main" val="154443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97336DE8-60E9-4125-9284-71B275D96E47}" type="slidenum">
              <a:rPr lang="en-US"/>
              <a:pPr>
                <a:defRPr/>
              </a:pPr>
              <a:t>‹#›</a:t>
            </a:fld>
            <a:endParaRPr lang="en-US"/>
          </a:p>
        </p:txBody>
      </p:sp>
    </p:spTree>
    <p:extLst>
      <p:ext uri="{BB962C8B-B14F-4D97-AF65-F5344CB8AC3E}">
        <p14:creationId xmlns:p14="http://schemas.microsoft.com/office/powerpoint/2010/main" val="2155702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2370CFE6-02CA-4D2C-8BD9-A52607180B38}" type="slidenum">
              <a:rPr lang="en-US"/>
              <a:pPr>
                <a:defRPr/>
              </a:pPr>
              <a:t>‹#›</a:t>
            </a:fld>
            <a:endParaRPr lang="en-US"/>
          </a:p>
        </p:txBody>
      </p:sp>
    </p:spTree>
    <p:extLst>
      <p:ext uri="{BB962C8B-B14F-4D97-AF65-F5344CB8AC3E}">
        <p14:creationId xmlns:p14="http://schemas.microsoft.com/office/powerpoint/2010/main" val="3055781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5230445E-A660-448A-B4DC-782AD0E5DA6F}"/>
              </a:ext>
            </a:extLst>
          </p:cNvPr>
          <p:cNvSpPr>
            <a:spLocks noGrp="1"/>
          </p:cNvSpPr>
          <p:nvPr>
            <p:ph type="pic" sz="quarter" idx="22"/>
          </p:nvPr>
        </p:nvSpPr>
        <p:spPr>
          <a:xfrm>
            <a:off x="2274893" y="0"/>
            <a:ext cx="6866726" cy="6858000"/>
          </a:xfrm>
          <a:custGeom>
            <a:avLst/>
            <a:gdLst>
              <a:gd name="connsiteX0" fmla="*/ 6450330 w 8969375"/>
              <a:gd name="connsiteY0" fmla="*/ 3511550 h 6858000"/>
              <a:gd name="connsiteX1" fmla="*/ 8969375 w 8969375"/>
              <a:gd name="connsiteY1" fmla="*/ 3511550 h 6858000"/>
              <a:gd name="connsiteX2" fmla="*/ 8969375 w 8969375"/>
              <a:gd name="connsiteY2" fmla="*/ 6858000 h 6858000"/>
              <a:gd name="connsiteX3" fmla="*/ 5010150 w 8969375"/>
              <a:gd name="connsiteY3" fmla="*/ 6858000 h 6858000"/>
              <a:gd name="connsiteX4" fmla="*/ 1915160 w 8969375"/>
              <a:gd name="connsiteY4" fmla="*/ 3511550 h 6858000"/>
              <a:gd name="connsiteX5" fmla="*/ 3404870 w 8969375"/>
              <a:gd name="connsiteY5" fmla="*/ 3511550 h 6858000"/>
              <a:gd name="connsiteX6" fmla="*/ 1964690 w 8969375"/>
              <a:gd name="connsiteY6" fmla="*/ 6858000 h 6858000"/>
              <a:gd name="connsiteX7" fmla="*/ 474980 w 8969375"/>
              <a:gd name="connsiteY7" fmla="*/ 6858000 h 6858000"/>
              <a:gd name="connsiteX8" fmla="*/ 7961630 w 8969375"/>
              <a:gd name="connsiteY8" fmla="*/ 0 h 6858000"/>
              <a:gd name="connsiteX9" fmla="*/ 8969375 w 8969375"/>
              <a:gd name="connsiteY9" fmla="*/ 0 h 6858000"/>
              <a:gd name="connsiteX10" fmla="*/ 8969375 w 8969375"/>
              <a:gd name="connsiteY10" fmla="*/ 3346450 h 6858000"/>
              <a:gd name="connsiteX11" fmla="*/ 6521450 w 8969375"/>
              <a:gd name="connsiteY11" fmla="*/ 3346450 h 6858000"/>
              <a:gd name="connsiteX12" fmla="*/ 5163820 w 8969375"/>
              <a:gd name="connsiteY12" fmla="*/ 0 h 6858000"/>
              <a:gd name="connsiteX13" fmla="*/ 7726680 w 8969375"/>
              <a:gd name="connsiteY13" fmla="*/ 0 h 6858000"/>
              <a:gd name="connsiteX14" fmla="*/ 4775200 w 8969375"/>
              <a:gd name="connsiteY14" fmla="*/ 6858000 h 6858000"/>
              <a:gd name="connsiteX15" fmla="*/ 2213610 w 8969375"/>
              <a:gd name="connsiteY15" fmla="*/ 6858000 h 6858000"/>
              <a:gd name="connsiteX16" fmla="*/ 3426460 w 8969375"/>
              <a:gd name="connsiteY16" fmla="*/ 0 h 6858000"/>
              <a:gd name="connsiteX17" fmla="*/ 4916170 w 8969375"/>
              <a:gd name="connsiteY17" fmla="*/ 0 h 6858000"/>
              <a:gd name="connsiteX18" fmla="*/ 3475990 w 8969375"/>
              <a:gd name="connsiteY18" fmla="*/ 3346450 h 6858000"/>
              <a:gd name="connsiteX19" fmla="*/ 1986280 w 8969375"/>
              <a:gd name="connsiteY19" fmla="*/ 3346450 h 6858000"/>
              <a:gd name="connsiteX20" fmla="*/ 0 w 8969375"/>
              <a:gd name="connsiteY20" fmla="*/ 0 h 6858000"/>
              <a:gd name="connsiteX21" fmla="*/ 3195320 w 8969375"/>
              <a:gd name="connsiteY21" fmla="*/ 0 h 6858000"/>
              <a:gd name="connsiteX22" fmla="*/ 243840 w 8969375"/>
              <a:gd name="connsiteY22" fmla="*/ 6858000 h 6858000"/>
              <a:gd name="connsiteX23" fmla="*/ 0 w 8969375"/>
              <a:gd name="connsiteY23" fmla="*/ 6858000 h 6858000"/>
              <a:gd name="connsiteX0" fmla="*/ 6604567 w 9123612"/>
              <a:gd name="connsiteY0" fmla="*/ 3511550 h 6858000"/>
              <a:gd name="connsiteX1" fmla="*/ 9123612 w 9123612"/>
              <a:gd name="connsiteY1" fmla="*/ 3511550 h 6858000"/>
              <a:gd name="connsiteX2" fmla="*/ 9123612 w 9123612"/>
              <a:gd name="connsiteY2" fmla="*/ 6858000 h 6858000"/>
              <a:gd name="connsiteX3" fmla="*/ 5164387 w 9123612"/>
              <a:gd name="connsiteY3" fmla="*/ 6858000 h 6858000"/>
              <a:gd name="connsiteX4" fmla="*/ 6604567 w 9123612"/>
              <a:gd name="connsiteY4" fmla="*/ 3511550 h 6858000"/>
              <a:gd name="connsiteX5" fmla="*/ 2069397 w 9123612"/>
              <a:gd name="connsiteY5" fmla="*/ 3511550 h 6858000"/>
              <a:gd name="connsiteX6" fmla="*/ 3559107 w 9123612"/>
              <a:gd name="connsiteY6" fmla="*/ 3511550 h 6858000"/>
              <a:gd name="connsiteX7" fmla="*/ 2118927 w 9123612"/>
              <a:gd name="connsiteY7" fmla="*/ 6858000 h 6858000"/>
              <a:gd name="connsiteX8" fmla="*/ 629217 w 9123612"/>
              <a:gd name="connsiteY8" fmla="*/ 6858000 h 6858000"/>
              <a:gd name="connsiteX9" fmla="*/ 2069397 w 9123612"/>
              <a:gd name="connsiteY9" fmla="*/ 3511550 h 6858000"/>
              <a:gd name="connsiteX10" fmla="*/ 8115867 w 9123612"/>
              <a:gd name="connsiteY10" fmla="*/ 0 h 6858000"/>
              <a:gd name="connsiteX11" fmla="*/ 9123612 w 9123612"/>
              <a:gd name="connsiteY11" fmla="*/ 0 h 6858000"/>
              <a:gd name="connsiteX12" fmla="*/ 9123612 w 9123612"/>
              <a:gd name="connsiteY12" fmla="*/ 3346450 h 6858000"/>
              <a:gd name="connsiteX13" fmla="*/ 6675687 w 9123612"/>
              <a:gd name="connsiteY13" fmla="*/ 3346450 h 6858000"/>
              <a:gd name="connsiteX14" fmla="*/ 8115867 w 9123612"/>
              <a:gd name="connsiteY14" fmla="*/ 0 h 6858000"/>
              <a:gd name="connsiteX15" fmla="*/ 5318057 w 9123612"/>
              <a:gd name="connsiteY15" fmla="*/ 0 h 6858000"/>
              <a:gd name="connsiteX16" fmla="*/ 7880917 w 9123612"/>
              <a:gd name="connsiteY16" fmla="*/ 0 h 6858000"/>
              <a:gd name="connsiteX17" fmla="*/ 4929437 w 9123612"/>
              <a:gd name="connsiteY17" fmla="*/ 6858000 h 6858000"/>
              <a:gd name="connsiteX18" fmla="*/ 2367847 w 9123612"/>
              <a:gd name="connsiteY18" fmla="*/ 6858000 h 6858000"/>
              <a:gd name="connsiteX19" fmla="*/ 5318057 w 9123612"/>
              <a:gd name="connsiteY19" fmla="*/ 0 h 6858000"/>
              <a:gd name="connsiteX20" fmla="*/ 3580697 w 9123612"/>
              <a:gd name="connsiteY20" fmla="*/ 0 h 6858000"/>
              <a:gd name="connsiteX21" fmla="*/ 5070407 w 9123612"/>
              <a:gd name="connsiteY21" fmla="*/ 0 h 6858000"/>
              <a:gd name="connsiteX22" fmla="*/ 3630227 w 9123612"/>
              <a:gd name="connsiteY22" fmla="*/ 3346450 h 6858000"/>
              <a:gd name="connsiteX23" fmla="*/ 2140517 w 9123612"/>
              <a:gd name="connsiteY23" fmla="*/ 3346450 h 6858000"/>
              <a:gd name="connsiteX24" fmla="*/ 3580697 w 9123612"/>
              <a:gd name="connsiteY24" fmla="*/ 0 h 6858000"/>
              <a:gd name="connsiteX25" fmla="*/ 154237 w 9123612"/>
              <a:gd name="connsiteY25" fmla="*/ 0 h 6858000"/>
              <a:gd name="connsiteX26" fmla="*/ 3349557 w 9123612"/>
              <a:gd name="connsiteY26" fmla="*/ 0 h 6858000"/>
              <a:gd name="connsiteX27" fmla="*/ 398077 w 9123612"/>
              <a:gd name="connsiteY27" fmla="*/ 6858000 h 6858000"/>
              <a:gd name="connsiteX28" fmla="*/ 0 w 9123612"/>
              <a:gd name="connsiteY28" fmla="*/ 6858000 h 6858000"/>
              <a:gd name="connsiteX29" fmla="*/ 154237 w 9123612"/>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18625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18625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054197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054197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155634" h="6858000">
                <a:moveTo>
                  <a:pt x="6636589" y="3511550"/>
                </a:moveTo>
                <a:lnTo>
                  <a:pt x="9155634" y="3511550"/>
                </a:lnTo>
                <a:lnTo>
                  <a:pt x="9155634" y="6858000"/>
                </a:lnTo>
                <a:lnTo>
                  <a:pt x="5196409" y="6858000"/>
                </a:lnTo>
                <a:lnTo>
                  <a:pt x="6636589" y="3511550"/>
                </a:lnTo>
                <a:close/>
                <a:moveTo>
                  <a:pt x="2101419" y="3511550"/>
                </a:moveTo>
                <a:lnTo>
                  <a:pt x="3591129" y="3511550"/>
                </a:lnTo>
                <a:lnTo>
                  <a:pt x="2150949" y="6858000"/>
                </a:lnTo>
                <a:lnTo>
                  <a:pt x="661239" y="6858000"/>
                </a:lnTo>
                <a:lnTo>
                  <a:pt x="2101419" y="3511550"/>
                </a:lnTo>
                <a:close/>
                <a:moveTo>
                  <a:pt x="8147889" y="0"/>
                </a:moveTo>
                <a:lnTo>
                  <a:pt x="9155634" y="0"/>
                </a:lnTo>
                <a:lnTo>
                  <a:pt x="9155634" y="3346450"/>
                </a:lnTo>
                <a:lnTo>
                  <a:pt x="6707709" y="3346450"/>
                </a:lnTo>
                <a:lnTo>
                  <a:pt x="8147889" y="0"/>
                </a:lnTo>
                <a:close/>
                <a:moveTo>
                  <a:pt x="5350079" y="0"/>
                </a:moveTo>
                <a:lnTo>
                  <a:pt x="7912939" y="0"/>
                </a:lnTo>
                <a:lnTo>
                  <a:pt x="4961459" y="6858000"/>
                </a:lnTo>
                <a:lnTo>
                  <a:pt x="2399869" y="6858000"/>
                </a:lnTo>
                <a:lnTo>
                  <a:pt x="5350079" y="0"/>
                </a:lnTo>
                <a:close/>
                <a:moveTo>
                  <a:pt x="3612719" y="0"/>
                </a:moveTo>
                <a:lnTo>
                  <a:pt x="5102429" y="0"/>
                </a:lnTo>
                <a:lnTo>
                  <a:pt x="3662249" y="3346450"/>
                </a:lnTo>
                <a:lnTo>
                  <a:pt x="2172539" y="3346450"/>
                </a:lnTo>
                <a:lnTo>
                  <a:pt x="3612719" y="0"/>
                </a:lnTo>
                <a:close/>
                <a:moveTo>
                  <a:pt x="2947249" y="0"/>
                </a:moveTo>
                <a:lnTo>
                  <a:pt x="3381579" y="0"/>
                </a:lnTo>
                <a:lnTo>
                  <a:pt x="430099" y="6858000"/>
                </a:lnTo>
                <a:lnTo>
                  <a:pt x="0" y="6858000"/>
                </a:lnTo>
                <a:lnTo>
                  <a:pt x="2947249" y="0"/>
                </a:lnTo>
                <a:close/>
              </a:path>
            </a:pathLst>
          </a:custGeom>
          <a:solidFill>
            <a:schemeClr val="bg1">
              <a:lumMod val="65000"/>
            </a:schemeClr>
          </a:solidFill>
        </p:spPr>
        <p:txBody>
          <a:bodyPr wrap="square" anchor="ctr" anchorCtr="0">
            <a:noAutofit/>
          </a:bodyPr>
          <a:lstStyle>
            <a:lvl1pPr marL="0" indent="0" algn="ctr">
              <a:buNone/>
              <a:defRPr sz="1050"/>
            </a:lvl1pPr>
          </a:lstStyle>
          <a:p>
            <a:r>
              <a:rPr lang="en-US"/>
              <a:t>Click icon to add picture</a:t>
            </a:r>
            <a:endParaRPr lang="ru-RU" dirty="0"/>
          </a:p>
        </p:txBody>
      </p:sp>
      <p:sp>
        <p:nvSpPr>
          <p:cNvPr id="22" name="Graphic 19">
            <a:extLst>
              <a:ext uri="{FF2B5EF4-FFF2-40B4-BE49-F238E27FC236}">
                <a16:creationId xmlns:a16="http://schemas.microsoft.com/office/drawing/2014/main" id="{A6B740BD-8499-412C-AE4E-A4AD7F73100E}"/>
              </a:ext>
            </a:extLst>
          </p:cNvPr>
          <p:cNvSpPr/>
          <p:nvPr/>
        </p:nvSpPr>
        <p:spPr>
          <a:xfrm>
            <a:off x="-8139" y="3369468"/>
            <a:ext cx="2791800" cy="144000"/>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id="{310DFD8C-544F-465B-8315-8B3AA8B95790}"/>
              </a:ext>
            </a:extLst>
          </p:cNvPr>
          <p:cNvSpPr>
            <a:spLocks noGrp="1"/>
          </p:cNvSpPr>
          <p:nvPr>
            <p:ph type="title" hasCustomPrompt="1"/>
          </p:nvPr>
        </p:nvSpPr>
        <p:spPr>
          <a:xfrm>
            <a:off x="577516" y="1096345"/>
            <a:ext cx="7883066" cy="2281355"/>
          </a:xfrm>
        </p:spPr>
        <p:txBody>
          <a:bodyPr>
            <a:noAutofit/>
          </a:bodyPr>
          <a:lstStyle>
            <a:lvl1pPr algn="l">
              <a:defRPr sz="5250" b="1">
                <a:solidFill>
                  <a:schemeClr val="bg1"/>
                </a:solidFill>
              </a:defRPr>
            </a:lvl1pPr>
          </a:lstStyle>
          <a:p>
            <a:r>
              <a:rPr lang="en-US" dirty="0"/>
              <a:t>PRESENTATION</a:t>
            </a:r>
            <a:br>
              <a:rPr lang="ru-RU" dirty="0"/>
            </a:br>
            <a:r>
              <a:rPr lang="en-US" dirty="0"/>
              <a:t>TITLE</a:t>
            </a:r>
            <a:endParaRPr lang="ru-RU" dirty="0"/>
          </a:p>
        </p:txBody>
      </p:sp>
      <p:sp>
        <p:nvSpPr>
          <p:cNvPr id="27" name="Text Placeholder 14">
            <a:extLst>
              <a:ext uri="{FF2B5EF4-FFF2-40B4-BE49-F238E27FC236}">
                <a16:creationId xmlns:a16="http://schemas.microsoft.com/office/drawing/2014/main" id="{A4843534-A750-4D01-BC62-26CD9AEA6AE0}"/>
              </a:ext>
            </a:extLst>
          </p:cNvPr>
          <p:cNvSpPr>
            <a:spLocks noGrp="1"/>
          </p:cNvSpPr>
          <p:nvPr>
            <p:ph type="body" sz="quarter" idx="13" hasCustomPrompt="1"/>
          </p:nvPr>
        </p:nvSpPr>
        <p:spPr>
          <a:xfrm>
            <a:off x="577516" y="3773555"/>
            <a:ext cx="7567715" cy="1101897"/>
          </a:xfrm>
        </p:spPr>
        <p:txBody>
          <a:bodyPr>
            <a:noAutofit/>
          </a:bodyPr>
          <a:lstStyle>
            <a:lvl1pPr marL="0" indent="0" algn="l">
              <a:buNone/>
              <a:defRPr sz="2625" b="0" i="0">
                <a:solidFill>
                  <a:schemeClr val="tx2"/>
                </a:solidFill>
              </a:defRPr>
            </a:lvl1pPr>
          </a:lstStyle>
          <a:p>
            <a:pPr lvl="0"/>
            <a:r>
              <a:rPr lang="en-US" dirty="0"/>
              <a:t>Presentation</a:t>
            </a:r>
            <a:br>
              <a:rPr lang="en-US" dirty="0"/>
            </a:br>
            <a:r>
              <a:rPr lang="en-US" dirty="0"/>
              <a:t>Tagline</a:t>
            </a:r>
          </a:p>
        </p:txBody>
      </p:sp>
      <p:sp>
        <p:nvSpPr>
          <p:cNvPr id="29" name="Text Placeholder 26">
            <a:extLst>
              <a:ext uri="{FF2B5EF4-FFF2-40B4-BE49-F238E27FC236}">
                <a16:creationId xmlns:a16="http://schemas.microsoft.com/office/drawing/2014/main" id="{F8E7B25A-0A4A-430B-903E-76193E2954A1}"/>
              </a:ext>
            </a:extLst>
          </p:cNvPr>
          <p:cNvSpPr>
            <a:spLocks noGrp="1"/>
          </p:cNvSpPr>
          <p:nvPr>
            <p:ph type="body" sz="quarter" idx="21" hasCustomPrompt="1"/>
          </p:nvPr>
        </p:nvSpPr>
        <p:spPr>
          <a:xfrm>
            <a:off x="577516" y="5451785"/>
            <a:ext cx="3275648" cy="324417"/>
          </a:xfrm>
        </p:spPr>
        <p:txBody>
          <a:bodyPr>
            <a:noAutofit/>
          </a:bodyPr>
          <a:lstStyle>
            <a:lvl1pPr marL="0" indent="0" algn="l">
              <a:buNone/>
              <a:defRPr sz="1650" b="1" i="0">
                <a:solidFill>
                  <a:schemeClr val="bg2"/>
                </a:solidFill>
                <a:latin typeface="+mn-lt"/>
              </a:defRPr>
            </a:lvl1pPr>
            <a:lvl2pPr marL="342900" indent="0">
              <a:buNone/>
              <a:defRPr sz="1350" b="1" i="1"/>
            </a:lvl2pPr>
            <a:lvl3pPr marL="685800" indent="0">
              <a:buNone/>
              <a:defRPr sz="1350" b="1" i="1"/>
            </a:lvl3pPr>
            <a:lvl4pPr marL="1028700" indent="0">
              <a:buNone/>
              <a:defRPr sz="1350" b="1" i="1"/>
            </a:lvl4pPr>
            <a:lvl5pPr marL="1371600" indent="0">
              <a:buNone/>
              <a:defRPr sz="1350" b="1" i="1"/>
            </a:lvl5pPr>
          </a:lstStyle>
          <a:p>
            <a:pPr lvl="0"/>
            <a:r>
              <a:rPr lang="en-US" dirty="0"/>
              <a:t>20XX</a:t>
            </a:r>
          </a:p>
        </p:txBody>
      </p:sp>
      <p:sp>
        <p:nvSpPr>
          <p:cNvPr id="30" name="Text Placeholder 26">
            <a:extLst>
              <a:ext uri="{FF2B5EF4-FFF2-40B4-BE49-F238E27FC236}">
                <a16:creationId xmlns:a16="http://schemas.microsoft.com/office/drawing/2014/main" id="{B88F3A2A-BD60-4F82-8064-8B157AF4DDC2}"/>
              </a:ext>
            </a:extLst>
          </p:cNvPr>
          <p:cNvSpPr>
            <a:spLocks noGrp="1"/>
          </p:cNvSpPr>
          <p:nvPr>
            <p:ph type="body" sz="quarter" idx="20" hasCustomPrompt="1"/>
          </p:nvPr>
        </p:nvSpPr>
        <p:spPr>
          <a:xfrm>
            <a:off x="577516" y="5105537"/>
            <a:ext cx="3275648" cy="324417"/>
          </a:xfrm>
        </p:spPr>
        <p:txBody>
          <a:bodyPr>
            <a:noAutofit/>
          </a:bodyPr>
          <a:lstStyle>
            <a:lvl1pPr marL="0" indent="0" algn="l">
              <a:buNone/>
              <a:defRPr sz="1650" b="0" i="0">
                <a:solidFill>
                  <a:schemeClr val="bg2"/>
                </a:solidFill>
                <a:latin typeface="+mn-lt"/>
              </a:defRPr>
            </a:lvl1pPr>
            <a:lvl2pPr marL="342900" indent="0">
              <a:buNone/>
              <a:defRPr sz="1350" b="1" i="1"/>
            </a:lvl2pPr>
            <a:lvl3pPr marL="685800" indent="0">
              <a:buNone/>
              <a:defRPr sz="1350" b="1" i="1"/>
            </a:lvl3pPr>
            <a:lvl4pPr marL="1028700" indent="0">
              <a:buNone/>
              <a:defRPr sz="1350" b="1" i="1"/>
            </a:lvl4pPr>
            <a:lvl5pPr marL="1371600" indent="0">
              <a:buNone/>
              <a:defRPr sz="1350" b="1" i="1"/>
            </a:lvl5pPr>
          </a:lstStyle>
          <a:p>
            <a:pPr lvl="0"/>
            <a:r>
              <a:rPr lang="en-US" dirty="0"/>
              <a:t>Month</a:t>
            </a:r>
          </a:p>
        </p:txBody>
      </p:sp>
    </p:spTree>
    <p:extLst>
      <p:ext uri="{BB962C8B-B14F-4D97-AF65-F5344CB8AC3E}">
        <p14:creationId xmlns:p14="http://schemas.microsoft.com/office/powerpoint/2010/main" val="125634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61FE90B3-361E-4150-BE53-368ADEA27D72}"/>
              </a:ext>
            </a:extLst>
          </p:cNvPr>
          <p:cNvSpPr>
            <a:spLocks noGrp="1"/>
          </p:cNvSpPr>
          <p:nvPr>
            <p:ph type="pic" sz="quarter" idx="14"/>
          </p:nvPr>
        </p:nvSpPr>
        <p:spPr>
          <a:xfrm>
            <a:off x="-1" y="130966"/>
            <a:ext cx="9144000" cy="6602574"/>
          </a:xfrm>
          <a:custGeom>
            <a:avLst/>
            <a:gdLst>
              <a:gd name="connsiteX0" fmla="*/ 5864259 w 12192000"/>
              <a:gd name="connsiteY0" fmla="*/ 2895444 h 6602574"/>
              <a:gd name="connsiteX1" fmla="*/ 5864259 w 12192000"/>
              <a:gd name="connsiteY1" fmla="*/ 5383374 h 6602574"/>
              <a:gd name="connsiteX2" fmla="*/ 0 w 12192000"/>
              <a:gd name="connsiteY2" fmla="*/ 6602574 h 6602574"/>
              <a:gd name="connsiteX3" fmla="*/ 0 w 12192000"/>
              <a:gd name="connsiteY3" fmla="*/ 4114644 h 6602574"/>
              <a:gd name="connsiteX4" fmla="*/ 12192000 w 12192000"/>
              <a:gd name="connsiteY4" fmla="*/ 2726690 h 6602574"/>
              <a:gd name="connsiteX5" fmla="*/ 12192000 w 12192000"/>
              <a:gd name="connsiteY5" fmla="*/ 5214620 h 6602574"/>
              <a:gd name="connsiteX6" fmla="*/ 6104805 w 12192000"/>
              <a:gd name="connsiteY6" fmla="*/ 6470494 h 6602574"/>
              <a:gd name="connsiteX7" fmla="*/ 6104805 w 12192000"/>
              <a:gd name="connsiteY7" fmla="*/ 3982564 h 6602574"/>
              <a:gd name="connsiteX8" fmla="*/ 12192000 w 12192000"/>
              <a:gd name="connsiteY8" fmla="*/ 0 h 6602574"/>
              <a:gd name="connsiteX9" fmla="*/ 12192000 w 12192000"/>
              <a:gd name="connsiteY9" fmla="*/ 2487923 h 6602574"/>
              <a:gd name="connsiteX10" fmla="*/ 6104805 w 12192000"/>
              <a:gd name="connsiteY10" fmla="*/ 3742534 h 6602574"/>
              <a:gd name="connsiteX11" fmla="*/ 6104805 w 12192000"/>
              <a:gd name="connsiteY11" fmla="*/ 1255874 h 660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602574">
                <a:moveTo>
                  <a:pt x="5864259" y="2895444"/>
                </a:moveTo>
                <a:lnTo>
                  <a:pt x="5864259" y="5383374"/>
                </a:lnTo>
                <a:lnTo>
                  <a:pt x="0" y="6602574"/>
                </a:lnTo>
                <a:lnTo>
                  <a:pt x="0" y="4114644"/>
                </a:lnTo>
                <a:close/>
                <a:moveTo>
                  <a:pt x="12192000" y="2726690"/>
                </a:moveTo>
                <a:lnTo>
                  <a:pt x="12192000" y="5214620"/>
                </a:lnTo>
                <a:lnTo>
                  <a:pt x="6104805" y="6470494"/>
                </a:lnTo>
                <a:lnTo>
                  <a:pt x="6104805" y="3982564"/>
                </a:lnTo>
                <a:close/>
                <a:moveTo>
                  <a:pt x="12192000" y="0"/>
                </a:moveTo>
                <a:lnTo>
                  <a:pt x="12192000" y="2487923"/>
                </a:lnTo>
                <a:lnTo>
                  <a:pt x="6104805" y="3742534"/>
                </a:lnTo>
                <a:lnTo>
                  <a:pt x="6104805" y="1255874"/>
                </a:lnTo>
                <a:close/>
              </a:path>
            </a:pathLst>
          </a:custGeom>
          <a:solidFill>
            <a:schemeClr val="bg1">
              <a:lumMod val="65000"/>
            </a:schemeClr>
          </a:solidFill>
        </p:spPr>
        <p:txBody>
          <a:bodyPr wrap="square" anchor="ctr" anchorCtr="0">
            <a:noAutofit/>
          </a:bodyPr>
          <a:lstStyle>
            <a:lvl1pPr marL="0" indent="0" algn="ctr">
              <a:buNone/>
              <a:defRPr sz="1050"/>
            </a:lvl1pPr>
          </a:lstStyle>
          <a:p>
            <a:r>
              <a:rPr lang="en-US"/>
              <a:t>Click icon to add picture</a:t>
            </a:r>
            <a:endParaRPr lang="ru-RU"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582931" y="1033272"/>
            <a:ext cx="3792062" cy="782638"/>
          </a:xfrm>
        </p:spPr>
        <p:txBody>
          <a:bodyPr>
            <a:normAutofit/>
          </a:bodyPr>
          <a:lstStyle>
            <a:lvl1pPr algn="l">
              <a:defRPr sz="3000"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id="{2095D1D4-8CA3-4CA3-825D-088EDB51A8AE}"/>
              </a:ext>
            </a:extLst>
          </p:cNvPr>
          <p:cNvSpPr/>
          <p:nvPr/>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id="{2DB5E70B-ECC9-4800-9DC0-5897EF3F16AB}"/>
              </a:ext>
            </a:extLst>
          </p:cNvPr>
          <p:cNvSpPr/>
          <p:nvPr/>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1" name="Text Placeholder 17">
            <a:extLst>
              <a:ext uri="{FF2B5EF4-FFF2-40B4-BE49-F238E27FC236}">
                <a16:creationId xmlns:a16="http://schemas.microsoft.com/office/drawing/2014/main" id="{18AF4189-33DF-9B46-9624-C722FCE07DB4}"/>
              </a:ext>
            </a:extLst>
          </p:cNvPr>
          <p:cNvSpPr>
            <a:spLocks noGrp="1"/>
          </p:cNvSpPr>
          <p:nvPr>
            <p:ph type="body" sz="quarter" idx="13" hasCustomPrompt="1"/>
          </p:nvPr>
        </p:nvSpPr>
        <p:spPr>
          <a:xfrm>
            <a:off x="580524" y="2225393"/>
            <a:ext cx="3316392" cy="749047"/>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Tree>
    <p:extLst>
      <p:ext uri="{BB962C8B-B14F-4D97-AF65-F5344CB8AC3E}">
        <p14:creationId xmlns:p14="http://schemas.microsoft.com/office/powerpoint/2010/main" val="1426258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9D8367A5-C050-47FB-A1BD-54CD13DE3A0F}"/>
              </a:ext>
            </a:extLst>
          </p:cNvPr>
          <p:cNvSpPr>
            <a:spLocks noGrp="1"/>
          </p:cNvSpPr>
          <p:nvPr>
            <p:ph type="pic" sz="quarter" idx="16"/>
          </p:nvPr>
        </p:nvSpPr>
        <p:spPr>
          <a:xfrm>
            <a:off x="4139804" y="0"/>
            <a:ext cx="4577716" cy="6858000"/>
          </a:xfrm>
          <a:custGeom>
            <a:avLst/>
            <a:gdLst>
              <a:gd name="connsiteX0" fmla="*/ 3914141 w 6103621"/>
              <a:gd name="connsiteY0" fmla="*/ 914400 h 6858000"/>
              <a:gd name="connsiteX1" fmla="*/ 6103621 w 6103621"/>
              <a:gd name="connsiteY1" fmla="*/ 914400 h 6858000"/>
              <a:gd name="connsiteX2" fmla="*/ 4339591 w 6103621"/>
              <a:gd name="connsiteY2" fmla="*/ 6858000 h 6858000"/>
              <a:gd name="connsiteX3" fmla="*/ 2150112 w 6103621"/>
              <a:gd name="connsiteY3" fmla="*/ 6858000 h 6858000"/>
              <a:gd name="connsiteX4" fmla="*/ 1769111 w 6103621"/>
              <a:gd name="connsiteY4" fmla="*/ 0 h 6858000"/>
              <a:gd name="connsiteX5" fmla="*/ 3958591 w 6103621"/>
              <a:gd name="connsiteY5" fmla="*/ 0 h 6858000"/>
              <a:gd name="connsiteX6" fmla="*/ 2189480 w 6103621"/>
              <a:gd name="connsiteY6" fmla="*/ 5943601 h 6858000"/>
              <a:gd name="connsiteX7" fmla="*/ 0 w 6103621"/>
              <a:gd name="connsiteY7" fmla="*/ 594360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3621" h="6858000">
                <a:moveTo>
                  <a:pt x="3914141" y="914400"/>
                </a:moveTo>
                <a:lnTo>
                  <a:pt x="6103621" y="914400"/>
                </a:lnTo>
                <a:lnTo>
                  <a:pt x="4339591" y="6858000"/>
                </a:lnTo>
                <a:lnTo>
                  <a:pt x="2150112" y="6858000"/>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1050"/>
            </a:lvl1pPr>
          </a:lstStyle>
          <a:p>
            <a:r>
              <a:rPr lang="en-US"/>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ext Placeholder 14">
            <a:extLst>
              <a:ext uri="{FF2B5EF4-FFF2-40B4-BE49-F238E27FC236}">
                <a16:creationId xmlns:a16="http://schemas.microsoft.com/office/drawing/2014/main" id="{302F0820-F94A-40EF-B3BE-26CD0CB55173}"/>
              </a:ext>
            </a:extLst>
          </p:cNvPr>
          <p:cNvSpPr>
            <a:spLocks noGrp="1"/>
          </p:cNvSpPr>
          <p:nvPr>
            <p:ph type="body" sz="quarter" idx="15"/>
          </p:nvPr>
        </p:nvSpPr>
        <p:spPr>
          <a:xfrm>
            <a:off x="580524" y="3074530"/>
            <a:ext cx="3316392" cy="2588637"/>
          </a:xfrm>
        </p:spPr>
        <p:txBody>
          <a:bodyPr lIns="0">
            <a:normAutofit/>
          </a:bodyPr>
          <a:lstStyle>
            <a:lvl1pPr marL="135000" indent="-135000">
              <a:spcBef>
                <a:spcPts val="450"/>
              </a:spcBef>
              <a:buClr>
                <a:schemeClr val="bg2"/>
              </a:buClr>
              <a:buFont typeface="Wingdings" panose="05000000000000000000" pitchFamily="2" charset="2"/>
              <a:buChar char="§"/>
              <a:defRPr sz="1050" b="0" i="0">
                <a:solidFill>
                  <a:schemeClr val="bg1">
                    <a:lumMod val="75000"/>
                  </a:schemeClr>
                </a:solidFill>
              </a:defRPr>
            </a:lvl1pPr>
          </a:lstStyle>
          <a:p>
            <a:pPr lvl="0"/>
            <a:r>
              <a:rPr lang="en-US"/>
              <a:t>Click to edit Master text styles</a:t>
            </a:r>
          </a:p>
        </p:txBody>
      </p:sp>
      <p:sp>
        <p:nvSpPr>
          <p:cNvPr id="21" name="Title 1">
            <a:extLst>
              <a:ext uri="{FF2B5EF4-FFF2-40B4-BE49-F238E27FC236}">
                <a16:creationId xmlns:a16="http://schemas.microsoft.com/office/drawing/2014/main" id="{33528AEE-54AB-4366-9576-BBA1CE5F3A54}"/>
              </a:ext>
            </a:extLst>
          </p:cNvPr>
          <p:cNvSpPr>
            <a:spLocks noGrp="1"/>
          </p:cNvSpPr>
          <p:nvPr>
            <p:ph type="title" hasCustomPrompt="1"/>
          </p:nvPr>
        </p:nvSpPr>
        <p:spPr>
          <a:xfrm>
            <a:off x="580525" y="1032746"/>
            <a:ext cx="3792062" cy="782638"/>
          </a:xfrm>
        </p:spPr>
        <p:txBody>
          <a:bodyPr>
            <a:normAutofit/>
          </a:bodyPr>
          <a:lstStyle>
            <a:lvl1pPr algn="l">
              <a:defRPr sz="3000" b="1">
                <a:solidFill>
                  <a:schemeClr val="bg1"/>
                </a:solidFill>
              </a:defRPr>
            </a:lvl1pPr>
          </a:lstStyle>
          <a:p>
            <a:r>
              <a:rPr lang="en-US" dirty="0"/>
              <a:t>TEXT LAYOUT 1</a:t>
            </a:r>
            <a:endParaRPr lang="ru-RU" dirty="0"/>
          </a:p>
        </p:txBody>
      </p:sp>
      <p:sp>
        <p:nvSpPr>
          <p:cNvPr id="22" name="Text Placeholder 17">
            <a:extLst>
              <a:ext uri="{FF2B5EF4-FFF2-40B4-BE49-F238E27FC236}">
                <a16:creationId xmlns:a16="http://schemas.microsoft.com/office/drawing/2014/main" id="{A1867536-E941-4FED-8B68-2609143C2A78}"/>
              </a:ext>
            </a:extLst>
          </p:cNvPr>
          <p:cNvSpPr>
            <a:spLocks noGrp="1"/>
          </p:cNvSpPr>
          <p:nvPr>
            <p:ph type="body" sz="quarter" idx="13" hasCustomPrompt="1"/>
          </p:nvPr>
        </p:nvSpPr>
        <p:spPr>
          <a:xfrm>
            <a:off x="580524" y="2225393"/>
            <a:ext cx="3316392" cy="749047"/>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
        <p:nvSpPr>
          <p:cNvPr id="26" name="Graphic 4">
            <a:extLst>
              <a:ext uri="{FF2B5EF4-FFF2-40B4-BE49-F238E27FC236}">
                <a16:creationId xmlns:a16="http://schemas.microsoft.com/office/drawing/2014/main" id="{7D57D3C0-DF85-4866-AC4B-ED6A0F6963A5}"/>
              </a:ext>
            </a:extLst>
          </p:cNvPr>
          <p:cNvSpPr/>
          <p:nvPr/>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id="{FA387E18-8CE1-1648-81B1-6F1A0F183C30}"/>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69737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B2044CCF-605D-4D6E-A41D-D6AED53B2233}"/>
              </a:ext>
            </a:extLst>
          </p:cNvPr>
          <p:cNvSpPr>
            <a:spLocks noGrp="1"/>
          </p:cNvSpPr>
          <p:nvPr>
            <p:ph type="pic" sz="quarter" idx="16"/>
          </p:nvPr>
        </p:nvSpPr>
        <p:spPr>
          <a:xfrm>
            <a:off x="0" y="404811"/>
            <a:ext cx="4581654" cy="5485128"/>
          </a:xfrm>
          <a:custGeom>
            <a:avLst/>
            <a:gdLst>
              <a:gd name="connsiteX0" fmla="*/ 0 w 6108872"/>
              <a:gd name="connsiteY0" fmla="*/ 2203471 h 5485128"/>
              <a:gd name="connsiteX1" fmla="*/ 6108872 w 6108872"/>
              <a:gd name="connsiteY1" fmla="*/ 3505695 h 5485128"/>
              <a:gd name="connsiteX2" fmla="*/ 6108872 w 6108872"/>
              <a:gd name="connsiteY2" fmla="*/ 5485128 h 5485128"/>
              <a:gd name="connsiteX3" fmla="*/ 0 w 6108872"/>
              <a:gd name="connsiteY3" fmla="*/ 4182903 h 5485128"/>
              <a:gd name="connsiteX4" fmla="*/ 0 w 6108872"/>
              <a:gd name="connsiteY4" fmla="*/ 0 h 5485128"/>
              <a:gd name="connsiteX5" fmla="*/ 6108872 w 6108872"/>
              <a:gd name="connsiteY5" fmla="*/ 1302225 h 5485128"/>
              <a:gd name="connsiteX6" fmla="*/ 6108872 w 6108872"/>
              <a:gd name="connsiteY6" fmla="*/ 3281657 h 5485128"/>
              <a:gd name="connsiteX7" fmla="*/ 0 w 6108872"/>
              <a:gd name="connsiteY7" fmla="*/ 1979432 h 548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8872" h="5485128">
                <a:moveTo>
                  <a:pt x="0" y="2203471"/>
                </a:moveTo>
                <a:lnTo>
                  <a:pt x="6108872" y="3505695"/>
                </a:lnTo>
                <a:lnTo>
                  <a:pt x="6108872" y="5485128"/>
                </a:lnTo>
                <a:lnTo>
                  <a:pt x="0" y="4182903"/>
                </a:lnTo>
                <a:close/>
                <a:moveTo>
                  <a:pt x="0" y="0"/>
                </a:moveTo>
                <a:lnTo>
                  <a:pt x="6108872" y="1302225"/>
                </a:lnTo>
                <a:lnTo>
                  <a:pt x="6108872" y="3281657"/>
                </a:lnTo>
                <a:lnTo>
                  <a:pt x="0" y="1979432"/>
                </a:lnTo>
                <a:close/>
              </a:path>
            </a:pathLst>
          </a:custGeom>
          <a:solidFill>
            <a:schemeClr val="bg1">
              <a:lumMod val="65000"/>
            </a:schemeClr>
          </a:solidFill>
        </p:spPr>
        <p:txBody>
          <a:bodyPr wrap="square" anchor="ctr" anchorCtr="0">
            <a:noAutofit/>
          </a:bodyPr>
          <a:lstStyle>
            <a:lvl1pPr marL="0" indent="0" algn="ctr">
              <a:buNone/>
              <a:defRPr sz="1050"/>
            </a:lvl1pPr>
          </a:lstStyle>
          <a:p>
            <a:r>
              <a:rPr lang="en-US"/>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6" name="Text Placeholder 14">
            <a:extLst>
              <a:ext uri="{FF2B5EF4-FFF2-40B4-BE49-F238E27FC236}">
                <a16:creationId xmlns:a16="http://schemas.microsoft.com/office/drawing/2014/main" id="{E7F180F3-53B1-4A31-82A4-E6F9B5D8D8A3}"/>
              </a:ext>
            </a:extLst>
          </p:cNvPr>
          <p:cNvSpPr>
            <a:spLocks noGrp="1"/>
          </p:cNvSpPr>
          <p:nvPr>
            <p:ph type="body" sz="quarter" idx="15"/>
          </p:nvPr>
        </p:nvSpPr>
        <p:spPr>
          <a:xfrm>
            <a:off x="5160904" y="3090573"/>
            <a:ext cx="3316393" cy="2588637"/>
          </a:xfrm>
        </p:spPr>
        <p:txBody>
          <a:bodyPr lIns="0">
            <a:normAutofit/>
          </a:bodyPr>
          <a:lstStyle>
            <a:lvl1pPr marL="135000" indent="-135000">
              <a:spcBef>
                <a:spcPts val="450"/>
              </a:spcBef>
              <a:buClr>
                <a:schemeClr val="bg2"/>
              </a:buClr>
              <a:buFont typeface="Wingdings" panose="05000000000000000000" pitchFamily="2" charset="2"/>
              <a:buChar char="§"/>
              <a:defRPr sz="1050" b="0" i="0">
                <a:solidFill>
                  <a:schemeClr val="bg1">
                    <a:lumMod val="75000"/>
                  </a:schemeClr>
                </a:solidFill>
              </a:defRPr>
            </a:lvl1pPr>
          </a:lstStyle>
          <a:p>
            <a:pPr lvl="0"/>
            <a:r>
              <a:rPr lang="en-US"/>
              <a:t>Click to edit Master text styles</a:t>
            </a:r>
          </a:p>
        </p:txBody>
      </p:sp>
      <p:sp>
        <p:nvSpPr>
          <p:cNvPr id="17" name="Title 1">
            <a:extLst>
              <a:ext uri="{FF2B5EF4-FFF2-40B4-BE49-F238E27FC236}">
                <a16:creationId xmlns:a16="http://schemas.microsoft.com/office/drawing/2014/main" id="{BD523330-9E96-4C6E-B5A4-6B543D365FA1}"/>
              </a:ext>
            </a:extLst>
          </p:cNvPr>
          <p:cNvSpPr>
            <a:spLocks noGrp="1"/>
          </p:cNvSpPr>
          <p:nvPr>
            <p:ph type="title" hasCustomPrompt="1"/>
          </p:nvPr>
        </p:nvSpPr>
        <p:spPr>
          <a:xfrm>
            <a:off x="5160905" y="1046140"/>
            <a:ext cx="3792062" cy="782638"/>
          </a:xfrm>
        </p:spPr>
        <p:txBody>
          <a:bodyPr>
            <a:normAutofit/>
          </a:bodyPr>
          <a:lstStyle>
            <a:lvl1pPr algn="l">
              <a:defRPr sz="3000" b="1">
                <a:solidFill>
                  <a:schemeClr val="bg1"/>
                </a:solidFill>
              </a:defRPr>
            </a:lvl1pPr>
          </a:lstStyle>
          <a:p>
            <a:r>
              <a:rPr lang="en-US" dirty="0"/>
              <a:t>TEXT LAYOUT 2</a:t>
            </a:r>
            <a:endParaRPr lang="ru-RU" dirty="0"/>
          </a:p>
        </p:txBody>
      </p:sp>
      <p:sp>
        <p:nvSpPr>
          <p:cNvPr id="18" name="Text Placeholder 17">
            <a:extLst>
              <a:ext uri="{FF2B5EF4-FFF2-40B4-BE49-F238E27FC236}">
                <a16:creationId xmlns:a16="http://schemas.microsoft.com/office/drawing/2014/main" id="{1A08F6B3-0ADA-4ECF-8D25-7DFE4A36411B}"/>
              </a:ext>
            </a:extLst>
          </p:cNvPr>
          <p:cNvSpPr>
            <a:spLocks noGrp="1"/>
          </p:cNvSpPr>
          <p:nvPr>
            <p:ph type="body" sz="quarter" idx="13" hasCustomPrompt="1"/>
          </p:nvPr>
        </p:nvSpPr>
        <p:spPr>
          <a:xfrm>
            <a:off x="5160905" y="2241516"/>
            <a:ext cx="3316392" cy="749047"/>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
        <p:nvSpPr>
          <p:cNvPr id="19" name="Graphic 15">
            <a:extLst>
              <a:ext uri="{FF2B5EF4-FFF2-40B4-BE49-F238E27FC236}">
                <a16:creationId xmlns:a16="http://schemas.microsoft.com/office/drawing/2014/main" id="{5CCECBFE-3C2B-4492-BCDA-1EFEB5E3E092}"/>
              </a:ext>
            </a:extLst>
          </p:cNvPr>
          <p:cNvSpPr/>
          <p:nvPr userDrawn="1"/>
        </p:nvSpPr>
        <p:spPr>
          <a:xfrm flipH="1">
            <a:off x="5235690" y="1947672"/>
            <a:ext cx="3915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0" name="Graphic 4">
            <a:extLst>
              <a:ext uri="{FF2B5EF4-FFF2-40B4-BE49-F238E27FC236}">
                <a16:creationId xmlns:a16="http://schemas.microsoft.com/office/drawing/2014/main" id="{3441B044-38F8-49ED-845B-5D926C811447}"/>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7024860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0" y="0"/>
            <a:ext cx="9144000" cy="6858000"/>
            <a:chOff x="0" y="0"/>
            <a:chExt cx="12192000" cy="68580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8" name="Text Placeholder 2">
            <a:extLst>
              <a:ext uri="{FF2B5EF4-FFF2-40B4-BE49-F238E27FC236}">
                <a16:creationId xmlns:a16="http://schemas.microsoft.com/office/drawing/2014/main" id="{03373955-AB5B-4186-8098-9DBA0AB2650E}"/>
              </a:ext>
            </a:extLst>
          </p:cNvPr>
          <p:cNvSpPr>
            <a:spLocks noGrp="1"/>
          </p:cNvSpPr>
          <p:nvPr>
            <p:ph type="body" idx="1" hasCustomPrompt="1"/>
          </p:nvPr>
        </p:nvSpPr>
        <p:spPr>
          <a:xfrm>
            <a:off x="580524" y="2993042"/>
            <a:ext cx="3274219" cy="454353"/>
          </a:xfrm>
        </p:spPr>
        <p:txBody>
          <a:bodyPr>
            <a:noAutofit/>
          </a:bodyPr>
          <a:lstStyle>
            <a:lvl1pPr marL="0" indent="0">
              <a:buNone/>
              <a:defRPr sz="2025" b="1">
                <a:solidFill>
                  <a:schemeClr val="bg2"/>
                </a:solidFill>
                <a:latin typeface="+mj-l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Section 1 title</a:t>
            </a:r>
          </a:p>
        </p:txBody>
      </p:sp>
      <p:sp>
        <p:nvSpPr>
          <p:cNvPr id="10" name="Text Placeholder 2">
            <a:extLst>
              <a:ext uri="{FF2B5EF4-FFF2-40B4-BE49-F238E27FC236}">
                <a16:creationId xmlns:a16="http://schemas.microsoft.com/office/drawing/2014/main" id="{23A3472E-32B4-4CAD-B5D0-420AA3FB4CE3}"/>
              </a:ext>
            </a:extLst>
          </p:cNvPr>
          <p:cNvSpPr>
            <a:spLocks noGrp="1"/>
          </p:cNvSpPr>
          <p:nvPr>
            <p:ph type="body" idx="18" hasCustomPrompt="1"/>
          </p:nvPr>
        </p:nvSpPr>
        <p:spPr>
          <a:xfrm>
            <a:off x="4970340" y="2993042"/>
            <a:ext cx="3274219" cy="454353"/>
          </a:xfrm>
        </p:spPr>
        <p:txBody>
          <a:bodyPr>
            <a:noAutofit/>
          </a:bodyPr>
          <a:lstStyle>
            <a:lvl1pPr marL="0" indent="0">
              <a:buNone/>
              <a:defRPr sz="2025" b="1">
                <a:solidFill>
                  <a:schemeClr val="bg2"/>
                </a:solidFill>
                <a:latin typeface="+mj-l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Section 2 title</a:t>
            </a:r>
          </a:p>
        </p:txBody>
      </p:sp>
      <p:sp>
        <p:nvSpPr>
          <p:cNvPr id="11" name="Text Placeholder 26">
            <a:extLst>
              <a:ext uri="{FF2B5EF4-FFF2-40B4-BE49-F238E27FC236}">
                <a16:creationId xmlns:a16="http://schemas.microsoft.com/office/drawing/2014/main" id="{1AEED068-3EA0-4BF4-875C-02473E9EB0CC}"/>
              </a:ext>
            </a:extLst>
          </p:cNvPr>
          <p:cNvSpPr>
            <a:spLocks noGrp="1"/>
          </p:cNvSpPr>
          <p:nvPr>
            <p:ph type="body" sz="quarter" idx="20"/>
          </p:nvPr>
        </p:nvSpPr>
        <p:spPr>
          <a:xfrm>
            <a:off x="580524" y="3563412"/>
            <a:ext cx="3274219" cy="2333625"/>
          </a:xfrm>
        </p:spPr>
        <p:txBody>
          <a:bodyPr>
            <a:normAutofit/>
          </a:bodyPr>
          <a:lstStyle>
            <a:lvl1pPr marL="135000" indent="-135000">
              <a:spcBef>
                <a:spcPts val="450"/>
              </a:spcBef>
              <a:buClr>
                <a:schemeClr val="bg2"/>
              </a:buClr>
              <a:buFont typeface="Wingdings" panose="05000000000000000000" pitchFamily="2" charset="2"/>
              <a:buChar char="§"/>
              <a:defRPr sz="1050">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12" name="Text Placeholder 26">
            <a:extLst>
              <a:ext uri="{FF2B5EF4-FFF2-40B4-BE49-F238E27FC236}">
                <a16:creationId xmlns:a16="http://schemas.microsoft.com/office/drawing/2014/main" id="{3590B9DA-A2DF-4AE1-9A98-C7B84F48C3A9}"/>
              </a:ext>
            </a:extLst>
          </p:cNvPr>
          <p:cNvSpPr>
            <a:spLocks noGrp="1"/>
          </p:cNvSpPr>
          <p:nvPr>
            <p:ph type="body" sz="quarter" idx="21"/>
          </p:nvPr>
        </p:nvSpPr>
        <p:spPr>
          <a:xfrm>
            <a:off x="4970341" y="3563412"/>
            <a:ext cx="3274219" cy="2333625"/>
          </a:xfrm>
        </p:spPr>
        <p:txBody>
          <a:bodyPr>
            <a:normAutofit/>
          </a:bodyPr>
          <a:lstStyle>
            <a:lvl1pPr marL="135000" indent="-135000">
              <a:spcBef>
                <a:spcPts val="450"/>
              </a:spcBef>
              <a:buClr>
                <a:schemeClr val="bg2"/>
              </a:buClr>
              <a:buFont typeface="Wingdings" panose="05000000000000000000" pitchFamily="2" charset="2"/>
              <a:buChar char="§"/>
              <a:defRPr sz="1050">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19" name="Graphic 4">
            <a:extLst>
              <a:ext uri="{FF2B5EF4-FFF2-40B4-BE49-F238E27FC236}">
                <a16:creationId xmlns:a16="http://schemas.microsoft.com/office/drawing/2014/main" id="{CC6E1909-954A-41BF-9CF4-2CB53F6862EF}"/>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id="{9845E736-FB54-4B3D-821B-60C0AB9E1A53}"/>
              </a:ext>
            </a:extLst>
          </p:cNvPr>
          <p:cNvSpPr>
            <a:spLocks noGrp="1"/>
          </p:cNvSpPr>
          <p:nvPr>
            <p:ph type="title" hasCustomPrompt="1"/>
          </p:nvPr>
        </p:nvSpPr>
        <p:spPr>
          <a:xfrm>
            <a:off x="580525" y="1033272"/>
            <a:ext cx="3792062" cy="782638"/>
          </a:xfrm>
        </p:spPr>
        <p:txBody>
          <a:bodyPr>
            <a:normAutofit/>
          </a:bodyPr>
          <a:lstStyle>
            <a:lvl1pPr algn="l">
              <a:defRPr sz="3000" b="1">
                <a:solidFill>
                  <a:schemeClr val="bg1"/>
                </a:solidFill>
              </a:defRPr>
            </a:lvl1pPr>
          </a:lstStyle>
          <a:p>
            <a:r>
              <a:rPr lang="en-US" dirty="0"/>
              <a:t>COMPARISON</a:t>
            </a:r>
            <a:endParaRPr lang="ru-RU" dirty="0"/>
          </a:p>
        </p:txBody>
      </p:sp>
      <p:sp>
        <p:nvSpPr>
          <p:cNvPr id="21" name="Text Placeholder 17">
            <a:extLst>
              <a:ext uri="{FF2B5EF4-FFF2-40B4-BE49-F238E27FC236}">
                <a16:creationId xmlns:a16="http://schemas.microsoft.com/office/drawing/2014/main" id="{AFF98BA6-47F6-4796-B970-98EE605E8156}"/>
              </a:ext>
            </a:extLst>
          </p:cNvPr>
          <p:cNvSpPr>
            <a:spLocks noGrp="1"/>
          </p:cNvSpPr>
          <p:nvPr>
            <p:ph type="body" sz="quarter" idx="13" hasCustomPrompt="1"/>
          </p:nvPr>
        </p:nvSpPr>
        <p:spPr>
          <a:xfrm>
            <a:off x="580524" y="2221993"/>
            <a:ext cx="7664035" cy="665713"/>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
        <p:nvSpPr>
          <p:cNvPr id="18" name="Graphic 15">
            <a:extLst>
              <a:ext uri="{FF2B5EF4-FFF2-40B4-BE49-F238E27FC236}">
                <a16:creationId xmlns:a16="http://schemas.microsoft.com/office/drawing/2014/main" id="{5E78F6F2-1702-E74A-86B2-0C42A30F3378}"/>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479493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9525" y="-12700"/>
            <a:ext cx="9163050" cy="6883400"/>
            <a:chOff x="-12700" y="-12700"/>
            <a:chExt cx="12217400" cy="68834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542021"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id="{CC6E1909-954A-41BF-9CF4-2CB53F6862EF}"/>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8" name="Chart Placeholder 18">
            <a:extLst>
              <a:ext uri="{FF2B5EF4-FFF2-40B4-BE49-F238E27FC236}">
                <a16:creationId xmlns:a16="http://schemas.microsoft.com/office/drawing/2014/main" id="{68B512F2-EA3E-483F-B5D4-29DFD6C37B36}"/>
              </a:ext>
            </a:extLst>
          </p:cNvPr>
          <p:cNvSpPr>
            <a:spLocks noGrp="1"/>
          </p:cNvSpPr>
          <p:nvPr>
            <p:ph type="chart" sz="quarter" idx="32"/>
          </p:nvPr>
        </p:nvSpPr>
        <p:spPr>
          <a:xfrm>
            <a:off x="4572001" y="1246189"/>
            <a:ext cx="3877526" cy="4365625"/>
          </a:xfrm>
        </p:spPr>
        <p:txBody>
          <a:bodyPr anchor="ctr" anchorCtr="0">
            <a:normAutofit/>
          </a:bodyPr>
          <a:lstStyle>
            <a:lvl1pPr marL="0" indent="0" algn="ctr">
              <a:buNone/>
              <a:defRPr sz="1200">
                <a:solidFill>
                  <a:schemeClr val="tx1">
                    <a:lumMod val="50000"/>
                    <a:lumOff val="50000"/>
                  </a:schemeClr>
                </a:solidFill>
              </a:defRPr>
            </a:lvl1pPr>
          </a:lstStyle>
          <a:p>
            <a:r>
              <a:rPr lang="en-US"/>
              <a:t>Click icon to add chart</a:t>
            </a:r>
            <a:endParaRPr lang="ru-RU" dirty="0"/>
          </a:p>
        </p:txBody>
      </p:sp>
      <p:sp>
        <p:nvSpPr>
          <p:cNvPr id="15" name="Title 1">
            <a:extLst>
              <a:ext uri="{FF2B5EF4-FFF2-40B4-BE49-F238E27FC236}">
                <a16:creationId xmlns:a16="http://schemas.microsoft.com/office/drawing/2014/main" id="{AD58E79F-20BB-644D-8C49-25B57E347DE6}"/>
              </a:ext>
            </a:extLst>
          </p:cNvPr>
          <p:cNvSpPr>
            <a:spLocks noGrp="1"/>
          </p:cNvSpPr>
          <p:nvPr>
            <p:ph type="title" hasCustomPrompt="1"/>
          </p:nvPr>
        </p:nvSpPr>
        <p:spPr>
          <a:xfrm>
            <a:off x="580524" y="1317174"/>
            <a:ext cx="2119122" cy="1524185"/>
          </a:xfrm>
        </p:spPr>
        <p:txBody>
          <a:bodyPr>
            <a:normAutofit/>
          </a:bodyPr>
          <a:lstStyle>
            <a:lvl1pPr algn="l">
              <a:defRPr sz="3000" b="1">
                <a:solidFill>
                  <a:schemeClr val="bg1"/>
                </a:solidFill>
              </a:defRPr>
            </a:lvl1pPr>
          </a:lstStyle>
          <a:p>
            <a:r>
              <a:rPr lang="en-US" dirty="0"/>
              <a:t>CHART</a:t>
            </a:r>
            <a:br>
              <a:rPr lang="en-US" dirty="0"/>
            </a:br>
            <a:r>
              <a:rPr lang="en-US" dirty="0"/>
              <a:t>SLIDE</a:t>
            </a:r>
            <a:endParaRPr lang="ru-RU" dirty="0"/>
          </a:p>
        </p:txBody>
      </p:sp>
      <p:sp>
        <p:nvSpPr>
          <p:cNvPr id="23" name="Text Placeholder 17">
            <a:extLst>
              <a:ext uri="{FF2B5EF4-FFF2-40B4-BE49-F238E27FC236}">
                <a16:creationId xmlns:a16="http://schemas.microsoft.com/office/drawing/2014/main" id="{EF8E92E6-C1C9-854A-93EE-FD201AF050FC}"/>
              </a:ext>
            </a:extLst>
          </p:cNvPr>
          <p:cNvSpPr>
            <a:spLocks noGrp="1"/>
          </p:cNvSpPr>
          <p:nvPr>
            <p:ph type="body" sz="quarter" idx="13" hasCustomPrompt="1"/>
          </p:nvPr>
        </p:nvSpPr>
        <p:spPr>
          <a:xfrm>
            <a:off x="580524" y="3198229"/>
            <a:ext cx="2119122" cy="2154741"/>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
        <p:nvSpPr>
          <p:cNvPr id="24" name="Graphic 15">
            <a:extLst>
              <a:ext uri="{FF2B5EF4-FFF2-40B4-BE49-F238E27FC236}">
                <a16:creationId xmlns:a16="http://schemas.microsoft.com/office/drawing/2014/main" id="{C1F625F0-F98F-D244-9020-86C86C287112}"/>
              </a:ext>
            </a:extLst>
          </p:cNvPr>
          <p:cNvSpPr/>
          <p:nvPr userDrawn="1"/>
        </p:nvSpPr>
        <p:spPr>
          <a:xfrm>
            <a:off x="-8380" y="2899869"/>
            <a:ext cx="1971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8875546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0" y="0"/>
            <a:ext cx="9144000" cy="6858000"/>
            <a:chOff x="0" y="0"/>
            <a:chExt cx="12192000" cy="68580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id="{CC6E1909-954A-41BF-9CF4-2CB53F6862EF}"/>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id="{9845E736-FB54-4B3D-821B-60C0AB9E1A53}"/>
              </a:ext>
            </a:extLst>
          </p:cNvPr>
          <p:cNvSpPr>
            <a:spLocks noGrp="1"/>
          </p:cNvSpPr>
          <p:nvPr>
            <p:ph type="title" hasCustomPrompt="1"/>
          </p:nvPr>
        </p:nvSpPr>
        <p:spPr>
          <a:xfrm>
            <a:off x="580524" y="1317174"/>
            <a:ext cx="2119122" cy="1524185"/>
          </a:xfrm>
        </p:spPr>
        <p:txBody>
          <a:bodyPr>
            <a:normAutofit/>
          </a:bodyPr>
          <a:lstStyle>
            <a:lvl1pPr algn="l">
              <a:defRPr sz="3000" b="1">
                <a:solidFill>
                  <a:schemeClr val="bg1"/>
                </a:solidFill>
              </a:defRPr>
            </a:lvl1pPr>
          </a:lstStyle>
          <a:p>
            <a:r>
              <a:rPr lang="en-US" dirty="0"/>
              <a:t>TABLE</a:t>
            </a:r>
            <a:br>
              <a:rPr lang="en-US" dirty="0"/>
            </a:br>
            <a:r>
              <a:rPr lang="en-US" dirty="0"/>
              <a:t>SLIDE</a:t>
            </a:r>
            <a:endParaRPr lang="ru-RU" dirty="0"/>
          </a:p>
        </p:txBody>
      </p:sp>
      <p:sp>
        <p:nvSpPr>
          <p:cNvPr id="21" name="Text Placeholder 17">
            <a:extLst>
              <a:ext uri="{FF2B5EF4-FFF2-40B4-BE49-F238E27FC236}">
                <a16:creationId xmlns:a16="http://schemas.microsoft.com/office/drawing/2014/main" id="{AFF98BA6-47F6-4796-B970-98EE605E8156}"/>
              </a:ext>
            </a:extLst>
          </p:cNvPr>
          <p:cNvSpPr>
            <a:spLocks noGrp="1"/>
          </p:cNvSpPr>
          <p:nvPr>
            <p:ph type="body" sz="quarter" idx="13" hasCustomPrompt="1"/>
          </p:nvPr>
        </p:nvSpPr>
        <p:spPr>
          <a:xfrm>
            <a:off x="580524" y="3198229"/>
            <a:ext cx="2119122" cy="2154741"/>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
        <p:nvSpPr>
          <p:cNvPr id="22" name="Graphic 15">
            <a:extLst>
              <a:ext uri="{FF2B5EF4-FFF2-40B4-BE49-F238E27FC236}">
                <a16:creationId xmlns:a16="http://schemas.microsoft.com/office/drawing/2014/main" id="{C8EF6174-FF5D-41C2-BF6B-9D6ECB281A1D}"/>
              </a:ext>
            </a:extLst>
          </p:cNvPr>
          <p:cNvSpPr/>
          <p:nvPr userDrawn="1"/>
        </p:nvSpPr>
        <p:spPr>
          <a:xfrm>
            <a:off x="-8380" y="2899869"/>
            <a:ext cx="1971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8" name="Table Placeholder 17">
            <a:extLst>
              <a:ext uri="{FF2B5EF4-FFF2-40B4-BE49-F238E27FC236}">
                <a16:creationId xmlns:a16="http://schemas.microsoft.com/office/drawing/2014/main" id="{D45BCEDF-86BB-41E2-9F09-5D3014AD1C45}"/>
              </a:ext>
            </a:extLst>
          </p:cNvPr>
          <p:cNvSpPr>
            <a:spLocks noGrp="1"/>
          </p:cNvSpPr>
          <p:nvPr>
            <p:ph type="tbl" sz="quarter" idx="17"/>
          </p:nvPr>
        </p:nvSpPr>
        <p:spPr>
          <a:xfrm>
            <a:off x="3536843" y="1591500"/>
            <a:ext cx="4920854" cy="3761069"/>
          </a:xfrm>
        </p:spPr>
        <p:txBody>
          <a:bodyPr anchor="ctr" anchorCtr="0">
            <a:normAutofit/>
          </a:bodyPr>
          <a:lstStyle>
            <a:lvl1pPr marL="0" indent="0" algn="ctr">
              <a:buNone/>
              <a:defRPr sz="1200">
                <a:solidFill>
                  <a:schemeClr val="tx1">
                    <a:lumMod val="50000"/>
                    <a:lumOff val="50000"/>
                  </a:schemeClr>
                </a:solidFill>
              </a:defRPr>
            </a:lvl1pPr>
          </a:lstStyle>
          <a:p>
            <a:r>
              <a:rPr lang="en-US"/>
              <a:t>Click icon to add table</a:t>
            </a:r>
            <a:endParaRPr lang="ru-RU" dirty="0"/>
          </a:p>
        </p:txBody>
      </p:sp>
    </p:spTree>
    <p:extLst>
      <p:ext uri="{BB962C8B-B14F-4D97-AF65-F5344CB8AC3E}">
        <p14:creationId xmlns:p14="http://schemas.microsoft.com/office/powerpoint/2010/main" val="2578883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Title Slide">
    <p:bg>
      <p:bgPr>
        <a:solidFill>
          <a:schemeClr val="accent6"/>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E694C388-14E9-4848-A715-72B7DC6AF548}"/>
              </a:ext>
            </a:extLst>
          </p:cNvPr>
          <p:cNvSpPr>
            <a:spLocks noGrp="1"/>
          </p:cNvSpPr>
          <p:nvPr>
            <p:ph type="pic" sz="quarter" idx="14"/>
          </p:nvPr>
        </p:nvSpPr>
        <p:spPr>
          <a:xfrm>
            <a:off x="9526" y="0"/>
            <a:ext cx="9121139" cy="6858000"/>
          </a:xfrm>
          <a:custGeom>
            <a:avLst/>
            <a:gdLst>
              <a:gd name="connsiteX0" fmla="*/ 12161519 w 12161519"/>
              <a:gd name="connsiteY0" fmla="*/ 638810 h 6858000"/>
              <a:gd name="connsiteX1" fmla="*/ 12161519 w 12161519"/>
              <a:gd name="connsiteY1" fmla="*/ 1922780 h 6858000"/>
              <a:gd name="connsiteX2" fmla="*/ 9531350 w 12161519"/>
              <a:gd name="connsiteY2" fmla="*/ 6858000 h 6858000"/>
              <a:gd name="connsiteX3" fmla="*/ 8846819 w 12161519"/>
              <a:gd name="connsiteY3" fmla="*/ 6858000 h 6858000"/>
              <a:gd name="connsiteX4" fmla="*/ 10704830 w 12161519"/>
              <a:gd name="connsiteY4" fmla="*/ 0 h 6858000"/>
              <a:gd name="connsiteX5" fmla="*/ 12161519 w 12161519"/>
              <a:gd name="connsiteY5" fmla="*/ 0 h 6858000"/>
              <a:gd name="connsiteX6" fmla="*/ 12161519 w 12161519"/>
              <a:gd name="connsiteY6" fmla="*/ 234950 h 6858000"/>
              <a:gd name="connsiteX7" fmla="*/ 8632190 w 12161519"/>
              <a:gd name="connsiteY7" fmla="*/ 6858000 h 6858000"/>
              <a:gd name="connsiteX8" fmla="*/ 7049770 w 12161519"/>
              <a:gd name="connsiteY8" fmla="*/ 6858000 h 6858000"/>
              <a:gd name="connsiteX9" fmla="*/ 5320030 w 12161519"/>
              <a:gd name="connsiteY9" fmla="*/ 0 h 6858000"/>
              <a:gd name="connsiteX10" fmla="*/ 10476230 w 12161519"/>
              <a:gd name="connsiteY10" fmla="*/ 0 h 6858000"/>
              <a:gd name="connsiteX11" fmla="*/ 6822440 w 12161519"/>
              <a:gd name="connsiteY11" fmla="*/ 6858000 h 6858000"/>
              <a:gd name="connsiteX12" fmla="*/ 1664970 w 12161519"/>
              <a:gd name="connsiteY12" fmla="*/ 6858000 h 6858000"/>
              <a:gd name="connsiteX13" fmla="*/ 3529330 w 12161519"/>
              <a:gd name="connsiteY13" fmla="*/ 0 h 6858000"/>
              <a:gd name="connsiteX14" fmla="*/ 5111750 w 12161519"/>
              <a:gd name="connsiteY14" fmla="*/ 0 h 6858000"/>
              <a:gd name="connsiteX15" fmla="*/ 1456690 w 12161519"/>
              <a:gd name="connsiteY15" fmla="*/ 6858000 h 6858000"/>
              <a:gd name="connsiteX16" fmla="*/ 0 w 12161519"/>
              <a:gd name="connsiteY16" fmla="*/ 6858000 h 6858000"/>
              <a:gd name="connsiteX17" fmla="*/ 0 w 12161519"/>
              <a:gd name="connsiteY17" fmla="*/ 6623050 h 6858000"/>
              <a:gd name="connsiteX18" fmla="*/ 2630170 w 12161519"/>
              <a:gd name="connsiteY18" fmla="*/ 0 h 6858000"/>
              <a:gd name="connsiteX19" fmla="*/ 3314700 w 12161519"/>
              <a:gd name="connsiteY19" fmla="*/ 0 h 6858000"/>
              <a:gd name="connsiteX20" fmla="*/ 0 w 12161519"/>
              <a:gd name="connsiteY20" fmla="*/ 6219190 h 6858000"/>
              <a:gd name="connsiteX21" fmla="*/ 0 w 12161519"/>
              <a:gd name="connsiteY21" fmla="*/ 49352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61519" h="6858000">
                <a:moveTo>
                  <a:pt x="12161519" y="638810"/>
                </a:moveTo>
                <a:lnTo>
                  <a:pt x="12161519" y="1922780"/>
                </a:lnTo>
                <a:lnTo>
                  <a:pt x="9531350" y="6858000"/>
                </a:lnTo>
                <a:lnTo>
                  <a:pt x="8846819" y="6858000"/>
                </a:lnTo>
                <a:close/>
                <a:moveTo>
                  <a:pt x="10704830" y="0"/>
                </a:moveTo>
                <a:lnTo>
                  <a:pt x="12161519" y="0"/>
                </a:lnTo>
                <a:lnTo>
                  <a:pt x="12161519" y="234950"/>
                </a:lnTo>
                <a:lnTo>
                  <a:pt x="8632190" y="6858000"/>
                </a:lnTo>
                <a:lnTo>
                  <a:pt x="7049770" y="6858000"/>
                </a:lnTo>
                <a:close/>
                <a:moveTo>
                  <a:pt x="5320030" y="0"/>
                </a:moveTo>
                <a:lnTo>
                  <a:pt x="10476230" y="0"/>
                </a:lnTo>
                <a:lnTo>
                  <a:pt x="6822440" y="6858000"/>
                </a:lnTo>
                <a:lnTo>
                  <a:pt x="1664970" y="6858000"/>
                </a:lnTo>
                <a:close/>
                <a:moveTo>
                  <a:pt x="3529330" y="0"/>
                </a:moveTo>
                <a:lnTo>
                  <a:pt x="5111750" y="0"/>
                </a:lnTo>
                <a:lnTo>
                  <a:pt x="1456690" y="6858000"/>
                </a:lnTo>
                <a:lnTo>
                  <a:pt x="0" y="6858000"/>
                </a:lnTo>
                <a:lnTo>
                  <a:pt x="0" y="6623050"/>
                </a:lnTo>
                <a:close/>
                <a:moveTo>
                  <a:pt x="2630170" y="0"/>
                </a:moveTo>
                <a:lnTo>
                  <a:pt x="3314700" y="0"/>
                </a:lnTo>
                <a:lnTo>
                  <a:pt x="0" y="6219190"/>
                </a:lnTo>
                <a:lnTo>
                  <a:pt x="0" y="4935220"/>
                </a:lnTo>
                <a:close/>
              </a:path>
            </a:pathLst>
          </a:custGeom>
          <a:solidFill>
            <a:schemeClr val="bg1">
              <a:lumMod val="65000"/>
            </a:schemeClr>
          </a:solidFill>
        </p:spPr>
        <p:txBody>
          <a:bodyPr wrap="square" anchor="ctr" anchorCtr="0">
            <a:noAutofit/>
          </a:bodyPr>
          <a:lstStyle>
            <a:lvl1pPr marL="0" indent="0" algn="ctr">
              <a:buNone/>
              <a:defRPr sz="1050"/>
            </a:lvl1pPr>
          </a:lstStyle>
          <a:p>
            <a:r>
              <a:rPr lang="en-US"/>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Title 1">
            <a:extLst>
              <a:ext uri="{FF2B5EF4-FFF2-40B4-BE49-F238E27FC236}">
                <a16:creationId xmlns:a16="http://schemas.microsoft.com/office/drawing/2014/main" id="{BFD7B55F-CFD3-4921-BB2A-B14EB4E36369}"/>
              </a:ext>
            </a:extLst>
          </p:cNvPr>
          <p:cNvSpPr>
            <a:spLocks noGrp="1"/>
          </p:cNvSpPr>
          <p:nvPr>
            <p:ph type="title" hasCustomPrompt="1"/>
          </p:nvPr>
        </p:nvSpPr>
        <p:spPr>
          <a:xfrm>
            <a:off x="580524" y="1033272"/>
            <a:ext cx="7886249" cy="782638"/>
          </a:xfrm>
        </p:spPr>
        <p:txBody>
          <a:bodyPr>
            <a:normAutofit/>
          </a:bodyPr>
          <a:lstStyle>
            <a:lvl1pPr algn="l">
              <a:defRPr sz="3000" b="1">
                <a:solidFill>
                  <a:schemeClr val="bg1"/>
                </a:solidFill>
              </a:defRPr>
            </a:lvl1pPr>
          </a:lstStyle>
          <a:p>
            <a:r>
              <a:rPr lang="en-US" dirty="0"/>
              <a:t>BIG IMAGE SLIDE</a:t>
            </a:r>
            <a:endParaRPr lang="ru-RU" dirty="0"/>
          </a:p>
        </p:txBody>
      </p:sp>
      <p:sp>
        <p:nvSpPr>
          <p:cNvPr id="21" name="Text Placeholder 17">
            <a:extLst>
              <a:ext uri="{FF2B5EF4-FFF2-40B4-BE49-F238E27FC236}">
                <a16:creationId xmlns:a16="http://schemas.microsoft.com/office/drawing/2014/main" id="{932204AA-73EE-4F85-898B-E747C5ACC051}"/>
              </a:ext>
            </a:extLst>
          </p:cNvPr>
          <p:cNvSpPr>
            <a:spLocks noGrp="1"/>
          </p:cNvSpPr>
          <p:nvPr>
            <p:ph type="body" sz="quarter" idx="13" hasCustomPrompt="1"/>
          </p:nvPr>
        </p:nvSpPr>
        <p:spPr>
          <a:xfrm>
            <a:off x="580524" y="1880795"/>
            <a:ext cx="7888949" cy="782639"/>
          </a:xfrm>
        </p:spPr>
        <p:txBody>
          <a:bodyPr>
            <a:normAutofit/>
          </a:bodyPr>
          <a:lstStyle>
            <a:lvl1pPr marL="0" indent="0" algn="l">
              <a:buNone/>
              <a:defRPr sz="1650">
                <a:solidFill>
                  <a:schemeClr val="tx2"/>
                </a:solidFill>
              </a:defRPr>
            </a:lvl1pPr>
            <a:lvl2pPr>
              <a:defRPr sz="1350"/>
            </a:lvl2pPr>
            <a:lvl3pPr>
              <a:defRPr sz="1350"/>
            </a:lvl3pPr>
            <a:lvl4pPr>
              <a:defRPr sz="1350"/>
            </a:lvl4pPr>
            <a:lvl5pPr>
              <a:defRPr sz="1350"/>
            </a:lvl5pPr>
          </a:lstStyle>
          <a:p>
            <a:pPr lvl="0"/>
            <a:r>
              <a:rPr lang="en-US" dirty="0"/>
              <a:t>Edit master text styles</a:t>
            </a:r>
          </a:p>
        </p:txBody>
      </p:sp>
      <p:sp>
        <p:nvSpPr>
          <p:cNvPr id="23" name="Graphic 4">
            <a:extLst>
              <a:ext uri="{FF2B5EF4-FFF2-40B4-BE49-F238E27FC236}">
                <a16:creationId xmlns:a16="http://schemas.microsoft.com/office/drawing/2014/main" id="{38541361-4795-490E-8165-B4A338F8231D}"/>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 name="TextBox 1">
            <a:extLst>
              <a:ext uri="{FF2B5EF4-FFF2-40B4-BE49-F238E27FC236}">
                <a16:creationId xmlns:a16="http://schemas.microsoft.com/office/drawing/2014/main" id="{B72E78DA-7F75-294B-AECF-F02F6C41615D}"/>
              </a:ext>
            </a:extLst>
          </p:cNvPr>
          <p:cNvSpPr txBox="1"/>
          <p:nvPr userDrawn="1"/>
        </p:nvSpPr>
        <p:spPr>
          <a:xfrm>
            <a:off x="222569" y="300250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872756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9144000" cy="6858000"/>
          </a:xfrm>
          <a:prstGeom prst="rect">
            <a:avLst/>
          </a:prstGeom>
          <a:solidFill>
            <a:schemeClr val="accent6"/>
          </a:solidFill>
          <a:ln w="12700"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1834319" y="-12700"/>
            <a:ext cx="546735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628650" y="156580"/>
            <a:ext cx="7886700" cy="1325563"/>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046988" y="1497770"/>
            <a:ext cx="7050024" cy="4215384"/>
          </a:xfrm>
        </p:spPr>
        <p:txBody>
          <a:bodyPr anchor="ctr" anchorCtr="0">
            <a:normAutofit/>
          </a:bodyPr>
          <a:lstStyle>
            <a:lvl1pPr marL="0" indent="0" algn="ctr">
              <a:buNone/>
              <a:defRPr sz="1050">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18929999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s Layout">
    <p:bg>
      <p:bgPr>
        <a:solidFill>
          <a:schemeClr val="accent6"/>
        </a:soli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88BA6D96-EFE3-4743-8FB5-544E9692D111}"/>
              </a:ext>
            </a:extLst>
          </p:cNvPr>
          <p:cNvSpPr>
            <a:spLocks noGrp="1"/>
          </p:cNvSpPr>
          <p:nvPr>
            <p:ph type="pic" sz="quarter" idx="26"/>
          </p:nvPr>
        </p:nvSpPr>
        <p:spPr>
          <a:xfrm>
            <a:off x="2" y="0"/>
            <a:ext cx="6866572" cy="6858000"/>
          </a:xfrm>
          <a:custGeom>
            <a:avLst/>
            <a:gdLst>
              <a:gd name="connsiteX0" fmla="*/ 5490209 w 9155429"/>
              <a:gd name="connsiteY0" fmla="*/ 3511550 h 6858000"/>
              <a:gd name="connsiteX1" fmla="*/ 6979919 w 9155429"/>
              <a:gd name="connsiteY1" fmla="*/ 3511550 h 6858000"/>
              <a:gd name="connsiteX2" fmla="*/ 5541009 w 9155429"/>
              <a:gd name="connsiteY2" fmla="*/ 6858000 h 6858000"/>
              <a:gd name="connsiteX3" fmla="*/ 4050029 w 9155429"/>
              <a:gd name="connsiteY3" fmla="*/ 6858000 h 6858000"/>
              <a:gd name="connsiteX4" fmla="*/ 0 w 9155429"/>
              <a:gd name="connsiteY4" fmla="*/ 3511550 h 6858000"/>
              <a:gd name="connsiteX5" fmla="*/ 2444750 w 9155429"/>
              <a:gd name="connsiteY5" fmla="*/ 3511550 h 6858000"/>
              <a:gd name="connsiteX6" fmla="*/ 1004570 w 9155429"/>
              <a:gd name="connsiteY6" fmla="*/ 6858000 h 6858000"/>
              <a:gd name="connsiteX7" fmla="*/ 0 w 9155429"/>
              <a:gd name="connsiteY7" fmla="*/ 6858000 h 6858000"/>
              <a:gd name="connsiteX8" fmla="*/ 7001509 w 9155429"/>
              <a:gd name="connsiteY8" fmla="*/ 1 h 6858000"/>
              <a:gd name="connsiteX9" fmla="*/ 8491219 w 9155429"/>
              <a:gd name="connsiteY9" fmla="*/ 1 h 6858000"/>
              <a:gd name="connsiteX10" fmla="*/ 7051039 w 9155429"/>
              <a:gd name="connsiteY10" fmla="*/ 3346450 h 6858000"/>
              <a:gd name="connsiteX11" fmla="*/ 5561329 w 9155429"/>
              <a:gd name="connsiteY11" fmla="*/ 3346450 h 6858000"/>
              <a:gd name="connsiteX12" fmla="*/ 8722359 w 9155429"/>
              <a:gd name="connsiteY12" fmla="*/ 0 h 6858000"/>
              <a:gd name="connsiteX13" fmla="*/ 9155429 w 9155429"/>
              <a:gd name="connsiteY13" fmla="*/ 0 h 6858000"/>
              <a:gd name="connsiteX14" fmla="*/ 6203949 w 9155429"/>
              <a:gd name="connsiteY14" fmla="*/ 6858000 h 6858000"/>
              <a:gd name="connsiteX15" fmla="*/ 5772149 w 9155429"/>
              <a:gd name="connsiteY15" fmla="*/ 6858000 h 6858000"/>
              <a:gd name="connsiteX16" fmla="*/ 4190999 w 9155429"/>
              <a:gd name="connsiteY16" fmla="*/ 0 h 6858000"/>
              <a:gd name="connsiteX17" fmla="*/ 6753859 w 9155429"/>
              <a:gd name="connsiteY17" fmla="*/ 0 h 6858000"/>
              <a:gd name="connsiteX18" fmla="*/ 3802379 w 9155429"/>
              <a:gd name="connsiteY18" fmla="*/ 6858000 h 6858000"/>
              <a:gd name="connsiteX19" fmla="*/ 1239520 w 9155429"/>
              <a:gd name="connsiteY19" fmla="*/ 6858000 h 6858000"/>
              <a:gd name="connsiteX20" fmla="*/ 0 w 9155429"/>
              <a:gd name="connsiteY20" fmla="*/ 0 h 6858000"/>
              <a:gd name="connsiteX21" fmla="*/ 3956050 w 9155429"/>
              <a:gd name="connsiteY21" fmla="*/ 0 h 6858000"/>
              <a:gd name="connsiteX22" fmla="*/ 2515869 w 9155429"/>
              <a:gd name="connsiteY22" fmla="*/ 3346450 h 6858000"/>
              <a:gd name="connsiteX23" fmla="*/ 0 w 9155429"/>
              <a:gd name="connsiteY23" fmla="*/ 33464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429" h="6858000">
                <a:moveTo>
                  <a:pt x="5490209" y="3511550"/>
                </a:moveTo>
                <a:lnTo>
                  <a:pt x="6979919" y="3511550"/>
                </a:lnTo>
                <a:lnTo>
                  <a:pt x="5541009" y="6858000"/>
                </a:lnTo>
                <a:lnTo>
                  <a:pt x="4050029" y="6858000"/>
                </a:lnTo>
                <a:close/>
                <a:moveTo>
                  <a:pt x="0" y="3511550"/>
                </a:moveTo>
                <a:lnTo>
                  <a:pt x="2444750" y="3511550"/>
                </a:lnTo>
                <a:lnTo>
                  <a:pt x="1004570" y="6858000"/>
                </a:lnTo>
                <a:lnTo>
                  <a:pt x="0" y="6858000"/>
                </a:lnTo>
                <a:close/>
                <a:moveTo>
                  <a:pt x="7001509" y="1"/>
                </a:moveTo>
                <a:lnTo>
                  <a:pt x="8491219" y="1"/>
                </a:lnTo>
                <a:lnTo>
                  <a:pt x="7051039" y="3346450"/>
                </a:lnTo>
                <a:lnTo>
                  <a:pt x="5561329" y="3346450"/>
                </a:lnTo>
                <a:close/>
                <a:moveTo>
                  <a:pt x="8722359" y="0"/>
                </a:moveTo>
                <a:lnTo>
                  <a:pt x="9155429" y="0"/>
                </a:lnTo>
                <a:lnTo>
                  <a:pt x="6203949" y="6858000"/>
                </a:lnTo>
                <a:lnTo>
                  <a:pt x="5772149" y="6858000"/>
                </a:lnTo>
                <a:close/>
                <a:moveTo>
                  <a:pt x="4190999" y="0"/>
                </a:moveTo>
                <a:lnTo>
                  <a:pt x="6753859" y="0"/>
                </a:lnTo>
                <a:lnTo>
                  <a:pt x="3802379" y="6858000"/>
                </a:lnTo>
                <a:lnTo>
                  <a:pt x="1239520" y="6858000"/>
                </a:lnTo>
                <a:close/>
                <a:moveTo>
                  <a:pt x="0" y="0"/>
                </a:moveTo>
                <a:lnTo>
                  <a:pt x="3956050" y="0"/>
                </a:lnTo>
                <a:lnTo>
                  <a:pt x="2515869" y="3346450"/>
                </a:lnTo>
                <a:lnTo>
                  <a:pt x="0" y="3346450"/>
                </a:lnTo>
                <a:close/>
              </a:path>
            </a:pathLst>
          </a:custGeom>
          <a:solidFill>
            <a:schemeClr val="bg1">
              <a:lumMod val="65000"/>
            </a:schemeClr>
          </a:solidFill>
        </p:spPr>
        <p:txBody>
          <a:bodyPr wrap="square" anchor="ctr" anchorCtr="0">
            <a:noAutofit/>
          </a:bodyPr>
          <a:lstStyle>
            <a:lvl1pPr marL="0" indent="0" algn="ctr">
              <a:buNone/>
              <a:defRPr sz="1050"/>
            </a:lvl1pPr>
          </a:lstStyle>
          <a:p>
            <a:r>
              <a:rPr lang="en-US"/>
              <a:t>Click icon to add picture</a:t>
            </a:r>
            <a:endParaRPr lang="ru-RU" dirty="0"/>
          </a:p>
        </p:txBody>
      </p:sp>
      <p:sp>
        <p:nvSpPr>
          <p:cNvPr id="14" name="Graphic 19">
            <a:extLst>
              <a:ext uri="{FF2B5EF4-FFF2-40B4-BE49-F238E27FC236}">
                <a16:creationId xmlns:a16="http://schemas.microsoft.com/office/drawing/2014/main" id="{97347B99-304D-468D-B6F0-9D59E6077A64}"/>
              </a:ext>
            </a:extLst>
          </p:cNvPr>
          <p:cNvSpPr/>
          <p:nvPr userDrawn="1"/>
        </p:nvSpPr>
        <p:spPr>
          <a:xfrm flipH="1">
            <a:off x="6753290" y="3285679"/>
            <a:ext cx="2393442" cy="146304"/>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0" name="Title 1">
            <a:extLst>
              <a:ext uri="{FF2B5EF4-FFF2-40B4-BE49-F238E27FC236}">
                <a16:creationId xmlns:a16="http://schemas.microsoft.com/office/drawing/2014/main" id="{BB615286-AF88-4751-9BF6-3F030092F6F6}"/>
              </a:ext>
            </a:extLst>
          </p:cNvPr>
          <p:cNvSpPr>
            <a:spLocks noGrp="1"/>
          </p:cNvSpPr>
          <p:nvPr>
            <p:ph type="title" hasCustomPrompt="1"/>
          </p:nvPr>
        </p:nvSpPr>
        <p:spPr>
          <a:xfrm>
            <a:off x="5394280" y="973513"/>
            <a:ext cx="3137954" cy="2281355"/>
          </a:xfrm>
        </p:spPr>
        <p:txBody>
          <a:bodyPr>
            <a:noAutofit/>
          </a:bodyPr>
          <a:lstStyle>
            <a:lvl1pPr algn="r">
              <a:defRPr sz="5250" b="1">
                <a:solidFill>
                  <a:schemeClr val="bg1"/>
                </a:solidFill>
              </a:defRPr>
            </a:lvl1pPr>
          </a:lstStyle>
          <a:p>
            <a:r>
              <a:rPr lang="en-US" dirty="0"/>
              <a:t>THANK</a:t>
            </a:r>
            <a:br>
              <a:rPr lang="en-US" dirty="0"/>
            </a:br>
            <a:r>
              <a:rPr lang="en-US" dirty="0"/>
              <a:t>YOU!</a:t>
            </a:r>
            <a:endParaRPr lang="ru-RU" dirty="0"/>
          </a:p>
        </p:txBody>
      </p:sp>
      <p:sp>
        <p:nvSpPr>
          <p:cNvPr id="21" name="Text Placeholder 14">
            <a:extLst>
              <a:ext uri="{FF2B5EF4-FFF2-40B4-BE49-F238E27FC236}">
                <a16:creationId xmlns:a16="http://schemas.microsoft.com/office/drawing/2014/main" id="{5E15D97E-2723-48C3-B835-65DB0286DB64}"/>
              </a:ext>
            </a:extLst>
          </p:cNvPr>
          <p:cNvSpPr>
            <a:spLocks noGrp="1"/>
          </p:cNvSpPr>
          <p:nvPr>
            <p:ph type="body" sz="quarter" idx="13" hasCustomPrompt="1"/>
          </p:nvPr>
        </p:nvSpPr>
        <p:spPr>
          <a:xfrm>
            <a:off x="6180406" y="3675709"/>
            <a:ext cx="2351828" cy="1101897"/>
          </a:xfrm>
        </p:spPr>
        <p:txBody>
          <a:bodyPr>
            <a:noAutofit/>
          </a:bodyPr>
          <a:lstStyle>
            <a:lvl1pPr marL="0" indent="0" algn="r">
              <a:buNone/>
              <a:defRPr sz="2625" b="0" i="0">
                <a:solidFill>
                  <a:schemeClr val="tx2"/>
                </a:solidFill>
              </a:defRPr>
            </a:lvl1pPr>
          </a:lstStyle>
          <a:p>
            <a:pPr lvl="0"/>
            <a:r>
              <a:rPr lang="en-US" dirty="0"/>
              <a:t>Alexander</a:t>
            </a:r>
            <a:br>
              <a:rPr lang="en-US" dirty="0"/>
            </a:br>
            <a:r>
              <a:rPr lang="en-US" dirty="0" err="1"/>
              <a:t>Martensson</a:t>
            </a:r>
            <a:endParaRPr lang="en-US" dirty="0"/>
          </a:p>
        </p:txBody>
      </p:sp>
      <p:sp>
        <p:nvSpPr>
          <p:cNvPr id="25" name="Text Placeholder 26">
            <a:extLst>
              <a:ext uri="{FF2B5EF4-FFF2-40B4-BE49-F238E27FC236}">
                <a16:creationId xmlns:a16="http://schemas.microsoft.com/office/drawing/2014/main" id="{4D45CEBA-121A-426A-897A-9E3CDC5F5CC1}"/>
              </a:ext>
            </a:extLst>
          </p:cNvPr>
          <p:cNvSpPr>
            <a:spLocks noGrp="1"/>
          </p:cNvSpPr>
          <p:nvPr>
            <p:ph type="body" sz="quarter" idx="22" hasCustomPrompt="1"/>
          </p:nvPr>
        </p:nvSpPr>
        <p:spPr>
          <a:xfrm>
            <a:off x="5256586" y="5019265"/>
            <a:ext cx="3275648" cy="474519"/>
          </a:xfrm>
        </p:spPr>
        <p:txBody>
          <a:bodyPr>
            <a:noAutofit/>
          </a:bodyPr>
          <a:lstStyle>
            <a:lvl1pPr marL="0" indent="0" algn="r">
              <a:buNone/>
              <a:defRPr sz="1650" b="0" i="0">
                <a:solidFill>
                  <a:schemeClr val="bg1"/>
                </a:solidFill>
                <a:latin typeface="+mn-lt"/>
              </a:defRPr>
            </a:lvl1pPr>
            <a:lvl2pPr marL="342900" indent="0">
              <a:buNone/>
              <a:defRPr sz="1350" b="1" i="1"/>
            </a:lvl2pPr>
            <a:lvl3pPr marL="685800" indent="0">
              <a:buNone/>
              <a:defRPr sz="1350" b="1" i="1"/>
            </a:lvl3pPr>
            <a:lvl4pPr marL="1028700" indent="0">
              <a:buNone/>
              <a:defRPr sz="1350" b="1" i="1"/>
            </a:lvl4pPr>
            <a:lvl5pPr marL="1371600" indent="0">
              <a:buNone/>
              <a:defRPr sz="1350" b="1" i="1"/>
            </a:lvl5pPr>
          </a:lstStyle>
          <a:p>
            <a:pPr lvl="0"/>
            <a:r>
              <a:rPr lang="en-US" dirty="0"/>
              <a:t>678-555-0128</a:t>
            </a:r>
          </a:p>
        </p:txBody>
      </p:sp>
      <p:sp>
        <p:nvSpPr>
          <p:cNvPr id="28" name="Text Placeholder 26">
            <a:extLst>
              <a:ext uri="{FF2B5EF4-FFF2-40B4-BE49-F238E27FC236}">
                <a16:creationId xmlns:a16="http://schemas.microsoft.com/office/drawing/2014/main" id="{0767B0C7-7BD9-4BF1-8D3D-91DED23803E6}"/>
              </a:ext>
            </a:extLst>
          </p:cNvPr>
          <p:cNvSpPr>
            <a:spLocks noGrp="1"/>
          </p:cNvSpPr>
          <p:nvPr>
            <p:ph type="body" sz="quarter" idx="23" hasCustomPrompt="1"/>
          </p:nvPr>
        </p:nvSpPr>
        <p:spPr>
          <a:xfrm>
            <a:off x="5256586" y="4805882"/>
            <a:ext cx="3275648" cy="288000"/>
          </a:xfrm>
        </p:spPr>
        <p:txBody>
          <a:bodyPr>
            <a:noAutofit/>
          </a:bodyPr>
          <a:lstStyle>
            <a:lvl1pPr marL="0" indent="0" algn="r">
              <a:buNone/>
              <a:defRPr sz="1050" b="0" i="0">
                <a:solidFill>
                  <a:schemeClr val="bg2"/>
                </a:solidFill>
                <a:latin typeface="+mn-lt"/>
              </a:defRPr>
            </a:lvl1pPr>
            <a:lvl2pPr marL="342900" indent="0">
              <a:buNone/>
              <a:defRPr sz="1350" b="1" i="1"/>
            </a:lvl2pPr>
            <a:lvl3pPr marL="685800" indent="0">
              <a:buNone/>
              <a:defRPr sz="1350" b="1" i="1"/>
            </a:lvl3pPr>
            <a:lvl4pPr marL="1028700" indent="0">
              <a:buNone/>
              <a:defRPr sz="1350" b="1" i="1"/>
            </a:lvl4pPr>
            <a:lvl5pPr marL="1371600" indent="0">
              <a:buNone/>
              <a:defRPr sz="1350" b="1" i="1"/>
            </a:lvl5pPr>
          </a:lstStyle>
          <a:p>
            <a:pPr lvl="0"/>
            <a:r>
              <a:rPr lang="en-US" dirty="0"/>
              <a:t>Phone</a:t>
            </a:r>
          </a:p>
        </p:txBody>
      </p:sp>
      <p:sp>
        <p:nvSpPr>
          <p:cNvPr id="31" name="Text Placeholder 26">
            <a:extLst>
              <a:ext uri="{FF2B5EF4-FFF2-40B4-BE49-F238E27FC236}">
                <a16:creationId xmlns:a16="http://schemas.microsoft.com/office/drawing/2014/main" id="{26B74744-5435-47DD-B65F-16D8E7AC1557}"/>
              </a:ext>
            </a:extLst>
          </p:cNvPr>
          <p:cNvSpPr>
            <a:spLocks noGrp="1"/>
          </p:cNvSpPr>
          <p:nvPr>
            <p:ph type="body" sz="quarter" idx="24" hasCustomPrompt="1"/>
          </p:nvPr>
        </p:nvSpPr>
        <p:spPr>
          <a:xfrm>
            <a:off x="4091816" y="5685823"/>
            <a:ext cx="4440417" cy="474519"/>
          </a:xfrm>
        </p:spPr>
        <p:txBody>
          <a:bodyPr>
            <a:noAutofit/>
          </a:bodyPr>
          <a:lstStyle>
            <a:lvl1pPr marL="0" indent="0" algn="r">
              <a:buNone/>
              <a:defRPr sz="1650" b="0" i="0">
                <a:solidFill>
                  <a:schemeClr val="bg1"/>
                </a:solidFill>
                <a:latin typeface="+mn-lt"/>
              </a:defRPr>
            </a:lvl1pPr>
            <a:lvl2pPr marL="342900" indent="0">
              <a:buNone/>
              <a:defRPr sz="1350" b="1" i="1"/>
            </a:lvl2pPr>
            <a:lvl3pPr marL="685800" indent="0">
              <a:buNone/>
              <a:defRPr sz="1350" b="1" i="1"/>
            </a:lvl3pPr>
            <a:lvl4pPr marL="1028700" indent="0">
              <a:buNone/>
              <a:defRPr sz="1350" b="1" i="1"/>
            </a:lvl4pPr>
            <a:lvl5pPr marL="1371600" indent="0">
              <a:buNone/>
              <a:defRPr sz="1350" b="1" i="1"/>
            </a:lvl5pPr>
          </a:lstStyle>
          <a:p>
            <a:pPr lvl="0"/>
            <a:r>
              <a:rPr lang="en-US" dirty="0"/>
              <a:t>martensson@example.com</a:t>
            </a:r>
          </a:p>
        </p:txBody>
      </p:sp>
      <p:sp>
        <p:nvSpPr>
          <p:cNvPr id="32" name="Text Placeholder 26">
            <a:extLst>
              <a:ext uri="{FF2B5EF4-FFF2-40B4-BE49-F238E27FC236}">
                <a16:creationId xmlns:a16="http://schemas.microsoft.com/office/drawing/2014/main" id="{20815411-0E43-4B6B-92C7-6E312091ABAB}"/>
              </a:ext>
            </a:extLst>
          </p:cNvPr>
          <p:cNvSpPr>
            <a:spLocks noGrp="1"/>
          </p:cNvSpPr>
          <p:nvPr>
            <p:ph type="body" sz="quarter" idx="25" hasCustomPrompt="1"/>
          </p:nvPr>
        </p:nvSpPr>
        <p:spPr>
          <a:xfrm>
            <a:off x="5256586" y="5466001"/>
            <a:ext cx="3275648" cy="288000"/>
          </a:xfrm>
        </p:spPr>
        <p:txBody>
          <a:bodyPr>
            <a:noAutofit/>
          </a:bodyPr>
          <a:lstStyle>
            <a:lvl1pPr marL="0" indent="0" algn="r">
              <a:buNone/>
              <a:defRPr sz="1050" b="0" i="0">
                <a:solidFill>
                  <a:schemeClr val="bg2"/>
                </a:solidFill>
                <a:latin typeface="+mn-lt"/>
              </a:defRPr>
            </a:lvl1pPr>
            <a:lvl2pPr marL="342900" indent="0">
              <a:buNone/>
              <a:defRPr sz="1350" b="1" i="1"/>
            </a:lvl2pPr>
            <a:lvl3pPr marL="685800" indent="0">
              <a:buNone/>
              <a:defRPr sz="1350" b="1" i="1"/>
            </a:lvl3pPr>
            <a:lvl4pPr marL="1028700" indent="0">
              <a:buNone/>
              <a:defRPr sz="1350" b="1" i="1"/>
            </a:lvl4pPr>
            <a:lvl5pPr marL="1371600" indent="0">
              <a:buNone/>
              <a:defRPr sz="1350" b="1" i="1"/>
            </a:lvl5pPr>
          </a:lstStyle>
          <a:p>
            <a:pPr lvl="0"/>
            <a:r>
              <a:rPr lang="en-US" dirty="0"/>
              <a:t>Email</a:t>
            </a:r>
          </a:p>
        </p:txBody>
      </p:sp>
    </p:spTree>
    <p:extLst>
      <p:ext uri="{BB962C8B-B14F-4D97-AF65-F5344CB8AC3E}">
        <p14:creationId xmlns:p14="http://schemas.microsoft.com/office/powerpoint/2010/main" val="730874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E43AF0D-28CB-4D3A-A944-CE3DCAAC5657}"/>
              </a:ext>
            </a:extLst>
          </p:cNvPr>
          <p:cNvSpPr/>
          <p:nvPr userDrawn="1"/>
        </p:nvSpPr>
        <p:spPr>
          <a:xfrm>
            <a:off x="2274893" y="0"/>
            <a:ext cx="6866726" cy="6858000"/>
          </a:xfrm>
          <a:custGeom>
            <a:avLst/>
            <a:gdLst>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2101419 w 9155634"/>
              <a:gd name="connsiteY4" fmla="*/ 3511550 h 6858000"/>
              <a:gd name="connsiteX5" fmla="*/ 3591129 w 9155634"/>
              <a:gd name="connsiteY5" fmla="*/ 3511550 h 6858000"/>
              <a:gd name="connsiteX6" fmla="*/ 2150949 w 9155634"/>
              <a:gd name="connsiteY6" fmla="*/ 6858000 h 6858000"/>
              <a:gd name="connsiteX7" fmla="*/ 661239 w 9155634"/>
              <a:gd name="connsiteY7" fmla="*/ 6858000 h 6858000"/>
              <a:gd name="connsiteX8" fmla="*/ 8147889 w 9155634"/>
              <a:gd name="connsiteY8" fmla="*/ 0 h 6858000"/>
              <a:gd name="connsiteX9" fmla="*/ 9155634 w 9155634"/>
              <a:gd name="connsiteY9" fmla="*/ 0 h 6858000"/>
              <a:gd name="connsiteX10" fmla="*/ 9155634 w 9155634"/>
              <a:gd name="connsiteY10" fmla="*/ 3346450 h 6858000"/>
              <a:gd name="connsiteX11" fmla="*/ 6707709 w 9155634"/>
              <a:gd name="connsiteY11" fmla="*/ 3346450 h 6858000"/>
              <a:gd name="connsiteX12" fmla="*/ 5350079 w 9155634"/>
              <a:gd name="connsiteY12" fmla="*/ 0 h 6858000"/>
              <a:gd name="connsiteX13" fmla="*/ 7912939 w 9155634"/>
              <a:gd name="connsiteY13" fmla="*/ 0 h 6858000"/>
              <a:gd name="connsiteX14" fmla="*/ 4961459 w 9155634"/>
              <a:gd name="connsiteY14" fmla="*/ 6858000 h 6858000"/>
              <a:gd name="connsiteX15" fmla="*/ 2399869 w 9155634"/>
              <a:gd name="connsiteY15" fmla="*/ 6858000 h 6858000"/>
              <a:gd name="connsiteX16" fmla="*/ 3612719 w 9155634"/>
              <a:gd name="connsiteY16" fmla="*/ 0 h 6858000"/>
              <a:gd name="connsiteX17" fmla="*/ 5102429 w 9155634"/>
              <a:gd name="connsiteY17" fmla="*/ 0 h 6858000"/>
              <a:gd name="connsiteX18" fmla="*/ 3662249 w 9155634"/>
              <a:gd name="connsiteY18" fmla="*/ 3346450 h 6858000"/>
              <a:gd name="connsiteX19" fmla="*/ 2172539 w 9155634"/>
              <a:gd name="connsiteY19" fmla="*/ 3346450 h 6858000"/>
              <a:gd name="connsiteX20" fmla="*/ 2947249 w 9155634"/>
              <a:gd name="connsiteY20" fmla="*/ 0 h 6858000"/>
              <a:gd name="connsiteX21" fmla="*/ 3381579 w 9155634"/>
              <a:gd name="connsiteY21" fmla="*/ 0 h 6858000"/>
              <a:gd name="connsiteX22" fmla="*/ 430099 w 9155634"/>
              <a:gd name="connsiteY22" fmla="*/ 6858000 h 6858000"/>
              <a:gd name="connsiteX23" fmla="*/ 0 w 9155634"/>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634" h="6858000">
                <a:moveTo>
                  <a:pt x="6636589" y="3511550"/>
                </a:moveTo>
                <a:lnTo>
                  <a:pt x="9155634" y="3511550"/>
                </a:lnTo>
                <a:lnTo>
                  <a:pt x="9155634" y="6858000"/>
                </a:lnTo>
                <a:lnTo>
                  <a:pt x="5196409" y="6858000"/>
                </a:lnTo>
                <a:close/>
                <a:moveTo>
                  <a:pt x="2101419" y="3511550"/>
                </a:moveTo>
                <a:lnTo>
                  <a:pt x="3591129" y="3511550"/>
                </a:lnTo>
                <a:lnTo>
                  <a:pt x="2150949" y="6858000"/>
                </a:lnTo>
                <a:lnTo>
                  <a:pt x="661239" y="6858000"/>
                </a:lnTo>
                <a:close/>
                <a:moveTo>
                  <a:pt x="8147889" y="0"/>
                </a:moveTo>
                <a:lnTo>
                  <a:pt x="9155634" y="0"/>
                </a:lnTo>
                <a:lnTo>
                  <a:pt x="9155634" y="3346450"/>
                </a:lnTo>
                <a:lnTo>
                  <a:pt x="6707709" y="3346450"/>
                </a:lnTo>
                <a:close/>
                <a:moveTo>
                  <a:pt x="5350079" y="0"/>
                </a:moveTo>
                <a:lnTo>
                  <a:pt x="7912939" y="0"/>
                </a:lnTo>
                <a:lnTo>
                  <a:pt x="4961459" y="6858000"/>
                </a:lnTo>
                <a:lnTo>
                  <a:pt x="2399869" y="6858000"/>
                </a:lnTo>
                <a:close/>
                <a:moveTo>
                  <a:pt x="3612719" y="0"/>
                </a:moveTo>
                <a:lnTo>
                  <a:pt x="5102429" y="0"/>
                </a:lnTo>
                <a:lnTo>
                  <a:pt x="3662249" y="3346450"/>
                </a:lnTo>
                <a:lnTo>
                  <a:pt x="2172539" y="3346450"/>
                </a:lnTo>
                <a:close/>
                <a:moveTo>
                  <a:pt x="2947249" y="0"/>
                </a:moveTo>
                <a:lnTo>
                  <a:pt x="3381579" y="0"/>
                </a:lnTo>
                <a:lnTo>
                  <a:pt x="430099" y="6858000"/>
                </a:lnTo>
                <a:lnTo>
                  <a:pt x="0" y="6858000"/>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2" name="Graphic 19">
            <a:extLst>
              <a:ext uri="{FF2B5EF4-FFF2-40B4-BE49-F238E27FC236}">
                <a16:creationId xmlns:a16="http://schemas.microsoft.com/office/drawing/2014/main" id="{A6B740BD-8499-412C-AE4E-A4AD7F73100E}"/>
              </a:ext>
            </a:extLst>
          </p:cNvPr>
          <p:cNvSpPr/>
          <p:nvPr/>
        </p:nvSpPr>
        <p:spPr>
          <a:xfrm>
            <a:off x="-8139" y="3369468"/>
            <a:ext cx="2791800" cy="144000"/>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id="{310DFD8C-544F-465B-8315-8B3AA8B95790}"/>
              </a:ext>
            </a:extLst>
          </p:cNvPr>
          <p:cNvSpPr>
            <a:spLocks noGrp="1"/>
          </p:cNvSpPr>
          <p:nvPr>
            <p:ph type="title" hasCustomPrompt="1"/>
          </p:nvPr>
        </p:nvSpPr>
        <p:spPr>
          <a:xfrm>
            <a:off x="577516" y="1096345"/>
            <a:ext cx="7883066" cy="2281355"/>
          </a:xfrm>
        </p:spPr>
        <p:txBody>
          <a:bodyPr>
            <a:noAutofit/>
          </a:bodyPr>
          <a:lstStyle>
            <a:lvl1pPr algn="l">
              <a:defRPr sz="5250" b="1">
                <a:solidFill>
                  <a:schemeClr val="bg1"/>
                </a:solidFill>
              </a:defRPr>
            </a:lvl1pPr>
          </a:lstStyle>
          <a:p>
            <a:r>
              <a:rPr lang="en-US" dirty="0"/>
              <a:t>PRESENTATION</a:t>
            </a:r>
            <a:br>
              <a:rPr lang="ru-RU" dirty="0"/>
            </a:br>
            <a:r>
              <a:rPr lang="en-US" dirty="0"/>
              <a:t>TITLE</a:t>
            </a:r>
            <a:endParaRPr lang="ru-RU" dirty="0"/>
          </a:p>
        </p:txBody>
      </p:sp>
      <p:sp>
        <p:nvSpPr>
          <p:cNvPr id="15" name="Subtitle 2">
            <a:extLst>
              <a:ext uri="{FF2B5EF4-FFF2-40B4-BE49-F238E27FC236}">
                <a16:creationId xmlns:a16="http://schemas.microsoft.com/office/drawing/2014/main" id="{8046DF3F-8EBA-4583-9F19-45C979FDAB65}"/>
              </a:ext>
            </a:extLst>
          </p:cNvPr>
          <p:cNvSpPr>
            <a:spLocks noGrp="1"/>
          </p:cNvSpPr>
          <p:nvPr>
            <p:ph type="subTitle" idx="1"/>
          </p:nvPr>
        </p:nvSpPr>
        <p:spPr>
          <a:xfrm>
            <a:off x="577516" y="3773555"/>
            <a:ext cx="7567715" cy="1101897"/>
          </a:xfrm>
        </p:spPr>
        <p:txBody>
          <a:bodyPr vert="horz" lIns="91440" tIns="45720" rIns="91440" bIns="45720" rtlCol="0">
            <a:noAutofit/>
          </a:bodyPr>
          <a:lstStyle>
            <a:lvl1pPr marL="0" indent="0">
              <a:buNone/>
              <a:defRPr lang="en-US" sz="2625" b="0" i="0"/>
            </a:lvl1pPr>
          </a:lstStyle>
          <a:p>
            <a:pPr marL="171450" lvl="0" indent="-171450"/>
            <a:r>
              <a:rPr lang="en-US"/>
              <a:t>Click to edit Master subtitle style</a:t>
            </a:r>
          </a:p>
        </p:txBody>
      </p:sp>
    </p:spTree>
    <p:extLst>
      <p:ext uri="{BB962C8B-B14F-4D97-AF65-F5344CB8AC3E}">
        <p14:creationId xmlns:p14="http://schemas.microsoft.com/office/powerpoint/2010/main" val="34547068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82713AA-FAF7-4D64-AB9D-53ACFDBF8B5B}"/>
              </a:ext>
            </a:extLst>
          </p:cNvPr>
          <p:cNvSpPr/>
          <p:nvPr userDrawn="1"/>
        </p:nvSpPr>
        <p:spPr>
          <a:xfrm>
            <a:off x="-1" y="172278"/>
            <a:ext cx="9144000" cy="6559826"/>
          </a:xfrm>
          <a:custGeom>
            <a:avLst/>
            <a:gdLst>
              <a:gd name="connsiteX0" fmla="*/ 5864259 w 12192000"/>
              <a:gd name="connsiteY0" fmla="*/ 2854132 h 6559826"/>
              <a:gd name="connsiteX1" fmla="*/ 5864259 w 12192000"/>
              <a:gd name="connsiteY1" fmla="*/ 5342062 h 6559826"/>
              <a:gd name="connsiteX2" fmla="*/ 6907 w 12192000"/>
              <a:gd name="connsiteY2" fmla="*/ 6559826 h 6559826"/>
              <a:gd name="connsiteX3" fmla="*/ 0 w 12192000"/>
              <a:gd name="connsiteY3" fmla="*/ 6559826 h 6559826"/>
              <a:gd name="connsiteX4" fmla="*/ 0 w 12192000"/>
              <a:gd name="connsiteY4" fmla="*/ 4073332 h 6559826"/>
              <a:gd name="connsiteX5" fmla="*/ 12192000 w 12192000"/>
              <a:gd name="connsiteY5" fmla="*/ 2685378 h 6559826"/>
              <a:gd name="connsiteX6" fmla="*/ 12192000 w 12192000"/>
              <a:gd name="connsiteY6" fmla="*/ 5173308 h 6559826"/>
              <a:gd name="connsiteX7" fmla="*/ 6104805 w 12192000"/>
              <a:gd name="connsiteY7" fmla="*/ 6429182 h 6559826"/>
              <a:gd name="connsiteX8" fmla="*/ 6104805 w 12192000"/>
              <a:gd name="connsiteY8" fmla="*/ 3941252 h 6559826"/>
              <a:gd name="connsiteX9" fmla="*/ 11991762 w 12192000"/>
              <a:gd name="connsiteY9" fmla="*/ 0 h 6559826"/>
              <a:gd name="connsiteX10" fmla="*/ 12192000 w 12192000"/>
              <a:gd name="connsiteY10" fmla="*/ 0 h 6559826"/>
              <a:gd name="connsiteX11" fmla="*/ 12192000 w 12192000"/>
              <a:gd name="connsiteY11" fmla="*/ 2446611 h 6559826"/>
              <a:gd name="connsiteX12" fmla="*/ 6104805 w 12192000"/>
              <a:gd name="connsiteY12" fmla="*/ 3701222 h 6559826"/>
              <a:gd name="connsiteX13" fmla="*/ 6104805 w 12192000"/>
              <a:gd name="connsiteY13" fmla="*/ 1214562 h 655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559826">
                <a:moveTo>
                  <a:pt x="5864259" y="2854132"/>
                </a:moveTo>
                <a:lnTo>
                  <a:pt x="5864259" y="5342062"/>
                </a:lnTo>
                <a:lnTo>
                  <a:pt x="6907" y="6559826"/>
                </a:lnTo>
                <a:lnTo>
                  <a:pt x="0" y="6559826"/>
                </a:lnTo>
                <a:lnTo>
                  <a:pt x="0" y="4073332"/>
                </a:lnTo>
                <a:close/>
                <a:moveTo>
                  <a:pt x="12192000" y="2685378"/>
                </a:moveTo>
                <a:lnTo>
                  <a:pt x="12192000" y="5173308"/>
                </a:lnTo>
                <a:lnTo>
                  <a:pt x="6104805" y="6429182"/>
                </a:lnTo>
                <a:lnTo>
                  <a:pt x="6104805" y="3941252"/>
                </a:lnTo>
                <a:close/>
                <a:moveTo>
                  <a:pt x="11991762" y="0"/>
                </a:moveTo>
                <a:lnTo>
                  <a:pt x="12192000" y="0"/>
                </a:lnTo>
                <a:lnTo>
                  <a:pt x="12192000" y="2446611"/>
                </a:lnTo>
                <a:lnTo>
                  <a:pt x="6104805" y="3701222"/>
                </a:lnTo>
                <a:lnTo>
                  <a:pt x="6104805" y="1214562"/>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582931" y="1033272"/>
            <a:ext cx="3792062" cy="782638"/>
          </a:xfrm>
        </p:spPr>
        <p:txBody>
          <a:bodyPr>
            <a:normAutofit/>
          </a:bodyPr>
          <a:lstStyle>
            <a:lvl1pPr algn="l">
              <a:defRPr sz="3000"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id="{2095D1D4-8CA3-4CA3-825D-088EDB51A8AE}"/>
              </a:ext>
            </a:extLst>
          </p:cNvPr>
          <p:cNvSpPr/>
          <p:nvPr/>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id="{2DB5E70B-ECC9-4800-9DC0-5897EF3F16AB}"/>
              </a:ext>
            </a:extLst>
          </p:cNvPr>
          <p:cNvSpPr/>
          <p:nvPr/>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0" name="Text Placeholder 2">
            <a:extLst>
              <a:ext uri="{FF2B5EF4-FFF2-40B4-BE49-F238E27FC236}">
                <a16:creationId xmlns:a16="http://schemas.microsoft.com/office/drawing/2014/main" id="{A3B87DE7-6A4B-4A0E-8622-C9BA93F0B364}"/>
              </a:ext>
            </a:extLst>
          </p:cNvPr>
          <p:cNvSpPr>
            <a:spLocks noGrp="1"/>
          </p:cNvSpPr>
          <p:nvPr>
            <p:ph type="body" idx="1"/>
          </p:nvPr>
        </p:nvSpPr>
        <p:spPr>
          <a:xfrm>
            <a:off x="582930" y="2225393"/>
            <a:ext cx="3833020" cy="782638"/>
          </a:xfrm>
        </p:spPr>
        <p:txBody>
          <a:bodyPr vert="horz" lIns="91440" tIns="45720" rIns="91440" bIns="45720" rtlCol="0">
            <a:normAutofit/>
          </a:bodyPr>
          <a:lstStyle>
            <a:lvl1pPr marL="0" indent="0">
              <a:buNone/>
              <a:defRPr lang="en-US" sz="1650"/>
            </a:lvl1pPr>
          </a:lstStyle>
          <a:p>
            <a:pPr marL="171450" lvl="0" indent="-171450"/>
            <a:r>
              <a:rPr lang="en-US"/>
              <a:t>Click to edit Master text styles</a:t>
            </a:r>
          </a:p>
        </p:txBody>
      </p:sp>
    </p:spTree>
    <p:extLst>
      <p:ext uri="{BB962C8B-B14F-4D97-AF65-F5344CB8AC3E}">
        <p14:creationId xmlns:p14="http://schemas.microsoft.com/office/powerpoint/2010/main" val="3600286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9144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a:t>Click to edit Master title style</a:t>
            </a:r>
          </a:p>
        </p:txBody>
      </p:sp>
      <p:sp>
        <p:nvSpPr>
          <p:cNvPr id="10" name="Content Placeholder 2">
            <a:extLst>
              <a:ext uri="{FF2B5EF4-FFF2-40B4-BE49-F238E27FC236}">
                <a16:creationId xmlns:a16="http://schemas.microsoft.com/office/drawing/2014/main" id="{83799919-7F2B-44B7-BF0B-B0CE733AC667}"/>
              </a:ext>
            </a:extLst>
          </p:cNvPr>
          <p:cNvSpPr>
            <a:spLocks noGrp="1"/>
          </p:cNvSpPr>
          <p:nvPr>
            <p:ph idx="1"/>
          </p:nvPr>
        </p:nvSpPr>
        <p:spPr>
          <a:xfrm>
            <a:off x="628650" y="2277756"/>
            <a:ext cx="7886700" cy="38992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07153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9144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a:t>Click to edit Master title style</a:t>
            </a:r>
          </a:p>
        </p:txBody>
      </p:sp>
      <p:sp>
        <p:nvSpPr>
          <p:cNvPr id="15" name="Content Placeholder 2">
            <a:extLst>
              <a:ext uri="{FF2B5EF4-FFF2-40B4-BE49-F238E27FC236}">
                <a16:creationId xmlns:a16="http://schemas.microsoft.com/office/drawing/2014/main" id="{5460D6CB-9BA0-4BA9-9CF5-9D21E9F570CE}"/>
              </a:ext>
            </a:extLst>
          </p:cNvPr>
          <p:cNvSpPr>
            <a:spLocks noGrp="1"/>
          </p:cNvSpPr>
          <p:nvPr>
            <p:ph sz="half" idx="1"/>
          </p:nvPr>
        </p:nvSpPr>
        <p:spPr>
          <a:xfrm>
            <a:off x="628650" y="2277756"/>
            <a:ext cx="3886200" cy="3899207"/>
          </a:xfrm>
        </p:spPr>
        <p:txBody>
          <a:bodyPr>
            <a:normAutofit/>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B0DDB5D-8949-4E45-A7CD-0402580BB05B}"/>
              </a:ext>
            </a:extLst>
          </p:cNvPr>
          <p:cNvSpPr>
            <a:spLocks noGrp="1"/>
          </p:cNvSpPr>
          <p:nvPr>
            <p:ph sz="half" idx="2"/>
          </p:nvPr>
        </p:nvSpPr>
        <p:spPr>
          <a:xfrm>
            <a:off x="4629150" y="2277755"/>
            <a:ext cx="3886200" cy="3899208"/>
          </a:xfrm>
        </p:spPr>
        <p:txBody>
          <a:bodyPr>
            <a:normAutofit/>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06735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9144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a:t>Click to edit Master title style</a:t>
            </a:r>
          </a:p>
        </p:txBody>
      </p:sp>
      <p:sp>
        <p:nvSpPr>
          <p:cNvPr id="15" name="Text Placeholder 2">
            <a:extLst>
              <a:ext uri="{FF2B5EF4-FFF2-40B4-BE49-F238E27FC236}">
                <a16:creationId xmlns:a16="http://schemas.microsoft.com/office/drawing/2014/main" id="{82C817C4-D92F-4269-B22D-5C2E522418D8}"/>
              </a:ext>
            </a:extLst>
          </p:cNvPr>
          <p:cNvSpPr>
            <a:spLocks noGrp="1"/>
          </p:cNvSpPr>
          <p:nvPr>
            <p:ph type="body" idx="1"/>
          </p:nvPr>
        </p:nvSpPr>
        <p:spPr>
          <a:xfrm>
            <a:off x="629842" y="2068513"/>
            <a:ext cx="3868340" cy="436562"/>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Content Placeholder 3">
            <a:extLst>
              <a:ext uri="{FF2B5EF4-FFF2-40B4-BE49-F238E27FC236}">
                <a16:creationId xmlns:a16="http://schemas.microsoft.com/office/drawing/2014/main" id="{C61514A7-2DEE-47E3-BCB4-FB81E9981DA7}"/>
              </a:ext>
            </a:extLst>
          </p:cNvPr>
          <p:cNvSpPr>
            <a:spLocks noGrp="1"/>
          </p:cNvSpPr>
          <p:nvPr>
            <p:ph sz="half" idx="2"/>
          </p:nvPr>
        </p:nvSpPr>
        <p:spPr>
          <a:xfrm>
            <a:off x="629842" y="2505075"/>
            <a:ext cx="3868340" cy="3684588"/>
          </a:xfrm>
        </p:spPr>
        <p:txBody>
          <a:bodyPr>
            <a:normAutofit/>
          </a:bodyPr>
          <a:lstStyle>
            <a:lvl1pPr>
              <a:defRPr sz="1500">
                <a:solidFill>
                  <a:schemeClr val="bg1"/>
                </a:solidFill>
              </a:defRPr>
            </a:lvl1pPr>
            <a:lvl2pPr>
              <a:defRPr sz="1350">
                <a:solidFill>
                  <a:schemeClr val="bg1"/>
                </a:solidFill>
              </a:defRPr>
            </a:lvl2pPr>
            <a:lvl3pPr>
              <a:defRPr sz="1200">
                <a:solidFill>
                  <a:schemeClr val="bg1"/>
                </a:solidFill>
              </a:defRPr>
            </a:lvl3pPr>
            <a:lvl4pPr>
              <a:defRPr sz="1050">
                <a:solidFill>
                  <a:schemeClr val="bg1"/>
                </a:solidFill>
              </a:defRPr>
            </a:lvl4pPr>
            <a:lvl5pPr>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4">
            <a:extLst>
              <a:ext uri="{FF2B5EF4-FFF2-40B4-BE49-F238E27FC236}">
                <a16:creationId xmlns:a16="http://schemas.microsoft.com/office/drawing/2014/main" id="{3455C9D3-0938-4236-8E64-BBF582FCD239}"/>
              </a:ext>
            </a:extLst>
          </p:cNvPr>
          <p:cNvSpPr>
            <a:spLocks noGrp="1"/>
          </p:cNvSpPr>
          <p:nvPr>
            <p:ph type="body" sz="quarter" idx="3"/>
          </p:nvPr>
        </p:nvSpPr>
        <p:spPr>
          <a:xfrm>
            <a:off x="4629150" y="2068512"/>
            <a:ext cx="3887391" cy="436563"/>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8" name="Content Placeholder 5">
            <a:extLst>
              <a:ext uri="{FF2B5EF4-FFF2-40B4-BE49-F238E27FC236}">
                <a16:creationId xmlns:a16="http://schemas.microsoft.com/office/drawing/2014/main" id="{7331E254-1410-4989-81DE-84B684ACC71F}"/>
              </a:ext>
            </a:extLst>
          </p:cNvPr>
          <p:cNvSpPr>
            <a:spLocks noGrp="1"/>
          </p:cNvSpPr>
          <p:nvPr>
            <p:ph sz="quarter" idx="4"/>
          </p:nvPr>
        </p:nvSpPr>
        <p:spPr>
          <a:xfrm>
            <a:off x="4629150" y="2505075"/>
            <a:ext cx="3887391" cy="3684588"/>
          </a:xfrm>
        </p:spPr>
        <p:txBody>
          <a:bodyPr>
            <a:normAutofit/>
          </a:bodyPr>
          <a:lstStyle>
            <a:lvl1pPr>
              <a:defRPr sz="1500">
                <a:solidFill>
                  <a:schemeClr val="bg1"/>
                </a:solidFill>
              </a:defRPr>
            </a:lvl1pPr>
            <a:lvl2pPr>
              <a:defRPr sz="1350">
                <a:solidFill>
                  <a:schemeClr val="bg1"/>
                </a:solidFill>
              </a:defRPr>
            </a:lvl2pPr>
            <a:lvl3pPr>
              <a:defRPr sz="1200">
                <a:solidFill>
                  <a:schemeClr val="bg1"/>
                </a:solidFill>
              </a:defRPr>
            </a:lvl3pPr>
            <a:lvl4pPr>
              <a:defRPr sz="1050">
                <a:solidFill>
                  <a:schemeClr val="bg1"/>
                </a:solidFill>
              </a:defRPr>
            </a:lvl4pPr>
            <a:lvl5pPr>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0598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9144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7" name="Title 1">
            <a:extLst>
              <a:ext uri="{FF2B5EF4-FFF2-40B4-BE49-F238E27FC236}">
                <a16:creationId xmlns:a16="http://schemas.microsoft.com/office/drawing/2014/main" id="{F68ABD79-6AF5-4911-BEC2-A492F3ECD83D}"/>
              </a:ext>
            </a:extLst>
          </p:cNvPr>
          <p:cNvSpPr>
            <a:spLocks noGrp="1"/>
          </p:cNvSpPr>
          <p:nvPr>
            <p:ph type="title"/>
          </p:nvPr>
        </p:nvSpPr>
        <p:spPr>
          <a:xfrm>
            <a:off x="629841" y="457200"/>
            <a:ext cx="2949178" cy="1345096"/>
          </a:xfrm>
        </p:spPr>
        <p:txBody>
          <a:bodyPr anchor="b"/>
          <a:lstStyle>
            <a:lvl1pPr>
              <a:defRPr sz="2400"/>
            </a:lvl1pPr>
          </a:lstStyle>
          <a:p>
            <a:r>
              <a:rPr lang="en-US"/>
              <a:t>Click to edit Master title style</a:t>
            </a:r>
          </a:p>
        </p:txBody>
      </p:sp>
      <p:sp>
        <p:nvSpPr>
          <p:cNvPr id="8" name="Text Placeholder 3">
            <a:extLst>
              <a:ext uri="{FF2B5EF4-FFF2-40B4-BE49-F238E27FC236}">
                <a16:creationId xmlns:a16="http://schemas.microsoft.com/office/drawing/2014/main" id="{6489A680-EBE7-45A3-B520-2C50F59C7932}"/>
              </a:ext>
            </a:extLst>
          </p:cNvPr>
          <p:cNvSpPr>
            <a:spLocks noGrp="1"/>
          </p:cNvSpPr>
          <p:nvPr>
            <p:ph type="body" sz="half" idx="2"/>
          </p:nvPr>
        </p:nvSpPr>
        <p:spPr>
          <a:xfrm>
            <a:off x="629841" y="2166148"/>
            <a:ext cx="2949178" cy="370284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Content Placeholder 2">
            <a:extLst>
              <a:ext uri="{FF2B5EF4-FFF2-40B4-BE49-F238E27FC236}">
                <a16:creationId xmlns:a16="http://schemas.microsoft.com/office/drawing/2014/main" id="{202EEB9F-D255-46E9-AFBB-FCC4D93BEFC3}"/>
              </a:ext>
            </a:extLst>
          </p:cNvPr>
          <p:cNvSpPr>
            <a:spLocks noGrp="1"/>
          </p:cNvSpPr>
          <p:nvPr>
            <p:ph idx="1"/>
          </p:nvPr>
        </p:nvSpPr>
        <p:spPr>
          <a:xfrm>
            <a:off x="3887391" y="457201"/>
            <a:ext cx="4629150" cy="5403850"/>
          </a:xfrm>
        </p:spPr>
        <p:txBody>
          <a:bodyPr/>
          <a:lstStyle>
            <a:lvl1pPr>
              <a:defRPr sz="2400">
                <a:solidFill>
                  <a:schemeClr val="bg1"/>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Graphic 15">
            <a:extLst>
              <a:ext uri="{FF2B5EF4-FFF2-40B4-BE49-F238E27FC236}">
                <a16:creationId xmlns:a16="http://schemas.microsoft.com/office/drawing/2014/main" id="{4F729341-632E-4151-9863-D40D91A16F84}"/>
              </a:ext>
            </a:extLst>
          </p:cNvPr>
          <p:cNvSpPr/>
          <p:nvPr userDrawn="1"/>
        </p:nvSpPr>
        <p:spPr>
          <a:xfrm>
            <a:off x="-8381" y="1947672"/>
            <a:ext cx="370332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16997908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6" name="Graphic 4">
            <a:extLst>
              <a:ext uri="{FF2B5EF4-FFF2-40B4-BE49-F238E27FC236}">
                <a16:creationId xmlns:a16="http://schemas.microsoft.com/office/drawing/2014/main" id="{7D57D3C0-DF85-4866-AC4B-ED6A0F6963A5}"/>
              </a:ext>
            </a:extLst>
          </p:cNvPr>
          <p:cNvSpPr/>
          <p:nvPr/>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id="{FA387E18-8CE1-1648-81B1-6F1A0F183C30}"/>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9" name="Title 1">
            <a:extLst>
              <a:ext uri="{FF2B5EF4-FFF2-40B4-BE49-F238E27FC236}">
                <a16:creationId xmlns:a16="http://schemas.microsoft.com/office/drawing/2014/main" id="{44469CAF-CD13-4CCC-9569-14C8070AB355}"/>
              </a:ext>
            </a:extLst>
          </p:cNvPr>
          <p:cNvSpPr>
            <a:spLocks noGrp="1"/>
          </p:cNvSpPr>
          <p:nvPr>
            <p:ph type="title"/>
          </p:nvPr>
        </p:nvSpPr>
        <p:spPr>
          <a:xfrm>
            <a:off x="629841" y="457200"/>
            <a:ext cx="2949178" cy="1380744"/>
          </a:xfrm>
        </p:spPr>
        <p:txBody>
          <a:bodyPr anchor="b"/>
          <a:lstStyle>
            <a:lvl1pPr>
              <a:defRPr sz="2400"/>
            </a:lvl1pPr>
          </a:lstStyle>
          <a:p>
            <a:r>
              <a:rPr lang="en-US"/>
              <a:t>Click to edit Master title style</a:t>
            </a:r>
            <a:endParaRPr lang="en-US" dirty="0"/>
          </a:p>
        </p:txBody>
      </p:sp>
      <p:sp>
        <p:nvSpPr>
          <p:cNvPr id="10" name="Text Placeholder 3">
            <a:extLst>
              <a:ext uri="{FF2B5EF4-FFF2-40B4-BE49-F238E27FC236}">
                <a16:creationId xmlns:a16="http://schemas.microsoft.com/office/drawing/2014/main" id="{36D4C583-322D-4347-807F-F6D6AF8852A4}"/>
              </a:ext>
            </a:extLst>
          </p:cNvPr>
          <p:cNvSpPr>
            <a:spLocks noGrp="1"/>
          </p:cNvSpPr>
          <p:nvPr>
            <p:ph type="body" sz="half" idx="2"/>
          </p:nvPr>
        </p:nvSpPr>
        <p:spPr>
          <a:xfrm>
            <a:off x="629841" y="2130500"/>
            <a:ext cx="2949178" cy="37384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3" name="Picture Placeholder 12">
            <a:extLst>
              <a:ext uri="{FF2B5EF4-FFF2-40B4-BE49-F238E27FC236}">
                <a16:creationId xmlns:a16="http://schemas.microsoft.com/office/drawing/2014/main" id="{F138DBAD-2265-4E62-AB5B-F66A60D53F27}"/>
              </a:ext>
            </a:extLst>
          </p:cNvPr>
          <p:cNvSpPr>
            <a:spLocks noGrp="1"/>
          </p:cNvSpPr>
          <p:nvPr>
            <p:ph type="pic" idx="1"/>
          </p:nvPr>
        </p:nvSpPr>
        <p:spPr>
          <a:xfrm>
            <a:off x="4139804" y="1"/>
            <a:ext cx="4577715" cy="6857999"/>
          </a:xfrm>
          <a:custGeom>
            <a:avLst/>
            <a:gdLst>
              <a:gd name="connsiteX0" fmla="*/ 3914141 w 6103620"/>
              <a:gd name="connsiteY0" fmla="*/ 914400 h 6857999"/>
              <a:gd name="connsiteX1" fmla="*/ 6103620 w 6103620"/>
              <a:gd name="connsiteY1" fmla="*/ 914400 h 6857999"/>
              <a:gd name="connsiteX2" fmla="*/ 6103620 w 6103620"/>
              <a:gd name="connsiteY2" fmla="*/ 914404 h 6857999"/>
              <a:gd name="connsiteX3" fmla="*/ 4339591 w 6103620"/>
              <a:gd name="connsiteY3" fmla="*/ 6857999 h 6857999"/>
              <a:gd name="connsiteX4" fmla="*/ 2150113 w 6103620"/>
              <a:gd name="connsiteY4" fmla="*/ 6857999 h 6857999"/>
              <a:gd name="connsiteX5" fmla="*/ 1769111 w 6103620"/>
              <a:gd name="connsiteY5" fmla="*/ 0 h 6857999"/>
              <a:gd name="connsiteX6" fmla="*/ 3958591 w 6103620"/>
              <a:gd name="connsiteY6" fmla="*/ 0 h 6857999"/>
              <a:gd name="connsiteX7" fmla="*/ 2189480 w 6103620"/>
              <a:gd name="connsiteY7" fmla="*/ 5943601 h 6857999"/>
              <a:gd name="connsiteX8" fmla="*/ 0 w 6103620"/>
              <a:gd name="connsiteY8" fmla="*/ 594360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3620" h="6857999">
                <a:moveTo>
                  <a:pt x="3914141" y="914400"/>
                </a:moveTo>
                <a:lnTo>
                  <a:pt x="6103620" y="914400"/>
                </a:lnTo>
                <a:lnTo>
                  <a:pt x="6103620" y="914404"/>
                </a:lnTo>
                <a:lnTo>
                  <a:pt x="4339591" y="6857999"/>
                </a:lnTo>
                <a:lnTo>
                  <a:pt x="2150113" y="6857999"/>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Tree>
    <p:extLst>
      <p:ext uri="{BB962C8B-B14F-4D97-AF65-F5344CB8AC3E}">
        <p14:creationId xmlns:p14="http://schemas.microsoft.com/office/powerpoint/2010/main" val="41625570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9144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1" name="Title 1">
            <a:extLst>
              <a:ext uri="{FF2B5EF4-FFF2-40B4-BE49-F238E27FC236}">
                <a16:creationId xmlns:a16="http://schemas.microsoft.com/office/drawing/2014/main" id="{AD7B9076-7693-4C5F-8305-D5529FF8077A}"/>
              </a:ext>
            </a:extLst>
          </p:cNvPr>
          <p:cNvSpPr>
            <a:spLocks noGrp="1"/>
          </p:cNvSpPr>
          <p:nvPr>
            <p:ph type="title" hasCustomPrompt="1"/>
          </p:nvPr>
        </p:nvSpPr>
        <p:spPr>
          <a:xfrm>
            <a:off x="580525" y="1033272"/>
            <a:ext cx="3792062" cy="782638"/>
          </a:xfrm>
        </p:spPr>
        <p:txBody>
          <a:bodyPr>
            <a:normAutofit/>
          </a:bodyPr>
          <a:lstStyle>
            <a:lvl1pPr algn="l">
              <a:defRPr sz="3000" b="1">
                <a:solidFill>
                  <a:schemeClr val="bg1"/>
                </a:solidFill>
              </a:defRPr>
            </a:lvl1pPr>
          </a:lstStyle>
          <a:p>
            <a:r>
              <a:rPr lang="en-US" dirty="0"/>
              <a:t>EMPTY SLIDE</a:t>
            </a:r>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8381" y="1947672"/>
            <a:ext cx="39555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4093565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9144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8469473" y="6103003"/>
            <a:ext cx="6831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74424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anual">
    <p:bg>
      <p:bgPr>
        <a:solidFill>
          <a:schemeClr val="accent6"/>
        </a:solidFill>
        <a:effectLst/>
      </p:bgPr>
    </p:bg>
    <p:spTree>
      <p:nvGrpSpPr>
        <p:cNvPr id="1" name=""/>
        <p:cNvGrpSpPr/>
        <p:nvPr/>
      </p:nvGrpSpPr>
      <p:grpSpPr>
        <a:xfrm>
          <a:off x="0" y="0"/>
          <a:ext cx="0" cy="0"/>
          <a:chOff x="0" y="0"/>
          <a:chExt cx="0" cy="0"/>
        </a:xfrm>
      </p:grpSpPr>
      <p:sp>
        <p:nvSpPr>
          <p:cNvPr id="31" name="Text Placeholder 21">
            <a:extLst>
              <a:ext uri="{FF2B5EF4-FFF2-40B4-BE49-F238E27FC236}">
                <a16:creationId xmlns:a16="http://schemas.microsoft.com/office/drawing/2014/main" id="{10000CCD-6AFF-4E65-8858-5502306E5811}"/>
              </a:ext>
            </a:extLst>
          </p:cNvPr>
          <p:cNvSpPr>
            <a:spLocks noGrp="1"/>
          </p:cNvSpPr>
          <p:nvPr>
            <p:ph type="body" sz="quarter" idx="13" hasCustomPrompt="1"/>
          </p:nvPr>
        </p:nvSpPr>
        <p:spPr>
          <a:xfrm>
            <a:off x="641683" y="1974209"/>
            <a:ext cx="662015" cy="1092200"/>
          </a:xfrm>
        </p:spPr>
        <p:txBody>
          <a:bodyPr lIns="0" tIns="0" rIns="0" bIns="0">
            <a:noAutofit/>
          </a:bodyPr>
          <a:lstStyle>
            <a:lvl1pPr marL="0" indent="0">
              <a:buNone/>
              <a:defRPr sz="4500" b="1">
                <a:solidFill>
                  <a:schemeClr val="bg2"/>
                </a:solidFill>
                <a:latin typeface="+mj-lt"/>
              </a:defRPr>
            </a:lvl1pPr>
          </a:lstStyle>
          <a:p>
            <a:pPr lvl="0"/>
            <a:r>
              <a:rPr lang="en-US" dirty="0"/>
              <a:t>1</a:t>
            </a:r>
            <a:endParaRPr lang="ru-RU" dirty="0"/>
          </a:p>
        </p:txBody>
      </p:sp>
      <p:sp>
        <p:nvSpPr>
          <p:cNvPr id="32" name="Text Placeholder 24">
            <a:extLst>
              <a:ext uri="{FF2B5EF4-FFF2-40B4-BE49-F238E27FC236}">
                <a16:creationId xmlns:a16="http://schemas.microsoft.com/office/drawing/2014/main" id="{D5D777E5-98F6-416A-8D23-3399269D85CB}"/>
              </a:ext>
            </a:extLst>
          </p:cNvPr>
          <p:cNvSpPr>
            <a:spLocks noGrp="1"/>
          </p:cNvSpPr>
          <p:nvPr>
            <p:ph type="body" sz="quarter" idx="14"/>
          </p:nvPr>
        </p:nvSpPr>
        <p:spPr>
          <a:xfrm>
            <a:off x="1081901" y="1998210"/>
            <a:ext cx="2327333" cy="1032355"/>
          </a:xfrm>
        </p:spPr>
        <p:txBody>
          <a:bodyPr>
            <a:noAutofit/>
          </a:bodyPr>
          <a:lstStyle>
            <a:lvl1pPr marL="0" indent="0">
              <a:lnSpc>
                <a:spcPct val="100000"/>
              </a:lnSpc>
              <a:spcBef>
                <a:spcPts val="450"/>
              </a:spcBef>
              <a:buNone/>
              <a:defRPr sz="1650" b="0">
                <a:solidFill>
                  <a:schemeClr val="tx2"/>
                </a:solidFill>
                <a:latin typeface="+mj-lt"/>
              </a:defRPr>
            </a:lvl1pPr>
          </a:lstStyle>
          <a:p>
            <a:pPr lvl="0"/>
            <a:r>
              <a:rPr lang="en-US"/>
              <a:t>Click to edit Master text styles</a:t>
            </a:r>
          </a:p>
        </p:txBody>
      </p:sp>
      <p:sp>
        <p:nvSpPr>
          <p:cNvPr id="33" name="Text Placeholder 21">
            <a:extLst>
              <a:ext uri="{FF2B5EF4-FFF2-40B4-BE49-F238E27FC236}">
                <a16:creationId xmlns:a16="http://schemas.microsoft.com/office/drawing/2014/main" id="{C979BADF-99B5-4C91-AAE5-FC2C4DBEDE20}"/>
              </a:ext>
            </a:extLst>
          </p:cNvPr>
          <p:cNvSpPr>
            <a:spLocks noGrp="1"/>
          </p:cNvSpPr>
          <p:nvPr>
            <p:ph type="body" sz="quarter" idx="15" hasCustomPrompt="1"/>
          </p:nvPr>
        </p:nvSpPr>
        <p:spPr>
          <a:xfrm>
            <a:off x="3615481" y="1974209"/>
            <a:ext cx="662015" cy="1092200"/>
          </a:xfrm>
        </p:spPr>
        <p:txBody>
          <a:bodyPr lIns="0" tIns="0" rIns="0" bIns="0">
            <a:noAutofit/>
          </a:bodyPr>
          <a:lstStyle>
            <a:lvl1pPr marL="0" indent="0">
              <a:buNone/>
              <a:defRPr sz="4500" b="1">
                <a:solidFill>
                  <a:schemeClr val="bg2"/>
                </a:solidFill>
                <a:latin typeface="+mj-lt"/>
              </a:defRPr>
            </a:lvl1pPr>
          </a:lstStyle>
          <a:p>
            <a:pPr lvl="0"/>
            <a:r>
              <a:rPr lang="en-US" dirty="0"/>
              <a:t>2</a:t>
            </a:r>
            <a:endParaRPr lang="ru-RU" dirty="0"/>
          </a:p>
        </p:txBody>
      </p:sp>
      <p:sp>
        <p:nvSpPr>
          <p:cNvPr id="34" name="Text Placeholder 24">
            <a:extLst>
              <a:ext uri="{FF2B5EF4-FFF2-40B4-BE49-F238E27FC236}">
                <a16:creationId xmlns:a16="http://schemas.microsoft.com/office/drawing/2014/main" id="{6706F6A2-1599-4D73-9288-3ECEACDDCAEA}"/>
              </a:ext>
            </a:extLst>
          </p:cNvPr>
          <p:cNvSpPr>
            <a:spLocks noGrp="1"/>
          </p:cNvSpPr>
          <p:nvPr>
            <p:ph type="body" sz="quarter" idx="16"/>
          </p:nvPr>
        </p:nvSpPr>
        <p:spPr>
          <a:xfrm>
            <a:off x="4108454" y="1998210"/>
            <a:ext cx="1682939" cy="1032355"/>
          </a:xfrm>
        </p:spPr>
        <p:txBody>
          <a:bodyPr>
            <a:noAutofit/>
          </a:bodyPr>
          <a:lstStyle>
            <a:lvl1pPr marL="0" indent="0">
              <a:lnSpc>
                <a:spcPct val="100000"/>
              </a:lnSpc>
              <a:spcBef>
                <a:spcPts val="450"/>
              </a:spcBef>
              <a:buNone/>
              <a:defRPr sz="1650" b="0">
                <a:solidFill>
                  <a:schemeClr val="tx2"/>
                </a:solidFill>
                <a:latin typeface="+mj-lt"/>
              </a:defRPr>
            </a:lvl1pPr>
          </a:lstStyle>
          <a:p>
            <a:pPr lvl="0"/>
            <a:r>
              <a:rPr lang="en-US"/>
              <a:t>Click to edit Master text styles</a:t>
            </a:r>
          </a:p>
        </p:txBody>
      </p:sp>
      <p:sp>
        <p:nvSpPr>
          <p:cNvPr id="35" name="Text Placeholder 21">
            <a:extLst>
              <a:ext uri="{FF2B5EF4-FFF2-40B4-BE49-F238E27FC236}">
                <a16:creationId xmlns:a16="http://schemas.microsoft.com/office/drawing/2014/main" id="{BAE5E245-1702-4722-895D-0808BB0A868A}"/>
              </a:ext>
            </a:extLst>
          </p:cNvPr>
          <p:cNvSpPr>
            <a:spLocks noGrp="1"/>
          </p:cNvSpPr>
          <p:nvPr>
            <p:ph type="body" sz="quarter" idx="17" hasCustomPrompt="1"/>
          </p:nvPr>
        </p:nvSpPr>
        <p:spPr>
          <a:xfrm>
            <a:off x="5930066" y="1991988"/>
            <a:ext cx="662015" cy="1092200"/>
          </a:xfrm>
        </p:spPr>
        <p:txBody>
          <a:bodyPr lIns="0" tIns="0" rIns="0" bIns="0">
            <a:noAutofit/>
          </a:bodyPr>
          <a:lstStyle>
            <a:lvl1pPr marL="0" indent="0">
              <a:buNone/>
              <a:defRPr sz="4500" b="1">
                <a:solidFill>
                  <a:schemeClr val="bg2"/>
                </a:solidFill>
                <a:latin typeface="+mj-lt"/>
              </a:defRPr>
            </a:lvl1pPr>
          </a:lstStyle>
          <a:p>
            <a:pPr lvl="0"/>
            <a:r>
              <a:rPr lang="en-US" dirty="0"/>
              <a:t>3</a:t>
            </a:r>
            <a:endParaRPr lang="ru-RU" dirty="0"/>
          </a:p>
        </p:txBody>
      </p:sp>
      <p:sp>
        <p:nvSpPr>
          <p:cNvPr id="36" name="Text Placeholder 24">
            <a:extLst>
              <a:ext uri="{FF2B5EF4-FFF2-40B4-BE49-F238E27FC236}">
                <a16:creationId xmlns:a16="http://schemas.microsoft.com/office/drawing/2014/main" id="{3701E665-3CED-413C-BAC6-CE003B1494EA}"/>
              </a:ext>
            </a:extLst>
          </p:cNvPr>
          <p:cNvSpPr>
            <a:spLocks noGrp="1"/>
          </p:cNvSpPr>
          <p:nvPr>
            <p:ph type="body" sz="quarter" idx="18"/>
          </p:nvPr>
        </p:nvSpPr>
        <p:spPr>
          <a:xfrm>
            <a:off x="6423039" y="2015989"/>
            <a:ext cx="2219337" cy="1032355"/>
          </a:xfrm>
        </p:spPr>
        <p:txBody>
          <a:bodyPr>
            <a:noAutofit/>
          </a:bodyPr>
          <a:lstStyle>
            <a:lvl1pPr marL="0" indent="0">
              <a:lnSpc>
                <a:spcPct val="100000"/>
              </a:lnSpc>
              <a:spcBef>
                <a:spcPts val="450"/>
              </a:spcBef>
              <a:buNone/>
              <a:defRPr sz="1650" b="0">
                <a:solidFill>
                  <a:schemeClr val="tx2"/>
                </a:solidFill>
                <a:latin typeface="+mj-lt"/>
              </a:defRPr>
            </a:lvl1pPr>
          </a:lstStyle>
          <a:p>
            <a:pPr lvl="0"/>
            <a:r>
              <a:rPr lang="en-US"/>
              <a:t>Click to edit Master text styles</a:t>
            </a:r>
          </a:p>
        </p:txBody>
      </p:sp>
      <p:sp>
        <p:nvSpPr>
          <p:cNvPr id="37" name="Text Placeholder 24">
            <a:extLst>
              <a:ext uri="{FF2B5EF4-FFF2-40B4-BE49-F238E27FC236}">
                <a16:creationId xmlns:a16="http://schemas.microsoft.com/office/drawing/2014/main" id="{E01406B4-D44B-4D1E-91F3-D87541EAD4CE}"/>
              </a:ext>
            </a:extLst>
          </p:cNvPr>
          <p:cNvSpPr>
            <a:spLocks noGrp="1"/>
          </p:cNvSpPr>
          <p:nvPr>
            <p:ph type="body" sz="quarter" idx="19"/>
          </p:nvPr>
        </p:nvSpPr>
        <p:spPr>
          <a:xfrm>
            <a:off x="765045" y="2927531"/>
            <a:ext cx="1273969" cy="800100"/>
          </a:xfrm>
        </p:spPr>
        <p:txBody>
          <a:bodyPr>
            <a:normAutofit/>
          </a:bodyPr>
          <a:lstStyle>
            <a:lvl1pPr marL="0" indent="0">
              <a:buNone/>
              <a:defRPr sz="1050" b="0">
                <a:solidFill>
                  <a:schemeClr val="bg1">
                    <a:lumMod val="75000"/>
                  </a:schemeClr>
                </a:solidFill>
                <a:latin typeface="+mn-lt"/>
              </a:defRPr>
            </a:lvl1pPr>
          </a:lstStyle>
          <a:p>
            <a:pPr lvl="0"/>
            <a:r>
              <a:rPr lang="en-US"/>
              <a:t>Click to edit Master text styles</a:t>
            </a:r>
          </a:p>
        </p:txBody>
      </p:sp>
      <p:sp>
        <p:nvSpPr>
          <p:cNvPr id="38" name="Text Placeholder 24">
            <a:extLst>
              <a:ext uri="{FF2B5EF4-FFF2-40B4-BE49-F238E27FC236}">
                <a16:creationId xmlns:a16="http://schemas.microsoft.com/office/drawing/2014/main" id="{9AAD5CF9-9A59-4C5F-8C29-B92AD6012119}"/>
              </a:ext>
            </a:extLst>
          </p:cNvPr>
          <p:cNvSpPr>
            <a:spLocks noGrp="1"/>
          </p:cNvSpPr>
          <p:nvPr>
            <p:ph type="body" sz="quarter" idx="20"/>
          </p:nvPr>
        </p:nvSpPr>
        <p:spPr>
          <a:xfrm>
            <a:off x="2039013" y="2927531"/>
            <a:ext cx="1273969" cy="800100"/>
          </a:xfrm>
        </p:spPr>
        <p:txBody>
          <a:bodyPr>
            <a:normAutofit/>
          </a:bodyPr>
          <a:lstStyle>
            <a:lvl1pPr marL="0" indent="0">
              <a:buNone/>
              <a:defRPr sz="1050" b="0">
                <a:solidFill>
                  <a:schemeClr val="bg1">
                    <a:lumMod val="75000"/>
                  </a:schemeClr>
                </a:solidFill>
                <a:latin typeface="+mn-lt"/>
              </a:defRPr>
            </a:lvl1pPr>
          </a:lstStyle>
          <a:p>
            <a:pPr lvl="0"/>
            <a:r>
              <a:rPr lang="en-US"/>
              <a:t>Click to edit Master text styles</a:t>
            </a:r>
          </a:p>
        </p:txBody>
      </p:sp>
      <p:sp>
        <p:nvSpPr>
          <p:cNvPr id="39" name="Text Placeholder 24">
            <a:extLst>
              <a:ext uri="{FF2B5EF4-FFF2-40B4-BE49-F238E27FC236}">
                <a16:creationId xmlns:a16="http://schemas.microsoft.com/office/drawing/2014/main" id="{C6725172-65CC-4645-B23F-E77886468F31}"/>
              </a:ext>
            </a:extLst>
          </p:cNvPr>
          <p:cNvSpPr>
            <a:spLocks noGrp="1"/>
          </p:cNvSpPr>
          <p:nvPr>
            <p:ph type="body" sz="quarter" idx="21"/>
          </p:nvPr>
        </p:nvSpPr>
        <p:spPr>
          <a:xfrm>
            <a:off x="3596095" y="2927531"/>
            <a:ext cx="1949398" cy="800100"/>
          </a:xfrm>
        </p:spPr>
        <p:txBody>
          <a:bodyPr>
            <a:normAutofit/>
          </a:bodyPr>
          <a:lstStyle>
            <a:lvl1pPr marL="0" indent="0">
              <a:buNone/>
              <a:defRPr sz="1050" b="0">
                <a:solidFill>
                  <a:schemeClr val="bg1">
                    <a:lumMod val="75000"/>
                  </a:schemeClr>
                </a:solidFill>
                <a:latin typeface="+mn-lt"/>
              </a:defRPr>
            </a:lvl1pPr>
          </a:lstStyle>
          <a:p>
            <a:pPr lvl="0"/>
            <a:r>
              <a:rPr lang="en-US"/>
              <a:t>Click to edit Master text styles</a:t>
            </a:r>
          </a:p>
        </p:txBody>
      </p:sp>
      <p:sp>
        <p:nvSpPr>
          <p:cNvPr id="40" name="Text Placeholder 24">
            <a:extLst>
              <a:ext uri="{FF2B5EF4-FFF2-40B4-BE49-F238E27FC236}">
                <a16:creationId xmlns:a16="http://schemas.microsoft.com/office/drawing/2014/main" id="{0EA5E6CA-5C78-4B75-BA22-59750E7D4501}"/>
              </a:ext>
            </a:extLst>
          </p:cNvPr>
          <p:cNvSpPr>
            <a:spLocks noGrp="1"/>
          </p:cNvSpPr>
          <p:nvPr>
            <p:ph type="body" sz="quarter" idx="22"/>
          </p:nvPr>
        </p:nvSpPr>
        <p:spPr>
          <a:xfrm>
            <a:off x="5907717" y="2925988"/>
            <a:ext cx="2794817" cy="800100"/>
          </a:xfrm>
        </p:spPr>
        <p:txBody>
          <a:bodyPr>
            <a:normAutofit/>
          </a:bodyPr>
          <a:lstStyle>
            <a:lvl1pPr marL="0" indent="0">
              <a:buNone/>
              <a:defRPr sz="1050" b="0">
                <a:solidFill>
                  <a:schemeClr val="bg1">
                    <a:lumMod val="75000"/>
                  </a:schemeClr>
                </a:solidFill>
                <a:latin typeface="+mn-lt"/>
              </a:defRPr>
            </a:lvl1pPr>
          </a:lstStyle>
          <a:p>
            <a:pPr lvl="0"/>
            <a:r>
              <a:rPr lang="en-US"/>
              <a:t>Click to edit Master text styles</a:t>
            </a:r>
          </a:p>
        </p:txBody>
      </p:sp>
      <p:sp>
        <p:nvSpPr>
          <p:cNvPr id="41" name="Text Placeholder 24">
            <a:extLst>
              <a:ext uri="{FF2B5EF4-FFF2-40B4-BE49-F238E27FC236}">
                <a16:creationId xmlns:a16="http://schemas.microsoft.com/office/drawing/2014/main" id="{E1C61752-F57C-4FBF-93F3-06F43CCA43C8}"/>
              </a:ext>
            </a:extLst>
          </p:cNvPr>
          <p:cNvSpPr>
            <a:spLocks noGrp="1"/>
          </p:cNvSpPr>
          <p:nvPr>
            <p:ph type="body" sz="quarter" idx="23"/>
          </p:nvPr>
        </p:nvSpPr>
        <p:spPr>
          <a:xfrm>
            <a:off x="963100" y="5751926"/>
            <a:ext cx="7217801" cy="470478"/>
          </a:xfrm>
        </p:spPr>
        <p:txBody>
          <a:bodyPr>
            <a:normAutofit/>
          </a:bodyPr>
          <a:lstStyle>
            <a:lvl1pPr marL="0" indent="0" algn="ctr">
              <a:buNone/>
              <a:defRPr sz="1200" b="0">
                <a:solidFill>
                  <a:schemeClr val="tx2"/>
                </a:solidFill>
                <a:latin typeface="+mn-lt"/>
              </a:defRPr>
            </a:lvl1pPr>
          </a:lstStyle>
          <a:p>
            <a:pPr lvl="0"/>
            <a:r>
              <a:rPr lang="en-US"/>
              <a:t>Click to edit Master text styles</a:t>
            </a:r>
          </a:p>
        </p:txBody>
      </p:sp>
      <p:sp>
        <p:nvSpPr>
          <p:cNvPr id="42" name="Text Placeholder 24">
            <a:extLst>
              <a:ext uri="{FF2B5EF4-FFF2-40B4-BE49-F238E27FC236}">
                <a16:creationId xmlns:a16="http://schemas.microsoft.com/office/drawing/2014/main" id="{E0232175-FB97-4039-8136-B9DD27441C05}"/>
              </a:ext>
            </a:extLst>
          </p:cNvPr>
          <p:cNvSpPr>
            <a:spLocks noGrp="1"/>
          </p:cNvSpPr>
          <p:nvPr>
            <p:ph type="body" sz="quarter" idx="24"/>
          </p:nvPr>
        </p:nvSpPr>
        <p:spPr>
          <a:xfrm>
            <a:off x="3596094" y="4893792"/>
            <a:ext cx="1949399" cy="615026"/>
          </a:xfrm>
        </p:spPr>
        <p:txBody>
          <a:bodyPr>
            <a:normAutofit/>
          </a:bodyPr>
          <a:lstStyle>
            <a:lvl1pPr marL="0" indent="0">
              <a:buNone/>
              <a:defRPr sz="1200" b="0">
                <a:solidFill>
                  <a:schemeClr val="bg2"/>
                </a:solidFill>
                <a:latin typeface="+mn-lt"/>
              </a:defRPr>
            </a:lvl1pPr>
          </a:lstStyle>
          <a:p>
            <a:pPr lvl="0"/>
            <a:r>
              <a:rPr lang="en-US"/>
              <a:t>Click to edit Master text styles</a:t>
            </a:r>
          </a:p>
        </p:txBody>
      </p:sp>
      <p:sp>
        <p:nvSpPr>
          <p:cNvPr id="43" name="Text Placeholder 24">
            <a:extLst>
              <a:ext uri="{FF2B5EF4-FFF2-40B4-BE49-F238E27FC236}">
                <a16:creationId xmlns:a16="http://schemas.microsoft.com/office/drawing/2014/main" id="{6E5262C3-0603-403F-AB36-FB4EB9FC7BCB}"/>
              </a:ext>
            </a:extLst>
          </p:cNvPr>
          <p:cNvSpPr>
            <a:spLocks noGrp="1"/>
          </p:cNvSpPr>
          <p:nvPr>
            <p:ph type="body" sz="quarter" idx="25"/>
          </p:nvPr>
        </p:nvSpPr>
        <p:spPr>
          <a:xfrm>
            <a:off x="5918035" y="4893792"/>
            <a:ext cx="2784499" cy="615026"/>
          </a:xfrm>
        </p:spPr>
        <p:txBody>
          <a:bodyPr>
            <a:normAutofit/>
          </a:bodyPr>
          <a:lstStyle>
            <a:lvl1pPr marL="0" indent="0">
              <a:buNone/>
              <a:defRPr sz="1200" b="0">
                <a:solidFill>
                  <a:schemeClr val="bg2"/>
                </a:solidFill>
                <a:latin typeface="+mn-lt"/>
              </a:defRPr>
            </a:lvl1pPr>
          </a:lstStyle>
          <a:p>
            <a:pPr lvl="0"/>
            <a:r>
              <a:rPr lang="en-US"/>
              <a:t>Click to edit Master text styles</a:t>
            </a:r>
          </a:p>
        </p:txBody>
      </p:sp>
      <p:sp>
        <p:nvSpPr>
          <p:cNvPr id="44" name="Picture Placeholder 12">
            <a:extLst>
              <a:ext uri="{FF2B5EF4-FFF2-40B4-BE49-F238E27FC236}">
                <a16:creationId xmlns:a16="http://schemas.microsoft.com/office/drawing/2014/main" id="{D2FBACFC-8B68-4A37-95A4-26BE5A23D759}"/>
              </a:ext>
            </a:extLst>
          </p:cNvPr>
          <p:cNvSpPr>
            <a:spLocks noGrp="1"/>
          </p:cNvSpPr>
          <p:nvPr>
            <p:ph type="pic" sz="quarter" idx="37"/>
          </p:nvPr>
        </p:nvSpPr>
        <p:spPr>
          <a:xfrm>
            <a:off x="765044" y="3800404"/>
            <a:ext cx="2455164" cy="1618488"/>
          </a:xfrm>
        </p:spPr>
        <p:txBody>
          <a:bodyPr anchor="ctr" anchorCtr="0">
            <a:noAutofit/>
          </a:bodyPr>
          <a:lstStyle>
            <a:lvl1pPr marL="0" indent="0" algn="ctr">
              <a:buNone/>
              <a:defRPr sz="1050">
                <a:solidFill>
                  <a:schemeClr val="bg1">
                    <a:lumMod val="75000"/>
                  </a:schemeClr>
                </a:solidFill>
              </a:defRPr>
            </a:lvl1pPr>
          </a:lstStyle>
          <a:p>
            <a:r>
              <a:rPr lang="en-US"/>
              <a:t>Click icon to add picture</a:t>
            </a:r>
            <a:endParaRPr lang="ru-RU" dirty="0"/>
          </a:p>
        </p:txBody>
      </p:sp>
      <p:sp>
        <p:nvSpPr>
          <p:cNvPr id="46" name="Picture Placeholder 12">
            <a:extLst>
              <a:ext uri="{FF2B5EF4-FFF2-40B4-BE49-F238E27FC236}">
                <a16:creationId xmlns:a16="http://schemas.microsoft.com/office/drawing/2014/main" id="{5A6A36C6-8489-4333-927A-141D8F98AE50}"/>
              </a:ext>
            </a:extLst>
          </p:cNvPr>
          <p:cNvSpPr>
            <a:spLocks noGrp="1"/>
          </p:cNvSpPr>
          <p:nvPr>
            <p:ph type="pic" sz="quarter" idx="43"/>
          </p:nvPr>
        </p:nvSpPr>
        <p:spPr>
          <a:xfrm>
            <a:off x="3596095" y="3864572"/>
            <a:ext cx="1949399" cy="896112"/>
          </a:xfrm>
        </p:spPr>
        <p:txBody>
          <a:bodyPr anchor="ctr" anchorCtr="0">
            <a:noAutofit/>
          </a:bodyPr>
          <a:lstStyle>
            <a:lvl1pPr marL="0" indent="0" algn="ctr">
              <a:buNone/>
              <a:defRPr sz="1050">
                <a:solidFill>
                  <a:schemeClr val="bg1">
                    <a:lumMod val="75000"/>
                  </a:schemeClr>
                </a:solidFill>
              </a:defRPr>
            </a:lvl1pPr>
          </a:lstStyle>
          <a:p>
            <a:r>
              <a:rPr lang="en-US"/>
              <a:t>Click icon to add picture</a:t>
            </a:r>
            <a:endParaRPr lang="ru-RU" dirty="0"/>
          </a:p>
        </p:txBody>
      </p:sp>
      <p:sp>
        <p:nvSpPr>
          <p:cNvPr id="47" name="Picture Placeholder 9">
            <a:extLst>
              <a:ext uri="{FF2B5EF4-FFF2-40B4-BE49-F238E27FC236}">
                <a16:creationId xmlns:a16="http://schemas.microsoft.com/office/drawing/2014/main" id="{BB2DF986-C446-4302-9099-B1512AD5D8CA}"/>
              </a:ext>
            </a:extLst>
          </p:cNvPr>
          <p:cNvSpPr>
            <a:spLocks noGrp="1"/>
          </p:cNvSpPr>
          <p:nvPr>
            <p:ph type="pic" sz="quarter" idx="44"/>
          </p:nvPr>
        </p:nvSpPr>
        <p:spPr>
          <a:xfrm>
            <a:off x="5907716" y="3864572"/>
            <a:ext cx="1949400" cy="896400"/>
          </a:xfrm>
        </p:spPr>
        <p:txBody>
          <a:bodyPr anchor="ctr" anchorCtr="0">
            <a:normAutofit/>
          </a:bodyPr>
          <a:lstStyle>
            <a:lvl1pPr marL="0" indent="0" algn="ctr">
              <a:buNone/>
              <a:defRPr sz="1050">
                <a:solidFill>
                  <a:schemeClr val="bg1">
                    <a:lumMod val="75000"/>
                  </a:schemeClr>
                </a:solidFill>
              </a:defRPr>
            </a:lvl1pPr>
          </a:lstStyle>
          <a:p>
            <a:r>
              <a:rPr lang="en-US"/>
              <a:t>Click icon to add picture</a:t>
            </a:r>
            <a:endParaRPr lang="ru-RU" dirty="0"/>
          </a:p>
        </p:txBody>
      </p:sp>
      <p:sp>
        <p:nvSpPr>
          <p:cNvPr id="22" name="Title 1">
            <a:extLst>
              <a:ext uri="{FF2B5EF4-FFF2-40B4-BE49-F238E27FC236}">
                <a16:creationId xmlns:a16="http://schemas.microsoft.com/office/drawing/2014/main" id="{BB58C539-3FDE-4755-BEB4-C953AA292673}"/>
              </a:ext>
            </a:extLst>
          </p:cNvPr>
          <p:cNvSpPr>
            <a:spLocks noGrp="1"/>
          </p:cNvSpPr>
          <p:nvPr>
            <p:ph type="title" hasCustomPrompt="1"/>
          </p:nvPr>
        </p:nvSpPr>
        <p:spPr>
          <a:xfrm>
            <a:off x="580525" y="741320"/>
            <a:ext cx="7880057" cy="782638"/>
          </a:xfrm>
        </p:spPr>
        <p:txBody>
          <a:bodyPr>
            <a:normAutofit/>
          </a:bodyPr>
          <a:lstStyle>
            <a:lvl1pPr algn="l">
              <a:defRPr sz="3000" b="1">
                <a:solidFill>
                  <a:schemeClr val="bg1"/>
                </a:solidFill>
              </a:defRPr>
            </a:lvl1pPr>
          </a:lstStyle>
          <a:p>
            <a:r>
              <a:rPr lang="en-US" dirty="0"/>
              <a:t>HOW TO USE THIS TEMPALTE</a:t>
            </a:r>
            <a:endParaRPr lang="ru-RU" dirty="0"/>
          </a:p>
        </p:txBody>
      </p:sp>
      <p:sp>
        <p:nvSpPr>
          <p:cNvPr id="23" name="Graphic 15">
            <a:extLst>
              <a:ext uri="{FF2B5EF4-FFF2-40B4-BE49-F238E27FC236}">
                <a16:creationId xmlns:a16="http://schemas.microsoft.com/office/drawing/2014/main" id="{8EDA54DA-ED01-4416-96BF-C8968F4684B4}"/>
              </a:ext>
            </a:extLst>
          </p:cNvPr>
          <p:cNvSpPr/>
          <p:nvPr userDrawn="1"/>
        </p:nvSpPr>
        <p:spPr>
          <a:xfrm>
            <a:off x="-8380" y="1610268"/>
            <a:ext cx="6939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549479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1033"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4219"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cs typeface="Arial" charset="0"/>
              </a:defRPr>
            </a:lvl1pPr>
          </a:lstStyle>
          <a:p>
            <a:pPr>
              <a:defRPr/>
            </a:pPr>
            <a:endParaRPr lang="en-US"/>
          </a:p>
        </p:txBody>
      </p:sp>
      <p:sp>
        <p:nvSpPr>
          <p:cNvPr id="94220"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cs typeface="Arial" charset="0"/>
              </a:defRPr>
            </a:lvl1pPr>
          </a:lstStyle>
          <a:p>
            <a:pPr>
              <a:defRPr/>
            </a:pPr>
            <a:endParaRPr lang="en-US"/>
          </a:p>
        </p:txBody>
      </p:sp>
      <p:sp>
        <p:nvSpPr>
          <p:cNvPr id="94221"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cs typeface="Arial" charset="0"/>
              </a:defRPr>
            </a:lvl1pPr>
          </a:lstStyle>
          <a:p>
            <a:pPr>
              <a:defRPr/>
            </a:pPr>
            <a:fld id="{0BF4903D-0D78-416B-A2C0-BFE66DBF1D3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8047621" y="6002373"/>
            <a:ext cx="412082" cy="365125"/>
          </a:xfrm>
          <a:prstGeom prst="rect">
            <a:avLst/>
          </a:prstGeom>
        </p:spPr>
        <p:txBody>
          <a:bodyPr vert="horz" lIns="91440" tIns="45720" rIns="91440" bIns="45720" rtlCol="0" anchor="ctr"/>
          <a:lstStyle>
            <a:lvl1pPr algn="r">
              <a:defRPr sz="1050">
                <a:solidFill>
                  <a:schemeClr val="tx2"/>
                </a:solidFill>
                <a:latin typeface="+mn-lt"/>
              </a:defRPr>
            </a:lvl1pPr>
          </a:lstStyle>
          <a:p>
            <a:fld id="{D495E168-DA5E-4888-8D8A-92B118324C14}" type="slidenum">
              <a:rPr lang="ru-RU" smtClean="0"/>
              <a:pPr/>
              <a:t>‹#›</a:t>
            </a:fld>
            <a:endParaRPr lang="ru-RU"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ru-RU" dirty="0"/>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628650" y="1825625"/>
            <a:ext cx="7886700" cy="40482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3543300" y="6002373"/>
            <a:ext cx="2057400" cy="365125"/>
          </a:xfrm>
          <a:prstGeom prst="rect">
            <a:avLst/>
          </a:prstGeom>
        </p:spPr>
        <p:txBody>
          <a:bodyPr vert="horz" lIns="91440" tIns="45720" rIns="91440" bIns="45720" rtlCol="0" anchor="ctr"/>
          <a:lstStyle>
            <a:lvl1pPr algn="ctr">
              <a:defRPr sz="1050">
                <a:solidFill>
                  <a:schemeClr val="bg2"/>
                </a:solidFill>
              </a:defRPr>
            </a:lvl1pPr>
          </a:lstStyle>
          <a:p>
            <a:r>
              <a:rPr lang="ru-RU" dirty="0"/>
              <a:t>MM.DD.20XX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628651" y="6002373"/>
            <a:ext cx="2549072" cy="365125"/>
          </a:xfrm>
          <a:prstGeom prst="rect">
            <a:avLst/>
          </a:prstGeom>
        </p:spPr>
        <p:txBody>
          <a:bodyPr vert="horz" lIns="91440" tIns="45720" rIns="91440" bIns="45720" rtlCol="0" anchor="ctr"/>
          <a:lstStyle>
            <a:lvl1pPr algn="l">
              <a:defRPr sz="1050">
                <a:solidFill>
                  <a:schemeClr val="bg2"/>
                </a:solidFill>
              </a:defRPr>
            </a:lvl1pPr>
          </a:lstStyle>
          <a:p>
            <a:r>
              <a:rPr lang="en-US" dirty="0"/>
              <a:t>ADD A FOOTER</a:t>
            </a:r>
            <a:endParaRPr lang="ru-RU" dirty="0"/>
          </a:p>
        </p:txBody>
      </p:sp>
    </p:spTree>
    <p:extLst>
      <p:ext uri="{BB962C8B-B14F-4D97-AF65-F5344CB8AC3E}">
        <p14:creationId xmlns:p14="http://schemas.microsoft.com/office/powerpoint/2010/main" val="401987450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Lst>
  <p:hf hdr="0" dt="0"/>
  <p:txStyles>
    <p:titleStyle>
      <a:lvl1pPr algn="l" defTabSz="6858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2"/>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2"/>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2"/>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2"/>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574">
          <p15:clr>
            <a:srgbClr val="F26B43"/>
          </p15:clr>
        </p15:guide>
        <p15:guide id="3" pos="7106">
          <p15:clr>
            <a:srgbClr val="F26B43"/>
          </p15:clr>
        </p15:guide>
        <p15:guide id="4" orient="horz" pos="3748">
          <p15:clr>
            <a:srgbClr val="F26B43"/>
          </p15:clr>
        </p15:guide>
        <p15:guide id="5" pos="4407">
          <p15:clr>
            <a:srgbClr val="F26B43"/>
          </p15:clr>
        </p15:guide>
        <p15:guide id="6" pos="3273">
          <p15:clr>
            <a:srgbClr val="F26B43"/>
          </p15:clr>
        </p15:guide>
        <p15:guide id="7" pos="3840">
          <p15:clr>
            <a:srgbClr val="F26B43"/>
          </p15:clr>
        </p15:guide>
        <p15:guide id="8"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http://db.grussell.org/co22001%20notes_files/image068.gif" TargetMode="External"/><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Building glass walls and sky">
            <a:extLst>
              <a:ext uri="{FF2B5EF4-FFF2-40B4-BE49-F238E27FC236}">
                <a16:creationId xmlns:a16="http://schemas.microsoft.com/office/drawing/2014/main" id="{873751CF-C490-45B5-B248-BF86A59ECF2E}"/>
              </a:ext>
            </a:extLst>
          </p:cNvPr>
          <p:cNvPicPr>
            <a:picLocks noGrp="1" noChangeAspect="1"/>
          </p:cNvPicPr>
          <p:nvPr>
            <p:ph type="pic" sz="quarter" idx="22"/>
          </p:nvPr>
        </p:nvPicPr>
        <p:blipFill rotWithShape="1">
          <a:blip r:embed="rId2"/>
          <a:srcRect l="-48" t="6766" r="19843" b="3091"/>
          <a:stretch/>
        </p:blipFill>
        <p:spPr>
          <a:xfrm>
            <a:off x="2277274" y="818774"/>
            <a:ext cx="6866726" cy="5143500"/>
          </a:xfrm>
        </p:spPr>
      </p:pic>
      <p:sp>
        <p:nvSpPr>
          <p:cNvPr id="2" name="Title 1">
            <a:extLst>
              <a:ext uri="{FF2B5EF4-FFF2-40B4-BE49-F238E27FC236}">
                <a16:creationId xmlns:a16="http://schemas.microsoft.com/office/drawing/2014/main" id="{F56E9371-6E05-45E0-803B-4C39AC28CC69}"/>
              </a:ext>
            </a:extLst>
          </p:cNvPr>
          <p:cNvSpPr>
            <a:spLocks noGrp="1"/>
          </p:cNvSpPr>
          <p:nvPr>
            <p:ph type="title"/>
          </p:nvPr>
        </p:nvSpPr>
        <p:spPr/>
        <p:txBody>
          <a:bodyPr/>
          <a:lstStyle/>
          <a:p>
            <a:r>
              <a:rPr lang="en-US" sz="4950" dirty="0"/>
              <a:t>Database Management Systems</a:t>
            </a:r>
            <a:endParaRPr lang="ru-RU" sz="4950" dirty="0"/>
          </a:p>
        </p:txBody>
      </p:sp>
      <p:sp>
        <p:nvSpPr>
          <p:cNvPr id="3" name="Text Placeholder 2">
            <a:extLst>
              <a:ext uri="{FF2B5EF4-FFF2-40B4-BE49-F238E27FC236}">
                <a16:creationId xmlns:a16="http://schemas.microsoft.com/office/drawing/2014/main" id="{E0A0FE25-038A-4A14-B11A-432FECB7FA1E}"/>
              </a:ext>
            </a:extLst>
          </p:cNvPr>
          <p:cNvSpPr>
            <a:spLocks noGrp="1"/>
          </p:cNvSpPr>
          <p:nvPr>
            <p:ph type="body" sz="quarter" idx="13"/>
          </p:nvPr>
        </p:nvSpPr>
        <p:spPr/>
        <p:txBody>
          <a:bodyPr/>
          <a:lstStyle/>
          <a:p>
            <a:r>
              <a:rPr lang="en-US" dirty="0"/>
              <a:t>Shamim Ahmad</a:t>
            </a:r>
            <a:endParaRPr lang="ru-RU" dirty="0"/>
          </a:p>
        </p:txBody>
      </p:sp>
    </p:spTree>
    <p:extLst>
      <p:ext uri="{BB962C8B-B14F-4D97-AF65-F5344CB8AC3E}">
        <p14:creationId xmlns:p14="http://schemas.microsoft.com/office/powerpoint/2010/main" val="348268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09FF-FBCD-48E9-9C14-6EF6F81369FF}"/>
              </a:ext>
            </a:extLst>
          </p:cNvPr>
          <p:cNvSpPr>
            <a:spLocks noGrp="1"/>
          </p:cNvSpPr>
          <p:nvPr>
            <p:ph type="title"/>
          </p:nvPr>
        </p:nvSpPr>
        <p:spPr/>
        <p:txBody>
          <a:bodyPr/>
          <a:lstStyle/>
          <a:p>
            <a:pPr algn="ctr"/>
            <a:r>
              <a:rPr lang="en-US" dirty="0"/>
              <a:t>Example  </a:t>
            </a:r>
            <a:br>
              <a:rPr lang="en-US" dirty="0"/>
            </a:br>
            <a:r>
              <a:rPr lang="en-US" dirty="0"/>
              <a:t>ER Design </a:t>
            </a:r>
          </a:p>
        </p:txBody>
      </p:sp>
      <p:sp>
        <p:nvSpPr>
          <p:cNvPr id="3" name="Subtitle 2">
            <a:extLst>
              <a:ext uri="{FF2B5EF4-FFF2-40B4-BE49-F238E27FC236}">
                <a16:creationId xmlns:a16="http://schemas.microsoft.com/office/drawing/2014/main" id="{33969D17-17D2-48E8-B3DE-4852C46DF0F0}"/>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3350731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cs typeface="Times New Roman" pitchFamily="18" charset="0"/>
              </a:rPr>
              <a:t>Constructing an ER model </a:t>
            </a:r>
          </a:p>
        </p:txBody>
      </p:sp>
      <p:sp>
        <p:nvSpPr>
          <p:cNvPr id="3075" name="Rectangle 3"/>
          <p:cNvSpPr>
            <a:spLocks noGrp="1" noChangeArrowheads="1"/>
          </p:cNvSpPr>
          <p:nvPr>
            <p:ph type="body" idx="1"/>
          </p:nvPr>
        </p:nvSpPr>
        <p:spPr>
          <a:xfrm>
            <a:off x="838200" y="2667000"/>
            <a:ext cx="7772400" cy="2401888"/>
          </a:xfrm>
        </p:spPr>
        <p:txBody>
          <a:bodyPr/>
          <a:lstStyle/>
          <a:p>
            <a:pPr eaLnBrk="1" hangingPunct="1">
              <a:lnSpc>
                <a:spcPct val="90000"/>
              </a:lnSpc>
            </a:pPr>
            <a:r>
              <a:rPr lang="en-US" dirty="0">
                <a:cs typeface="Times New Roman" pitchFamily="18" charset="0"/>
              </a:rPr>
              <a:t>Before beginning to draw the ER model, read the </a:t>
            </a:r>
            <a:r>
              <a:rPr lang="en-US" b="1" dirty="0">
                <a:cs typeface="Times New Roman" pitchFamily="18" charset="0"/>
              </a:rPr>
              <a:t>requirements specification </a:t>
            </a:r>
            <a:r>
              <a:rPr lang="en-US" dirty="0">
                <a:cs typeface="Times New Roman" pitchFamily="18" charset="0"/>
              </a:rPr>
              <a:t>carefully. </a:t>
            </a:r>
          </a:p>
          <a:p>
            <a:pPr eaLnBrk="1" hangingPunct="1">
              <a:lnSpc>
                <a:spcPct val="90000"/>
              </a:lnSpc>
            </a:pPr>
            <a:r>
              <a:rPr lang="en-US" dirty="0">
                <a:cs typeface="Times New Roman" pitchFamily="18" charset="0"/>
              </a:rPr>
              <a:t>Document any assumptions you need to make.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4099" name="Rectangle 3"/>
          <p:cNvSpPr>
            <a:spLocks noGrp="1" noChangeArrowheads="1"/>
          </p:cNvSpPr>
          <p:nvPr>
            <p:ph type="body" idx="1"/>
          </p:nvPr>
        </p:nvSpPr>
        <p:spPr>
          <a:xfrm>
            <a:off x="838200" y="2667000"/>
            <a:ext cx="7772400" cy="2401888"/>
          </a:xfrm>
        </p:spPr>
        <p:txBody>
          <a:bodyPr/>
          <a:lstStyle/>
          <a:p>
            <a:pPr eaLnBrk="1" hangingPunct="1">
              <a:lnSpc>
                <a:spcPct val="90000"/>
              </a:lnSpc>
              <a:buFont typeface="Wingdings" pitchFamily="2" charset="2"/>
              <a:buNone/>
            </a:pPr>
            <a:r>
              <a:rPr lang="en-US" b="1">
                <a:cs typeface="Times New Roman" pitchFamily="18" charset="0"/>
              </a:rPr>
              <a:t>1. Identify entities</a:t>
            </a:r>
            <a:r>
              <a:rPr lang="en-US">
                <a:cs typeface="Times New Roman" pitchFamily="18" charset="0"/>
              </a:rPr>
              <a:t> - list all potential entity types. These are the object of interest in the system. It is better to put </a:t>
            </a:r>
            <a:r>
              <a:rPr lang="en-US" b="1">
                <a:cs typeface="Times New Roman" pitchFamily="18" charset="0"/>
              </a:rPr>
              <a:t>too many</a:t>
            </a:r>
            <a:r>
              <a:rPr lang="en-US">
                <a:cs typeface="Times New Roman" pitchFamily="18" charset="0"/>
              </a:rPr>
              <a:t> entities in at this stage and them </a:t>
            </a:r>
            <a:r>
              <a:rPr lang="en-US" b="1">
                <a:cs typeface="Times New Roman" pitchFamily="18" charset="0"/>
              </a:rPr>
              <a:t>discard </a:t>
            </a:r>
            <a:r>
              <a:rPr lang="en-US">
                <a:cs typeface="Times New Roman" pitchFamily="18" charset="0"/>
              </a:rPr>
              <a:t>them later if necessary.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5123" name="Rectangle 3"/>
          <p:cNvSpPr>
            <a:spLocks noGrp="1" noChangeArrowheads="1"/>
          </p:cNvSpPr>
          <p:nvPr>
            <p:ph type="body" idx="1"/>
          </p:nvPr>
        </p:nvSpPr>
        <p:spPr>
          <a:xfrm>
            <a:off x="685800" y="2209800"/>
            <a:ext cx="7772400" cy="4191000"/>
          </a:xfrm>
        </p:spPr>
        <p:txBody>
          <a:bodyPr/>
          <a:lstStyle/>
          <a:p>
            <a:pPr marL="609600" indent="-609600" algn="just" eaLnBrk="1" hangingPunct="1">
              <a:buFont typeface="Wingdings" pitchFamily="2" charset="2"/>
              <a:buNone/>
            </a:pPr>
            <a:r>
              <a:rPr lang="en-US" sz="2800" b="1">
                <a:cs typeface="Times New Roman" pitchFamily="18" charset="0"/>
              </a:rPr>
              <a:t>2. Remove duplicate entities</a:t>
            </a:r>
            <a:r>
              <a:rPr lang="en-US" sz="2800">
                <a:cs typeface="Times New Roman" pitchFamily="18" charset="0"/>
              </a:rPr>
              <a:t> - Ensure that they </a:t>
            </a:r>
            <a:r>
              <a:rPr lang="en-US" sz="2800" b="1">
                <a:cs typeface="Times New Roman" pitchFamily="18" charset="0"/>
              </a:rPr>
              <a:t>really separate entity types</a:t>
            </a:r>
            <a:r>
              <a:rPr lang="en-US" sz="2800">
                <a:cs typeface="Times New Roman" pitchFamily="18" charset="0"/>
              </a:rPr>
              <a:t> or </a:t>
            </a:r>
            <a:r>
              <a:rPr lang="en-US" sz="2800" b="1">
                <a:cs typeface="Times New Roman" pitchFamily="18" charset="0"/>
              </a:rPr>
              <a:t>just two names for the same thing</a:t>
            </a:r>
            <a:r>
              <a:rPr lang="en-US" sz="2800">
                <a:cs typeface="Times New Roman" pitchFamily="18" charset="0"/>
              </a:rPr>
              <a:t>. </a:t>
            </a:r>
          </a:p>
          <a:p>
            <a:pPr marL="990600" lvl="1" indent="-533400" algn="just" eaLnBrk="1" hangingPunct="1">
              <a:buFont typeface="Wingdings" pitchFamily="2" charset="2"/>
              <a:buChar char="o"/>
            </a:pPr>
            <a:r>
              <a:rPr lang="en-US" sz="2400">
                <a:cs typeface="Times New Roman" pitchFamily="18" charset="0"/>
              </a:rPr>
              <a:t>Also do not include the </a:t>
            </a:r>
            <a:r>
              <a:rPr lang="en-US" sz="2400" b="1">
                <a:cs typeface="Times New Roman" pitchFamily="18" charset="0"/>
              </a:rPr>
              <a:t>system as an entity type</a:t>
            </a:r>
            <a:r>
              <a:rPr lang="en-US" sz="2400">
                <a:cs typeface="Times New Roman" pitchFamily="18" charset="0"/>
              </a:rPr>
              <a:t> </a:t>
            </a:r>
          </a:p>
          <a:p>
            <a:pPr marL="990600" lvl="1" indent="-533400" algn="just" eaLnBrk="1" hangingPunct="1">
              <a:buFont typeface="Wingdings" pitchFamily="2" charset="2"/>
              <a:buChar char="o"/>
            </a:pPr>
            <a:r>
              <a:rPr lang="en-US" sz="2400">
                <a:cs typeface="Times New Roman" pitchFamily="18" charset="0"/>
              </a:rPr>
              <a:t>e.g. if modelling a library, the entity types might be books, borrowers, etc. </a:t>
            </a:r>
          </a:p>
          <a:p>
            <a:pPr marL="990600" lvl="1" indent="-533400" algn="just" eaLnBrk="1" hangingPunct="1"/>
            <a:r>
              <a:rPr lang="en-US" sz="2400">
                <a:cs typeface="Times New Roman" pitchFamily="18" charset="0"/>
              </a:rPr>
              <a:t>The library is the system, thus should not be an entity type.</a:t>
            </a:r>
            <a:r>
              <a:rPr lang="en-US" sz="2400" b="1">
                <a:cs typeface="Times New Roman" pitchFamily="18"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6147" name="Rectangle 3"/>
          <p:cNvSpPr>
            <a:spLocks noGrp="1" noChangeArrowheads="1"/>
          </p:cNvSpPr>
          <p:nvPr>
            <p:ph type="body" idx="1"/>
          </p:nvPr>
        </p:nvSpPr>
        <p:spPr>
          <a:xfrm>
            <a:off x="190500" y="2209800"/>
            <a:ext cx="8915400" cy="4648200"/>
          </a:xfrm>
        </p:spPr>
        <p:txBody>
          <a:bodyPr/>
          <a:lstStyle/>
          <a:p>
            <a:pPr algn="just" eaLnBrk="1" hangingPunct="1">
              <a:buFont typeface="Wingdings" pitchFamily="2" charset="2"/>
              <a:buNone/>
            </a:pPr>
            <a:r>
              <a:rPr lang="en-US" sz="2800" b="1" dirty="0">
                <a:cs typeface="Times New Roman" pitchFamily="18" charset="0"/>
              </a:rPr>
              <a:t>3. List the attributes of each entity </a:t>
            </a:r>
            <a:r>
              <a:rPr lang="en-US" sz="2800" dirty="0">
                <a:cs typeface="Times New Roman" pitchFamily="18" charset="0"/>
              </a:rPr>
              <a:t>(all properties to describe the entity which are </a:t>
            </a:r>
            <a:r>
              <a:rPr lang="en-US" sz="2800" b="1" dirty="0">
                <a:solidFill>
                  <a:schemeClr val="hlink"/>
                </a:solidFill>
                <a:cs typeface="Times New Roman" pitchFamily="18" charset="0"/>
              </a:rPr>
              <a:t>relevant</a:t>
            </a:r>
            <a:r>
              <a:rPr lang="en-US" sz="2800" dirty="0">
                <a:cs typeface="Times New Roman" pitchFamily="18" charset="0"/>
              </a:rPr>
              <a:t> to the application). </a:t>
            </a:r>
          </a:p>
          <a:p>
            <a:pPr lvl="1" algn="just" eaLnBrk="1" hangingPunct="1">
              <a:buFont typeface="Wingdings" pitchFamily="2" charset="2"/>
              <a:buChar char="o"/>
            </a:pPr>
            <a:r>
              <a:rPr lang="en-US" sz="2400" dirty="0">
                <a:cs typeface="Times New Roman" pitchFamily="18" charset="0"/>
              </a:rPr>
              <a:t>Ensure that the entity types are really needed. </a:t>
            </a:r>
          </a:p>
          <a:p>
            <a:pPr lvl="2" algn="just" eaLnBrk="1" hangingPunct="1">
              <a:buFont typeface="Wingdings" pitchFamily="2" charset="2"/>
              <a:buChar char="o"/>
            </a:pPr>
            <a:r>
              <a:rPr lang="en-US" sz="2000" dirty="0">
                <a:cs typeface="Times New Roman" pitchFamily="18" charset="0"/>
              </a:rPr>
              <a:t>are any of them just attributes of another entity type? </a:t>
            </a:r>
          </a:p>
          <a:p>
            <a:pPr lvl="2" algn="just" eaLnBrk="1" hangingPunct="1">
              <a:buFont typeface="Wingdings" pitchFamily="2" charset="2"/>
              <a:buChar char="o"/>
            </a:pPr>
            <a:r>
              <a:rPr lang="en-US" sz="2000" dirty="0">
                <a:cs typeface="Times New Roman" pitchFamily="18" charset="0"/>
              </a:rPr>
              <a:t>if so keep them as attributes and cross them off the entity list. </a:t>
            </a:r>
          </a:p>
          <a:p>
            <a:pPr lvl="1" algn="just" eaLnBrk="1" hangingPunct="1">
              <a:buFont typeface="Wingdings" pitchFamily="2" charset="2"/>
              <a:buChar char="o"/>
            </a:pPr>
            <a:r>
              <a:rPr lang="en-US" sz="2400" dirty="0">
                <a:cs typeface="Times New Roman" pitchFamily="18" charset="0"/>
              </a:rPr>
              <a:t>Do not have </a:t>
            </a:r>
            <a:r>
              <a:rPr lang="en-US" sz="2400" b="1" dirty="0">
                <a:cs typeface="Times New Roman" pitchFamily="18" charset="0"/>
              </a:rPr>
              <a:t>attributes of one entity </a:t>
            </a:r>
            <a:r>
              <a:rPr lang="en-US" sz="2400" dirty="0">
                <a:cs typeface="Times New Roman" pitchFamily="18" charset="0"/>
              </a:rPr>
              <a:t>as attributes of another entity!</a:t>
            </a:r>
          </a:p>
          <a:p>
            <a:pPr algn="just" eaLnBrk="1" hangingPunct="1">
              <a:buFont typeface="Wingdings" pitchFamily="2" charset="2"/>
              <a:buNone/>
            </a:pPr>
            <a:r>
              <a:rPr lang="en-US" sz="2800" dirty="0">
                <a:cs typeface="Times New Roman"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8210B6-E0D9-4910-B969-8634D0A46872}"/>
              </a:ext>
            </a:extLst>
          </p:cNvPr>
          <p:cNvSpPr>
            <a:spLocks noGrp="1"/>
          </p:cNvSpPr>
          <p:nvPr>
            <p:ph type="sldNum" sz="quarter" idx="10"/>
          </p:nvPr>
        </p:nvSpPr>
        <p:spPr/>
        <p:txBody>
          <a:bodyPr/>
          <a:lstStyle/>
          <a:p>
            <a:fld id="{D495E168-DA5E-4888-8D8A-92B118324C14}" type="slidenum">
              <a:rPr lang="ru-RU" smtClean="0"/>
              <a:pPr/>
              <a:t>7</a:t>
            </a:fld>
            <a:endParaRPr lang="ru-RU" dirty="0"/>
          </a:p>
        </p:txBody>
      </p:sp>
      <p:sp>
        <p:nvSpPr>
          <p:cNvPr id="4" name="TextBox 3">
            <a:extLst>
              <a:ext uri="{FF2B5EF4-FFF2-40B4-BE49-F238E27FC236}">
                <a16:creationId xmlns:a16="http://schemas.microsoft.com/office/drawing/2014/main" id="{2C91A1D4-F4CD-429F-9267-6E4E24711939}"/>
              </a:ext>
            </a:extLst>
          </p:cNvPr>
          <p:cNvSpPr txBox="1"/>
          <p:nvPr/>
        </p:nvSpPr>
        <p:spPr>
          <a:xfrm>
            <a:off x="778688" y="1447800"/>
            <a:ext cx="7681015" cy="3170099"/>
          </a:xfrm>
          <a:prstGeom prst="rect">
            <a:avLst/>
          </a:prstGeom>
          <a:noFill/>
        </p:spPr>
        <p:txBody>
          <a:bodyPr wrap="square">
            <a:spAutoFit/>
          </a:bodyPr>
          <a:lstStyle/>
          <a:p>
            <a:pPr algn="ctr"/>
            <a:r>
              <a:rPr lang="en-US" sz="3200" dirty="0">
                <a:solidFill>
                  <a:schemeClr val="bg1"/>
                </a:solidFill>
              </a:rPr>
              <a:t>Example Scenario: </a:t>
            </a:r>
          </a:p>
          <a:p>
            <a:pPr algn="ctr"/>
            <a:r>
              <a:rPr lang="en-US" sz="3600" b="1" dirty="0">
                <a:solidFill>
                  <a:schemeClr val="bg1"/>
                </a:solidFill>
              </a:rPr>
              <a:t>University Course Registration System</a:t>
            </a:r>
          </a:p>
          <a:p>
            <a:endParaRPr lang="en-US" sz="3200" dirty="0">
              <a:solidFill>
                <a:schemeClr val="bg1"/>
              </a:solidFill>
            </a:endParaRPr>
          </a:p>
          <a:p>
            <a:pPr algn="ctr"/>
            <a:r>
              <a:rPr lang="en-US" sz="3200" dirty="0">
                <a:solidFill>
                  <a:schemeClr val="bg1"/>
                </a:solidFill>
              </a:rPr>
              <a:t>Students register for courses taught by instructors in departments.</a:t>
            </a:r>
          </a:p>
        </p:txBody>
      </p:sp>
    </p:spTree>
    <p:extLst>
      <p:ext uri="{BB962C8B-B14F-4D97-AF65-F5344CB8AC3E}">
        <p14:creationId xmlns:p14="http://schemas.microsoft.com/office/powerpoint/2010/main" val="2106298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857187-8EF7-4131-A4B8-02C05285EBB3}"/>
              </a:ext>
            </a:extLst>
          </p:cNvPr>
          <p:cNvSpPr>
            <a:spLocks noGrp="1"/>
          </p:cNvSpPr>
          <p:nvPr>
            <p:ph type="sldNum" sz="quarter" idx="10"/>
          </p:nvPr>
        </p:nvSpPr>
        <p:spPr/>
        <p:txBody>
          <a:bodyPr/>
          <a:lstStyle/>
          <a:p>
            <a:fld id="{D495E168-DA5E-4888-8D8A-92B118324C14}" type="slidenum">
              <a:rPr lang="ru-RU" smtClean="0"/>
              <a:pPr/>
              <a:t>8</a:t>
            </a:fld>
            <a:endParaRPr lang="ru-RU" dirty="0"/>
          </a:p>
        </p:txBody>
      </p:sp>
      <p:pic>
        <p:nvPicPr>
          <p:cNvPr id="4" name="Picture 3">
            <a:extLst>
              <a:ext uri="{FF2B5EF4-FFF2-40B4-BE49-F238E27FC236}">
                <a16:creationId xmlns:a16="http://schemas.microsoft.com/office/drawing/2014/main" id="{A0C65CE2-B239-4DC8-A720-C7CA57B14DAC}"/>
              </a:ext>
            </a:extLst>
          </p:cNvPr>
          <p:cNvPicPr>
            <a:picLocks noChangeAspect="1"/>
          </p:cNvPicPr>
          <p:nvPr/>
        </p:nvPicPr>
        <p:blipFill>
          <a:blip r:embed="rId2"/>
          <a:stretch>
            <a:fillRect/>
          </a:stretch>
        </p:blipFill>
        <p:spPr>
          <a:xfrm>
            <a:off x="609599" y="609600"/>
            <a:ext cx="7932465" cy="5562600"/>
          </a:xfrm>
          <a:prstGeom prst="rect">
            <a:avLst/>
          </a:prstGeom>
        </p:spPr>
      </p:pic>
    </p:spTree>
    <p:extLst>
      <p:ext uri="{BB962C8B-B14F-4D97-AF65-F5344CB8AC3E}">
        <p14:creationId xmlns:p14="http://schemas.microsoft.com/office/powerpoint/2010/main" val="2106360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7171" name="Rectangle 3"/>
          <p:cNvSpPr>
            <a:spLocks noGrp="1" noChangeArrowheads="1"/>
          </p:cNvSpPr>
          <p:nvPr>
            <p:ph type="body" idx="1"/>
          </p:nvPr>
        </p:nvSpPr>
        <p:spPr>
          <a:xfrm>
            <a:off x="838200" y="2667000"/>
            <a:ext cx="7772400" cy="2401888"/>
          </a:xfrm>
        </p:spPr>
        <p:txBody>
          <a:bodyPr/>
          <a:lstStyle/>
          <a:p>
            <a:pPr eaLnBrk="1" hangingPunct="1">
              <a:lnSpc>
                <a:spcPct val="90000"/>
              </a:lnSpc>
              <a:buFont typeface="Wingdings" pitchFamily="2" charset="2"/>
              <a:buNone/>
            </a:pPr>
            <a:r>
              <a:rPr lang="en-US" b="1" dirty="0">
                <a:cs typeface="Times New Roman" pitchFamily="18" charset="0"/>
              </a:rPr>
              <a:t>4. Mark the primary keys. </a:t>
            </a:r>
          </a:p>
          <a:p>
            <a:pPr lvl="1" eaLnBrk="1" hangingPunct="1">
              <a:lnSpc>
                <a:spcPct val="90000"/>
              </a:lnSpc>
              <a:buFont typeface="Wingdings" pitchFamily="2" charset="2"/>
              <a:buChar char="o"/>
            </a:pPr>
            <a:r>
              <a:rPr lang="en-US" dirty="0">
                <a:cs typeface="Times New Roman" pitchFamily="18" charset="0"/>
              </a:rPr>
              <a:t>Which attributes </a:t>
            </a:r>
            <a:r>
              <a:rPr lang="en-US" b="1" dirty="0">
                <a:cs typeface="Times New Roman" pitchFamily="18" charset="0"/>
              </a:rPr>
              <a:t>uniquely identify </a:t>
            </a:r>
            <a:r>
              <a:rPr lang="en-US" dirty="0">
                <a:cs typeface="Times New Roman" pitchFamily="18" charset="0"/>
              </a:rPr>
              <a:t>instances of that entity type? </a:t>
            </a:r>
          </a:p>
          <a:p>
            <a:pPr lvl="1" eaLnBrk="1" hangingPunct="1">
              <a:lnSpc>
                <a:spcPct val="90000"/>
              </a:lnSpc>
            </a:pPr>
            <a:r>
              <a:rPr lang="en-US" dirty="0">
                <a:cs typeface="Times New Roman" pitchFamily="18" charset="0"/>
              </a:rPr>
              <a:t>This may not be possible for some </a:t>
            </a:r>
            <a:r>
              <a:rPr lang="en-US" b="1" dirty="0">
                <a:cs typeface="Times New Roman" pitchFamily="18" charset="0"/>
              </a:rPr>
              <a:t>weak entities.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8195" name="Rectangle 3"/>
          <p:cNvSpPr>
            <a:spLocks noGrp="1" noChangeArrowheads="1"/>
          </p:cNvSpPr>
          <p:nvPr>
            <p:ph type="body" idx="1"/>
          </p:nvPr>
        </p:nvSpPr>
        <p:spPr>
          <a:xfrm>
            <a:off x="838200" y="2667000"/>
            <a:ext cx="7772400" cy="2401888"/>
          </a:xfrm>
        </p:spPr>
        <p:txBody>
          <a:bodyPr/>
          <a:lstStyle/>
          <a:p>
            <a:pPr eaLnBrk="1" hangingPunct="1">
              <a:buFont typeface="Wingdings" pitchFamily="2" charset="2"/>
              <a:buNone/>
            </a:pPr>
            <a:r>
              <a:rPr lang="en-US" b="1" dirty="0">
                <a:cs typeface="Times New Roman" pitchFamily="18" charset="0"/>
              </a:rPr>
              <a:t>5.  Define the relationships </a:t>
            </a:r>
          </a:p>
          <a:p>
            <a:pPr lvl="1" eaLnBrk="1" hangingPunct="1"/>
            <a:r>
              <a:rPr lang="en-US" dirty="0">
                <a:cs typeface="Times New Roman" pitchFamily="18" charset="0"/>
              </a:rPr>
              <a:t>Examine each entity type to see its relationship to the others.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9219" name="Rectangle 3"/>
          <p:cNvSpPr>
            <a:spLocks noGrp="1" noChangeArrowheads="1"/>
          </p:cNvSpPr>
          <p:nvPr>
            <p:ph type="body" idx="1"/>
          </p:nvPr>
        </p:nvSpPr>
        <p:spPr>
          <a:xfrm>
            <a:off x="838200" y="2667000"/>
            <a:ext cx="7772400" cy="2401888"/>
          </a:xfrm>
        </p:spPr>
        <p:txBody>
          <a:bodyPr/>
          <a:lstStyle/>
          <a:p>
            <a:pPr marL="609600" indent="-609600" eaLnBrk="1" hangingPunct="1">
              <a:lnSpc>
                <a:spcPct val="90000"/>
              </a:lnSpc>
              <a:buFont typeface="Wingdings" pitchFamily="2" charset="2"/>
              <a:buNone/>
            </a:pPr>
            <a:r>
              <a:rPr lang="en-US" b="1" dirty="0">
                <a:cs typeface="Times New Roman" pitchFamily="18" charset="0"/>
              </a:rPr>
              <a:t>6.  Describe the cardinality and   optionality of the relationships </a:t>
            </a:r>
          </a:p>
          <a:p>
            <a:pPr marL="609600" indent="-609600" algn="just" eaLnBrk="1" hangingPunct="1">
              <a:lnSpc>
                <a:spcPct val="90000"/>
              </a:lnSpc>
              <a:buFont typeface="Wingdings" pitchFamily="2" charset="2"/>
              <a:buNone/>
            </a:pPr>
            <a:endParaRPr lang="en-US" b="1" dirty="0">
              <a:cs typeface="Times New Roman" pitchFamily="18" charset="0"/>
            </a:endParaRPr>
          </a:p>
          <a:p>
            <a:pPr marL="990600" lvl="1" indent="-533400" algn="just" eaLnBrk="1" hangingPunct="1">
              <a:lnSpc>
                <a:spcPct val="90000"/>
              </a:lnSpc>
            </a:pPr>
            <a:r>
              <a:rPr lang="en-US" dirty="0">
                <a:cs typeface="Times New Roman" pitchFamily="18" charset="0"/>
              </a:rPr>
              <a:t>Examine the </a:t>
            </a:r>
            <a:r>
              <a:rPr lang="en-US" b="1" dirty="0">
                <a:cs typeface="Times New Roman" pitchFamily="18" charset="0"/>
              </a:rPr>
              <a:t>constraints </a:t>
            </a:r>
            <a:r>
              <a:rPr lang="en-US" dirty="0">
                <a:cs typeface="Times New Roman" pitchFamily="18" charset="0"/>
              </a:rPr>
              <a:t>between participating entities.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10243" name="Rectangle 3"/>
          <p:cNvSpPr>
            <a:spLocks noGrp="1" noChangeArrowheads="1"/>
          </p:cNvSpPr>
          <p:nvPr>
            <p:ph type="body" idx="1"/>
          </p:nvPr>
        </p:nvSpPr>
        <p:spPr>
          <a:xfrm>
            <a:off x="838200" y="2667000"/>
            <a:ext cx="7772400" cy="2667000"/>
          </a:xfrm>
        </p:spPr>
        <p:txBody>
          <a:bodyPr/>
          <a:lstStyle/>
          <a:p>
            <a:pPr marL="609600" indent="-609600" eaLnBrk="1" hangingPunct="1">
              <a:buFont typeface="Wingdings" pitchFamily="2" charset="2"/>
              <a:buNone/>
            </a:pPr>
            <a:r>
              <a:rPr lang="en-US" b="1" dirty="0">
                <a:cs typeface="Times New Roman" pitchFamily="18" charset="0"/>
              </a:rPr>
              <a:t>7. Remove redundant relationships </a:t>
            </a:r>
          </a:p>
          <a:p>
            <a:pPr marL="609600" indent="-609600" eaLnBrk="1" hangingPunct="1">
              <a:buFont typeface="Wingdings" pitchFamily="2" charset="2"/>
              <a:buNone/>
            </a:pPr>
            <a:r>
              <a:rPr lang="en-US" b="1" dirty="0">
                <a:cs typeface="Times New Roman" pitchFamily="18" charset="0"/>
              </a:rPr>
              <a:t>	</a:t>
            </a:r>
          </a:p>
          <a:p>
            <a:pPr marL="609600" indent="-609600" eaLnBrk="1" hangingPunct="1">
              <a:buFont typeface="Wingdings" pitchFamily="2" charset="2"/>
              <a:buNone/>
            </a:pPr>
            <a:r>
              <a:rPr lang="en-US" b="1" dirty="0">
                <a:cs typeface="Times New Roman" pitchFamily="18" charset="0"/>
              </a:rPr>
              <a:t>	</a:t>
            </a:r>
            <a:r>
              <a:rPr lang="en-US" sz="2800" dirty="0">
                <a:cs typeface="Times New Roman" pitchFamily="18" charset="0"/>
              </a:rPr>
              <a:t>Examine the ER model for redundant relationships.</a:t>
            </a:r>
            <a:r>
              <a:rPr lang="en-US" dirty="0">
                <a:cs typeface="Times New Roman" pitchFamily="18"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cs typeface="Times New Roman" pitchFamily="18" charset="0"/>
              </a:rPr>
              <a:t>Constructing an ER model (cont)</a:t>
            </a:r>
          </a:p>
        </p:txBody>
      </p:sp>
      <p:sp>
        <p:nvSpPr>
          <p:cNvPr id="11267" name="Rectangle 3"/>
          <p:cNvSpPr>
            <a:spLocks noGrp="1" noChangeArrowheads="1"/>
          </p:cNvSpPr>
          <p:nvPr>
            <p:ph type="body" idx="1"/>
          </p:nvPr>
        </p:nvSpPr>
        <p:spPr/>
        <p:txBody>
          <a:bodyPr/>
          <a:lstStyle/>
          <a:p>
            <a:pPr eaLnBrk="1" hangingPunct="1">
              <a:buFont typeface="Wingdings" pitchFamily="2" charset="2"/>
              <a:buChar char="q"/>
            </a:pPr>
            <a:r>
              <a:rPr lang="en-US" dirty="0">
                <a:cs typeface="Times New Roman" pitchFamily="18" charset="0"/>
              </a:rPr>
              <a:t> ER modelling is an </a:t>
            </a:r>
            <a:r>
              <a:rPr lang="en-US" dirty="0">
                <a:solidFill>
                  <a:schemeClr val="hlink"/>
                </a:solidFill>
                <a:cs typeface="Times New Roman" pitchFamily="18" charset="0"/>
              </a:rPr>
              <a:t>iterative</a:t>
            </a:r>
            <a:r>
              <a:rPr lang="en-US" dirty="0">
                <a:cs typeface="Times New Roman" pitchFamily="18" charset="0"/>
              </a:rPr>
              <a:t> process</a:t>
            </a:r>
          </a:p>
          <a:p>
            <a:pPr eaLnBrk="1" hangingPunct="1">
              <a:buFont typeface="Wingdings" pitchFamily="2" charset="2"/>
              <a:buChar char="q"/>
            </a:pPr>
            <a:r>
              <a:rPr lang="en-US" dirty="0">
                <a:cs typeface="Times New Roman" pitchFamily="18" charset="0"/>
              </a:rPr>
              <a:t> So draw</a:t>
            </a:r>
            <a:r>
              <a:rPr lang="en-US" b="1" dirty="0">
                <a:cs typeface="Times New Roman" pitchFamily="18" charset="0"/>
              </a:rPr>
              <a:t> </a:t>
            </a:r>
            <a:r>
              <a:rPr lang="en-US" b="1" dirty="0">
                <a:solidFill>
                  <a:schemeClr val="hlink"/>
                </a:solidFill>
                <a:cs typeface="Times New Roman" pitchFamily="18" charset="0"/>
              </a:rPr>
              <a:t>several </a:t>
            </a:r>
            <a:r>
              <a:rPr lang="en-US" dirty="0">
                <a:cs typeface="Times New Roman" pitchFamily="18" charset="0"/>
              </a:rPr>
              <a:t>versions, </a:t>
            </a:r>
            <a:r>
              <a:rPr lang="en-US" b="1" dirty="0">
                <a:cs typeface="Times New Roman" pitchFamily="18" charset="0"/>
              </a:rPr>
              <a:t>refinin</a:t>
            </a:r>
            <a:r>
              <a:rPr lang="en-US" dirty="0">
                <a:cs typeface="Times New Roman" pitchFamily="18" charset="0"/>
              </a:rPr>
              <a:t>g each one until you are happy with it</a:t>
            </a:r>
          </a:p>
          <a:p>
            <a:pPr eaLnBrk="1" hangingPunct="1">
              <a:buFont typeface="Wingdings" pitchFamily="2" charset="2"/>
              <a:buChar char="q"/>
            </a:pPr>
            <a:r>
              <a:rPr lang="en-US" dirty="0">
                <a:cs typeface="Times New Roman" pitchFamily="18" charset="0"/>
              </a:rPr>
              <a:t> Note that there is </a:t>
            </a:r>
            <a:r>
              <a:rPr lang="en-US" b="1" dirty="0">
                <a:solidFill>
                  <a:schemeClr val="hlink"/>
                </a:solidFill>
                <a:cs typeface="Times New Roman" pitchFamily="18" charset="0"/>
              </a:rPr>
              <a:t>no one right</a:t>
            </a:r>
            <a:r>
              <a:rPr lang="en-US" b="1" dirty="0">
                <a:cs typeface="Times New Roman" pitchFamily="18" charset="0"/>
              </a:rPr>
              <a:t> </a:t>
            </a:r>
            <a:r>
              <a:rPr lang="en-US" dirty="0">
                <a:cs typeface="Times New Roman" pitchFamily="18" charset="0"/>
              </a:rPr>
              <a:t>answer to the problem, but some </a:t>
            </a:r>
            <a:r>
              <a:rPr lang="en-US" b="1" dirty="0">
                <a:cs typeface="Times New Roman" pitchFamily="18" charset="0"/>
              </a:rPr>
              <a:t>solutions are better than others</a:t>
            </a:r>
            <a:r>
              <a:rPr lang="en-US" dirty="0">
                <a:cs typeface="Times New Roman"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Problem (story) : </a:t>
            </a:r>
            <a:br>
              <a:rPr lang="en-US"/>
            </a:br>
            <a:r>
              <a:rPr lang="en-US" i="1">
                <a:solidFill>
                  <a:schemeClr val="hlink"/>
                </a:solidFill>
                <a:cs typeface="Times New Roman" pitchFamily="18" charset="0"/>
              </a:rPr>
              <a:t>National</a:t>
            </a:r>
            <a:r>
              <a:rPr lang="en-US">
                <a:solidFill>
                  <a:schemeClr val="hlink"/>
                </a:solidFill>
                <a:cs typeface="Times New Roman" pitchFamily="18" charset="0"/>
              </a:rPr>
              <a:t> Bus Company</a:t>
            </a:r>
            <a:r>
              <a:rPr lang="en-US"/>
              <a:t> </a:t>
            </a:r>
          </a:p>
        </p:txBody>
      </p:sp>
      <p:sp>
        <p:nvSpPr>
          <p:cNvPr id="12291" name="Rectangle 3"/>
          <p:cNvSpPr>
            <a:spLocks noGrp="1" noChangeArrowheads="1"/>
          </p:cNvSpPr>
          <p:nvPr>
            <p:ph type="body" idx="1"/>
          </p:nvPr>
        </p:nvSpPr>
        <p:spPr>
          <a:xfrm>
            <a:off x="762000" y="2438400"/>
            <a:ext cx="7772400" cy="3200400"/>
          </a:xfrm>
        </p:spPr>
        <p:txBody>
          <a:bodyPr/>
          <a:lstStyle/>
          <a:p>
            <a:pPr algn="just" eaLnBrk="1" hangingPunct="1"/>
            <a:r>
              <a:rPr lang="en-US" dirty="0">
                <a:cs typeface="Times New Roman" pitchFamily="18" charset="0"/>
              </a:rPr>
              <a:t>The </a:t>
            </a:r>
            <a:r>
              <a:rPr lang="en-US" i="1" dirty="0" err="1">
                <a:cs typeface="Times New Roman" pitchFamily="18" charset="0"/>
              </a:rPr>
              <a:t>DeSh</a:t>
            </a:r>
            <a:r>
              <a:rPr lang="en-US" i="1" dirty="0">
                <a:cs typeface="Times New Roman" pitchFamily="18" charset="0"/>
              </a:rPr>
              <a:t> </a:t>
            </a:r>
            <a:r>
              <a:rPr lang="en-US" i="1" dirty="0" err="1">
                <a:cs typeface="Times New Roman" pitchFamily="18" charset="0"/>
              </a:rPr>
              <a:t>Travells</a:t>
            </a:r>
            <a:r>
              <a:rPr lang="en-US" i="1" dirty="0">
                <a:cs typeface="Times New Roman" pitchFamily="18" charset="0"/>
              </a:rPr>
              <a:t> </a:t>
            </a:r>
            <a:r>
              <a:rPr lang="en-US" dirty="0">
                <a:cs typeface="Times New Roman" pitchFamily="18" charset="0"/>
              </a:rPr>
              <a:t>owns a number of busses. Each bus is allocated to a particular route, although some routes may have several busses. Each route passes through a number of towns.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Problem (story) : </a:t>
            </a:r>
            <a:br>
              <a:rPr lang="en-US"/>
            </a:br>
            <a:r>
              <a:rPr lang="en-US"/>
              <a:t> </a:t>
            </a:r>
            <a:r>
              <a:rPr lang="en-US" i="1">
                <a:solidFill>
                  <a:schemeClr val="hlink"/>
                </a:solidFill>
                <a:cs typeface="Times New Roman" pitchFamily="18" charset="0"/>
              </a:rPr>
              <a:t>National</a:t>
            </a:r>
            <a:r>
              <a:rPr lang="en-US">
                <a:solidFill>
                  <a:schemeClr val="hlink"/>
                </a:solidFill>
                <a:cs typeface="Times New Roman" pitchFamily="18" charset="0"/>
              </a:rPr>
              <a:t>  Bus Company</a:t>
            </a:r>
            <a:r>
              <a:rPr lang="en-US"/>
              <a:t> </a:t>
            </a:r>
          </a:p>
        </p:txBody>
      </p:sp>
      <p:sp>
        <p:nvSpPr>
          <p:cNvPr id="13315" name="Rectangle 3"/>
          <p:cNvSpPr>
            <a:spLocks noGrp="1" noChangeArrowheads="1"/>
          </p:cNvSpPr>
          <p:nvPr>
            <p:ph type="body" idx="1"/>
          </p:nvPr>
        </p:nvSpPr>
        <p:spPr>
          <a:xfrm>
            <a:off x="685800" y="2474913"/>
            <a:ext cx="7772400" cy="2325687"/>
          </a:xfrm>
        </p:spPr>
        <p:txBody>
          <a:bodyPr/>
          <a:lstStyle/>
          <a:p>
            <a:pPr algn="just" eaLnBrk="1" hangingPunct="1"/>
            <a:r>
              <a:rPr lang="en-US">
                <a:cs typeface="Times New Roman" pitchFamily="18" charset="0"/>
              </a:rPr>
              <a:t>One or more drivers are allocated to each stage of a route, which corresponds to a journey through some or all of the towns on a route.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Problem (story) : </a:t>
            </a:r>
            <a:br>
              <a:rPr lang="en-US"/>
            </a:br>
            <a:r>
              <a:rPr lang="en-US"/>
              <a:t> </a:t>
            </a:r>
            <a:r>
              <a:rPr lang="en-US" i="1">
                <a:solidFill>
                  <a:schemeClr val="hlink"/>
                </a:solidFill>
                <a:cs typeface="Times New Roman" pitchFamily="18" charset="0"/>
              </a:rPr>
              <a:t>National</a:t>
            </a:r>
            <a:r>
              <a:rPr lang="en-US">
                <a:solidFill>
                  <a:schemeClr val="hlink"/>
                </a:solidFill>
                <a:cs typeface="Times New Roman" pitchFamily="18" charset="0"/>
              </a:rPr>
              <a:t> Bus Company </a:t>
            </a:r>
          </a:p>
        </p:txBody>
      </p:sp>
      <p:sp>
        <p:nvSpPr>
          <p:cNvPr id="14339" name="Rectangle 3"/>
          <p:cNvSpPr>
            <a:spLocks noGrp="1" noChangeArrowheads="1"/>
          </p:cNvSpPr>
          <p:nvPr>
            <p:ph type="body" idx="1"/>
          </p:nvPr>
        </p:nvSpPr>
        <p:spPr>
          <a:xfrm>
            <a:off x="762000" y="2246313"/>
            <a:ext cx="7772400" cy="3697287"/>
          </a:xfrm>
        </p:spPr>
        <p:txBody>
          <a:bodyPr/>
          <a:lstStyle/>
          <a:p>
            <a:pPr algn="just" eaLnBrk="1" hangingPunct="1"/>
            <a:r>
              <a:rPr lang="en-US" dirty="0">
                <a:cs typeface="Times New Roman" pitchFamily="18" charset="0"/>
              </a:rPr>
              <a:t>Some of the towns have a garage where busses are kept and each of the busses are identified by the registration number and can carry different numbers of passengers, since the vehicles vary in size and can be single or double-decked.</a:t>
            </a:r>
            <a:r>
              <a:rPr 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Problem (story) : </a:t>
            </a:r>
            <a:br>
              <a:rPr lang="en-US"/>
            </a:br>
            <a:r>
              <a:rPr lang="en-US"/>
              <a:t> </a:t>
            </a:r>
            <a:r>
              <a:rPr lang="en-US" i="1">
                <a:solidFill>
                  <a:schemeClr val="hlink"/>
                </a:solidFill>
                <a:cs typeface="Times New Roman" pitchFamily="18" charset="0"/>
              </a:rPr>
              <a:t>National</a:t>
            </a:r>
            <a:r>
              <a:rPr lang="en-US">
                <a:solidFill>
                  <a:schemeClr val="hlink"/>
                </a:solidFill>
                <a:cs typeface="Times New Roman" pitchFamily="18" charset="0"/>
              </a:rPr>
              <a:t> Bus Company</a:t>
            </a:r>
          </a:p>
        </p:txBody>
      </p:sp>
      <p:sp>
        <p:nvSpPr>
          <p:cNvPr id="15363" name="Rectangle 3"/>
          <p:cNvSpPr>
            <a:spLocks noGrp="1" noChangeArrowheads="1"/>
          </p:cNvSpPr>
          <p:nvPr>
            <p:ph type="body" idx="1"/>
          </p:nvPr>
        </p:nvSpPr>
        <p:spPr>
          <a:xfrm>
            <a:off x="533400" y="2362200"/>
            <a:ext cx="7772400" cy="3544887"/>
          </a:xfrm>
        </p:spPr>
        <p:txBody>
          <a:bodyPr/>
          <a:lstStyle/>
          <a:p>
            <a:pPr algn="just" eaLnBrk="1" hangingPunct="1"/>
            <a:r>
              <a:rPr lang="en-US" dirty="0">
                <a:cs typeface="Times New Roman" pitchFamily="18" charset="0"/>
              </a:rPr>
              <a:t>Each route is identified by a route number and information is available on the average number of passengers carried per day for each route. Drivers have an employee number, name, address, and sometimes a telephone number. </a:t>
            </a:r>
          </a:p>
          <a:p>
            <a:pPr eaLnBrk="1" hangingPunct="1"/>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solidFill>
                  <a:schemeClr val="hlink"/>
                </a:solidFill>
                <a:cs typeface="Times New Roman" pitchFamily="18" charset="0"/>
              </a:rPr>
              <a:t>Solution: </a:t>
            </a:r>
            <a:r>
              <a:rPr lang="en-US">
                <a:cs typeface="Times New Roman" pitchFamily="18" charset="0"/>
              </a:rPr>
              <a:t>Entities </a:t>
            </a:r>
          </a:p>
        </p:txBody>
      </p:sp>
      <p:sp>
        <p:nvSpPr>
          <p:cNvPr id="16387" name="Rectangle 3"/>
          <p:cNvSpPr>
            <a:spLocks noGrp="1" noChangeArrowheads="1"/>
          </p:cNvSpPr>
          <p:nvPr>
            <p:ph type="body" idx="1"/>
          </p:nvPr>
        </p:nvSpPr>
        <p:spPr>
          <a:xfrm>
            <a:off x="609600" y="2133600"/>
            <a:ext cx="8077200" cy="4114800"/>
          </a:xfrm>
        </p:spPr>
        <p:txBody>
          <a:bodyPr/>
          <a:lstStyle/>
          <a:p>
            <a:pPr eaLnBrk="1" hangingPunct="1">
              <a:lnSpc>
                <a:spcPct val="90000"/>
              </a:lnSpc>
              <a:buFont typeface="Wingdings" pitchFamily="2" charset="2"/>
              <a:buChar char="•"/>
            </a:pPr>
            <a:r>
              <a:rPr lang="en-US" sz="2400" b="1">
                <a:solidFill>
                  <a:schemeClr val="hlink"/>
                </a:solidFill>
              </a:rPr>
              <a:t>Bus</a:t>
            </a:r>
            <a:r>
              <a:rPr lang="en-US" sz="2400">
                <a:solidFill>
                  <a:schemeClr val="hlink"/>
                </a:solidFill>
              </a:rPr>
              <a:t> </a:t>
            </a:r>
            <a:r>
              <a:rPr lang="en-US" sz="2400"/>
              <a:t>- Company owns busses and will hold information about them. </a:t>
            </a:r>
          </a:p>
          <a:p>
            <a:pPr eaLnBrk="1" hangingPunct="1">
              <a:lnSpc>
                <a:spcPct val="90000"/>
              </a:lnSpc>
              <a:buFont typeface="Wingdings" pitchFamily="2" charset="2"/>
              <a:buChar char="•"/>
            </a:pPr>
            <a:r>
              <a:rPr lang="en-US" sz="2400" b="1">
                <a:solidFill>
                  <a:schemeClr val="hlink"/>
                </a:solidFill>
              </a:rPr>
              <a:t>Route</a:t>
            </a:r>
            <a:r>
              <a:rPr lang="en-US" sz="2400"/>
              <a:t> - Buses travel on routes and will need described. </a:t>
            </a:r>
          </a:p>
          <a:p>
            <a:pPr eaLnBrk="1" hangingPunct="1">
              <a:lnSpc>
                <a:spcPct val="90000"/>
              </a:lnSpc>
              <a:buFont typeface="Wingdings" pitchFamily="2" charset="2"/>
              <a:buChar char="•"/>
            </a:pPr>
            <a:r>
              <a:rPr lang="en-US" sz="2400" b="1">
                <a:solidFill>
                  <a:schemeClr val="hlink"/>
                </a:solidFill>
              </a:rPr>
              <a:t>Town </a:t>
            </a:r>
            <a:r>
              <a:rPr lang="en-US" sz="2400"/>
              <a:t>- Buses pass through towns and need to know about them </a:t>
            </a:r>
          </a:p>
          <a:p>
            <a:pPr eaLnBrk="1" hangingPunct="1">
              <a:lnSpc>
                <a:spcPct val="90000"/>
              </a:lnSpc>
              <a:buFont typeface="Wingdings" pitchFamily="2" charset="2"/>
              <a:buChar char="•"/>
            </a:pPr>
            <a:r>
              <a:rPr lang="en-US" sz="2400" b="1">
                <a:solidFill>
                  <a:schemeClr val="hlink"/>
                </a:solidFill>
              </a:rPr>
              <a:t>Driver</a:t>
            </a:r>
            <a:r>
              <a:rPr lang="en-US" sz="2400">
                <a:solidFill>
                  <a:schemeClr val="hlink"/>
                </a:solidFill>
              </a:rPr>
              <a:t> </a:t>
            </a:r>
            <a:r>
              <a:rPr lang="en-US" sz="2400"/>
              <a:t>- Company employs drivers, personnel will hold their data. </a:t>
            </a:r>
          </a:p>
          <a:p>
            <a:pPr eaLnBrk="1" hangingPunct="1">
              <a:lnSpc>
                <a:spcPct val="90000"/>
              </a:lnSpc>
              <a:buFont typeface="Wingdings" pitchFamily="2" charset="2"/>
              <a:buChar char="•"/>
            </a:pPr>
            <a:r>
              <a:rPr lang="en-US" sz="2400" b="1">
                <a:solidFill>
                  <a:schemeClr val="hlink"/>
                </a:solidFill>
              </a:rPr>
              <a:t>Stage</a:t>
            </a:r>
            <a:r>
              <a:rPr lang="en-US" sz="2400">
                <a:solidFill>
                  <a:schemeClr val="hlink"/>
                </a:solidFill>
              </a:rPr>
              <a:t> </a:t>
            </a:r>
            <a:r>
              <a:rPr lang="en-US" sz="2400"/>
              <a:t>- Routes are made up of stages </a:t>
            </a:r>
          </a:p>
          <a:p>
            <a:pPr eaLnBrk="1" hangingPunct="1">
              <a:lnSpc>
                <a:spcPct val="90000"/>
              </a:lnSpc>
              <a:buFont typeface="Wingdings" pitchFamily="2" charset="2"/>
              <a:buChar char="•"/>
            </a:pPr>
            <a:r>
              <a:rPr lang="en-US" sz="2400" b="1">
                <a:solidFill>
                  <a:schemeClr val="hlink"/>
                </a:solidFill>
              </a:rPr>
              <a:t>Garage</a:t>
            </a:r>
            <a:r>
              <a:rPr lang="en-US" sz="2400">
                <a:solidFill>
                  <a:schemeClr val="hlink"/>
                </a:solidFill>
              </a:rPr>
              <a:t> </a:t>
            </a:r>
            <a:r>
              <a:rPr lang="en-US" sz="2400"/>
              <a:t>- Garage houses buses, and need to know where they are.</a:t>
            </a:r>
            <a:r>
              <a:rPr lang="en-US" sz="2800"/>
              <a:t> </a:t>
            </a:r>
          </a:p>
          <a:p>
            <a:pPr eaLnBrk="1" hangingPunct="1">
              <a:lnSpc>
                <a:spcPct val="90000"/>
              </a:lnSpc>
            </a:pPr>
            <a:endParaRPr 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solidFill>
                  <a:schemeClr val="hlink"/>
                </a:solidFill>
                <a:cs typeface="Times New Roman" pitchFamily="18" charset="0"/>
              </a:rPr>
              <a:t>Solution: </a:t>
            </a:r>
            <a:r>
              <a:rPr lang="en-US">
                <a:cs typeface="Times New Roman" pitchFamily="18" charset="0"/>
              </a:rPr>
              <a:t>Relationships</a:t>
            </a:r>
          </a:p>
        </p:txBody>
      </p:sp>
      <p:sp>
        <p:nvSpPr>
          <p:cNvPr id="17411" name="Rectangle 3"/>
          <p:cNvSpPr>
            <a:spLocks noGrp="1" noChangeArrowheads="1"/>
          </p:cNvSpPr>
          <p:nvPr>
            <p:ph type="body" idx="1"/>
          </p:nvPr>
        </p:nvSpPr>
        <p:spPr>
          <a:xfrm>
            <a:off x="457200" y="2017713"/>
            <a:ext cx="8497888" cy="4114800"/>
          </a:xfrm>
        </p:spPr>
        <p:txBody>
          <a:bodyPr/>
          <a:lstStyle/>
          <a:p>
            <a:pPr eaLnBrk="1" hangingPunct="1">
              <a:lnSpc>
                <a:spcPct val="90000"/>
              </a:lnSpc>
              <a:buFont typeface="Wingdings" pitchFamily="2" charset="2"/>
              <a:buChar char="•"/>
            </a:pPr>
            <a:r>
              <a:rPr lang="en-US" sz="2800"/>
              <a:t>A bus is allocated to a route and a route may have several buses. </a:t>
            </a:r>
          </a:p>
          <a:p>
            <a:pPr lvl="1" eaLnBrk="1" hangingPunct="1">
              <a:lnSpc>
                <a:spcPct val="90000"/>
              </a:lnSpc>
              <a:buFont typeface="Wingdings" pitchFamily="2" charset="2"/>
              <a:buChar char="•"/>
            </a:pPr>
            <a:r>
              <a:rPr lang="en-US" sz="2400"/>
              <a:t>Bus-route (m:1) is serviced by </a:t>
            </a:r>
          </a:p>
          <a:p>
            <a:pPr eaLnBrk="1" hangingPunct="1">
              <a:lnSpc>
                <a:spcPct val="90000"/>
              </a:lnSpc>
              <a:buFont typeface="Wingdings" pitchFamily="2" charset="2"/>
              <a:buChar char="•"/>
            </a:pPr>
            <a:r>
              <a:rPr lang="en-US" sz="2800"/>
              <a:t>A route comprises of one or more stages. </a:t>
            </a:r>
          </a:p>
          <a:p>
            <a:pPr lvl="1" eaLnBrk="1" hangingPunct="1">
              <a:lnSpc>
                <a:spcPct val="90000"/>
              </a:lnSpc>
              <a:buFont typeface="Wingdings" pitchFamily="2" charset="2"/>
              <a:buChar char="•"/>
            </a:pPr>
            <a:r>
              <a:rPr lang="en-US" sz="2400"/>
              <a:t>route-stage (1:m) comprises </a:t>
            </a:r>
          </a:p>
          <a:p>
            <a:pPr eaLnBrk="1" hangingPunct="1">
              <a:lnSpc>
                <a:spcPct val="90000"/>
              </a:lnSpc>
              <a:buFont typeface="Wingdings" pitchFamily="2" charset="2"/>
              <a:buChar char="•"/>
            </a:pPr>
            <a:r>
              <a:rPr lang="en-US" sz="2800"/>
              <a:t>One or more drivers are allocated to each stage. </a:t>
            </a:r>
          </a:p>
          <a:p>
            <a:pPr lvl="1" eaLnBrk="1" hangingPunct="1">
              <a:lnSpc>
                <a:spcPct val="90000"/>
              </a:lnSpc>
              <a:buFont typeface="Wingdings" pitchFamily="2" charset="2"/>
              <a:buChar char="•"/>
            </a:pPr>
            <a:r>
              <a:rPr lang="en-US" sz="2400"/>
              <a:t>driver-stage (m:1) is allocated </a:t>
            </a:r>
          </a:p>
          <a:p>
            <a:pPr eaLnBrk="1" hangingPunct="1">
              <a:lnSpc>
                <a:spcPct val="90000"/>
              </a:lnSpc>
            </a:pPr>
            <a:r>
              <a:rPr lang="en-US" sz="2800">
                <a:cs typeface="Times New Roman" pitchFamily="18" charset="0"/>
              </a:rPr>
              <a:t>A stage passes through some or all of the towns on a route. </a:t>
            </a:r>
          </a:p>
          <a:p>
            <a:pPr lvl="1" eaLnBrk="1" hangingPunct="1">
              <a:lnSpc>
                <a:spcPct val="90000"/>
              </a:lnSpc>
            </a:pPr>
            <a:r>
              <a:rPr lang="en-US" sz="2400"/>
              <a:t>stage-town (m:n) passes-through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solidFill>
                  <a:schemeClr val="hlink"/>
                </a:solidFill>
                <a:cs typeface="Times New Roman" pitchFamily="18" charset="0"/>
              </a:rPr>
              <a:t>Solution: </a:t>
            </a:r>
            <a:r>
              <a:rPr lang="en-US">
                <a:cs typeface="Times New Roman" pitchFamily="18" charset="0"/>
              </a:rPr>
              <a:t>Relationships (cont)</a:t>
            </a:r>
          </a:p>
        </p:txBody>
      </p:sp>
      <p:sp>
        <p:nvSpPr>
          <p:cNvPr id="18435" name="Rectangle 3"/>
          <p:cNvSpPr>
            <a:spLocks noGrp="1" noChangeArrowheads="1"/>
          </p:cNvSpPr>
          <p:nvPr>
            <p:ph type="body" idx="1"/>
          </p:nvPr>
        </p:nvSpPr>
        <p:spPr/>
        <p:txBody>
          <a:bodyPr/>
          <a:lstStyle/>
          <a:p>
            <a:pPr eaLnBrk="1" hangingPunct="1">
              <a:lnSpc>
                <a:spcPct val="90000"/>
              </a:lnSpc>
              <a:buFont typeface="Wingdings" pitchFamily="2" charset="2"/>
              <a:buChar char="•"/>
            </a:pPr>
            <a:r>
              <a:rPr lang="en-US"/>
              <a:t>A route passes through some or all of the towns </a:t>
            </a:r>
          </a:p>
          <a:p>
            <a:pPr lvl="1" eaLnBrk="1" hangingPunct="1">
              <a:lnSpc>
                <a:spcPct val="90000"/>
              </a:lnSpc>
              <a:buFont typeface="Wingdings" pitchFamily="2" charset="2"/>
              <a:buChar char="•"/>
            </a:pPr>
            <a:r>
              <a:rPr lang="en-US"/>
              <a:t>route-town (m:n) passes-through </a:t>
            </a:r>
          </a:p>
          <a:p>
            <a:pPr eaLnBrk="1" hangingPunct="1">
              <a:lnSpc>
                <a:spcPct val="90000"/>
              </a:lnSpc>
              <a:buFont typeface="Wingdings" pitchFamily="2" charset="2"/>
              <a:buChar char="•"/>
            </a:pPr>
            <a:r>
              <a:rPr lang="en-US"/>
              <a:t>Some of the towns have a garage </a:t>
            </a:r>
          </a:p>
          <a:p>
            <a:pPr lvl="1" eaLnBrk="1" hangingPunct="1">
              <a:lnSpc>
                <a:spcPct val="90000"/>
              </a:lnSpc>
              <a:buFont typeface="Wingdings" pitchFamily="2" charset="2"/>
              <a:buChar char="•"/>
            </a:pPr>
            <a:r>
              <a:rPr lang="en-US"/>
              <a:t>garage-town (1:1) is situated </a:t>
            </a:r>
          </a:p>
          <a:p>
            <a:pPr eaLnBrk="1" hangingPunct="1">
              <a:lnSpc>
                <a:spcPct val="90000"/>
              </a:lnSpc>
              <a:buFont typeface="Wingdings" pitchFamily="2" charset="2"/>
              <a:buChar char="•"/>
            </a:pPr>
            <a:r>
              <a:rPr lang="en-US"/>
              <a:t>A garage keeps buses and each bus has one `home' garage </a:t>
            </a:r>
          </a:p>
          <a:p>
            <a:pPr lvl="1" eaLnBrk="1" hangingPunct="1">
              <a:lnSpc>
                <a:spcPct val="90000"/>
              </a:lnSpc>
            </a:pPr>
            <a:r>
              <a:rPr lang="en-US">
                <a:cs typeface="Times New Roman" pitchFamily="18" charset="0"/>
              </a:rPr>
              <a:t>garage-bus (m:1) is garaged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solidFill>
                  <a:schemeClr val="hlink"/>
                </a:solidFill>
                <a:cs typeface="Times New Roman" pitchFamily="18" charset="0"/>
              </a:rPr>
              <a:t>Solution: </a:t>
            </a:r>
            <a:r>
              <a:rPr lang="en-US">
                <a:cs typeface="Times New Roman" pitchFamily="18" charset="0"/>
              </a:rPr>
              <a:t>Draw E-R Diagram </a:t>
            </a:r>
          </a:p>
        </p:txBody>
      </p:sp>
      <p:sp>
        <p:nvSpPr>
          <p:cNvPr id="19459" name="Rectangle 5"/>
          <p:cNvSpPr>
            <a:spLocks noChangeArrowheads="1"/>
          </p:cNvSpPr>
          <p:nvPr/>
        </p:nvSpPr>
        <p:spPr bwMode="auto">
          <a:xfrm>
            <a:off x="1728788" y="242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19460" name="Picture 4" descr="Missing ALT text"/>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33350" y="2324100"/>
            <a:ext cx="8915400"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solidFill>
                  <a:schemeClr val="hlink"/>
                </a:solidFill>
              </a:rPr>
              <a:t>Solution:</a:t>
            </a:r>
            <a:r>
              <a:rPr lang="en-US"/>
              <a:t> Relations</a:t>
            </a:r>
            <a:r>
              <a:rPr lang="en-US">
                <a:cs typeface="Times New Roman" pitchFamily="18" charset="0"/>
              </a:rPr>
              <a:t> </a:t>
            </a:r>
          </a:p>
        </p:txBody>
      </p:sp>
      <p:sp>
        <p:nvSpPr>
          <p:cNvPr id="20483" name="Rectangle 3"/>
          <p:cNvSpPr>
            <a:spLocks noGrp="1" noChangeArrowheads="1"/>
          </p:cNvSpPr>
          <p:nvPr>
            <p:ph type="body" idx="1"/>
          </p:nvPr>
        </p:nvSpPr>
        <p:spPr/>
        <p:txBody>
          <a:bodyPr/>
          <a:lstStyle/>
          <a:p>
            <a:pPr eaLnBrk="1" hangingPunct="1">
              <a:buFont typeface="Wingdings" pitchFamily="2" charset="2"/>
              <a:buChar char="•"/>
            </a:pPr>
            <a:r>
              <a:rPr lang="en-US"/>
              <a:t>Bus (</a:t>
            </a:r>
            <a:r>
              <a:rPr lang="en-US" u="sng"/>
              <a:t>reg-no</a:t>
            </a:r>
            <a:r>
              <a:rPr lang="en-US"/>
              <a:t>,make,size,deck,no-pass) </a:t>
            </a:r>
          </a:p>
          <a:p>
            <a:pPr eaLnBrk="1" hangingPunct="1">
              <a:buFont typeface="Wingdings" pitchFamily="2" charset="2"/>
              <a:buChar char="•"/>
            </a:pPr>
            <a:r>
              <a:rPr lang="en-US"/>
              <a:t>Route (</a:t>
            </a:r>
            <a:r>
              <a:rPr lang="en-US" u="sng"/>
              <a:t>route-no</a:t>
            </a:r>
            <a:r>
              <a:rPr lang="en-US"/>
              <a:t>,avg-pass) </a:t>
            </a:r>
          </a:p>
          <a:p>
            <a:pPr eaLnBrk="1" hangingPunct="1">
              <a:buFont typeface="Wingdings" pitchFamily="2" charset="2"/>
              <a:buChar char="•"/>
            </a:pPr>
            <a:r>
              <a:rPr lang="en-US"/>
              <a:t>Driver (</a:t>
            </a:r>
            <a:r>
              <a:rPr lang="en-US" u="sng"/>
              <a:t>emp-no</a:t>
            </a:r>
            <a:r>
              <a:rPr lang="en-US"/>
              <a:t>,name,address,tel-no) </a:t>
            </a:r>
          </a:p>
          <a:p>
            <a:pPr eaLnBrk="1" hangingPunct="1">
              <a:buFont typeface="Wingdings" pitchFamily="2" charset="2"/>
              <a:buChar char="•"/>
            </a:pPr>
            <a:r>
              <a:rPr lang="en-US"/>
              <a:t>Town (</a:t>
            </a:r>
            <a:r>
              <a:rPr lang="en-US" u="sng"/>
              <a:t>name</a:t>
            </a:r>
            <a:r>
              <a:rPr lang="en-US"/>
              <a:t>) </a:t>
            </a:r>
          </a:p>
          <a:p>
            <a:pPr eaLnBrk="1" hangingPunct="1">
              <a:buFont typeface="Wingdings" pitchFamily="2" charset="2"/>
              <a:buChar char="•"/>
            </a:pPr>
            <a:r>
              <a:rPr lang="en-US"/>
              <a:t>Stage (</a:t>
            </a:r>
            <a:r>
              <a:rPr lang="en-US" u="sng"/>
              <a:t>stage-no</a:t>
            </a:r>
            <a:r>
              <a:rPr lang="en-US"/>
              <a:t>) </a:t>
            </a:r>
          </a:p>
          <a:p>
            <a:pPr eaLnBrk="1" hangingPunct="1"/>
            <a:r>
              <a:rPr lang="en-US">
                <a:cs typeface="Times New Roman" pitchFamily="18" charset="0"/>
              </a:rPr>
              <a:t>Garage (</a:t>
            </a:r>
            <a:r>
              <a:rPr lang="en-US" u="sng">
                <a:cs typeface="Times New Roman" pitchFamily="18" charset="0"/>
              </a:rPr>
              <a:t>name</a:t>
            </a:r>
            <a:r>
              <a:rPr lang="en-US">
                <a:cs typeface="Times New Roman" pitchFamily="18" charset="0"/>
              </a:rPr>
              <a:t>,address)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E39E-40C7-4400-B28B-119D9C5B9D31}"/>
              </a:ext>
            </a:extLst>
          </p:cNvPr>
          <p:cNvSpPr>
            <a:spLocks noGrp="1"/>
          </p:cNvSpPr>
          <p:nvPr>
            <p:ph type="title"/>
          </p:nvPr>
        </p:nvSpPr>
        <p:spPr>
          <a:xfrm>
            <a:off x="1447800" y="2438400"/>
            <a:ext cx="6553200" cy="1143000"/>
          </a:xfrm>
        </p:spPr>
        <p:txBody>
          <a:bodyPr/>
          <a:lstStyle/>
          <a:p>
            <a:r>
              <a:rPr lang="en-US" dirty="0"/>
              <a:t>Banking System Design</a:t>
            </a:r>
          </a:p>
        </p:txBody>
      </p:sp>
    </p:spTree>
    <p:extLst>
      <p:ext uri="{BB962C8B-B14F-4D97-AF65-F5344CB8AC3E}">
        <p14:creationId xmlns:p14="http://schemas.microsoft.com/office/powerpoint/2010/main" val="1459745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445ACC-82BE-4CFC-A6A1-F182EAE20856}"/>
              </a:ext>
            </a:extLst>
          </p:cNvPr>
          <p:cNvSpPr txBox="1"/>
          <p:nvPr/>
        </p:nvSpPr>
        <p:spPr>
          <a:xfrm>
            <a:off x="533400" y="2209800"/>
            <a:ext cx="8077200" cy="3785652"/>
          </a:xfrm>
          <a:prstGeom prst="rect">
            <a:avLst/>
          </a:prstGeom>
          <a:noFill/>
        </p:spPr>
        <p:txBody>
          <a:bodyPr wrap="square">
            <a:spAutoFit/>
          </a:bodyPr>
          <a:lstStyle/>
          <a:p>
            <a:r>
              <a:rPr lang="en-US" b="1" dirty="0"/>
              <a:t>Defining Entities</a:t>
            </a:r>
          </a:p>
          <a:p>
            <a:endParaRPr lang="en-US" dirty="0"/>
          </a:p>
          <a:p>
            <a:r>
              <a:rPr lang="en-US" dirty="0"/>
              <a:t>A thing in the real world with an independent existence. It is may be an object with physical existence (ex: house, person) or with a conceptual existence (ex: course, job). The are represented by rectangle.</a:t>
            </a:r>
          </a:p>
          <a:p>
            <a:endParaRPr lang="en-US" dirty="0"/>
          </a:p>
          <a:p>
            <a:r>
              <a:rPr lang="en-US" dirty="0"/>
              <a:t>Entities for Bank are:</a:t>
            </a:r>
          </a:p>
          <a:p>
            <a:endParaRPr lang="en-US" dirty="0"/>
          </a:p>
          <a:p>
            <a:r>
              <a:rPr lang="en-US" dirty="0"/>
              <a:t>Bank, Branch, Employee, customer, loan, account.</a:t>
            </a:r>
          </a:p>
        </p:txBody>
      </p:sp>
    </p:spTree>
    <p:extLst>
      <p:ext uri="{BB962C8B-B14F-4D97-AF65-F5344CB8AC3E}">
        <p14:creationId xmlns:p14="http://schemas.microsoft.com/office/powerpoint/2010/main" val="1408004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C09DC7-55B1-4DEA-AF1D-E2449F8F3786}"/>
              </a:ext>
            </a:extLst>
          </p:cNvPr>
          <p:cNvPicPr>
            <a:picLocks noChangeAspect="1"/>
          </p:cNvPicPr>
          <p:nvPr/>
        </p:nvPicPr>
        <p:blipFill>
          <a:blip r:embed="rId2"/>
          <a:stretch>
            <a:fillRect/>
          </a:stretch>
        </p:blipFill>
        <p:spPr>
          <a:xfrm>
            <a:off x="3629" y="849923"/>
            <a:ext cx="9144000" cy="5158154"/>
          </a:xfrm>
          <a:prstGeom prst="rect">
            <a:avLst/>
          </a:prstGeom>
        </p:spPr>
      </p:pic>
    </p:spTree>
    <p:extLst>
      <p:ext uri="{BB962C8B-B14F-4D97-AF65-F5344CB8AC3E}">
        <p14:creationId xmlns:p14="http://schemas.microsoft.com/office/powerpoint/2010/main" val="1155704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FC9C88-BD9A-4ECC-98D0-76D9EF7FAEDE}"/>
              </a:ext>
            </a:extLst>
          </p:cNvPr>
          <p:cNvSpPr txBox="1"/>
          <p:nvPr/>
        </p:nvSpPr>
        <p:spPr>
          <a:xfrm>
            <a:off x="99785" y="2209800"/>
            <a:ext cx="8944429" cy="3293209"/>
          </a:xfrm>
          <a:prstGeom prst="rect">
            <a:avLst/>
          </a:prstGeom>
          <a:noFill/>
        </p:spPr>
        <p:txBody>
          <a:bodyPr wrap="square">
            <a:spAutoFit/>
          </a:bodyPr>
          <a:lstStyle/>
          <a:p>
            <a:pPr algn="l"/>
            <a:r>
              <a:rPr lang="en-US" sz="2000" b="1" dirty="0">
                <a:effectLst/>
              </a:rPr>
              <a:t>Adding Attributes</a:t>
            </a:r>
          </a:p>
          <a:p>
            <a:pPr rtl="0"/>
            <a:r>
              <a:rPr lang="en-US" sz="2000" dirty="0"/>
              <a:t>Attributes are the kind of properties that describe the entities. They are represented by </a:t>
            </a:r>
            <a:r>
              <a:rPr lang="en-US" sz="2000" b="1" dirty="0"/>
              <a:t>ovals</a:t>
            </a:r>
            <a:r>
              <a:rPr lang="en-US" sz="2000" dirty="0"/>
              <a:t>.</a:t>
            </a:r>
          </a:p>
          <a:p>
            <a:pPr rtl="0"/>
            <a:r>
              <a:rPr lang="en-US" sz="2000" b="1" dirty="0"/>
              <a:t>Attributes for Bank are: </a:t>
            </a:r>
            <a:endParaRPr lang="en-US" sz="2000" dirty="0"/>
          </a:p>
          <a:p>
            <a:pPr>
              <a:buFont typeface="Arial" panose="020B0604020202020204" pitchFamily="34" charset="0"/>
              <a:buChar char="•"/>
            </a:pPr>
            <a:r>
              <a:rPr lang="en-US" sz="2000" dirty="0"/>
              <a:t>For </a:t>
            </a:r>
            <a:r>
              <a:rPr lang="en-US" sz="2000" b="1" dirty="0"/>
              <a:t>Bank Entity </a:t>
            </a:r>
            <a:r>
              <a:rPr lang="en-US" sz="2000" dirty="0"/>
              <a:t>the Attributes</a:t>
            </a:r>
            <a:r>
              <a:rPr lang="en-US" sz="2000" b="1" dirty="0"/>
              <a:t> </a:t>
            </a:r>
            <a:r>
              <a:rPr lang="en-US" sz="2000" dirty="0"/>
              <a:t>are </a:t>
            </a:r>
            <a:r>
              <a:rPr lang="en-US" sz="2000" b="1" dirty="0" err="1"/>
              <a:t>Bname</a:t>
            </a:r>
            <a:r>
              <a:rPr lang="en-US" sz="2000" b="1" dirty="0"/>
              <a:t>, code.</a:t>
            </a:r>
            <a:endParaRPr lang="en-US" sz="2000" dirty="0"/>
          </a:p>
          <a:p>
            <a:pPr>
              <a:buFont typeface="Arial" panose="020B0604020202020204" pitchFamily="34" charset="0"/>
              <a:buChar char="•"/>
            </a:pPr>
            <a:r>
              <a:rPr lang="en-US" sz="2000" dirty="0"/>
              <a:t>For </a:t>
            </a:r>
            <a:r>
              <a:rPr lang="en-US" sz="2000" b="1" dirty="0"/>
              <a:t>Branch Entity </a:t>
            </a:r>
            <a:r>
              <a:rPr lang="en-US" sz="2000" dirty="0"/>
              <a:t>the Attributes</a:t>
            </a:r>
            <a:r>
              <a:rPr lang="en-US" sz="2000" b="1" dirty="0"/>
              <a:t> </a:t>
            </a:r>
            <a:r>
              <a:rPr lang="en-US" sz="2000" dirty="0"/>
              <a:t>are </a:t>
            </a:r>
            <a:r>
              <a:rPr lang="en-US" sz="2000" b="1" dirty="0" err="1"/>
              <a:t>Blocation</a:t>
            </a:r>
            <a:r>
              <a:rPr lang="en-US" sz="2000" b="1" dirty="0"/>
              <a:t>, </a:t>
            </a:r>
            <a:r>
              <a:rPr lang="en-US" sz="2000" b="1" dirty="0" err="1"/>
              <a:t>Bname</a:t>
            </a:r>
            <a:r>
              <a:rPr lang="en-US" sz="2000" b="1" dirty="0"/>
              <a:t>. </a:t>
            </a:r>
            <a:endParaRPr lang="en-US" sz="2000" dirty="0"/>
          </a:p>
          <a:p>
            <a:pPr>
              <a:buFont typeface="Arial" panose="020B0604020202020204" pitchFamily="34" charset="0"/>
              <a:buChar char="•"/>
            </a:pPr>
            <a:r>
              <a:rPr lang="en-US" sz="2000" dirty="0"/>
              <a:t>For </a:t>
            </a:r>
            <a:r>
              <a:rPr lang="en-US" sz="2000" b="1" dirty="0"/>
              <a:t>Employee Entity </a:t>
            </a:r>
            <a:r>
              <a:rPr lang="en-US" sz="2000" dirty="0"/>
              <a:t>the Attributes</a:t>
            </a:r>
            <a:r>
              <a:rPr lang="en-US" sz="2000" b="1" dirty="0"/>
              <a:t> </a:t>
            </a:r>
            <a:r>
              <a:rPr lang="en-US" sz="2000" dirty="0"/>
              <a:t>are </a:t>
            </a:r>
            <a:r>
              <a:rPr lang="en-US" sz="2000" b="1" dirty="0"/>
              <a:t>Eid, Designation, salary.</a:t>
            </a:r>
            <a:endParaRPr lang="en-US" sz="2000" dirty="0"/>
          </a:p>
          <a:p>
            <a:pPr>
              <a:buFont typeface="Arial" panose="020B0604020202020204" pitchFamily="34" charset="0"/>
              <a:buChar char="•"/>
            </a:pPr>
            <a:r>
              <a:rPr lang="en-US" sz="2000" dirty="0"/>
              <a:t>For </a:t>
            </a:r>
            <a:r>
              <a:rPr lang="en-US" sz="2000" b="1" dirty="0"/>
              <a:t>Customer Entity </a:t>
            </a:r>
            <a:r>
              <a:rPr lang="en-US" sz="2000" dirty="0"/>
              <a:t>the Attributes</a:t>
            </a:r>
            <a:r>
              <a:rPr lang="en-US" sz="2000" b="1" dirty="0"/>
              <a:t> </a:t>
            </a:r>
            <a:r>
              <a:rPr lang="en-US" sz="2000" dirty="0"/>
              <a:t>are </a:t>
            </a:r>
            <a:r>
              <a:rPr lang="en-US" sz="2000" b="1" dirty="0"/>
              <a:t>Cid, </a:t>
            </a:r>
            <a:r>
              <a:rPr lang="en-US" sz="2000" b="1" dirty="0" err="1"/>
              <a:t>Cname</a:t>
            </a:r>
            <a:r>
              <a:rPr lang="en-US" sz="2000" b="1" dirty="0"/>
              <a:t>, Address, DOB.</a:t>
            </a:r>
            <a:endParaRPr lang="en-US" sz="2000" dirty="0"/>
          </a:p>
          <a:p>
            <a:pPr>
              <a:buFont typeface="Arial" panose="020B0604020202020204" pitchFamily="34" charset="0"/>
              <a:buChar char="•"/>
            </a:pPr>
            <a:r>
              <a:rPr lang="en-US" sz="2000" dirty="0"/>
              <a:t>For </a:t>
            </a:r>
            <a:r>
              <a:rPr lang="en-US" sz="2000" b="1" dirty="0"/>
              <a:t>Loan Entity </a:t>
            </a:r>
            <a:r>
              <a:rPr lang="en-US" sz="2000" dirty="0"/>
              <a:t>the Attributes</a:t>
            </a:r>
            <a:r>
              <a:rPr lang="en-US" sz="2000" b="1" dirty="0"/>
              <a:t> </a:t>
            </a:r>
            <a:r>
              <a:rPr lang="en-US" sz="2000" dirty="0"/>
              <a:t>are</a:t>
            </a:r>
            <a:r>
              <a:rPr lang="en-US" sz="2000" b="1" dirty="0"/>
              <a:t> </a:t>
            </a:r>
            <a:r>
              <a:rPr lang="en-US" sz="2000" b="1" dirty="0" err="1"/>
              <a:t>Loan_no</a:t>
            </a:r>
            <a:r>
              <a:rPr lang="en-US" sz="2000" b="1" dirty="0"/>
              <a:t>, amount, rate.</a:t>
            </a:r>
            <a:endParaRPr lang="en-US" sz="2000" dirty="0"/>
          </a:p>
          <a:p>
            <a:pPr>
              <a:buFont typeface="Arial" panose="020B0604020202020204" pitchFamily="34" charset="0"/>
              <a:buChar char="•"/>
            </a:pPr>
            <a:r>
              <a:rPr lang="en-US" sz="2000" dirty="0"/>
              <a:t>For </a:t>
            </a:r>
            <a:r>
              <a:rPr lang="en-US" sz="2000" b="1" dirty="0"/>
              <a:t>Account Entity </a:t>
            </a:r>
            <a:r>
              <a:rPr lang="en-US" sz="2000" dirty="0"/>
              <a:t>the Attributes</a:t>
            </a:r>
            <a:r>
              <a:rPr lang="en-US" sz="2000" b="1" dirty="0"/>
              <a:t> </a:t>
            </a:r>
            <a:r>
              <a:rPr lang="en-US" sz="2000" dirty="0"/>
              <a:t>are</a:t>
            </a:r>
            <a:r>
              <a:rPr lang="en-US" sz="2000" b="1" dirty="0"/>
              <a:t> </a:t>
            </a:r>
            <a:r>
              <a:rPr lang="en-US" sz="2000" b="1" dirty="0" err="1"/>
              <a:t>acc_no</a:t>
            </a:r>
            <a:r>
              <a:rPr lang="en-US" sz="2000" b="1" dirty="0"/>
              <a:t>, type.</a:t>
            </a:r>
            <a:endParaRPr lang="en-US" sz="2000" dirty="0"/>
          </a:p>
        </p:txBody>
      </p:sp>
    </p:spTree>
    <p:extLst>
      <p:ext uri="{BB962C8B-B14F-4D97-AF65-F5344CB8AC3E}">
        <p14:creationId xmlns:p14="http://schemas.microsoft.com/office/powerpoint/2010/main" val="379622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9A069B-4B1A-412C-90F9-B20C4007518C}"/>
              </a:ext>
            </a:extLst>
          </p:cNvPr>
          <p:cNvPicPr>
            <a:picLocks noChangeAspect="1"/>
          </p:cNvPicPr>
          <p:nvPr/>
        </p:nvPicPr>
        <p:blipFill>
          <a:blip r:embed="rId2"/>
          <a:stretch>
            <a:fillRect/>
          </a:stretch>
        </p:blipFill>
        <p:spPr>
          <a:xfrm>
            <a:off x="0" y="748145"/>
            <a:ext cx="9144000" cy="5361709"/>
          </a:xfrm>
          <a:prstGeom prst="rect">
            <a:avLst/>
          </a:prstGeom>
        </p:spPr>
      </p:pic>
    </p:spTree>
    <p:extLst>
      <p:ext uri="{BB962C8B-B14F-4D97-AF65-F5344CB8AC3E}">
        <p14:creationId xmlns:p14="http://schemas.microsoft.com/office/powerpoint/2010/main" val="2358669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B74CCA-7DAE-4392-B39F-E9D2CC43E08D}"/>
              </a:ext>
            </a:extLst>
          </p:cNvPr>
          <p:cNvSpPr txBox="1"/>
          <p:nvPr/>
        </p:nvSpPr>
        <p:spPr>
          <a:xfrm>
            <a:off x="114300" y="1981200"/>
            <a:ext cx="8915400" cy="4154984"/>
          </a:xfrm>
          <a:prstGeom prst="rect">
            <a:avLst/>
          </a:prstGeom>
          <a:noFill/>
        </p:spPr>
        <p:txBody>
          <a:bodyPr wrap="square">
            <a:spAutoFit/>
          </a:bodyPr>
          <a:lstStyle/>
          <a:p>
            <a:pPr algn="l"/>
            <a:r>
              <a:rPr lang="en-US" b="1" dirty="0">
                <a:effectLst/>
              </a:rPr>
              <a:t>Establishing Relationships</a:t>
            </a:r>
          </a:p>
          <a:p>
            <a:pPr rtl="0"/>
            <a:r>
              <a:rPr lang="en-US" dirty="0"/>
              <a:t>Entities have some relationships with each other. Relationships define </a:t>
            </a:r>
            <a:r>
              <a:rPr lang="en-US" b="1" dirty="0"/>
              <a:t>how entities are associated with each other</a:t>
            </a:r>
            <a:r>
              <a:rPr lang="en-US" dirty="0"/>
              <a:t>.</a:t>
            </a:r>
          </a:p>
          <a:p>
            <a:pPr rtl="0"/>
            <a:r>
              <a:rPr lang="en-US" b="1" dirty="0"/>
              <a:t>Let's Establishing Relationships between them are:</a:t>
            </a:r>
            <a:endParaRPr lang="en-US" dirty="0"/>
          </a:p>
          <a:p>
            <a:pPr>
              <a:buFont typeface="Arial" panose="020B0604020202020204" pitchFamily="34" charset="0"/>
              <a:buChar char="•"/>
            </a:pPr>
            <a:r>
              <a:rPr lang="en-US" dirty="0"/>
              <a:t>The </a:t>
            </a:r>
            <a:r>
              <a:rPr lang="en-US" b="1" dirty="0"/>
              <a:t>Bank </a:t>
            </a:r>
            <a:r>
              <a:rPr lang="en-US" dirty="0"/>
              <a:t>has </a:t>
            </a:r>
            <a:r>
              <a:rPr lang="en-US" b="1" dirty="0"/>
              <a:t>branches</a:t>
            </a:r>
            <a:r>
              <a:rPr lang="en-US" dirty="0"/>
              <a:t>.</a:t>
            </a:r>
          </a:p>
          <a:p>
            <a:pPr>
              <a:buFont typeface="Arial" panose="020B0604020202020204" pitchFamily="34" charset="0"/>
              <a:buChar char="•"/>
            </a:pPr>
            <a:r>
              <a:rPr lang="en-US" dirty="0"/>
              <a:t>The </a:t>
            </a:r>
            <a:r>
              <a:rPr lang="en-US" b="1" dirty="0"/>
              <a:t>Branch </a:t>
            </a:r>
            <a:r>
              <a:rPr lang="en-US" dirty="0"/>
              <a:t>provides </a:t>
            </a:r>
            <a:r>
              <a:rPr lang="en-US" b="1" dirty="0"/>
              <a:t>loan</a:t>
            </a:r>
            <a:r>
              <a:rPr lang="en-US" dirty="0"/>
              <a:t>.</a:t>
            </a:r>
          </a:p>
          <a:p>
            <a:pPr>
              <a:buFont typeface="Arial" panose="020B0604020202020204" pitchFamily="34" charset="0"/>
              <a:buChar char="•"/>
            </a:pPr>
            <a:r>
              <a:rPr lang="en-US" dirty="0"/>
              <a:t>The </a:t>
            </a:r>
            <a:r>
              <a:rPr lang="en-US" b="1" dirty="0"/>
              <a:t>Employee </a:t>
            </a:r>
            <a:r>
              <a:rPr lang="en-US" dirty="0"/>
              <a:t>works in </a:t>
            </a:r>
            <a:r>
              <a:rPr lang="en-US" b="1" dirty="0"/>
              <a:t>branch</a:t>
            </a:r>
            <a:r>
              <a:rPr lang="en-US" dirty="0"/>
              <a:t>.</a:t>
            </a:r>
          </a:p>
          <a:p>
            <a:pPr>
              <a:buFont typeface="Arial" panose="020B0604020202020204" pitchFamily="34" charset="0"/>
              <a:buChar char="•"/>
            </a:pPr>
            <a:r>
              <a:rPr lang="en-US" dirty="0"/>
              <a:t>The </a:t>
            </a:r>
            <a:r>
              <a:rPr lang="en-US" b="1" dirty="0"/>
              <a:t>Branch </a:t>
            </a:r>
            <a:r>
              <a:rPr lang="en-US" dirty="0"/>
              <a:t>contains </a:t>
            </a:r>
            <a:r>
              <a:rPr lang="en-US" b="1" dirty="0"/>
              <a:t>customers</a:t>
            </a:r>
            <a:r>
              <a:rPr lang="en-US" dirty="0"/>
              <a:t>.</a:t>
            </a:r>
          </a:p>
          <a:p>
            <a:pPr>
              <a:buFont typeface="Arial" panose="020B0604020202020204" pitchFamily="34" charset="0"/>
              <a:buChar char="•"/>
            </a:pPr>
            <a:r>
              <a:rPr lang="en-US" dirty="0"/>
              <a:t>The </a:t>
            </a:r>
            <a:r>
              <a:rPr lang="en-US" b="1" dirty="0"/>
              <a:t>Customers </a:t>
            </a:r>
            <a:r>
              <a:rPr lang="en-US" dirty="0"/>
              <a:t>has </a:t>
            </a:r>
            <a:r>
              <a:rPr lang="en-US" b="1" dirty="0"/>
              <a:t>account</a:t>
            </a:r>
            <a:r>
              <a:rPr lang="en-US" dirty="0"/>
              <a:t>.</a:t>
            </a:r>
          </a:p>
          <a:p>
            <a:pPr>
              <a:buFont typeface="Arial" panose="020B0604020202020204" pitchFamily="34" charset="0"/>
              <a:buChar char="•"/>
            </a:pPr>
            <a:r>
              <a:rPr lang="en-US" dirty="0"/>
              <a:t>The </a:t>
            </a:r>
            <a:r>
              <a:rPr lang="en-US" b="1" dirty="0"/>
              <a:t>Branch </a:t>
            </a:r>
            <a:r>
              <a:rPr lang="en-US" dirty="0"/>
              <a:t>maintains </a:t>
            </a:r>
            <a:r>
              <a:rPr lang="en-US" b="1" dirty="0"/>
              <a:t>account</a:t>
            </a:r>
            <a:r>
              <a:rPr lang="en-US" dirty="0"/>
              <a:t>.</a:t>
            </a:r>
          </a:p>
          <a:p>
            <a:pPr>
              <a:buFont typeface="Arial" panose="020B0604020202020204" pitchFamily="34" charset="0"/>
              <a:buChar char="•"/>
            </a:pPr>
            <a:r>
              <a:rPr lang="en-US" dirty="0"/>
              <a:t>The </a:t>
            </a:r>
            <a:r>
              <a:rPr lang="en-US" b="1" dirty="0"/>
              <a:t>Customer</a:t>
            </a:r>
            <a:r>
              <a:rPr lang="en-US" b="1" i="1" dirty="0"/>
              <a:t> </a:t>
            </a:r>
            <a:r>
              <a:rPr lang="en-US" dirty="0"/>
              <a:t>avails </a:t>
            </a:r>
            <a:r>
              <a:rPr lang="en-US" b="1" dirty="0"/>
              <a:t>loan</a:t>
            </a:r>
            <a:r>
              <a:rPr lang="en-US" dirty="0"/>
              <a:t>.</a:t>
            </a:r>
          </a:p>
        </p:txBody>
      </p:sp>
    </p:spTree>
    <p:extLst>
      <p:ext uri="{BB962C8B-B14F-4D97-AF65-F5344CB8AC3E}">
        <p14:creationId xmlns:p14="http://schemas.microsoft.com/office/powerpoint/2010/main" val="315669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D89F5A-D568-47BA-8279-2EFBC73E3051}"/>
              </a:ext>
            </a:extLst>
          </p:cNvPr>
          <p:cNvPicPr>
            <a:picLocks noChangeAspect="1"/>
          </p:cNvPicPr>
          <p:nvPr/>
        </p:nvPicPr>
        <p:blipFill>
          <a:blip r:embed="rId2"/>
          <a:stretch>
            <a:fillRect/>
          </a:stretch>
        </p:blipFill>
        <p:spPr>
          <a:xfrm>
            <a:off x="0" y="644236"/>
            <a:ext cx="9144000" cy="5569527"/>
          </a:xfrm>
          <a:prstGeom prst="rect">
            <a:avLst/>
          </a:prstGeom>
        </p:spPr>
      </p:pic>
    </p:spTree>
    <p:extLst>
      <p:ext uri="{BB962C8B-B14F-4D97-AF65-F5344CB8AC3E}">
        <p14:creationId xmlns:p14="http://schemas.microsoft.com/office/powerpoint/2010/main" val="2777327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335E8D-893D-4195-AAD9-A34F4B70A161}"/>
              </a:ext>
            </a:extLst>
          </p:cNvPr>
          <p:cNvSpPr txBox="1"/>
          <p:nvPr/>
        </p:nvSpPr>
        <p:spPr>
          <a:xfrm>
            <a:off x="266700" y="1964353"/>
            <a:ext cx="8610600" cy="3600986"/>
          </a:xfrm>
          <a:prstGeom prst="rect">
            <a:avLst/>
          </a:prstGeom>
          <a:noFill/>
        </p:spPr>
        <p:txBody>
          <a:bodyPr wrap="square">
            <a:spAutoFit/>
          </a:bodyPr>
          <a:lstStyle/>
          <a:p>
            <a:pPr algn="l"/>
            <a:r>
              <a:rPr lang="en-US" b="1" dirty="0">
                <a:effectLst/>
              </a:rPr>
              <a:t> </a:t>
            </a:r>
            <a:endParaRPr lang="en-US" dirty="0">
              <a:effectLst/>
            </a:endParaRPr>
          </a:p>
          <a:p>
            <a:pPr rtl="0"/>
            <a:r>
              <a:rPr lang="en-US" sz="3600" b="1" dirty="0"/>
              <a:t>Specify cardinality for Bank:</a:t>
            </a:r>
            <a:endParaRPr lang="en-US" sz="3600" dirty="0"/>
          </a:p>
          <a:p>
            <a:pPr>
              <a:buFont typeface="Arial" panose="020B0604020202020204" pitchFamily="34" charset="0"/>
              <a:buChar char="•"/>
            </a:pPr>
            <a:r>
              <a:rPr lang="en-US" b="1" dirty="0"/>
              <a:t>Bank </a:t>
            </a:r>
            <a:r>
              <a:rPr lang="en-US" dirty="0"/>
              <a:t>and </a:t>
            </a:r>
            <a:r>
              <a:rPr lang="en-US" b="1" dirty="0"/>
              <a:t>branch </a:t>
            </a:r>
            <a:r>
              <a:rPr lang="en-US" dirty="0"/>
              <a:t>has </a:t>
            </a:r>
            <a:r>
              <a:rPr lang="en-US" b="1" dirty="0"/>
              <a:t>One to Many</a:t>
            </a:r>
            <a:r>
              <a:rPr lang="en-US" dirty="0"/>
              <a:t> relationship (a bank has multiple branches).</a:t>
            </a:r>
          </a:p>
          <a:p>
            <a:pPr>
              <a:buFont typeface="Arial" panose="020B0604020202020204" pitchFamily="34" charset="0"/>
              <a:buChar char="•"/>
            </a:pPr>
            <a:r>
              <a:rPr lang="en-US" b="1" dirty="0"/>
              <a:t>Branch </a:t>
            </a:r>
            <a:r>
              <a:rPr lang="en-US" dirty="0"/>
              <a:t>and </a:t>
            </a:r>
            <a:r>
              <a:rPr lang="en-US" b="1" dirty="0"/>
              <a:t>loan </a:t>
            </a:r>
            <a:r>
              <a:rPr lang="en-US" dirty="0"/>
              <a:t>has also </a:t>
            </a:r>
            <a:r>
              <a:rPr lang="en-US" b="1" dirty="0"/>
              <a:t>One to Many</a:t>
            </a:r>
            <a:r>
              <a:rPr lang="en-US" dirty="0"/>
              <a:t> relationship(one branch can provide multiple loans).</a:t>
            </a:r>
          </a:p>
          <a:p>
            <a:pPr>
              <a:buFont typeface="Arial" panose="020B0604020202020204" pitchFamily="34" charset="0"/>
              <a:buChar char="•"/>
            </a:pPr>
            <a:r>
              <a:rPr lang="en-US" b="1" dirty="0"/>
              <a:t>Branch </a:t>
            </a:r>
            <a:r>
              <a:rPr lang="en-US" dirty="0"/>
              <a:t>and </a:t>
            </a:r>
            <a:r>
              <a:rPr lang="en-US" b="1" dirty="0"/>
              <a:t>employee </a:t>
            </a:r>
            <a:r>
              <a:rPr lang="en-US" dirty="0"/>
              <a:t>has </a:t>
            </a:r>
            <a:r>
              <a:rPr lang="en-US" b="1" dirty="0"/>
              <a:t>One to Many</a:t>
            </a:r>
            <a:r>
              <a:rPr lang="en-US" dirty="0"/>
              <a:t> relationship(one branch employs multiple employees).</a:t>
            </a:r>
          </a:p>
          <a:p>
            <a:endParaRPr lang="en-US" dirty="0"/>
          </a:p>
        </p:txBody>
      </p:sp>
    </p:spTree>
    <p:extLst>
      <p:ext uri="{BB962C8B-B14F-4D97-AF65-F5344CB8AC3E}">
        <p14:creationId xmlns:p14="http://schemas.microsoft.com/office/powerpoint/2010/main" val="627757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335E8D-893D-4195-AAD9-A34F4B70A161}"/>
              </a:ext>
            </a:extLst>
          </p:cNvPr>
          <p:cNvSpPr txBox="1"/>
          <p:nvPr/>
        </p:nvSpPr>
        <p:spPr>
          <a:xfrm>
            <a:off x="152400" y="1752600"/>
            <a:ext cx="8610600" cy="4524315"/>
          </a:xfrm>
          <a:prstGeom prst="rect">
            <a:avLst/>
          </a:prstGeom>
          <a:noFill/>
        </p:spPr>
        <p:txBody>
          <a:bodyPr wrap="square">
            <a:spAutoFit/>
          </a:bodyPr>
          <a:lstStyle/>
          <a:p>
            <a:pPr algn="l"/>
            <a:r>
              <a:rPr lang="en-US" b="1" dirty="0">
                <a:effectLst/>
              </a:rPr>
              <a:t> </a:t>
            </a:r>
            <a:endParaRPr lang="en-US" dirty="0"/>
          </a:p>
          <a:p>
            <a:pPr>
              <a:buFont typeface="Arial" panose="020B0604020202020204" pitchFamily="34" charset="0"/>
              <a:buChar char="•"/>
            </a:pPr>
            <a:r>
              <a:rPr lang="en-US" b="1" dirty="0"/>
              <a:t>Branch </a:t>
            </a:r>
            <a:r>
              <a:rPr lang="en-US" dirty="0"/>
              <a:t>and </a:t>
            </a:r>
            <a:r>
              <a:rPr lang="en-US" b="1" dirty="0"/>
              <a:t>account </a:t>
            </a:r>
            <a:r>
              <a:rPr lang="en-US" dirty="0"/>
              <a:t>has </a:t>
            </a:r>
            <a:r>
              <a:rPr lang="en-US" b="1" dirty="0"/>
              <a:t>One to Many</a:t>
            </a:r>
            <a:r>
              <a:rPr lang="en-US" dirty="0"/>
              <a:t> relationship(one branch maintains multiple accounts).</a:t>
            </a:r>
          </a:p>
          <a:p>
            <a:pPr>
              <a:buFont typeface="Arial" panose="020B0604020202020204" pitchFamily="34" charset="0"/>
              <a:buChar char="•"/>
            </a:pPr>
            <a:r>
              <a:rPr lang="en-US" b="1" dirty="0"/>
              <a:t>Branch </a:t>
            </a:r>
            <a:r>
              <a:rPr lang="en-US" dirty="0"/>
              <a:t>and </a:t>
            </a:r>
            <a:r>
              <a:rPr lang="en-US" b="1" dirty="0"/>
              <a:t>customer </a:t>
            </a:r>
            <a:r>
              <a:rPr lang="en-US" dirty="0"/>
              <a:t>has </a:t>
            </a:r>
            <a:r>
              <a:rPr lang="en-US" b="1" dirty="0"/>
              <a:t>One to Many</a:t>
            </a:r>
            <a:r>
              <a:rPr lang="en-US" dirty="0"/>
              <a:t> relationship(one branch has multiple customers; each customer belongs to one primary branch).</a:t>
            </a:r>
          </a:p>
          <a:p>
            <a:pPr>
              <a:buFont typeface="Arial" panose="020B0604020202020204" pitchFamily="34" charset="0"/>
              <a:buChar char="•"/>
            </a:pPr>
            <a:r>
              <a:rPr lang="en-US" b="1" dirty="0"/>
              <a:t>Customer </a:t>
            </a:r>
            <a:r>
              <a:rPr lang="en-US" dirty="0"/>
              <a:t>and </a:t>
            </a:r>
            <a:r>
              <a:rPr lang="en-US" b="1" dirty="0"/>
              <a:t>account </a:t>
            </a:r>
            <a:r>
              <a:rPr lang="en-US" dirty="0"/>
              <a:t>has </a:t>
            </a:r>
            <a:r>
              <a:rPr lang="en-US" b="1" dirty="0"/>
              <a:t>One to Many</a:t>
            </a:r>
            <a:r>
              <a:rPr lang="en-US" dirty="0"/>
              <a:t> relationship(one customer can have multiple accounts, each account belongs to exactly one customer).</a:t>
            </a:r>
          </a:p>
          <a:p>
            <a:pPr>
              <a:buFont typeface="Arial" panose="020B0604020202020204" pitchFamily="34" charset="0"/>
              <a:buChar char="•"/>
            </a:pPr>
            <a:r>
              <a:rPr lang="en-US" b="1" dirty="0"/>
              <a:t>Customer </a:t>
            </a:r>
            <a:r>
              <a:rPr lang="en-US" dirty="0"/>
              <a:t>and </a:t>
            </a:r>
            <a:r>
              <a:rPr lang="en-US" b="1" dirty="0"/>
              <a:t>loan </a:t>
            </a:r>
            <a:r>
              <a:rPr lang="en-US" dirty="0"/>
              <a:t>has </a:t>
            </a:r>
            <a:r>
              <a:rPr lang="en-US" b="1" dirty="0"/>
              <a:t>One to Many</a:t>
            </a:r>
            <a:r>
              <a:rPr lang="en-US" dirty="0"/>
              <a:t> relationships(each customer can have multiple loans; each loan belongs to exactly one customer)</a:t>
            </a:r>
          </a:p>
        </p:txBody>
      </p:sp>
    </p:spTree>
    <p:extLst>
      <p:ext uri="{BB962C8B-B14F-4D97-AF65-F5344CB8AC3E}">
        <p14:creationId xmlns:p14="http://schemas.microsoft.com/office/powerpoint/2010/main" val="3667480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CAB089-8DC4-41AC-8EEF-DCA9CDB22EB7}"/>
              </a:ext>
            </a:extLst>
          </p:cNvPr>
          <p:cNvPicPr>
            <a:picLocks noChangeAspect="1"/>
          </p:cNvPicPr>
          <p:nvPr/>
        </p:nvPicPr>
        <p:blipFill>
          <a:blip r:embed="rId2"/>
          <a:stretch>
            <a:fillRect/>
          </a:stretch>
        </p:blipFill>
        <p:spPr>
          <a:xfrm>
            <a:off x="0" y="777240"/>
            <a:ext cx="9144000" cy="5303520"/>
          </a:xfrm>
          <a:prstGeom prst="rect">
            <a:avLst/>
          </a:prstGeom>
        </p:spPr>
      </p:pic>
    </p:spTree>
    <p:extLst>
      <p:ext uri="{BB962C8B-B14F-4D97-AF65-F5344CB8AC3E}">
        <p14:creationId xmlns:p14="http://schemas.microsoft.com/office/powerpoint/2010/main" val="4273917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3A763D-D971-4A41-BD5F-3BF9859E6E21}"/>
              </a:ext>
            </a:extLst>
          </p:cNvPr>
          <p:cNvSpPr txBox="1"/>
          <p:nvPr/>
        </p:nvSpPr>
        <p:spPr>
          <a:xfrm>
            <a:off x="838200" y="2057400"/>
            <a:ext cx="6553200" cy="3785652"/>
          </a:xfrm>
          <a:prstGeom prst="rect">
            <a:avLst/>
          </a:prstGeom>
          <a:noFill/>
        </p:spPr>
        <p:txBody>
          <a:bodyPr wrap="square">
            <a:spAutoFit/>
          </a:bodyPr>
          <a:lstStyle/>
          <a:p>
            <a:pPr algn="l"/>
            <a:r>
              <a:rPr lang="en-US" b="1" dirty="0">
                <a:effectLst/>
              </a:rPr>
              <a:t>Identify Primary Keys</a:t>
            </a:r>
          </a:p>
          <a:p>
            <a:pPr rtl="0"/>
            <a:r>
              <a:rPr lang="en-US" dirty="0"/>
              <a:t>Primary keys are the </a:t>
            </a:r>
            <a:r>
              <a:rPr lang="en-US" b="1" dirty="0"/>
              <a:t>unique </a:t>
            </a:r>
            <a:r>
              <a:rPr lang="en-US" dirty="0"/>
              <a:t>identifier for each record in database table. It is denoted by an underline under the attribute name.</a:t>
            </a:r>
          </a:p>
          <a:p>
            <a:pPr>
              <a:buFont typeface="Arial" panose="020B0604020202020204" pitchFamily="34" charset="0"/>
              <a:buChar char="•"/>
            </a:pPr>
            <a:r>
              <a:rPr lang="en-US" dirty="0"/>
              <a:t>The Primary key of </a:t>
            </a:r>
            <a:r>
              <a:rPr lang="en-US" b="1" dirty="0"/>
              <a:t>Bank </a:t>
            </a:r>
            <a:r>
              <a:rPr lang="en-US" dirty="0"/>
              <a:t>is </a:t>
            </a:r>
            <a:r>
              <a:rPr lang="en-US" b="1" dirty="0"/>
              <a:t>code</a:t>
            </a:r>
            <a:r>
              <a:rPr lang="en-US" dirty="0"/>
              <a:t>.</a:t>
            </a:r>
          </a:p>
          <a:p>
            <a:pPr>
              <a:buFont typeface="Arial" panose="020B0604020202020204" pitchFamily="34" charset="0"/>
              <a:buChar char="•"/>
            </a:pPr>
            <a:r>
              <a:rPr lang="en-US" dirty="0"/>
              <a:t>The Primary key of </a:t>
            </a:r>
            <a:r>
              <a:rPr lang="en-US" b="1" dirty="0"/>
              <a:t>Branch</a:t>
            </a:r>
            <a:r>
              <a:rPr lang="en-US" dirty="0"/>
              <a:t> is </a:t>
            </a:r>
            <a:r>
              <a:rPr lang="en-US" b="1" dirty="0" err="1"/>
              <a:t>branch_code</a:t>
            </a:r>
            <a:r>
              <a:rPr lang="en-US" b="1" dirty="0"/>
              <a:t>.</a:t>
            </a:r>
            <a:endParaRPr lang="en-US" dirty="0"/>
          </a:p>
          <a:p>
            <a:pPr>
              <a:buFont typeface="Arial" panose="020B0604020202020204" pitchFamily="34" charset="0"/>
              <a:buChar char="•"/>
            </a:pPr>
            <a:r>
              <a:rPr lang="en-US" dirty="0"/>
              <a:t>The Primary key of </a:t>
            </a:r>
            <a:r>
              <a:rPr lang="en-US" b="1" dirty="0"/>
              <a:t>Employee</a:t>
            </a:r>
            <a:r>
              <a:rPr lang="en-US" dirty="0"/>
              <a:t> is </a:t>
            </a:r>
            <a:r>
              <a:rPr lang="en-US" b="1" dirty="0"/>
              <a:t>Eid.</a:t>
            </a:r>
            <a:endParaRPr lang="en-US" dirty="0"/>
          </a:p>
          <a:p>
            <a:pPr>
              <a:buFont typeface="Arial" panose="020B0604020202020204" pitchFamily="34" charset="0"/>
              <a:buChar char="•"/>
            </a:pPr>
            <a:r>
              <a:rPr lang="en-US" dirty="0"/>
              <a:t>The Primary key of </a:t>
            </a:r>
            <a:r>
              <a:rPr lang="en-US" b="1" dirty="0"/>
              <a:t>Customer </a:t>
            </a:r>
            <a:r>
              <a:rPr lang="en-US" dirty="0"/>
              <a:t>is </a:t>
            </a:r>
            <a:r>
              <a:rPr lang="en-US" b="1" dirty="0"/>
              <a:t>Cid.</a:t>
            </a:r>
            <a:endParaRPr lang="en-US" dirty="0"/>
          </a:p>
          <a:p>
            <a:pPr>
              <a:buFont typeface="Arial" panose="020B0604020202020204" pitchFamily="34" charset="0"/>
              <a:buChar char="•"/>
            </a:pPr>
            <a:r>
              <a:rPr lang="en-US" dirty="0"/>
              <a:t>The Primary key of </a:t>
            </a:r>
            <a:r>
              <a:rPr lang="en-US" b="1" dirty="0"/>
              <a:t>Loan </a:t>
            </a:r>
            <a:r>
              <a:rPr lang="en-US" dirty="0"/>
              <a:t>is </a:t>
            </a:r>
            <a:r>
              <a:rPr lang="en-US" b="1" dirty="0" err="1"/>
              <a:t>loan_no</a:t>
            </a:r>
            <a:r>
              <a:rPr lang="en-US" dirty="0"/>
              <a:t>.</a:t>
            </a:r>
          </a:p>
          <a:p>
            <a:pPr>
              <a:buFont typeface="Arial" panose="020B0604020202020204" pitchFamily="34" charset="0"/>
              <a:buChar char="•"/>
            </a:pPr>
            <a:r>
              <a:rPr lang="en-US" dirty="0"/>
              <a:t>The Primary key of </a:t>
            </a:r>
            <a:r>
              <a:rPr lang="en-US" b="1" dirty="0"/>
              <a:t>Account </a:t>
            </a:r>
            <a:r>
              <a:rPr lang="en-US" dirty="0"/>
              <a:t>is </a:t>
            </a:r>
            <a:r>
              <a:rPr lang="en-US" b="1" dirty="0" err="1"/>
              <a:t>acc_no</a:t>
            </a:r>
            <a:endParaRPr lang="en-US" dirty="0"/>
          </a:p>
        </p:txBody>
      </p:sp>
    </p:spTree>
    <p:extLst>
      <p:ext uri="{BB962C8B-B14F-4D97-AF65-F5344CB8AC3E}">
        <p14:creationId xmlns:p14="http://schemas.microsoft.com/office/powerpoint/2010/main" val="1795984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1539A7-0F6B-45A1-86D0-00BA151631F3}"/>
              </a:ext>
            </a:extLst>
          </p:cNvPr>
          <p:cNvPicPr>
            <a:picLocks noChangeAspect="1"/>
          </p:cNvPicPr>
          <p:nvPr/>
        </p:nvPicPr>
        <p:blipFill>
          <a:blip r:embed="rId2"/>
          <a:stretch>
            <a:fillRect/>
          </a:stretch>
        </p:blipFill>
        <p:spPr>
          <a:xfrm>
            <a:off x="0" y="1245483"/>
            <a:ext cx="9144000" cy="4367034"/>
          </a:xfrm>
          <a:prstGeom prst="rect">
            <a:avLst/>
          </a:prstGeom>
        </p:spPr>
      </p:pic>
    </p:spTree>
    <p:extLst>
      <p:ext uri="{BB962C8B-B14F-4D97-AF65-F5344CB8AC3E}">
        <p14:creationId xmlns:p14="http://schemas.microsoft.com/office/powerpoint/2010/main" val="3786492597"/>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cs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Custom 25">
      <a:dk1>
        <a:sysClr val="windowText" lastClr="000000"/>
      </a:dk1>
      <a:lt1>
        <a:sysClr val="window" lastClr="FFFFFF"/>
      </a:lt1>
      <a:dk2>
        <a:srgbClr val="FFCD00"/>
      </a:dk2>
      <a:lt2>
        <a:srgbClr val="00AEDE"/>
      </a:lt2>
      <a:accent1>
        <a:srgbClr val="002E62"/>
      </a:accent1>
      <a:accent2>
        <a:srgbClr val="004CB9"/>
      </a:accent2>
      <a:accent3>
        <a:srgbClr val="FF9D00"/>
      </a:accent3>
      <a:accent4>
        <a:srgbClr val="57A773"/>
      </a:accent4>
      <a:accent5>
        <a:srgbClr val="D11149"/>
      </a:accent5>
      <a:accent6>
        <a:srgbClr val="00111F"/>
      </a:accent6>
      <a:hlink>
        <a:srgbClr val="FFFFFF"/>
      </a:hlink>
      <a:folHlink>
        <a:srgbClr val="FFFFFF"/>
      </a:folHlink>
    </a:clrScheme>
    <a:fontScheme name="Custom 22">
      <a:majorFont>
        <a:latin typeface="Verdana"/>
        <a:ea typeface=""/>
        <a:cs typeface=""/>
      </a:majorFont>
      <a:minorFont>
        <a:latin typeface="Lucida Grand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NBPL_GeneralDesign02_MO - v4" id="{6FF23145-4007-4574-94C2-B80E45F46FD9}" vid="{0FB396FC-CF2E-452A-9B17-DA6C73B1359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5162</TotalTime>
  <Words>1302</Words>
  <Application>Microsoft Office PowerPoint</Application>
  <PresentationFormat>On-screen Show (4:3)</PresentationFormat>
  <Paragraphs>131</Paragraphs>
  <Slides>34</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Arial</vt:lpstr>
      <vt:lpstr>Lucida Grande</vt:lpstr>
      <vt:lpstr>Tahoma</vt:lpstr>
      <vt:lpstr>Times New Roman</vt:lpstr>
      <vt:lpstr>Verdana</vt:lpstr>
      <vt:lpstr>Wingdings</vt:lpstr>
      <vt:lpstr>Blends</vt:lpstr>
      <vt:lpstr>Office Theme</vt:lpstr>
      <vt:lpstr>Database Management Systems</vt:lpstr>
      <vt:lpstr>Example   ER Design </vt:lpstr>
      <vt:lpstr>Constructing an ER model </vt:lpstr>
      <vt:lpstr>Constructing an ER model (cont)</vt:lpstr>
      <vt:lpstr>Constructing an ER model (cont)</vt:lpstr>
      <vt:lpstr>Constructing an ER model (cont)</vt:lpstr>
      <vt:lpstr>PowerPoint Presentation</vt:lpstr>
      <vt:lpstr>PowerPoint Presentation</vt:lpstr>
      <vt:lpstr>Constructing an ER model (cont)</vt:lpstr>
      <vt:lpstr>Constructing an ER model (cont)</vt:lpstr>
      <vt:lpstr>Constructing an ER model (cont)</vt:lpstr>
      <vt:lpstr>Constructing an ER model (cont)</vt:lpstr>
      <vt:lpstr>Constructing an ER model (cont)</vt:lpstr>
      <vt:lpstr>Problem (story) :  National Bus Company </vt:lpstr>
      <vt:lpstr>Problem (story) :   National  Bus Company </vt:lpstr>
      <vt:lpstr>Problem (story) :   National Bus Company </vt:lpstr>
      <vt:lpstr>Problem (story) :   National Bus Company</vt:lpstr>
      <vt:lpstr>Solution: Entities </vt:lpstr>
      <vt:lpstr>Solution: Relationships</vt:lpstr>
      <vt:lpstr>Solution: Relationships (cont)</vt:lpstr>
      <vt:lpstr>Solution: Draw E-R Diagram </vt:lpstr>
      <vt:lpstr>Solution: Relations </vt:lpstr>
      <vt:lpstr>Banking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of a Digital Voltmeter using Verilog HDL  &amp;  Xilinx Spartan II FPGA Board</dc:title>
  <dc:creator>Qaosar</dc:creator>
  <cp:lastModifiedBy>CSE Head</cp:lastModifiedBy>
  <cp:revision>215</cp:revision>
  <cp:lastPrinted>1601-01-01T00:00:00Z</cp:lastPrinted>
  <dcterms:created xsi:type="dcterms:W3CDTF">2009-01-28T10:37:00Z</dcterms:created>
  <dcterms:modified xsi:type="dcterms:W3CDTF">2026-02-19T07:12:48Z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2</vt:i4>
  </property>
  <property fmtid="{D5CDD505-2E9C-101B-9397-08002B2CF9AE}" pid="3" name="LCID">
    <vt:i4>1033</vt:i4>
  </property>
</Properties>
</file>