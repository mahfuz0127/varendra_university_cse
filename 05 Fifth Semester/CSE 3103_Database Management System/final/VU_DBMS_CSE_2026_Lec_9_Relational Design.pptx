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913" r:id="rId2"/>
    <p:sldMasterId id="2147483925" r:id="rId3"/>
    <p:sldMasterId id="2147491997" r:id="rId4"/>
    <p:sldMasterId id="2147492018" r:id="rId5"/>
    <p:sldMasterId id="2147492030" r:id="rId6"/>
    <p:sldMasterId id="2147492042" r:id="rId7"/>
    <p:sldMasterId id="2147492054" r:id="rId8"/>
  </p:sldMasterIdLst>
  <p:notesMasterIdLst>
    <p:notesMasterId r:id="rId43"/>
  </p:notesMasterIdLst>
  <p:sldIdLst>
    <p:sldId id="584" r:id="rId9"/>
    <p:sldId id="585" r:id="rId10"/>
    <p:sldId id="331" r:id="rId11"/>
    <p:sldId id="386" r:id="rId12"/>
    <p:sldId id="321" r:id="rId13"/>
    <p:sldId id="392" r:id="rId14"/>
    <p:sldId id="391" r:id="rId15"/>
    <p:sldId id="571" r:id="rId16"/>
    <p:sldId id="323" r:id="rId17"/>
    <p:sldId id="373" r:id="rId18"/>
    <p:sldId id="332" r:id="rId19"/>
    <p:sldId id="324" r:id="rId20"/>
    <p:sldId id="325" r:id="rId21"/>
    <p:sldId id="397" r:id="rId22"/>
    <p:sldId id="401" r:id="rId23"/>
    <p:sldId id="398" r:id="rId24"/>
    <p:sldId id="399" r:id="rId25"/>
    <p:sldId id="400" r:id="rId26"/>
    <p:sldId id="333" r:id="rId27"/>
    <p:sldId id="511" r:id="rId28"/>
    <p:sldId id="346" r:id="rId29"/>
    <p:sldId id="529" r:id="rId30"/>
    <p:sldId id="345" r:id="rId31"/>
    <p:sldId id="535" r:id="rId32"/>
    <p:sldId id="586" r:id="rId33"/>
    <p:sldId id="587" r:id="rId34"/>
    <p:sldId id="588" r:id="rId35"/>
    <p:sldId id="589" r:id="rId36"/>
    <p:sldId id="591" r:id="rId37"/>
    <p:sldId id="590" r:id="rId38"/>
    <p:sldId id="593" r:id="rId39"/>
    <p:sldId id="592" r:id="rId40"/>
    <p:sldId id="594" r:id="rId41"/>
    <p:sldId id="564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29" autoAdjust="0"/>
    <p:restoredTop sz="98546" autoAdjust="0"/>
  </p:normalViewPr>
  <p:slideViewPr>
    <p:cSldViewPr snapToGrid="0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56" y="830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-6804"/>
    </p:cViewPr>
  </p:sorterViewPr>
  <p:notesViewPr>
    <p:cSldViewPr snapToGrid="0">
      <p:cViewPr varScale="1">
        <p:scale>
          <a:sx n="62" d="100"/>
          <a:sy n="62" d="100"/>
        </p:scale>
        <p:origin x="26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heme" Target="theme/theme1.xml"/><Relationship Id="rId20" Type="http://schemas.openxmlformats.org/officeDocument/2006/relationships/slide" Target="slides/slide12.xml"/><Relationship Id="rId41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85EED1-B094-4A7B-B7B9-7522AEFC43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FE68EE0-75EE-4483-946D-2325F79D20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35BE27C7-803B-4119-B5A8-6BE0E6717C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38CFF86-38EC-4793-86EB-101C69F5ABC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DBFAE16-4D6A-4664-A9BF-683C42EC58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04CD803-F6A1-4CF6-9B68-81A19ADE6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6253A31-9708-49CD-B960-E3BD21ACAF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9092DB0E-6217-42EA-AB4C-A4795C08E4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D28672F-44C7-42DF-90F6-8EBE37C502F9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537AEA14-0259-402C-9396-48CF171C0E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F49F2748-5050-4B8F-9F14-94FC6DFFB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385F3287-C0CC-4743-A369-D1B20AF933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E7AF9DA-AB7B-4C95-BF44-BACCC5389AEE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1013F70-3067-479A-A4CC-364EE661D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CEB3886-A047-4F85-931B-7868F5021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>
            <a:extLst>
              <a:ext uri="{FF2B5EF4-FFF2-40B4-BE49-F238E27FC236}">
                <a16:creationId xmlns:a16="http://schemas.microsoft.com/office/drawing/2014/main" id="{6590B1D3-907B-4B01-9FDB-0991775F9C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2D87CF-609D-4847-B9B3-7A510B50A73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E3E3BC64-9E62-46F7-8BFF-996C8B7AC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>
            <a:extLst>
              <a:ext uri="{FF2B5EF4-FFF2-40B4-BE49-F238E27FC236}">
                <a16:creationId xmlns:a16="http://schemas.microsoft.com/office/drawing/2014/main" id="{351837FF-DC17-4AD4-B2EB-ACA1D1CA3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A0AEC96-10D1-49F2-8764-EA8EA90F101B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3C24819A-18A1-4B71-955E-92D3527463C3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21507" name="Rectangle 8">
                        <a:extLst>
                          <a:ext uri="{FF2B5EF4-FFF2-40B4-BE49-F238E27FC236}">
                            <a16:creationId xmlns:a16="http://schemas.microsoft.com/office/drawing/2014/main" id="{D163CEEB-F366-4632-973F-2420A884D0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4FC101-745C-4651-BDC1-167E2CAA5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9C1C6E58-121E-4182-8C79-118BD7C9C4AC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168453-04CF-4D70-89BA-974E24D23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1A08BA-5FD5-48A7-A052-A27A267CD9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97DE4FA4-25AA-4584-88C4-A5EDBE3DAAAC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68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4195EE-D9CC-4CFB-8863-F770C8B55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CC636-61E0-4A44-84D7-0798989D23F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0DF2D9-ADE7-4050-8946-48491A5F54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EB8-F9CE-4AFC-AB2A-482C0B697F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36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3FD3B-4B69-45C1-BE6B-3966277249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54608-5D76-445D-B747-74269E611D6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4B7F23-8242-4784-83CB-9EECAEE9C1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78281-3546-49B9-8741-20EE9AC22A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09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E8A1E-E662-47D9-A0BF-78A5E2F89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CCE8B-3013-4BFD-BD39-83DCDFBDAFC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43983-E8EB-4C26-BB4A-3F96B6E8DE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F14B0-644D-481C-A64C-DC249A5343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9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F847D1-7A20-4D18-B72C-110F8BD36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4C7F2-3281-467E-821B-E0F5F9C3E97F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15381E-4547-43FA-AD1E-38D47558CFD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9C8DD-2BF8-4BAE-8877-0341A98B8F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34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FF7EC2-429A-402F-9779-E14CC1BE9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9BD92-8FAC-43A7-806E-985B7A42F59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C406E8-2C35-4624-B439-8CA4CE3E4F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59132-AD95-4FCB-B27A-46DAA7754D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87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B8B27F-1DA7-4411-BDB0-D453EA623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502A6-471C-40C1-B211-80BD9894BC52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537F3A4-EE2E-482B-9DDE-66FC80A0BF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2543C-9DFF-4735-83BD-548437777F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714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99B20A-5B58-4B89-9F2C-8E2A90233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BB6B1-7688-4475-93F4-8A4921DD59EB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6C310-FAB1-4207-B56F-6412E4773A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A4B72-D66C-444B-BF24-D7393E1926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4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8B440-E6A0-4313-AD7A-72468E394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1E182-237F-4B35-9550-0315A3882E6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796F7-58E4-43B1-BE5B-855AF97470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FF1BF-8711-41A9-9EFA-F678256122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09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FEB54-1760-44A2-ABFB-30960D1C42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734CA-107D-4EE7-81D0-ADBAF6B9F02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A1B9B2-0463-4A68-AB72-E0BA0B5C6D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D4D95-9F0C-4ADB-B5FF-82FA3B736E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11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77B863-BEC6-40EF-94DA-42E2445CB0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1E875-40ED-4C58-BBDA-14541A445785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0FF31D-2443-4D84-ADA7-35921E4C83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C746A-932B-4779-ACFC-D6315EC33E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321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4968141C-016D-458B-AB67-BB5332F92EAF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E262D705-34F4-4B74-B07D-7CD9F91E7772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26627" name="Rectangle 8">
                        <a:extLst>
                          <a:ext uri="{FF2B5EF4-FFF2-40B4-BE49-F238E27FC236}">
                            <a16:creationId xmlns:a16="http://schemas.microsoft.com/office/drawing/2014/main" id="{3F14535A-A6B7-449B-9ADF-3C89E892E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6AA82F-7A2D-4A37-BB46-2C3B73396A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1C1CC746-D664-4E61-A6F1-53551C41DE3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F89DD2-F343-4225-AB87-78A85281C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5C51E4-CB7D-45FC-890A-172B0A7CC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12AC462F-6882-4C55-8900-A3736472ED48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124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5FCA4B-6DB7-4F47-9B13-DF51D50F5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24CD6-3618-4C7A-AA41-64E1287CFCC2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A86E45-FFD1-4591-81F9-41601D3604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D0324-A6E5-48E7-AB3C-E940A9821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101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CF482D-A694-405E-9A36-38237971F3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99591-DFAA-4881-9DB4-5853EE56F9BB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DCC4E8-544B-4ED8-9695-65779F6BA1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19A12-4024-428D-88A3-7936EC5F69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713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9AF75-EB71-43F5-A4BF-BE3E2EFD5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628DF-30CF-4328-9537-0457F1E2B72E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F1B88-2BD5-4E18-AC23-4FEB4765C1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B60818-C6BC-4030-88A0-7CB3239AB3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88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435E5FB-349F-4473-AC7C-60286C8E4F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E92BF-486A-4E18-9DD4-17FDFBB9579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2A8C61-ACE7-4A70-884C-B4ADB4AACC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D33E7C-890A-42A9-AD0B-D2962AF624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73BE056-D648-48B1-A56D-6FB99577ED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521B5-59EA-4A9D-89BA-D275185B0E1E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924F8D0-51C4-433B-81BA-FB49C1DBB5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0ED37-4B1E-45F9-9F69-66F86D5CC3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0341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C75B37-A55C-482F-8D36-3A768BDAB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B4CD0-8112-4E3B-9201-65C6FDB306D6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8EE44E-508E-4106-8D82-6C985815E3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53470-4E7A-44F2-A71C-6399BEC50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119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1AE0F-2F39-47A2-8581-BCC0591D4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1B83F-91E2-412E-9087-BA8C7C25AC7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404A0-7962-4970-8EE2-75930A0C3F3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996D-2557-4565-8C91-E40E834CE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61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0C2D2-342A-4C40-9543-9209630BB4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FE08A-EDA6-4BC7-B3C4-EBA53E38DBA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AFA7F-DA12-4705-ADCA-A924AAE630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39E85-DD5F-4E95-B0AE-E61AFC2468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250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EB66D5-2EAF-4F4A-BFBF-C6993626AF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1DBA2-46C8-4A38-B218-07D720EDC29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932902-C87B-4A40-AAC0-3139ACBD31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D66A0-86B4-4D81-AE6C-3FBF3CB38C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96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D8C70E-CF71-43C3-B819-37CAD5474A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C148B-57D0-4D38-9772-0C7FD496A3A6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842353-A1AE-4615-A37D-9E61A628F7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B5FE1-A0C7-448D-BC9C-D5FA0429A4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6208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F4480DA-4F86-4276-8056-0A613CCFDD52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8DD41776-6CA6-4C82-9E0F-1A1048781672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27651" name="Rectangle 8">
                        <a:extLst>
                          <a:ext uri="{FF2B5EF4-FFF2-40B4-BE49-F238E27FC236}">
                            <a16:creationId xmlns:a16="http://schemas.microsoft.com/office/drawing/2014/main" id="{643AEDCF-91D5-46B1-B750-ADD270D69C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9ABF05-51DD-4299-AEFC-4FF04035F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7F899D3F-E148-40F9-AABA-56EEC6829AAD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2404E5-6D20-4946-ADE5-309F1A7ED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EFF00E-B465-4C23-A57D-C13DB1955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AC099306-0852-45BD-9924-789131457584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984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D9B2F-094A-4FB3-B7FE-CDB8CCAD88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0444E-B771-42F5-8963-56501E21AC2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BE849-B990-438F-9F86-A5995CA263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15A35-7C6C-4914-856F-8683F26310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1749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84568F-A39E-4849-96FB-E4DF4CDC95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29071-0727-4C29-B0D9-556DAD633CD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AB464B-4493-4AEA-AB66-DB6641A735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5D269-047A-4E57-A992-8468FAC783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681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CA32D-6151-4DEA-B2B3-AC5736F8D2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AFFDC-1EB6-425A-879D-CDED3DAB483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0BBAF-D8F9-4F17-A283-97E1B580EC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9DEE2-D33F-41F1-9880-BDC9439E49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5494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2FEFEFF-67E0-4540-8DD6-59C0EDE09E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E803F-FE51-4C65-8468-90E3AABD2A3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31BE2A-ACE1-442F-80C8-A52A89EC22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DCFE3-AA35-4819-A574-8AC1858691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1064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F901AD-8413-46F5-93ED-166CA884E1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6578A-6AE9-4B6E-AC7F-E386216072D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A40B2F-4247-4E41-8F1B-F58C1FF0CE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30EA1-11FF-4CF9-828F-9927C1A0D1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5586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3A4CFE-8AD6-40FC-B1D7-26268540A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FDA33-7603-4540-91CC-16E75B28371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A01E8F-C9D0-4055-9FA4-0966E29FF8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462A9-9150-49D9-AEA3-66C1935BFF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4143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EB34D-26ED-4615-94CE-D1E6BF1599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E2612-6F15-4C0D-BE87-31BEFC288EFB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F8D5BE-346D-4A43-B548-9502423B8E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90F10-1EBE-454A-9E6A-5588C4C964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685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BEA523-8A74-44FA-8E5D-524C525F11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9635F-000B-49BB-B133-431CFB805DB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93772-1A3D-41F1-9C7A-83FFF5596D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5EBE8-A791-4DC1-BFAA-59B3FBC3A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558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9C316D-E466-4A95-B748-C57E5B5799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5A91D-9ACB-498F-AB59-7EB56A2E5FE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808D91-1086-4E1F-B981-29C0CB1722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7284B-A357-41D1-8294-6B4B65EDDD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0781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25F646-4A5B-4303-8C5A-590AF841CE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E6696-FF95-4422-8EA2-20A5E9F2D8A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B2B817-4EE4-4781-8D20-CA162C22CC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D2326-084D-4942-87AF-DAB6A9A96B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250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2707505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0399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88242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8246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1788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2842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5474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4623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850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963981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65736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7477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97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31505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04508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33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2751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95729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9950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24203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F121C96-7B14-44D3-B3E8-BB9659AD883C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469C2F9A-5A6B-4710-AED1-86D6AFC74F36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>
                        <a:extLst>
                          <a:ext uri="{FF2B5EF4-FFF2-40B4-BE49-F238E27FC236}">
                            <a16:creationId xmlns:a16="http://schemas.microsoft.com/office/drawing/2014/main" id="{469C2F9A-5A6B-4710-AED1-86D6AFC74F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05F9AF-1F7B-4FCF-805D-DAB4197B1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43D44C52-EF26-4DE6-A463-DF70ECFCBEE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66AB06-185D-4E30-9B22-2197F6F4F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57F3C2-569D-463A-B4F6-AD38136F1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D061B210-9518-41DA-B9E6-3FA36D787559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0517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A3F36E-156D-4ADE-9BAA-E63D91A7A6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3BBDD-A8B3-4308-AA79-D96D683D16EA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A3E4CF-6AC0-460D-B9E8-46283B2690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A954C-D74F-4546-9C76-BE90D2CED2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9828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BF5684-B8FF-415E-B586-A8D3C0702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34543-16DD-432F-A955-EDBC0A2E6FA2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CB9F90-1F65-4B55-8E7F-F185ACD363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42DD-AA88-4BCE-9C09-7745A89149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6195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AE128-7A48-4756-9F4A-B398FB1FA6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5EE43-8E96-4CD7-B005-9C4A8FF49CE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3F15A-E27A-4D43-BF01-4ADFC4F646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ADADA-4B04-4B20-ABEA-A791DE15BD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90364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2074E6-6277-4611-8B7E-D7B85C3A0E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9EE63-51F1-4FAC-BE6B-73102165A7D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C496ED-55A8-4416-84FF-D63EA0E8D07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E29D6-1EF4-4C07-8E22-AB6EA90E32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3222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BE0C82-97B6-4F32-836F-869EEB5CA0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68FAB-B0C4-4392-BBA1-384DB7032F09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104BD3-4BA3-45BF-949B-8E6BED19CC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B814E-92C1-4BF3-B792-F5C4DE7337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3619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9140F40-4989-4AEB-96B1-DCB1571DD1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A29C-5230-4C9E-AC82-54F051106A82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7E6CFF-8758-4D2C-875D-391C977575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87443-57BA-4BAA-B951-53DB499CB6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36509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3C3FA-E231-437C-A26E-7F04AE9017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910F9-4341-4937-AA44-2FBB180BC7C9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2385F-4F98-47F5-8023-2BD0458151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40DC8-7B42-4A57-8414-44C3EFAF97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2464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08FCFA-603E-483F-8A92-0B625C1BB6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14DD0-C9ED-46C8-98BA-4102EFF90F8E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4600B-EF49-4F48-8CB2-4D2AD6F1D6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5377F-D976-4638-BE02-8E62865460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0240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A45E14-2DFF-4E9C-82A8-13A398486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A9113-332E-4178-9524-50611BDB818D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6DB602-12F6-4A43-82D5-6348C8D38E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78315-6007-4B9B-9C65-E3F5CAD177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6100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4C3D5-2E3C-4C99-9BBB-93A4D2099E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8EDC5-39D7-446D-B571-1DAC5D109F18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B244CA-D8C7-4888-8D11-C5DBD926B7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6AD04-08F9-4B54-BAD3-D520A0C111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3166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A9F25759-695D-48E4-88D0-525E09B31098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BE914D90-588D-43AF-A1C0-FEF0EBC82CD1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>
                        <a:extLst>
                          <a:ext uri="{FF2B5EF4-FFF2-40B4-BE49-F238E27FC236}">
                            <a16:creationId xmlns:a16="http://schemas.microsoft.com/office/drawing/2014/main" id="{BE914D90-588D-43AF-A1C0-FEF0EBC82C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C0D5BA-FFB3-42C4-8E1B-B4EE76ADE6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F07024A4-FBC1-4653-9A8E-A05CC51865E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98DD76-4EE1-41B0-A040-CE343190B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64BE25-99A1-49EE-B6E4-4B410FD6DD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30D80095-2ABC-455C-809D-D8D06ADBDC7E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85169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337972-0A95-43B5-A796-B34199592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A361A-E282-4FFA-A706-F3BA32DE88CA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FDDAD0-57D8-47C3-BB2F-16D7CEE73A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9C731-9D7D-468E-ADAB-B28C28E318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692719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6586A3-6A43-4A9A-A145-8A2B8BCC10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E905A-37C5-493D-844B-FFD55F9162D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F2003D-30BC-486B-A585-D4B8A4C2FE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16296-08E7-4107-A5FA-DFDEFD5CA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3573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C5155D-0874-4486-8041-07233EEF33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75B12-D22C-42BB-BF7D-7B8937E073AD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AFBF1-3A75-4F94-903B-164DF383F5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19422-B021-4610-AA8A-BB2AA127FB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38808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3398C3-8CD4-4FA7-A709-72E76E0785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C93CF-6B19-4679-9DC4-18C1D71DF6AC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AE9EB78-B914-4FEC-A977-CD41F5FFF5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2B16C-B8F1-40DB-BBD3-5E6C08AAE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0354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90BCFF-3BD4-4151-896A-7C7EAE011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2B7F3-FFAC-4D3E-8A4B-BCE0E03DC9C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0B05AF-F46F-4C0A-9E37-27CDBBE7DD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935E4-32C5-4ED6-B7F2-5F0F78C53E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4130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74424E-8A6B-4847-AC60-8158EFEB3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CD9A6-4960-482E-9A8E-E5A59635C825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F6ABDD-9A86-4C31-9124-9E4BA60D06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3BE87-345B-46FC-8D4C-3EF279551C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1920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5F772-2C83-48A9-BAA1-AD05F23447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6275C-F4AD-4D38-91C6-DDD36ED13C11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6540F-0040-49B6-BBD9-E3ED87585D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225B7-4037-4EFC-8B88-F46E57DB1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3024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CA630-D47A-4687-A327-95F77B2B7E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82709-F930-473F-BB23-5D85FBB7BD2A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15245-DE24-42ED-AAA5-534C376149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D492C-2329-4E45-BFF3-EED9E2CD82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0678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F8FDB7-2A16-403F-9E96-71490383EB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E8631-EB9A-494E-B0A1-78A17996FBC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7CD424-B47E-46C8-969E-3E93A5CEAD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64407-7B05-4933-82C3-2DA4494178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03300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A6F6C6-5F6B-4D7E-84EC-429FE00FD0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EC3D4-032D-4958-9639-7C1DB6AF3DC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A0C3B8-8792-4260-A770-05E3EEF22CD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3E178-8EF5-49E6-833F-96265286D4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2919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EF91379-9AD9-43B6-BE6F-59B370855495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66C384CD-2C9F-4234-9E5F-7FF2A263C6B2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>
                        <a:extLst>
                          <a:ext uri="{FF2B5EF4-FFF2-40B4-BE49-F238E27FC236}">
                            <a16:creationId xmlns:a16="http://schemas.microsoft.com/office/drawing/2014/main" id="{66C384CD-2C9F-4234-9E5F-7FF2A263C6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4315B6-228B-427F-A0DB-17D65D6DC0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90A4F074-A82A-4564-9132-A990F1FAF71B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8F952A-A91D-4785-9F49-CC49F2A07C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837BFE-AD7C-406A-8F68-9259DA6B8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7C2DC179-8781-450A-A48B-F94C94026731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34305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1DD0D5-BF3D-49CC-A697-885A36AD5E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A46A4-06F6-40A9-8362-9DC195A0CB69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CC5C36-1B89-43D8-B876-147FD1DEF2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0054E-9B82-4647-ABCC-F83EC66FCB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3636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43B22E-F783-4B37-A1A3-C711516AE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26D62-700A-440E-9C38-2A7AB91D5706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3FF2A-848B-44BE-9EB1-F6A725F894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DF5AD-1184-46B7-BD6B-0A22452828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30548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ADF56-8F19-402D-9C45-80D46A198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D5FA-DAD6-441A-B9E1-DE680438A3C9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C689A-9D6E-487C-82CE-2E6F30916E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7B5A4-2355-4A3E-8CD0-6AA54846A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62121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1FE73A8-2EB7-438E-9A80-07E1FCC2F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8406A-53F9-495F-A3D4-DE6509E29734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92BBC3-D077-4841-B10E-7347A534AF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DD67E-BA1E-4359-BDB6-9CBD574EA2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40143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8DECF8-5538-4BA1-AA76-9543FAE97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7DCBE-A32C-4CF2-84C7-5859CB4E7E9C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9EABB24-0D2D-44D0-A92E-8BF6A7641F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AE7ED-1DE0-4B4B-B46C-02D6E378A6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43682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ADF4E4F-2224-4773-950A-67BE22C314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48B80-46A7-41F1-98DD-B2EC292D9B9C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E109A6B-01D9-44D3-879B-08B49F36E8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03BA7-7408-461E-9E12-2B95657E77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60552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ECC224-31FC-477B-8E0B-9949AF9ED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8AFE6-7012-4336-B938-01813894C3C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1ED071-957E-4223-98AC-ABB2043137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E150F-D868-4353-879E-5DF33BE25D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48899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90E71-209A-4A23-B1AA-5A3D1FC48E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8FBAC-6FB6-4782-A719-45C3D0DBD18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7E8C5-8586-4D69-91CF-99C752AB37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A11F3-C00C-4279-B1B6-E7DB1AEF9E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26139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609F05-11DE-41FB-A521-79D84B96E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4D93-7879-4F65-9204-02592E1373C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A16DAD-DA78-4690-9D45-55E6526671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06E8B-0E4E-490A-9348-8EB83FC0BD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2507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20BA7D-F655-44D3-97FC-3DE677CFF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FB7C6-F4C4-4532-AD70-167C4DADA470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387F5D-B212-4AEA-915D-57371A745D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50DED7-0B60-429A-8E5F-A759AE3E6A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93611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6354C39-4037-4113-B2FC-D4A574DA5C6B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6 w 4128"/>
              <a:gd name="T1" fmla="*/ 2147483646 h 479"/>
              <a:gd name="T2" fmla="*/ 2147483646 w 4128"/>
              <a:gd name="T3" fmla="*/ 2147483646 h 479"/>
              <a:gd name="T4" fmla="*/ 2147483646 w 4128"/>
              <a:gd name="T5" fmla="*/ 2147483646 h 479"/>
              <a:gd name="T6" fmla="*/ 0 w 4128"/>
              <a:gd name="T7" fmla="*/ 2147483646 h 479"/>
              <a:gd name="T8" fmla="*/ 2147483646 w 4128"/>
              <a:gd name="T9" fmla="*/ 2147483646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>
            <a:extLst>
              <a:ext uri="{FF2B5EF4-FFF2-40B4-BE49-F238E27FC236}">
                <a16:creationId xmlns:a16="http://schemas.microsoft.com/office/drawing/2014/main" id="{0F3475A2-19E0-46C9-9C94-4861C05DB109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>
                        <a:extLst>
                          <a:ext uri="{FF2B5EF4-FFF2-40B4-BE49-F238E27FC236}">
                            <a16:creationId xmlns:a16="http://schemas.microsoft.com/office/drawing/2014/main" id="{0F3475A2-19E0-46C9-9C94-4861C05DB1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F0D222-60FA-4328-A04C-916F7B841C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997200" y="5727700"/>
            <a:ext cx="3581400" cy="457200"/>
          </a:xfrm>
        </p:spPr>
        <p:txBody>
          <a:bodyPr/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/>
              <a:t>Version Date:</a:t>
            </a:r>
            <a:r>
              <a:rPr lang="en-US" sz="1800"/>
              <a:t> </a:t>
            </a:r>
            <a:fld id="{CE61826A-C020-4545-B470-1548CE4A133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5CD88D-32D7-4E8F-8EC2-69B2B5AC7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25EEC3-093F-44F3-843E-69C1EDE2DF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3600" y="57912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As</a:t>
            </a:r>
            <a:r>
              <a:rPr lang="en-US" altLang="en-US">
                <a:solidFill>
                  <a:srgbClr val="578963"/>
                </a:solidFill>
              </a:rPr>
              <a:t> </a:t>
            </a:r>
            <a:fld id="{3520B368-2FCD-40B4-8767-6C80948BB0E1}" type="slidenum">
              <a:rPr lang="en-US" altLang="en-US" smtClean="0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205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67BDB4-C8AE-46D3-94FD-3399539B16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026C3-80A2-49E8-854E-7AAF6C43AAA5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195C2E-47E6-4491-BF15-C5E190EE7D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C1E72-3DC3-4A42-8808-6177FCDEDF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18642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A6809F-B1E9-4711-855F-EF0835EE5A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D42C0-2E75-4D6C-BE0F-A0537BFE35E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251332-070C-45CA-AAC5-FD39124ADE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CF33F-8E40-4EC2-B6A6-4B8ADD618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0052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CE6E8D-3641-40C5-9FED-CD5100972C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0044D-0471-4458-AD9B-FEB108C64659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BDCA5-C52F-4AAE-943E-6119C11949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A9093-074C-4B6D-964C-F044120A75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95895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FD1CB46-B814-43C4-BB0C-5ED8E974F9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B701D-1FFB-43C2-ABF2-436AD94294A5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9AE189-252C-4B0E-8A13-3853CA63EF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E6FFA-3F45-455F-AE2E-5F1EE77902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26168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1E9A12-6C72-40FF-B961-7DA72EFCCC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CBADC-1A1C-4B02-AF6E-C820E0BF3353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FFC4BE-DFC3-4011-80CB-B02557DBCB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58F2D-C9C3-4FE9-863A-68801ADD9D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3575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E44D959-C69B-4DFA-8081-EE63AC0402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46DDB-37D9-410F-A30A-FF4811DEA67A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DB1192-21B7-47AE-BF78-34596163B3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6B49B-CD8A-4E38-9E99-7E8C5F2C2D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8060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42512-933F-40A0-AA28-A9179DC9B8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FA400-42F0-43E0-AEF3-1BB4CAE78EB7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871A6E-421B-4C48-82D1-8E865BC001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F24B8-28EE-4602-821F-95361F829D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50291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7AFAD-52B1-4026-9E99-BC3BB8D6D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DA458-633B-40D1-89FF-E5A4F95E9A22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B89B2B-5510-4289-94F2-21EE84BC12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07610-BD0B-45FD-9724-0C782E4434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33435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4F4B16-6F4D-4A2F-9FFA-63A64B9D8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69E3A-DF61-4F7C-BCA6-6E87D6236BBD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2A11A6-3F07-42B5-9C86-E58EF1AA8F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6583F-8080-4C21-BC1E-986F586B0F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46872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0"/>
            <a:ext cx="2105025" cy="599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0"/>
            <a:ext cx="6162675" cy="5991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582E65-2609-49BB-9483-BB467337F8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08888-887D-41A6-A0BA-55AF4E24B8F6}" type="datetime9">
              <a:rPr lang="en-US"/>
              <a:pPr>
                <a:defRPr/>
              </a:pPr>
              <a:t>5/4/2026 10:02:15 PM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60C40D-0210-440C-BCE9-473271A703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E4BBD-6B03-4946-9A0D-8037C62F99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00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EDEF25-D390-447F-B51A-87AF4C5C7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3FC282B-4FCE-463F-A1EA-4C3856C42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AAACF482-DA06-4C42-93DF-5A082A11BE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5696336-1307-465A-89D8-2811F6BBC11E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0C5CDEED-DF68-4A9A-9EE7-F70C3B5F1D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AEA662-E3B0-43F0-A1E3-369AC82A0C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0619F8C9-63F1-43F4-B5C6-DD091F2A63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528CE50E-D349-4E7D-9D26-1822FA30DCAB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37D1D963-7171-4253-8593-AADC7FB084D0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315CCE24-47C6-471D-803B-E6DBBE13B1D4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34" name="Group 10">
            <a:extLst>
              <a:ext uri="{FF2B5EF4-FFF2-40B4-BE49-F238E27FC236}">
                <a16:creationId xmlns:a16="http://schemas.microsoft.com/office/drawing/2014/main" id="{414D839F-E3E8-4D59-BC89-4CD9E2717A87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046" name="Group 11">
              <a:extLst>
                <a:ext uri="{FF2B5EF4-FFF2-40B4-BE49-F238E27FC236}">
                  <a16:creationId xmlns:a16="http://schemas.microsoft.com/office/drawing/2014/main" id="{4C32EAD7-8719-4B8F-8020-D207523AC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059" name="Freeform 12">
                <a:extLst>
                  <a:ext uri="{FF2B5EF4-FFF2-40B4-BE49-F238E27FC236}">
                    <a16:creationId xmlns:a16="http://schemas.microsoft.com/office/drawing/2014/main" id="{13AB5CD7-0E6A-49C4-AF89-D1C1C483349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3">
                <a:extLst>
                  <a:ext uri="{FF2B5EF4-FFF2-40B4-BE49-F238E27FC236}">
                    <a16:creationId xmlns:a16="http://schemas.microsoft.com/office/drawing/2014/main" id="{4F4FB8FD-BB2E-4B11-A4CE-7D29398B8C4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4">
                <a:extLst>
                  <a:ext uri="{FF2B5EF4-FFF2-40B4-BE49-F238E27FC236}">
                    <a16:creationId xmlns:a16="http://schemas.microsoft.com/office/drawing/2014/main" id="{A8DA9C07-84E5-4E19-A9FD-C7984705B4B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62" name="Group 15">
                <a:extLst>
                  <a:ext uri="{FF2B5EF4-FFF2-40B4-BE49-F238E27FC236}">
                    <a16:creationId xmlns:a16="http://schemas.microsoft.com/office/drawing/2014/main" id="{83FE301B-7474-4106-B057-F21A8B590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064" name="Freeform 16">
                  <a:extLst>
                    <a:ext uri="{FF2B5EF4-FFF2-40B4-BE49-F238E27FC236}">
                      <a16:creationId xmlns:a16="http://schemas.microsoft.com/office/drawing/2014/main" id="{167645EA-5855-4C37-9060-C51CDDAE7E2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" name="Freeform 17">
                  <a:extLst>
                    <a:ext uri="{FF2B5EF4-FFF2-40B4-BE49-F238E27FC236}">
                      <a16:creationId xmlns:a16="http://schemas.microsoft.com/office/drawing/2014/main" id="{6BD0F17E-592A-42A3-8208-292E8C05BBB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" name="Freeform 18">
                  <a:extLst>
                    <a:ext uri="{FF2B5EF4-FFF2-40B4-BE49-F238E27FC236}">
                      <a16:creationId xmlns:a16="http://schemas.microsoft.com/office/drawing/2014/main" id="{B62B7CA2-D57E-4D74-9085-EE7645E781F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" name="Freeform 19">
                  <a:extLst>
                    <a:ext uri="{FF2B5EF4-FFF2-40B4-BE49-F238E27FC236}">
                      <a16:creationId xmlns:a16="http://schemas.microsoft.com/office/drawing/2014/main" id="{D45B5FEA-CD2C-46F5-9CB9-99EA59DEF24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63" name="Freeform 20">
                <a:extLst>
                  <a:ext uri="{FF2B5EF4-FFF2-40B4-BE49-F238E27FC236}">
                    <a16:creationId xmlns:a16="http://schemas.microsoft.com/office/drawing/2014/main" id="{7EEA2D08-01A2-4A84-A5AE-008D6352C4A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7" name="Group 21">
              <a:extLst>
                <a:ext uri="{FF2B5EF4-FFF2-40B4-BE49-F238E27FC236}">
                  <a16:creationId xmlns:a16="http://schemas.microsoft.com/office/drawing/2014/main" id="{AF9DC55E-7349-49E9-A092-B258E1040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048" name="Group 22">
                <a:extLst>
                  <a:ext uri="{FF2B5EF4-FFF2-40B4-BE49-F238E27FC236}">
                    <a16:creationId xmlns:a16="http://schemas.microsoft.com/office/drawing/2014/main" id="{00142007-8728-4BC4-A626-0E889CF39C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057" name="Freeform 23">
                  <a:extLst>
                    <a:ext uri="{FF2B5EF4-FFF2-40B4-BE49-F238E27FC236}">
                      <a16:creationId xmlns:a16="http://schemas.microsoft.com/office/drawing/2014/main" id="{27425DCA-A097-45C5-A47B-FDD89F2940E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" name="Freeform 24">
                  <a:extLst>
                    <a:ext uri="{FF2B5EF4-FFF2-40B4-BE49-F238E27FC236}">
                      <a16:creationId xmlns:a16="http://schemas.microsoft.com/office/drawing/2014/main" id="{D53FBF00-9C17-46DB-86C0-DC31A545012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49" name="Group 25">
                <a:extLst>
                  <a:ext uri="{FF2B5EF4-FFF2-40B4-BE49-F238E27FC236}">
                    <a16:creationId xmlns:a16="http://schemas.microsoft.com/office/drawing/2014/main" id="{59D9CA3D-7A70-4A79-8904-505A0D3568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050" name="Freeform 26">
                  <a:extLst>
                    <a:ext uri="{FF2B5EF4-FFF2-40B4-BE49-F238E27FC236}">
                      <a16:creationId xmlns:a16="http://schemas.microsoft.com/office/drawing/2014/main" id="{12A011A8-9EBA-46F6-9F69-631D432A7E8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27">
                  <a:extLst>
                    <a:ext uri="{FF2B5EF4-FFF2-40B4-BE49-F238E27FC236}">
                      <a16:creationId xmlns:a16="http://schemas.microsoft.com/office/drawing/2014/main" id="{5B57BF48-4E7D-4795-AC80-CA6C5A010ED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52" name="Group 28">
                  <a:extLst>
                    <a:ext uri="{FF2B5EF4-FFF2-40B4-BE49-F238E27FC236}">
                      <a16:creationId xmlns:a16="http://schemas.microsoft.com/office/drawing/2014/main" id="{961922DB-381C-4864-AA01-299525D563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053" name="Freeform 29">
                    <a:extLst>
                      <a:ext uri="{FF2B5EF4-FFF2-40B4-BE49-F238E27FC236}">
                        <a16:creationId xmlns:a16="http://schemas.microsoft.com/office/drawing/2014/main" id="{962ECCC4-7C7C-4C72-B36F-3B53DAF3C2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4" name="Freeform 30">
                    <a:extLst>
                      <a:ext uri="{FF2B5EF4-FFF2-40B4-BE49-F238E27FC236}">
                        <a16:creationId xmlns:a16="http://schemas.microsoft.com/office/drawing/2014/main" id="{4B1D34E9-60D8-422C-8AB5-C88C0898A0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5" name="Freeform 31">
                    <a:extLst>
                      <a:ext uri="{FF2B5EF4-FFF2-40B4-BE49-F238E27FC236}">
                        <a16:creationId xmlns:a16="http://schemas.microsoft.com/office/drawing/2014/main" id="{A1AD080F-97A1-4499-B772-F7D9F774D0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56" name="Freeform 32">
                    <a:extLst>
                      <a:ext uri="{FF2B5EF4-FFF2-40B4-BE49-F238E27FC236}">
                        <a16:creationId xmlns:a16="http://schemas.microsoft.com/office/drawing/2014/main" id="{F3D4958C-1797-4F1B-8012-E782E43958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035" name="Group 33">
            <a:extLst>
              <a:ext uri="{FF2B5EF4-FFF2-40B4-BE49-F238E27FC236}">
                <a16:creationId xmlns:a16="http://schemas.microsoft.com/office/drawing/2014/main" id="{D821E5A4-D25A-4B5C-9D77-977A0768F8AC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040" name="Group 34">
              <a:extLst>
                <a:ext uri="{FF2B5EF4-FFF2-40B4-BE49-F238E27FC236}">
                  <a16:creationId xmlns:a16="http://schemas.microsoft.com/office/drawing/2014/main" id="{9FB00829-0AD1-4702-9D26-54031A999E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044" name="Freeform 35">
                <a:extLst>
                  <a:ext uri="{FF2B5EF4-FFF2-40B4-BE49-F238E27FC236}">
                    <a16:creationId xmlns:a16="http://schemas.microsoft.com/office/drawing/2014/main" id="{EAFE3ECF-758D-49C6-AEE4-9440539D4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36">
                <a:extLst>
                  <a:ext uri="{FF2B5EF4-FFF2-40B4-BE49-F238E27FC236}">
                    <a16:creationId xmlns:a16="http://schemas.microsoft.com/office/drawing/2014/main" id="{16FADD3A-326F-4792-9A4E-C1E16D353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1" name="Group 37">
              <a:extLst>
                <a:ext uri="{FF2B5EF4-FFF2-40B4-BE49-F238E27FC236}">
                  <a16:creationId xmlns:a16="http://schemas.microsoft.com/office/drawing/2014/main" id="{DC2A240A-DE75-4E61-AE5A-C492DF8EE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042" name="Freeform 38">
                <a:extLst>
                  <a:ext uri="{FF2B5EF4-FFF2-40B4-BE49-F238E27FC236}">
                    <a16:creationId xmlns:a16="http://schemas.microsoft.com/office/drawing/2014/main" id="{24326527-1F9D-4076-8B91-B77433016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39">
                <a:extLst>
                  <a:ext uri="{FF2B5EF4-FFF2-40B4-BE49-F238E27FC236}">
                    <a16:creationId xmlns:a16="http://schemas.microsoft.com/office/drawing/2014/main" id="{F7201DF7-5343-4382-A68D-392FFFEB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3909B705-8746-409F-896E-AED7A186B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3D4B7852-C03F-472D-9DEE-6AB80B98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chemeClr val="tx2"/>
                </a:solidFill>
              </a:rPr>
              <a:t>7.</a:t>
            </a:r>
            <a:fld id="{D3316080-6F07-44D3-AE36-F8415997F222}" type="slidenum">
              <a:rPr lang="en-US" alt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chemeClr val="tx2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2CEF9B56-AADF-4257-A85E-BC4368BD1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71AD1FFD-2BEC-4B7F-97DC-D12A9874F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Database System Concepts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67" r:id="rId1"/>
    <p:sldLayoutId id="2147491777" r:id="rId2"/>
    <p:sldLayoutId id="2147491778" r:id="rId3"/>
    <p:sldLayoutId id="2147491779" r:id="rId4"/>
    <p:sldLayoutId id="2147491780" r:id="rId5"/>
    <p:sldLayoutId id="2147491781" r:id="rId6"/>
    <p:sldLayoutId id="2147491782" r:id="rId7"/>
    <p:sldLayoutId id="2147491783" r:id="rId8"/>
    <p:sldLayoutId id="2147491784" r:id="rId9"/>
    <p:sldLayoutId id="2147491785" r:id="rId10"/>
    <p:sldLayoutId id="21474917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0CFC525-F434-4FCF-961C-94C2FE4D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240DA8B-3EA2-4FE3-AD9E-A380EF68A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74D3A3C6-E9AA-4628-8D6A-99285BF764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2B16110-DEDA-4ADC-AA66-DD7FC55DFD36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18E7955C-96D7-49EE-A5A3-9427BE7CB2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9891EA4-6C09-48B0-AD08-31FFB2FD37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620978CA-9E6B-4BD5-A821-3AF9193EDE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151" name="Freeform 7">
            <a:extLst>
              <a:ext uri="{FF2B5EF4-FFF2-40B4-BE49-F238E27FC236}">
                <a16:creationId xmlns:a16="http://schemas.microsoft.com/office/drawing/2014/main" id="{F157B8DB-476F-4E43-B8C0-2DDC4DD5F2F6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Freeform 8">
            <a:extLst>
              <a:ext uri="{FF2B5EF4-FFF2-40B4-BE49-F238E27FC236}">
                <a16:creationId xmlns:a16="http://schemas.microsoft.com/office/drawing/2014/main" id="{03881661-F0ED-4C46-B6D0-1B083C1DCFCC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Freeform 9">
            <a:extLst>
              <a:ext uri="{FF2B5EF4-FFF2-40B4-BE49-F238E27FC236}">
                <a16:creationId xmlns:a16="http://schemas.microsoft.com/office/drawing/2014/main" id="{C212178E-3EE0-4A7C-A111-D065EADFF6D9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154" name="Group 10">
            <a:extLst>
              <a:ext uri="{FF2B5EF4-FFF2-40B4-BE49-F238E27FC236}">
                <a16:creationId xmlns:a16="http://schemas.microsoft.com/office/drawing/2014/main" id="{1A5F8ABF-DEB4-47E7-A331-A5D29DDD597C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6166" name="Group 11">
              <a:extLst>
                <a:ext uri="{FF2B5EF4-FFF2-40B4-BE49-F238E27FC236}">
                  <a16:creationId xmlns:a16="http://schemas.microsoft.com/office/drawing/2014/main" id="{60C076CD-A74E-49B4-8FF2-218653BEF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6179" name="Freeform 12">
                <a:extLst>
                  <a:ext uri="{FF2B5EF4-FFF2-40B4-BE49-F238E27FC236}">
                    <a16:creationId xmlns:a16="http://schemas.microsoft.com/office/drawing/2014/main" id="{80786A55-B047-4545-82E5-EA30381E44A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Freeform 13">
                <a:extLst>
                  <a:ext uri="{FF2B5EF4-FFF2-40B4-BE49-F238E27FC236}">
                    <a16:creationId xmlns:a16="http://schemas.microsoft.com/office/drawing/2014/main" id="{811D60D5-3FE2-460C-A840-A01FD4EBBFB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1" name="Freeform 14">
                <a:extLst>
                  <a:ext uri="{FF2B5EF4-FFF2-40B4-BE49-F238E27FC236}">
                    <a16:creationId xmlns:a16="http://schemas.microsoft.com/office/drawing/2014/main" id="{0FEC2ACE-2752-4D1E-8B18-946F90F9003A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82" name="Group 15">
                <a:extLst>
                  <a:ext uri="{FF2B5EF4-FFF2-40B4-BE49-F238E27FC236}">
                    <a16:creationId xmlns:a16="http://schemas.microsoft.com/office/drawing/2014/main" id="{D567E580-2E28-4332-A5F1-E416C95354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6184" name="Freeform 16">
                  <a:extLst>
                    <a:ext uri="{FF2B5EF4-FFF2-40B4-BE49-F238E27FC236}">
                      <a16:creationId xmlns:a16="http://schemas.microsoft.com/office/drawing/2014/main" id="{D96DA99F-2691-45FE-8C2A-91FA88CE081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5" name="Freeform 17">
                  <a:extLst>
                    <a:ext uri="{FF2B5EF4-FFF2-40B4-BE49-F238E27FC236}">
                      <a16:creationId xmlns:a16="http://schemas.microsoft.com/office/drawing/2014/main" id="{4420FFD8-3587-4D29-A0B8-92F0F033000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6" name="Freeform 18">
                  <a:extLst>
                    <a:ext uri="{FF2B5EF4-FFF2-40B4-BE49-F238E27FC236}">
                      <a16:creationId xmlns:a16="http://schemas.microsoft.com/office/drawing/2014/main" id="{7A97673B-816D-4296-AC64-D8204272524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87" name="Freeform 19">
                  <a:extLst>
                    <a:ext uri="{FF2B5EF4-FFF2-40B4-BE49-F238E27FC236}">
                      <a16:creationId xmlns:a16="http://schemas.microsoft.com/office/drawing/2014/main" id="{47EF83BE-A62A-435E-BC80-90B5BFD3C44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83" name="Freeform 20">
                <a:extLst>
                  <a:ext uri="{FF2B5EF4-FFF2-40B4-BE49-F238E27FC236}">
                    <a16:creationId xmlns:a16="http://schemas.microsoft.com/office/drawing/2014/main" id="{7804FFDF-21EA-4536-9EA8-76A57BD8D82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167" name="Group 21">
              <a:extLst>
                <a:ext uri="{FF2B5EF4-FFF2-40B4-BE49-F238E27FC236}">
                  <a16:creationId xmlns:a16="http://schemas.microsoft.com/office/drawing/2014/main" id="{424A6F92-B154-4C31-9D61-7D27FA1C43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6168" name="Group 22">
                <a:extLst>
                  <a:ext uri="{FF2B5EF4-FFF2-40B4-BE49-F238E27FC236}">
                    <a16:creationId xmlns:a16="http://schemas.microsoft.com/office/drawing/2014/main" id="{72D8576B-1BC0-4049-B1BD-9337E8E63B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6177" name="Freeform 23">
                  <a:extLst>
                    <a:ext uri="{FF2B5EF4-FFF2-40B4-BE49-F238E27FC236}">
                      <a16:creationId xmlns:a16="http://schemas.microsoft.com/office/drawing/2014/main" id="{E5E2ED93-F589-4A9C-A8C7-373A4426409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78" name="Freeform 24">
                  <a:extLst>
                    <a:ext uri="{FF2B5EF4-FFF2-40B4-BE49-F238E27FC236}">
                      <a16:creationId xmlns:a16="http://schemas.microsoft.com/office/drawing/2014/main" id="{67282C13-8692-4AA4-89B4-D9D2B909614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169" name="Group 25">
                <a:extLst>
                  <a:ext uri="{FF2B5EF4-FFF2-40B4-BE49-F238E27FC236}">
                    <a16:creationId xmlns:a16="http://schemas.microsoft.com/office/drawing/2014/main" id="{A9A0DA85-7E23-4179-810A-D52CA504B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6170" name="Freeform 26">
                  <a:extLst>
                    <a:ext uri="{FF2B5EF4-FFF2-40B4-BE49-F238E27FC236}">
                      <a16:creationId xmlns:a16="http://schemas.microsoft.com/office/drawing/2014/main" id="{CD989BFB-25B6-419D-B1E8-44D43FCF7C8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71" name="Freeform 27">
                  <a:extLst>
                    <a:ext uri="{FF2B5EF4-FFF2-40B4-BE49-F238E27FC236}">
                      <a16:creationId xmlns:a16="http://schemas.microsoft.com/office/drawing/2014/main" id="{FD5C4E34-8B54-4B31-8E99-76901F59024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6172" name="Group 28">
                  <a:extLst>
                    <a:ext uri="{FF2B5EF4-FFF2-40B4-BE49-F238E27FC236}">
                      <a16:creationId xmlns:a16="http://schemas.microsoft.com/office/drawing/2014/main" id="{5DF62738-2D26-4314-A547-68602B0B4A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6173" name="Freeform 29">
                    <a:extLst>
                      <a:ext uri="{FF2B5EF4-FFF2-40B4-BE49-F238E27FC236}">
                        <a16:creationId xmlns:a16="http://schemas.microsoft.com/office/drawing/2014/main" id="{63641423-4D76-48CE-9A74-31322AC39D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74" name="Freeform 30">
                    <a:extLst>
                      <a:ext uri="{FF2B5EF4-FFF2-40B4-BE49-F238E27FC236}">
                        <a16:creationId xmlns:a16="http://schemas.microsoft.com/office/drawing/2014/main" id="{C4204DD7-A921-47D7-8533-FDAB1DD016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75" name="Freeform 31">
                    <a:extLst>
                      <a:ext uri="{FF2B5EF4-FFF2-40B4-BE49-F238E27FC236}">
                        <a16:creationId xmlns:a16="http://schemas.microsoft.com/office/drawing/2014/main" id="{83FC7F6D-6914-4A16-8C7C-AB41115751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76" name="Freeform 32">
                    <a:extLst>
                      <a:ext uri="{FF2B5EF4-FFF2-40B4-BE49-F238E27FC236}">
                        <a16:creationId xmlns:a16="http://schemas.microsoft.com/office/drawing/2014/main" id="{17AB6FE5-BE15-40AC-8B18-6FCDF79BDA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6155" name="Group 33">
            <a:extLst>
              <a:ext uri="{FF2B5EF4-FFF2-40B4-BE49-F238E27FC236}">
                <a16:creationId xmlns:a16="http://schemas.microsoft.com/office/drawing/2014/main" id="{787CDFAD-B55A-4396-BF2D-00FCC2102763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6160" name="Group 34">
              <a:extLst>
                <a:ext uri="{FF2B5EF4-FFF2-40B4-BE49-F238E27FC236}">
                  <a16:creationId xmlns:a16="http://schemas.microsoft.com/office/drawing/2014/main" id="{8BCB24E0-8F7F-42D7-84B3-FE8CE5127E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6164" name="Freeform 35">
                <a:extLst>
                  <a:ext uri="{FF2B5EF4-FFF2-40B4-BE49-F238E27FC236}">
                    <a16:creationId xmlns:a16="http://schemas.microsoft.com/office/drawing/2014/main" id="{AF061420-0386-428A-98FA-2994C9C89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5" name="Freeform 36">
                <a:extLst>
                  <a:ext uri="{FF2B5EF4-FFF2-40B4-BE49-F238E27FC236}">
                    <a16:creationId xmlns:a16="http://schemas.microsoft.com/office/drawing/2014/main" id="{80581A93-BE29-41C0-8856-A1A739BE9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161" name="Group 37">
              <a:extLst>
                <a:ext uri="{FF2B5EF4-FFF2-40B4-BE49-F238E27FC236}">
                  <a16:creationId xmlns:a16="http://schemas.microsoft.com/office/drawing/2014/main" id="{616BCC36-9D77-436B-B2E9-8CBD3100C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6162" name="Freeform 38">
                <a:extLst>
                  <a:ext uri="{FF2B5EF4-FFF2-40B4-BE49-F238E27FC236}">
                    <a16:creationId xmlns:a16="http://schemas.microsoft.com/office/drawing/2014/main" id="{CFC8D4CD-5B4A-463B-8979-5CC7A59FF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3" name="Freeform 39">
                <a:extLst>
                  <a:ext uri="{FF2B5EF4-FFF2-40B4-BE49-F238E27FC236}">
                    <a16:creationId xmlns:a16="http://schemas.microsoft.com/office/drawing/2014/main" id="{E3AE1A95-FBBA-4AAE-AB5B-725C104C2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AE1E7DE4-F9EA-4CCD-848E-643ADDA3F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74513E08-95C9-4B57-A9FD-87CAF37E2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B455AF10-7E42-4D34-8DA0-34B9C841E3A3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05938783-6CB6-4B0F-B985-ABD7540E9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53409A4F-7CE2-4CD4-A1A2-FA540FEC2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72" r:id="rId1"/>
    <p:sldLayoutId id="2147491827" r:id="rId2"/>
    <p:sldLayoutId id="2147491828" r:id="rId3"/>
    <p:sldLayoutId id="2147491829" r:id="rId4"/>
    <p:sldLayoutId id="2147491830" r:id="rId5"/>
    <p:sldLayoutId id="2147491831" r:id="rId6"/>
    <p:sldLayoutId id="2147491832" r:id="rId7"/>
    <p:sldLayoutId id="2147491833" r:id="rId8"/>
    <p:sldLayoutId id="2147491834" r:id="rId9"/>
    <p:sldLayoutId id="2147491835" r:id="rId10"/>
    <p:sldLayoutId id="214749183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240676-2261-46F1-BB95-22B0FAB0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7F0F928-BA65-41FC-9733-6A50CE257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4AD99F4E-CEBF-4715-80B5-F9213845A8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9F1E72BC-A063-4216-A839-28D815DADA88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9CD9BB81-83FA-435C-BE19-A99C184AD3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5C2B1D7-34C4-4E55-BC4F-DB5828F725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4A013022-80A2-4C8B-BEB8-B7FD0C1228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Freeform 7">
            <a:extLst>
              <a:ext uri="{FF2B5EF4-FFF2-40B4-BE49-F238E27FC236}">
                <a16:creationId xmlns:a16="http://schemas.microsoft.com/office/drawing/2014/main" id="{D4744A76-B695-41BB-BEB6-1B4E91D48398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Freeform 8">
            <a:extLst>
              <a:ext uri="{FF2B5EF4-FFF2-40B4-BE49-F238E27FC236}">
                <a16:creationId xmlns:a16="http://schemas.microsoft.com/office/drawing/2014/main" id="{689D94C6-4DEC-4348-9747-F3700624C6AD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Freeform 9">
            <a:extLst>
              <a:ext uri="{FF2B5EF4-FFF2-40B4-BE49-F238E27FC236}">
                <a16:creationId xmlns:a16="http://schemas.microsoft.com/office/drawing/2014/main" id="{D172F227-20FF-44D4-8EB4-B1FEF089E290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178" name="Group 10">
            <a:extLst>
              <a:ext uri="{FF2B5EF4-FFF2-40B4-BE49-F238E27FC236}">
                <a16:creationId xmlns:a16="http://schemas.microsoft.com/office/drawing/2014/main" id="{F278CF67-9612-4919-AFA0-E6F628899E13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7190" name="Group 11">
              <a:extLst>
                <a:ext uri="{FF2B5EF4-FFF2-40B4-BE49-F238E27FC236}">
                  <a16:creationId xmlns:a16="http://schemas.microsoft.com/office/drawing/2014/main" id="{1D89C896-E8BB-47DC-B006-D2B344A56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7203" name="Freeform 12">
                <a:extLst>
                  <a:ext uri="{FF2B5EF4-FFF2-40B4-BE49-F238E27FC236}">
                    <a16:creationId xmlns:a16="http://schemas.microsoft.com/office/drawing/2014/main" id="{1E6D4232-8968-4F1B-A1D2-6268520E435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" name="Freeform 13">
                <a:extLst>
                  <a:ext uri="{FF2B5EF4-FFF2-40B4-BE49-F238E27FC236}">
                    <a16:creationId xmlns:a16="http://schemas.microsoft.com/office/drawing/2014/main" id="{D13BED80-716A-4C2C-957A-11A032A357C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5" name="Freeform 14">
                <a:extLst>
                  <a:ext uri="{FF2B5EF4-FFF2-40B4-BE49-F238E27FC236}">
                    <a16:creationId xmlns:a16="http://schemas.microsoft.com/office/drawing/2014/main" id="{1CBCE94F-DC76-414A-A1FD-03869D5FF751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06" name="Group 15">
                <a:extLst>
                  <a:ext uri="{FF2B5EF4-FFF2-40B4-BE49-F238E27FC236}">
                    <a16:creationId xmlns:a16="http://schemas.microsoft.com/office/drawing/2014/main" id="{E32085E7-146D-4DFA-A6B8-514A19BFCA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7208" name="Freeform 16">
                  <a:extLst>
                    <a:ext uri="{FF2B5EF4-FFF2-40B4-BE49-F238E27FC236}">
                      <a16:creationId xmlns:a16="http://schemas.microsoft.com/office/drawing/2014/main" id="{1958E2C0-1ABD-47A2-8322-D4CA5AD50EE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9" name="Freeform 17">
                  <a:extLst>
                    <a:ext uri="{FF2B5EF4-FFF2-40B4-BE49-F238E27FC236}">
                      <a16:creationId xmlns:a16="http://schemas.microsoft.com/office/drawing/2014/main" id="{C51EE4E0-4A2C-4207-B7ED-A406E0079A8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18">
                  <a:extLst>
                    <a:ext uri="{FF2B5EF4-FFF2-40B4-BE49-F238E27FC236}">
                      <a16:creationId xmlns:a16="http://schemas.microsoft.com/office/drawing/2014/main" id="{3C1CFCFE-D7F2-45A8-8723-0EAD42AB73E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1" name="Freeform 19">
                  <a:extLst>
                    <a:ext uri="{FF2B5EF4-FFF2-40B4-BE49-F238E27FC236}">
                      <a16:creationId xmlns:a16="http://schemas.microsoft.com/office/drawing/2014/main" id="{7A292795-5763-4FE3-ADE6-CDBF7EA9655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07" name="Freeform 20">
                <a:extLst>
                  <a:ext uri="{FF2B5EF4-FFF2-40B4-BE49-F238E27FC236}">
                    <a16:creationId xmlns:a16="http://schemas.microsoft.com/office/drawing/2014/main" id="{67FCFDDE-1406-4E4A-924A-54FCDE6DE0A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91" name="Group 21">
              <a:extLst>
                <a:ext uri="{FF2B5EF4-FFF2-40B4-BE49-F238E27FC236}">
                  <a16:creationId xmlns:a16="http://schemas.microsoft.com/office/drawing/2014/main" id="{B80D1BA0-8380-4397-834D-E8D039810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7192" name="Group 22">
                <a:extLst>
                  <a:ext uri="{FF2B5EF4-FFF2-40B4-BE49-F238E27FC236}">
                    <a16:creationId xmlns:a16="http://schemas.microsoft.com/office/drawing/2014/main" id="{1E8514CB-D725-4F25-96AE-295271D3E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7201" name="Freeform 23">
                  <a:extLst>
                    <a:ext uri="{FF2B5EF4-FFF2-40B4-BE49-F238E27FC236}">
                      <a16:creationId xmlns:a16="http://schemas.microsoft.com/office/drawing/2014/main" id="{F8D769BA-554C-446F-8D31-095CAC29E14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2" name="Freeform 24">
                  <a:extLst>
                    <a:ext uri="{FF2B5EF4-FFF2-40B4-BE49-F238E27FC236}">
                      <a16:creationId xmlns:a16="http://schemas.microsoft.com/office/drawing/2014/main" id="{8870A476-DF8D-4827-BEC1-32FD8DB82E1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193" name="Group 25">
                <a:extLst>
                  <a:ext uri="{FF2B5EF4-FFF2-40B4-BE49-F238E27FC236}">
                    <a16:creationId xmlns:a16="http://schemas.microsoft.com/office/drawing/2014/main" id="{D782C934-38F7-40DA-942B-7F41FD07E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7194" name="Freeform 26">
                  <a:extLst>
                    <a:ext uri="{FF2B5EF4-FFF2-40B4-BE49-F238E27FC236}">
                      <a16:creationId xmlns:a16="http://schemas.microsoft.com/office/drawing/2014/main" id="{82045148-5933-4AEA-A89C-2516FC86047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95" name="Freeform 27">
                  <a:extLst>
                    <a:ext uri="{FF2B5EF4-FFF2-40B4-BE49-F238E27FC236}">
                      <a16:creationId xmlns:a16="http://schemas.microsoft.com/office/drawing/2014/main" id="{DC57B238-6EDA-428A-BDAE-E95BB8A5FE1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196" name="Group 28">
                  <a:extLst>
                    <a:ext uri="{FF2B5EF4-FFF2-40B4-BE49-F238E27FC236}">
                      <a16:creationId xmlns:a16="http://schemas.microsoft.com/office/drawing/2014/main" id="{F0DDEB9D-67ED-453C-B23F-30630A63B2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7197" name="Freeform 29">
                    <a:extLst>
                      <a:ext uri="{FF2B5EF4-FFF2-40B4-BE49-F238E27FC236}">
                        <a16:creationId xmlns:a16="http://schemas.microsoft.com/office/drawing/2014/main" id="{5092DB78-B9CB-4312-8B7F-9187A4A112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98" name="Freeform 30">
                    <a:extLst>
                      <a:ext uri="{FF2B5EF4-FFF2-40B4-BE49-F238E27FC236}">
                        <a16:creationId xmlns:a16="http://schemas.microsoft.com/office/drawing/2014/main" id="{1406482E-9017-480E-8A20-232CAED768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99" name="Freeform 31">
                    <a:extLst>
                      <a:ext uri="{FF2B5EF4-FFF2-40B4-BE49-F238E27FC236}">
                        <a16:creationId xmlns:a16="http://schemas.microsoft.com/office/drawing/2014/main" id="{E4DB9203-291D-4ADF-9740-5CB465417F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200" name="Freeform 32">
                    <a:extLst>
                      <a:ext uri="{FF2B5EF4-FFF2-40B4-BE49-F238E27FC236}">
                        <a16:creationId xmlns:a16="http://schemas.microsoft.com/office/drawing/2014/main" id="{6C0D60A9-7EDE-4776-8CA6-BF9DDE8E5F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7179" name="Group 33">
            <a:extLst>
              <a:ext uri="{FF2B5EF4-FFF2-40B4-BE49-F238E27FC236}">
                <a16:creationId xmlns:a16="http://schemas.microsoft.com/office/drawing/2014/main" id="{417F8EAD-380E-4727-80F9-821012997E92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7184" name="Group 34">
              <a:extLst>
                <a:ext uri="{FF2B5EF4-FFF2-40B4-BE49-F238E27FC236}">
                  <a16:creationId xmlns:a16="http://schemas.microsoft.com/office/drawing/2014/main" id="{BF2C5178-F705-4D00-B837-6550D9680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7188" name="Freeform 35">
                <a:extLst>
                  <a:ext uri="{FF2B5EF4-FFF2-40B4-BE49-F238E27FC236}">
                    <a16:creationId xmlns:a16="http://schemas.microsoft.com/office/drawing/2014/main" id="{1F2873A5-85F4-4D8D-A009-2F4C97E6A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9" name="Freeform 36">
                <a:extLst>
                  <a:ext uri="{FF2B5EF4-FFF2-40B4-BE49-F238E27FC236}">
                    <a16:creationId xmlns:a16="http://schemas.microsoft.com/office/drawing/2014/main" id="{3A419177-90CC-4267-AB08-BC869C545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5" name="Group 37">
              <a:extLst>
                <a:ext uri="{FF2B5EF4-FFF2-40B4-BE49-F238E27FC236}">
                  <a16:creationId xmlns:a16="http://schemas.microsoft.com/office/drawing/2014/main" id="{FC5F3A24-72E9-48DE-8E96-1C3557745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7186" name="Freeform 38">
                <a:extLst>
                  <a:ext uri="{FF2B5EF4-FFF2-40B4-BE49-F238E27FC236}">
                    <a16:creationId xmlns:a16="http://schemas.microsoft.com/office/drawing/2014/main" id="{9B65054E-29ED-4C34-ABD4-9891FB593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7" name="Freeform 39">
                <a:extLst>
                  <a:ext uri="{FF2B5EF4-FFF2-40B4-BE49-F238E27FC236}">
                    <a16:creationId xmlns:a16="http://schemas.microsoft.com/office/drawing/2014/main" id="{976E4023-C37A-4290-8F7A-C46142DF2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108" name="Text Box 40">
            <a:extLst>
              <a:ext uri="{FF2B5EF4-FFF2-40B4-BE49-F238E27FC236}">
                <a16:creationId xmlns:a16="http://schemas.microsoft.com/office/drawing/2014/main" id="{4AA1C350-E010-4F5A-B9AD-2A8D65860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4109" name="Text Box 41">
            <a:extLst>
              <a:ext uri="{FF2B5EF4-FFF2-40B4-BE49-F238E27FC236}">
                <a16:creationId xmlns:a16="http://schemas.microsoft.com/office/drawing/2014/main" id="{CC480569-65D8-4631-A206-3AED2C8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84796A7F-0340-469B-8DB6-B4448F5A17D6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DFFD15E2-85D8-44EC-B8E7-EEADCDAA2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11" name="Text Box 43">
            <a:extLst>
              <a:ext uri="{FF2B5EF4-FFF2-40B4-BE49-F238E27FC236}">
                <a16:creationId xmlns:a16="http://schemas.microsoft.com/office/drawing/2014/main" id="{47087B1A-8CC3-4FEC-8613-38B1F1C45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73" r:id="rId1"/>
    <p:sldLayoutId id="2147491837" r:id="rId2"/>
    <p:sldLayoutId id="2147491838" r:id="rId3"/>
    <p:sldLayoutId id="2147491839" r:id="rId4"/>
    <p:sldLayoutId id="2147491840" r:id="rId5"/>
    <p:sldLayoutId id="2147491841" r:id="rId6"/>
    <p:sldLayoutId id="2147491842" r:id="rId7"/>
    <p:sldLayoutId id="2147491843" r:id="rId8"/>
    <p:sldLayoutId id="2147491844" r:id="rId9"/>
    <p:sldLayoutId id="2147491845" r:id="rId10"/>
    <p:sldLayoutId id="21474918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42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998" r:id="rId1"/>
    <p:sldLayoutId id="2147491999" r:id="rId2"/>
    <p:sldLayoutId id="2147492000" r:id="rId3"/>
    <p:sldLayoutId id="2147492001" r:id="rId4"/>
    <p:sldLayoutId id="2147492002" r:id="rId5"/>
    <p:sldLayoutId id="2147492003" r:id="rId6"/>
    <p:sldLayoutId id="2147492004" r:id="rId7"/>
    <p:sldLayoutId id="2147492005" r:id="rId8"/>
    <p:sldLayoutId id="2147492006" r:id="rId9"/>
    <p:sldLayoutId id="2147492007" r:id="rId10"/>
    <p:sldLayoutId id="2147492008" r:id="rId11"/>
    <p:sldLayoutId id="2147492009" r:id="rId12"/>
    <p:sldLayoutId id="2147492010" r:id="rId13"/>
    <p:sldLayoutId id="2147492011" r:id="rId14"/>
    <p:sldLayoutId id="2147492012" r:id="rId15"/>
    <p:sldLayoutId id="2147492013" r:id="rId16"/>
    <p:sldLayoutId id="2147492014" r:id="rId17"/>
    <p:sldLayoutId id="2147492015" r:id="rId18"/>
    <p:sldLayoutId id="2147492016" r:id="rId19"/>
    <p:sldLayoutId id="2147492017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8AEC2BF-37EC-45B3-9018-7479E5F6B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E3E182B-455D-43ED-8B71-598FCC60D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41D4CF37-5A0B-4DBE-B6B6-48DA8645B8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ACD87532-7C72-47A1-9E7E-6E41A74E07A3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9AD9A40F-CA89-4491-AAE1-E92B1531FE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9D3074A-219D-4011-B3CE-EBB2E48684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E33584D0-06EF-41C4-9268-2316BF7006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71" name="Freeform 7">
            <a:extLst>
              <a:ext uri="{FF2B5EF4-FFF2-40B4-BE49-F238E27FC236}">
                <a16:creationId xmlns:a16="http://schemas.microsoft.com/office/drawing/2014/main" id="{1715FF96-D309-47E8-B09B-96B6905CA776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Freeform 8">
            <a:extLst>
              <a:ext uri="{FF2B5EF4-FFF2-40B4-BE49-F238E27FC236}">
                <a16:creationId xmlns:a16="http://schemas.microsoft.com/office/drawing/2014/main" id="{AF992FBC-5476-414E-93B1-D17AEED880A6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Freeform 9">
            <a:extLst>
              <a:ext uri="{FF2B5EF4-FFF2-40B4-BE49-F238E27FC236}">
                <a16:creationId xmlns:a16="http://schemas.microsoft.com/office/drawing/2014/main" id="{5F77DD0A-1E73-4504-90E0-506763F4AFFD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274" name="Group 10">
            <a:extLst>
              <a:ext uri="{FF2B5EF4-FFF2-40B4-BE49-F238E27FC236}">
                <a16:creationId xmlns:a16="http://schemas.microsoft.com/office/drawing/2014/main" id="{E0CAA937-C003-48B1-9A2F-67E51DECBC45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1286" name="Group 11">
              <a:extLst>
                <a:ext uri="{FF2B5EF4-FFF2-40B4-BE49-F238E27FC236}">
                  <a16:creationId xmlns:a16="http://schemas.microsoft.com/office/drawing/2014/main" id="{C4DC778A-2492-4309-A271-E3FED84DD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1299" name="Freeform 12">
                <a:extLst>
                  <a:ext uri="{FF2B5EF4-FFF2-40B4-BE49-F238E27FC236}">
                    <a16:creationId xmlns:a16="http://schemas.microsoft.com/office/drawing/2014/main" id="{0BF98C6D-0574-464B-8339-76BEBBFD3EB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0" name="Freeform 13">
                <a:extLst>
                  <a:ext uri="{FF2B5EF4-FFF2-40B4-BE49-F238E27FC236}">
                    <a16:creationId xmlns:a16="http://schemas.microsoft.com/office/drawing/2014/main" id="{6F9B5787-DA14-49B0-9BDD-812B1D1041A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Freeform 14">
                <a:extLst>
                  <a:ext uri="{FF2B5EF4-FFF2-40B4-BE49-F238E27FC236}">
                    <a16:creationId xmlns:a16="http://schemas.microsoft.com/office/drawing/2014/main" id="{B330BF1A-2A06-4563-882E-70CA7FFA166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302" name="Group 15">
                <a:extLst>
                  <a:ext uri="{FF2B5EF4-FFF2-40B4-BE49-F238E27FC236}">
                    <a16:creationId xmlns:a16="http://schemas.microsoft.com/office/drawing/2014/main" id="{A328B7D4-6E1E-4B64-916E-74D1D570C0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1304" name="Freeform 16">
                  <a:extLst>
                    <a:ext uri="{FF2B5EF4-FFF2-40B4-BE49-F238E27FC236}">
                      <a16:creationId xmlns:a16="http://schemas.microsoft.com/office/drawing/2014/main" id="{FC0C5590-DC8C-4D04-A6A6-DB0535104948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05" name="Freeform 17">
                  <a:extLst>
                    <a:ext uri="{FF2B5EF4-FFF2-40B4-BE49-F238E27FC236}">
                      <a16:creationId xmlns:a16="http://schemas.microsoft.com/office/drawing/2014/main" id="{01162C4D-8185-418E-8665-8D4678FBA48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06" name="Freeform 18">
                  <a:extLst>
                    <a:ext uri="{FF2B5EF4-FFF2-40B4-BE49-F238E27FC236}">
                      <a16:creationId xmlns:a16="http://schemas.microsoft.com/office/drawing/2014/main" id="{A7FB2DC5-4FE4-461D-ADFC-22F312084B9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07" name="Freeform 19">
                  <a:extLst>
                    <a:ext uri="{FF2B5EF4-FFF2-40B4-BE49-F238E27FC236}">
                      <a16:creationId xmlns:a16="http://schemas.microsoft.com/office/drawing/2014/main" id="{734BAFE4-EB7F-4100-B8B7-248819C82F2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303" name="Freeform 20">
                <a:extLst>
                  <a:ext uri="{FF2B5EF4-FFF2-40B4-BE49-F238E27FC236}">
                    <a16:creationId xmlns:a16="http://schemas.microsoft.com/office/drawing/2014/main" id="{D079F72D-800B-4934-A836-E362794A546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7" name="Group 21">
              <a:extLst>
                <a:ext uri="{FF2B5EF4-FFF2-40B4-BE49-F238E27FC236}">
                  <a16:creationId xmlns:a16="http://schemas.microsoft.com/office/drawing/2014/main" id="{4C69F91E-F1A6-4256-AC05-EA6553213A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1288" name="Group 22">
                <a:extLst>
                  <a:ext uri="{FF2B5EF4-FFF2-40B4-BE49-F238E27FC236}">
                    <a16:creationId xmlns:a16="http://schemas.microsoft.com/office/drawing/2014/main" id="{1867CA13-0FD0-4B4C-ADE4-EA24327B36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1297" name="Freeform 23">
                  <a:extLst>
                    <a:ext uri="{FF2B5EF4-FFF2-40B4-BE49-F238E27FC236}">
                      <a16:creationId xmlns:a16="http://schemas.microsoft.com/office/drawing/2014/main" id="{6B817661-8A6E-48B0-94C1-72FFDA038DA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8" name="Freeform 24">
                  <a:extLst>
                    <a:ext uri="{FF2B5EF4-FFF2-40B4-BE49-F238E27FC236}">
                      <a16:creationId xmlns:a16="http://schemas.microsoft.com/office/drawing/2014/main" id="{557A74DD-2AF9-4110-818E-04326D161EF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289" name="Group 25">
                <a:extLst>
                  <a:ext uri="{FF2B5EF4-FFF2-40B4-BE49-F238E27FC236}">
                    <a16:creationId xmlns:a16="http://schemas.microsoft.com/office/drawing/2014/main" id="{54DABE23-A5F8-4485-860F-5ED56AA12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1290" name="Freeform 26">
                  <a:extLst>
                    <a:ext uri="{FF2B5EF4-FFF2-40B4-BE49-F238E27FC236}">
                      <a16:creationId xmlns:a16="http://schemas.microsoft.com/office/drawing/2014/main" id="{3AEC1F84-9802-40A0-B84D-2B46C9792DA2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91" name="Freeform 27">
                  <a:extLst>
                    <a:ext uri="{FF2B5EF4-FFF2-40B4-BE49-F238E27FC236}">
                      <a16:creationId xmlns:a16="http://schemas.microsoft.com/office/drawing/2014/main" id="{E777E8E9-7CD0-4E52-B579-7F9245F768E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1292" name="Group 28">
                  <a:extLst>
                    <a:ext uri="{FF2B5EF4-FFF2-40B4-BE49-F238E27FC236}">
                      <a16:creationId xmlns:a16="http://schemas.microsoft.com/office/drawing/2014/main" id="{6004EE57-AC5A-45F4-9146-C498B5252A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1293" name="Freeform 29">
                    <a:extLst>
                      <a:ext uri="{FF2B5EF4-FFF2-40B4-BE49-F238E27FC236}">
                        <a16:creationId xmlns:a16="http://schemas.microsoft.com/office/drawing/2014/main" id="{EC8CB873-BE92-42AC-B26E-789EBA4A12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294" name="Freeform 30">
                    <a:extLst>
                      <a:ext uri="{FF2B5EF4-FFF2-40B4-BE49-F238E27FC236}">
                        <a16:creationId xmlns:a16="http://schemas.microsoft.com/office/drawing/2014/main" id="{7F483F12-1950-4539-BA7C-D2CCB635F5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295" name="Freeform 31">
                    <a:extLst>
                      <a:ext uri="{FF2B5EF4-FFF2-40B4-BE49-F238E27FC236}">
                        <a16:creationId xmlns:a16="http://schemas.microsoft.com/office/drawing/2014/main" id="{BBFF9FBB-133D-424E-882F-6392C99737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296" name="Freeform 32">
                    <a:extLst>
                      <a:ext uri="{FF2B5EF4-FFF2-40B4-BE49-F238E27FC236}">
                        <a16:creationId xmlns:a16="http://schemas.microsoft.com/office/drawing/2014/main" id="{1AE99E7C-4CED-4611-A02C-F3AA61D42E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1275" name="Group 33">
            <a:extLst>
              <a:ext uri="{FF2B5EF4-FFF2-40B4-BE49-F238E27FC236}">
                <a16:creationId xmlns:a16="http://schemas.microsoft.com/office/drawing/2014/main" id="{A6427B25-6FE9-40D5-9AB0-F3C6D4211CDA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1280" name="Group 34">
              <a:extLst>
                <a:ext uri="{FF2B5EF4-FFF2-40B4-BE49-F238E27FC236}">
                  <a16:creationId xmlns:a16="http://schemas.microsoft.com/office/drawing/2014/main" id="{DCF03486-B3ED-4DD3-8DF3-3ED9C1D66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1284" name="Freeform 35">
                <a:extLst>
                  <a:ext uri="{FF2B5EF4-FFF2-40B4-BE49-F238E27FC236}">
                    <a16:creationId xmlns:a16="http://schemas.microsoft.com/office/drawing/2014/main" id="{D8A75C3C-0682-4231-9859-C297ED201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5" name="Freeform 36">
                <a:extLst>
                  <a:ext uri="{FF2B5EF4-FFF2-40B4-BE49-F238E27FC236}">
                    <a16:creationId xmlns:a16="http://schemas.microsoft.com/office/drawing/2014/main" id="{ACC7BA7B-6463-4DCD-BE76-B87104CCB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1" name="Group 37">
              <a:extLst>
                <a:ext uri="{FF2B5EF4-FFF2-40B4-BE49-F238E27FC236}">
                  <a16:creationId xmlns:a16="http://schemas.microsoft.com/office/drawing/2014/main" id="{BC0A48D5-0E6F-4C15-9D0B-A064485372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1282" name="Freeform 38">
                <a:extLst>
                  <a:ext uri="{FF2B5EF4-FFF2-40B4-BE49-F238E27FC236}">
                    <a16:creationId xmlns:a16="http://schemas.microsoft.com/office/drawing/2014/main" id="{68DE8399-FFF4-4B5A-9A3A-C29EF684B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3" name="Freeform 39">
                <a:extLst>
                  <a:ext uri="{FF2B5EF4-FFF2-40B4-BE49-F238E27FC236}">
                    <a16:creationId xmlns:a16="http://schemas.microsoft.com/office/drawing/2014/main" id="{DF391E9E-4337-44BE-896A-2E2199EB4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A5347AA6-726F-45A0-9774-01508F943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3FC999F8-1C44-4229-8F6C-E29430B51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9067070A-6D2F-43D9-B093-159E77AC1BCB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8522E6D4-D231-42D2-8783-45B9EA1A1E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76418572-4A22-4F29-AC48-1AD12B623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35694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2019" r:id="rId1"/>
    <p:sldLayoutId id="2147492020" r:id="rId2"/>
    <p:sldLayoutId id="2147492021" r:id="rId3"/>
    <p:sldLayoutId id="2147492022" r:id="rId4"/>
    <p:sldLayoutId id="2147492023" r:id="rId5"/>
    <p:sldLayoutId id="2147492024" r:id="rId6"/>
    <p:sldLayoutId id="2147492025" r:id="rId7"/>
    <p:sldLayoutId id="2147492026" r:id="rId8"/>
    <p:sldLayoutId id="2147492027" r:id="rId9"/>
    <p:sldLayoutId id="2147492028" r:id="rId10"/>
    <p:sldLayoutId id="214749202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677D0AA-331C-41AF-8026-0984033B6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E4F0181-1B62-466F-B044-7F8CDD6C6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34DA9AE7-FB56-409A-AFC2-9801AF442C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284352DC-C91F-4429-8076-2004D65F1787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8A56198E-DC54-4DD3-9894-AE509CBAD1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6F789E-FBE5-4A67-A04D-B62821AEF4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3327CB11-288F-4FFA-8072-BDF08F8983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4343" name="Freeform 7">
            <a:extLst>
              <a:ext uri="{FF2B5EF4-FFF2-40B4-BE49-F238E27FC236}">
                <a16:creationId xmlns:a16="http://schemas.microsoft.com/office/drawing/2014/main" id="{FFAE682E-E5A2-4A1A-B9B3-90B9C628CB8B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Freeform 8">
            <a:extLst>
              <a:ext uri="{FF2B5EF4-FFF2-40B4-BE49-F238E27FC236}">
                <a16:creationId xmlns:a16="http://schemas.microsoft.com/office/drawing/2014/main" id="{19D69990-60B9-4DCF-8168-44592644CBD9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Freeform 9">
            <a:extLst>
              <a:ext uri="{FF2B5EF4-FFF2-40B4-BE49-F238E27FC236}">
                <a16:creationId xmlns:a16="http://schemas.microsoft.com/office/drawing/2014/main" id="{ECE07AB4-160B-40F6-B410-DA2DA958294F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346" name="Group 10">
            <a:extLst>
              <a:ext uri="{FF2B5EF4-FFF2-40B4-BE49-F238E27FC236}">
                <a16:creationId xmlns:a16="http://schemas.microsoft.com/office/drawing/2014/main" id="{E7F65B1B-4C20-4985-9339-798791F1E867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4358" name="Group 11">
              <a:extLst>
                <a:ext uri="{FF2B5EF4-FFF2-40B4-BE49-F238E27FC236}">
                  <a16:creationId xmlns:a16="http://schemas.microsoft.com/office/drawing/2014/main" id="{63FC59E0-5739-4A26-BD7B-F9E05C714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4371" name="Freeform 12">
                <a:extLst>
                  <a:ext uri="{FF2B5EF4-FFF2-40B4-BE49-F238E27FC236}">
                    <a16:creationId xmlns:a16="http://schemas.microsoft.com/office/drawing/2014/main" id="{E71C50A7-8BBC-435D-BFAE-0EFCC2D45C41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2" name="Freeform 13">
                <a:extLst>
                  <a:ext uri="{FF2B5EF4-FFF2-40B4-BE49-F238E27FC236}">
                    <a16:creationId xmlns:a16="http://schemas.microsoft.com/office/drawing/2014/main" id="{E0567478-C1BD-4B19-9C27-A44DC36BC3E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3" name="Freeform 14">
                <a:extLst>
                  <a:ext uri="{FF2B5EF4-FFF2-40B4-BE49-F238E27FC236}">
                    <a16:creationId xmlns:a16="http://schemas.microsoft.com/office/drawing/2014/main" id="{723F28FA-C548-4281-81C2-B12198048AC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374" name="Group 15">
                <a:extLst>
                  <a:ext uri="{FF2B5EF4-FFF2-40B4-BE49-F238E27FC236}">
                    <a16:creationId xmlns:a16="http://schemas.microsoft.com/office/drawing/2014/main" id="{6A916E1B-5673-44F4-BC9E-977634A671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4376" name="Freeform 16">
                  <a:extLst>
                    <a:ext uri="{FF2B5EF4-FFF2-40B4-BE49-F238E27FC236}">
                      <a16:creationId xmlns:a16="http://schemas.microsoft.com/office/drawing/2014/main" id="{DEE0EC75-DE14-49FE-9FB3-A2F983F347EF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77" name="Freeform 17">
                  <a:extLst>
                    <a:ext uri="{FF2B5EF4-FFF2-40B4-BE49-F238E27FC236}">
                      <a16:creationId xmlns:a16="http://schemas.microsoft.com/office/drawing/2014/main" id="{1CACD0C6-6C21-4430-8C79-98E0330CA6B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78" name="Freeform 18">
                  <a:extLst>
                    <a:ext uri="{FF2B5EF4-FFF2-40B4-BE49-F238E27FC236}">
                      <a16:creationId xmlns:a16="http://schemas.microsoft.com/office/drawing/2014/main" id="{A97DE0AA-D680-4DC6-AD06-C294B9DA909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79" name="Freeform 19">
                  <a:extLst>
                    <a:ext uri="{FF2B5EF4-FFF2-40B4-BE49-F238E27FC236}">
                      <a16:creationId xmlns:a16="http://schemas.microsoft.com/office/drawing/2014/main" id="{D360F6B9-9BAF-4DD5-939A-90DD7C4198C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375" name="Freeform 20">
                <a:extLst>
                  <a:ext uri="{FF2B5EF4-FFF2-40B4-BE49-F238E27FC236}">
                    <a16:creationId xmlns:a16="http://schemas.microsoft.com/office/drawing/2014/main" id="{7CA70A6F-81CD-4673-AE1A-89FA501A79F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59" name="Group 21">
              <a:extLst>
                <a:ext uri="{FF2B5EF4-FFF2-40B4-BE49-F238E27FC236}">
                  <a16:creationId xmlns:a16="http://schemas.microsoft.com/office/drawing/2014/main" id="{437427F3-52E2-47CE-9A50-5DF272A31E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4360" name="Group 22">
                <a:extLst>
                  <a:ext uri="{FF2B5EF4-FFF2-40B4-BE49-F238E27FC236}">
                    <a16:creationId xmlns:a16="http://schemas.microsoft.com/office/drawing/2014/main" id="{50FA081E-71EB-4286-9D0F-E4B49196D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4369" name="Freeform 23">
                  <a:extLst>
                    <a:ext uri="{FF2B5EF4-FFF2-40B4-BE49-F238E27FC236}">
                      <a16:creationId xmlns:a16="http://schemas.microsoft.com/office/drawing/2014/main" id="{AE99C551-45B1-446E-A8F7-C9225697579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70" name="Freeform 24">
                  <a:extLst>
                    <a:ext uri="{FF2B5EF4-FFF2-40B4-BE49-F238E27FC236}">
                      <a16:creationId xmlns:a16="http://schemas.microsoft.com/office/drawing/2014/main" id="{367E86AA-E815-4CBD-8C1C-BD7DE3139A6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361" name="Group 25">
                <a:extLst>
                  <a:ext uri="{FF2B5EF4-FFF2-40B4-BE49-F238E27FC236}">
                    <a16:creationId xmlns:a16="http://schemas.microsoft.com/office/drawing/2014/main" id="{453F25C8-4534-4EB7-9C4A-8B52052F69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4362" name="Freeform 26">
                  <a:extLst>
                    <a:ext uri="{FF2B5EF4-FFF2-40B4-BE49-F238E27FC236}">
                      <a16:creationId xmlns:a16="http://schemas.microsoft.com/office/drawing/2014/main" id="{D7C6B157-C3AB-4C11-A84E-88B99C3BAB6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63" name="Freeform 27">
                  <a:extLst>
                    <a:ext uri="{FF2B5EF4-FFF2-40B4-BE49-F238E27FC236}">
                      <a16:creationId xmlns:a16="http://schemas.microsoft.com/office/drawing/2014/main" id="{7BE72393-335B-4F5E-B41C-5B549951E12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364" name="Group 28">
                  <a:extLst>
                    <a:ext uri="{FF2B5EF4-FFF2-40B4-BE49-F238E27FC236}">
                      <a16:creationId xmlns:a16="http://schemas.microsoft.com/office/drawing/2014/main" id="{8123BE69-53A9-4725-806E-FA04257EA3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4365" name="Freeform 29">
                    <a:extLst>
                      <a:ext uri="{FF2B5EF4-FFF2-40B4-BE49-F238E27FC236}">
                        <a16:creationId xmlns:a16="http://schemas.microsoft.com/office/drawing/2014/main" id="{418C0577-A5BA-4E1D-AAFC-63892A8D8E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366" name="Freeform 30">
                    <a:extLst>
                      <a:ext uri="{FF2B5EF4-FFF2-40B4-BE49-F238E27FC236}">
                        <a16:creationId xmlns:a16="http://schemas.microsoft.com/office/drawing/2014/main" id="{C09BB6F3-0ABB-4B08-BD82-191AEE44FF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367" name="Freeform 31">
                    <a:extLst>
                      <a:ext uri="{FF2B5EF4-FFF2-40B4-BE49-F238E27FC236}">
                        <a16:creationId xmlns:a16="http://schemas.microsoft.com/office/drawing/2014/main" id="{818899A8-BE07-4600-908D-88D431013F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368" name="Freeform 32">
                    <a:extLst>
                      <a:ext uri="{FF2B5EF4-FFF2-40B4-BE49-F238E27FC236}">
                        <a16:creationId xmlns:a16="http://schemas.microsoft.com/office/drawing/2014/main" id="{E1BF8E5C-A720-433B-A72A-41D256D750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4347" name="Group 33">
            <a:extLst>
              <a:ext uri="{FF2B5EF4-FFF2-40B4-BE49-F238E27FC236}">
                <a16:creationId xmlns:a16="http://schemas.microsoft.com/office/drawing/2014/main" id="{38D9866F-237F-46D8-A6BA-10A990DBC87F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4352" name="Group 34">
              <a:extLst>
                <a:ext uri="{FF2B5EF4-FFF2-40B4-BE49-F238E27FC236}">
                  <a16:creationId xmlns:a16="http://schemas.microsoft.com/office/drawing/2014/main" id="{C6577DD9-91BB-45A7-BA38-B659853140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4356" name="Freeform 35">
                <a:extLst>
                  <a:ext uri="{FF2B5EF4-FFF2-40B4-BE49-F238E27FC236}">
                    <a16:creationId xmlns:a16="http://schemas.microsoft.com/office/drawing/2014/main" id="{FC139569-DC4B-4C1B-9343-ACC1D0FF6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7" name="Freeform 36">
                <a:extLst>
                  <a:ext uri="{FF2B5EF4-FFF2-40B4-BE49-F238E27FC236}">
                    <a16:creationId xmlns:a16="http://schemas.microsoft.com/office/drawing/2014/main" id="{5FF89971-988B-4791-BC51-1CE37F436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53" name="Group 37">
              <a:extLst>
                <a:ext uri="{FF2B5EF4-FFF2-40B4-BE49-F238E27FC236}">
                  <a16:creationId xmlns:a16="http://schemas.microsoft.com/office/drawing/2014/main" id="{F662460A-FD39-4745-BA64-562461DCA1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4354" name="Freeform 38">
                <a:extLst>
                  <a:ext uri="{FF2B5EF4-FFF2-40B4-BE49-F238E27FC236}">
                    <a16:creationId xmlns:a16="http://schemas.microsoft.com/office/drawing/2014/main" id="{CA45F856-0BF8-456C-96EF-BD31C0B1E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5" name="Freeform 39">
                <a:extLst>
                  <a:ext uri="{FF2B5EF4-FFF2-40B4-BE49-F238E27FC236}">
                    <a16:creationId xmlns:a16="http://schemas.microsoft.com/office/drawing/2014/main" id="{821A9D04-63FF-4BCB-A4C4-AF6BBC6BC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DE3F6DD8-DE0B-4D1B-9CB6-272CD51E6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E12C1A07-83F0-42F6-AA45-6EBD8C235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F21CF8F1-1AFF-417A-B56E-B2C63C31F7F3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6946730C-F0C9-4287-95CB-E38B892A2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CC8BDC91-0473-430B-B58D-48061D24B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23287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2031" r:id="rId1"/>
    <p:sldLayoutId id="2147492032" r:id="rId2"/>
    <p:sldLayoutId id="2147492033" r:id="rId3"/>
    <p:sldLayoutId id="2147492034" r:id="rId4"/>
    <p:sldLayoutId id="2147492035" r:id="rId5"/>
    <p:sldLayoutId id="2147492036" r:id="rId6"/>
    <p:sldLayoutId id="2147492037" r:id="rId7"/>
    <p:sldLayoutId id="2147492038" r:id="rId8"/>
    <p:sldLayoutId id="2147492039" r:id="rId9"/>
    <p:sldLayoutId id="2147492040" r:id="rId10"/>
    <p:sldLayoutId id="21474920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9BBA6F8-8394-4916-879C-34275A832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8BC54B5-6781-4350-AD71-B96A56374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F3D323C3-AE84-4BA9-B4E8-83E39086EC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269EE9C-3A91-431C-8C73-CCE124BC7F9B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5F429838-34A6-46E1-869E-E94B4CE8F9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45BC827-DC2D-4073-AD49-FB7DD95B26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83DF8818-6058-41ED-8F1F-CD52E8D040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295" name="Freeform 7">
            <a:extLst>
              <a:ext uri="{FF2B5EF4-FFF2-40B4-BE49-F238E27FC236}">
                <a16:creationId xmlns:a16="http://schemas.microsoft.com/office/drawing/2014/main" id="{60CA6681-C499-4969-B88F-C01093213CCE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Freeform 8">
            <a:extLst>
              <a:ext uri="{FF2B5EF4-FFF2-40B4-BE49-F238E27FC236}">
                <a16:creationId xmlns:a16="http://schemas.microsoft.com/office/drawing/2014/main" id="{6948CB5F-919C-4288-AEEE-14DB76788825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Freeform 9">
            <a:extLst>
              <a:ext uri="{FF2B5EF4-FFF2-40B4-BE49-F238E27FC236}">
                <a16:creationId xmlns:a16="http://schemas.microsoft.com/office/drawing/2014/main" id="{FBEF198E-D467-4BC6-AE07-817F5F73400F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298" name="Group 10">
            <a:extLst>
              <a:ext uri="{FF2B5EF4-FFF2-40B4-BE49-F238E27FC236}">
                <a16:creationId xmlns:a16="http://schemas.microsoft.com/office/drawing/2014/main" id="{4DFF556F-9CB5-4DF8-BFE8-4FBBD733D9DC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2310" name="Group 11">
              <a:extLst>
                <a:ext uri="{FF2B5EF4-FFF2-40B4-BE49-F238E27FC236}">
                  <a16:creationId xmlns:a16="http://schemas.microsoft.com/office/drawing/2014/main" id="{5B29D9BF-337A-4EE4-93DD-902D177FBA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2323" name="Freeform 12">
                <a:extLst>
                  <a:ext uri="{FF2B5EF4-FFF2-40B4-BE49-F238E27FC236}">
                    <a16:creationId xmlns:a16="http://schemas.microsoft.com/office/drawing/2014/main" id="{35CA6D52-0BDD-4CCF-AF2B-29855C1ACB0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4" name="Freeform 13">
                <a:extLst>
                  <a:ext uri="{FF2B5EF4-FFF2-40B4-BE49-F238E27FC236}">
                    <a16:creationId xmlns:a16="http://schemas.microsoft.com/office/drawing/2014/main" id="{D905B4F3-4C18-4CF2-BC0A-AE2415DEC15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5" name="Freeform 14">
                <a:extLst>
                  <a:ext uri="{FF2B5EF4-FFF2-40B4-BE49-F238E27FC236}">
                    <a16:creationId xmlns:a16="http://schemas.microsoft.com/office/drawing/2014/main" id="{0BF2DDCD-A83E-4854-8A2D-EAE9F7FF896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326" name="Group 15">
                <a:extLst>
                  <a:ext uri="{FF2B5EF4-FFF2-40B4-BE49-F238E27FC236}">
                    <a16:creationId xmlns:a16="http://schemas.microsoft.com/office/drawing/2014/main" id="{B79A11E8-9386-4A6A-A4AC-488204F2B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2328" name="Freeform 16">
                  <a:extLst>
                    <a:ext uri="{FF2B5EF4-FFF2-40B4-BE49-F238E27FC236}">
                      <a16:creationId xmlns:a16="http://schemas.microsoft.com/office/drawing/2014/main" id="{5A38C2B1-23CF-48FA-B7FE-0E944A6461F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29" name="Freeform 17">
                  <a:extLst>
                    <a:ext uri="{FF2B5EF4-FFF2-40B4-BE49-F238E27FC236}">
                      <a16:creationId xmlns:a16="http://schemas.microsoft.com/office/drawing/2014/main" id="{F9B8650E-D48B-47F7-895A-4A2C8FF3FC6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30" name="Freeform 18">
                  <a:extLst>
                    <a:ext uri="{FF2B5EF4-FFF2-40B4-BE49-F238E27FC236}">
                      <a16:creationId xmlns:a16="http://schemas.microsoft.com/office/drawing/2014/main" id="{F263CC87-AF4D-4A6F-B4EA-272957664BE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31" name="Freeform 19">
                  <a:extLst>
                    <a:ext uri="{FF2B5EF4-FFF2-40B4-BE49-F238E27FC236}">
                      <a16:creationId xmlns:a16="http://schemas.microsoft.com/office/drawing/2014/main" id="{AF4FADD2-23F0-4DAE-A4B4-D6359E2FC4B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327" name="Freeform 20">
                <a:extLst>
                  <a:ext uri="{FF2B5EF4-FFF2-40B4-BE49-F238E27FC236}">
                    <a16:creationId xmlns:a16="http://schemas.microsoft.com/office/drawing/2014/main" id="{636E2E63-2313-4F1C-9D09-A49F9CCD3A0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11" name="Group 21">
              <a:extLst>
                <a:ext uri="{FF2B5EF4-FFF2-40B4-BE49-F238E27FC236}">
                  <a16:creationId xmlns:a16="http://schemas.microsoft.com/office/drawing/2014/main" id="{02D9C04C-906F-4C1C-8298-EC88D335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2312" name="Group 22">
                <a:extLst>
                  <a:ext uri="{FF2B5EF4-FFF2-40B4-BE49-F238E27FC236}">
                    <a16:creationId xmlns:a16="http://schemas.microsoft.com/office/drawing/2014/main" id="{EFF333C2-A2CF-4030-B160-D0ADB8E1CF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2321" name="Freeform 23">
                  <a:extLst>
                    <a:ext uri="{FF2B5EF4-FFF2-40B4-BE49-F238E27FC236}">
                      <a16:creationId xmlns:a16="http://schemas.microsoft.com/office/drawing/2014/main" id="{0A861C7B-3606-44F7-AFFA-91390EDF60A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22" name="Freeform 24">
                  <a:extLst>
                    <a:ext uri="{FF2B5EF4-FFF2-40B4-BE49-F238E27FC236}">
                      <a16:creationId xmlns:a16="http://schemas.microsoft.com/office/drawing/2014/main" id="{FE204F09-50AF-499B-9D91-1CE30EF22264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313" name="Group 25">
                <a:extLst>
                  <a:ext uri="{FF2B5EF4-FFF2-40B4-BE49-F238E27FC236}">
                    <a16:creationId xmlns:a16="http://schemas.microsoft.com/office/drawing/2014/main" id="{568C7BCA-A768-43F6-8CFE-47C605B0CD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2314" name="Freeform 26">
                  <a:extLst>
                    <a:ext uri="{FF2B5EF4-FFF2-40B4-BE49-F238E27FC236}">
                      <a16:creationId xmlns:a16="http://schemas.microsoft.com/office/drawing/2014/main" id="{44BBD523-6886-444F-8954-9E7B846634EF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15" name="Freeform 27">
                  <a:extLst>
                    <a:ext uri="{FF2B5EF4-FFF2-40B4-BE49-F238E27FC236}">
                      <a16:creationId xmlns:a16="http://schemas.microsoft.com/office/drawing/2014/main" id="{183F410E-2DEB-4BFB-8C73-86B4CC669D8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316" name="Group 28">
                  <a:extLst>
                    <a:ext uri="{FF2B5EF4-FFF2-40B4-BE49-F238E27FC236}">
                      <a16:creationId xmlns:a16="http://schemas.microsoft.com/office/drawing/2014/main" id="{41143CFC-0C2F-47CF-85E3-6C447EA84C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2317" name="Freeform 29">
                    <a:extLst>
                      <a:ext uri="{FF2B5EF4-FFF2-40B4-BE49-F238E27FC236}">
                        <a16:creationId xmlns:a16="http://schemas.microsoft.com/office/drawing/2014/main" id="{8DC6288F-32F2-4898-B44F-DC5332F1BA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18" name="Freeform 30">
                    <a:extLst>
                      <a:ext uri="{FF2B5EF4-FFF2-40B4-BE49-F238E27FC236}">
                        <a16:creationId xmlns:a16="http://schemas.microsoft.com/office/drawing/2014/main" id="{142FFE15-354A-41BE-9DA5-7BB0D7D5CE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19" name="Freeform 31">
                    <a:extLst>
                      <a:ext uri="{FF2B5EF4-FFF2-40B4-BE49-F238E27FC236}">
                        <a16:creationId xmlns:a16="http://schemas.microsoft.com/office/drawing/2014/main" id="{4588453E-836B-41BE-BCF6-3EA39D09B5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0" name="Freeform 32">
                    <a:extLst>
                      <a:ext uri="{FF2B5EF4-FFF2-40B4-BE49-F238E27FC236}">
                        <a16:creationId xmlns:a16="http://schemas.microsoft.com/office/drawing/2014/main" id="{240CCD7A-1FAA-4954-9B1F-81D9CC0E09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2299" name="Group 33">
            <a:extLst>
              <a:ext uri="{FF2B5EF4-FFF2-40B4-BE49-F238E27FC236}">
                <a16:creationId xmlns:a16="http://schemas.microsoft.com/office/drawing/2014/main" id="{E71764CC-5299-499F-9C04-68B17B66919C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2304" name="Group 34">
              <a:extLst>
                <a:ext uri="{FF2B5EF4-FFF2-40B4-BE49-F238E27FC236}">
                  <a16:creationId xmlns:a16="http://schemas.microsoft.com/office/drawing/2014/main" id="{82908E13-999A-49D9-9C31-E9D48DF34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2308" name="Freeform 35">
                <a:extLst>
                  <a:ext uri="{FF2B5EF4-FFF2-40B4-BE49-F238E27FC236}">
                    <a16:creationId xmlns:a16="http://schemas.microsoft.com/office/drawing/2014/main" id="{F0536923-FB15-4BC2-9445-99A2FAF56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9" name="Freeform 36">
                <a:extLst>
                  <a:ext uri="{FF2B5EF4-FFF2-40B4-BE49-F238E27FC236}">
                    <a16:creationId xmlns:a16="http://schemas.microsoft.com/office/drawing/2014/main" id="{A5B78127-1E86-4B32-8C5C-4C3F94227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05" name="Group 37">
              <a:extLst>
                <a:ext uri="{FF2B5EF4-FFF2-40B4-BE49-F238E27FC236}">
                  <a16:creationId xmlns:a16="http://schemas.microsoft.com/office/drawing/2014/main" id="{FEAC5DEC-E26D-4F36-9E39-83A08A142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2306" name="Freeform 38">
                <a:extLst>
                  <a:ext uri="{FF2B5EF4-FFF2-40B4-BE49-F238E27FC236}">
                    <a16:creationId xmlns:a16="http://schemas.microsoft.com/office/drawing/2014/main" id="{5684FBBB-3DB3-43B3-844B-A53AD2293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7" name="Freeform 39">
                <a:extLst>
                  <a:ext uri="{FF2B5EF4-FFF2-40B4-BE49-F238E27FC236}">
                    <a16:creationId xmlns:a16="http://schemas.microsoft.com/office/drawing/2014/main" id="{D20C5C0B-0D4B-4E21-A0E0-B3B42318E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E99C9419-1A5C-4624-8B07-DC098E584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BCEAEE81-DD81-488D-9077-C62197F36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B92E32FE-99CF-4944-842B-07EF0B23D3C1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0F65488D-D523-46FB-9F06-DCCB4381A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489D91CC-72B7-4B65-8523-AC193FC09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67222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2043" r:id="rId1"/>
    <p:sldLayoutId id="2147492044" r:id="rId2"/>
    <p:sldLayoutId id="2147492045" r:id="rId3"/>
    <p:sldLayoutId id="2147492046" r:id="rId4"/>
    <p:sldLayoutId id="2147492047" r:id="rId5"/>
    <p:sldLayoutId id="2147492048" r:id="rId6"/>
    <p:sldLayoutId id="2147492049" r:id="rId7"/>
    <p:sldLayoutId id="2147492050" r:id="rId8"/>
    <p:sldLayoutId id="2147492051" r:id="rId9"/>
    <p:sldLayoutId id="2147492052" r:id="rId10"/>
    <p:sldLayoutId id="21474920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BB4C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D2E1B51-F188-4B68-80FA-6F251474E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9642CBA-E981-4F81-B7A2-D88002DF6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3018EA49-B9B6-4C7F-9E96-91D30C581B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65300" y="6616700"/>
            <a:ext cx="1905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CC33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3EF1A7C-8360-4A0D-BDF7-C535B9A3EDAF}" type="datetime9">
              <a:rPr lang="en-US"/>
              <a:pPr>
                <a:defRPr/>
              </a:pPr>
              <a:t>5/4/2026 10:02:14 PM</a:t>
            </a:fld>
            <a:endParaRPr lang="en-US"/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7DE3E328-D6F2-41DE-8AE6-2ACF976F86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C2BBD2D-0E34-4A48-B09C-A916D21956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1FE2471C-746F-4D89-A24B-856CFBAFCD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2875" y="0"/>
            <a:ext cx="838200" cy="781050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3319" name="Freeform 7">
            <a:extLst>
              <a:ext uri="{FF2B5EF4-FFF2-40B4-BE49-F238E27FC236}">
                <a16:creationId xmlns:a16="http://schemas.microsoft.com/office/drawing/2014/main" id="{74161837-46DE-4864-9960-3E1F1A811CCA}"/>
              </a:ext>
            </a:extLst>
          </p:cNvPr>
          <p:cNvSpPr>
            <a:spLocks/>
          </p:cNvSpPr>
          <p:nvPr/>
        </p:nvSpPr>
        <p:spPr bwMode="auto">
          <a:xfrm>
            <a:off x="31750" y="338138"/>
            <a:ext cx="390525" cy="149225"/>
          </a:xfrm>
          <a:custGeom>
            <a:avLst/>
            <a:gdLst>
              <a:gd name="T0" fmla="*/ 2147483646 w 246"/>
              <a:gd name="T1" fmla="*/ 2147483646 h 94"/>
              <a:gd name="T2" fmla="*/ 2147483646 w 246"/>
              <a:gd name="T3" fmla="*/ 2147483646 h 94"/>
              <a:gd name="T4" fmla="*/ 2147483646 w 246"/>
              <a:gd name="T5" fmla="*/ 2147483646 h 94"/>
              <a:gd name="T6" fmla="*/ 2147483646 w 246"/>
              <a:gd name="T7" fmla="*/ 2147483646 h 94"/>
              <a:gd name="T8" fmla="*/ 2147483646 w 246"/>
              <a:gd name="T9" fmla="*/ 2147483646 h 94"/>
              <a:gd name="T10" fmla="*/ 2147483646 w 246"/>
              <a:gd name="T11" fmla="*/ 2147483646 h 94"/>
              <a:gd name="T12" fmla="*/ 2147483646 w 246"/>
              <a:gd name="T13" fmla="*/ 2147483646 h 94"/>
              <a:gd name="T14" fmla="*/ 2147483646 w 246"/>
              <a:gd name="T15" fmla="*/ 2147483646 h 94"/>
              <a:gd name="T16" fmla="*/ 2147483646 w 246"/>
              <a:gd name="T17" fmla="*/ 2147483646 h 94"/>
              <a:gd name="T18" fmla="*/ 2147483646 w 246"/>
              <a:gd name="T19" fmla="*/ 2147483646 h 94"/>
              <a:gd name="T20" fmla="*/ 2147483646 w 246"/>
              <a:gd name="T21" fmla="*/ 2147483646 h 94"/>
              <a:gd name="T22" fmla="*/ 2147483646 w 246"/>
              <a:gd name="T23" fmla="*/ 2147483646 h 94"/>
              <a:gd name="T24" fmla="*/ 2147483646 w 246"/>
              <a:gd name="T25" fmla="*/ 2147483646 h 94"/>
              <a:gd name="T26" fmla="*/ 2147483646 w 246"/>
              <a:gd name="T27" fmla="*/ 2147483646 h 94"/>
              <a:gd name="T28" fmla="*/ 2147483646 w 246"/>
              <a:gd name="T29" fmla="*/ 2147483646 h 94"/>
              <a:gd name="T30" fmla="*/ 2147483646 w 246"/>
              <a:gd name="T31" fmla="*/ 2147483646 h 94"/>
              <a:gd name="T32" fmla="*/ 2147483646 w 246"/>
              <a:gd name="T33" fmla="*/ 2147483646 h 94"/>
              <a:gd name="T34" fmla="*/ 2147483646 w 246"/>
              <a:gd name="T35" fmla="*/ 2147483646 h 94"/>
              <a:gd name="T36" fmla="*/ 2147483646 w 246"/>
              <a:gd name="T37" fmla="*/ 2147483646 h 94"/>
              <a:gd name="T38" fmla="*/ 2147483646 w 246"/>
              <a:gd name="T39" fmla="*/ 2147483646 h 94"/>
              <a:gd name="T40" fmla="*/ 2147483646 w 246"/>
              <a:gd name="T41" fmla="*/ 2147483646 h 94"/>
              <a:gd name="T42" fmla="*/ 2147483646 w 246"/>
              <a:gd name="T43" fmla="*/ 2147483646 h 94"/>
              <a:gd name="T44" fmla="*/ 2147483646 w 246"/>
              <a:gd name="T45" fmla="*/ 2147483646 h 94"/>
              <a:gd name="T46" fmla="*/ 2147483646 w 246"/>
              <a:gd name="T47" fmla="*/ 2147483646 h 94"/>
              <a:gd name="T48" fmla="*/ 2147483646 w 246"/>
              <a:gd name="T49" fmla="*/ 2147483646 h 94"/>
              <a:gd name="T50" fmla="*/ 2147483646 w 246"/>
              <a:gd name="T51" fmla="*/ 2147483646 h 94"/>
              <a:gd name="T52" fmla="*/ 2147483646 w 246"/>
              <a:gd name="T53" fmla="*/ 2147483646 h 94"/>
              <a:gd name="T54" fmla="*/ 2147483646 w 246"/>
              <a:gd name="T55" fmla="*/ 2147483646 h 94"/>
              <a:gd name="T56" fmla="*/ 2147483646 w 246"/>
              <a:gd name="T57" fmla="*/ 2147483646 h 94"/>
              <a:gd name="T58" fmla="*/ 2147483646 w 246"/>
              <a:gd name="T59" fmla="*/ 2147483646 h 94"/>
              <a:gd name="T60" fmla="*/ 2147483646 w 246"/>
              <a:gd name="T61" fmla="*/ 2147483646 h 94"/>
              <a:gd name="T62" fmla="*/ 2147483646 w 246"/>
              <a:gd name="T63" fmla="*/ 2147483646 h 94"/>
              <a:gd name="T64" fmla="*/ 2147483646 w 246"/>
              <a:gd name="T65" fmla="*/ 2147483646 h 94"/>
              <a:gd name="T66" fmla="*/ 2147483646 w 246"/>
              <a:gd name="T67" fmla="*/ 2147483646 h 94"/>
              <a:gd name="T68" fmla="*/ 2147483646 w 246"/>
              <a:gd name="T69" fmla="*/ 2147483646 h 94"/>
              <a:gd name="T70" fmla="*/ 2147483646 w 246"/>
              <a:gd name="T71" fmla="*/ 2147483646 h 9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Freeform 8">
            <a:extLst>
              <a:ext uri="{FF2B5EF4-FFF2-40B4-BE49-F238E27FC236}">
                <a16:creationId xmlns:a16="http://schemas.microsoft.com/office/drawing/2014/main" id="{956403B1-E9F2-4FB5-BD58-BDD50F692B67}"/>
              </a:ext>
            </a:extLst>
          </p:cNvPr>
          <p:cNvSpPr>
            <a:spLocks/>
          </p:cNvSpPr>
          <p:nvPr/>
        </p:nvSpPr>
        <p:spPr bwMode="auto">
          <a:xfrm>
            <a:off x="619125" y="638175"/>
            <a:ext cx="468313" cy="177800"/>
          </a:xfrm>
          <a:custGeom>
            <a:avLst/>
            <a:gdLst>
              <a:gd name="T0" fmla="*/ 2147483646 w 295"/>
              <a:gd name="T1" fmla="*/ 2147483646 h 112"/>
              <a:gd name="T2" fmla="*/ 2147483646 w 295"/>
              <a:gd name="T3" fmla="*/ 2147483646 h 112"/>
              <a:gd name="T4" fmla="*/ 2147483646 w 295"/>
              <a:gd name="T5" fmla="*/ 2147483646 h 112"/>
              <a:gd name="T6" fmla="*/ 2147483646 w 295"/>
              <a:gd name="T7" fmla="*/ 2147483646 h 112"/>
              <a:gd name="T8" fmla="*/ 2147483646 w 295"/>
              <a:gd name="T9" fmla="*/ 2147483646 h 112"/>
              <a:gd name="T10" fmla="*/ 2147483646 w 295"/>
              <a:gd name="T11" fmla="*/ 2147483646 h 112"/>
              <a:gd name="T12" fmla="*/ 2147483646 w 295"/>
              <a:gd name="T13" fmla="*/ 2147483646 h 112"/>
              <a:gd name="T14" fmla="*/ 2147483646 w 295"/>
              <a:gd name="T15" fmla="*/ 2147483646 h 112"/>
              <a:gd name="T16" fmla="*/ 2147483646 w 295"/>
              <a:gd name="T17" fmla="*/ 2147483646 h 112"/>
              <a:gd name="T18" fmla="*/ 2147483646 w 295"/>
              <a:gd name="T19" fmla="*/ 2147483646 h 112"/>
              <a:gd name="T20" fmla="*/ 2147483646 w 295"/>
              <a:gd name="T21" fmla="*/ 2147483646 h 112"/>
              <a:gd name="T22" fmla="*/ 2147483646 w 295"/>
              <a:gd name="T23" fmla="*/ 2147483646 h 112"/>
              <a:gd name="T24" fmla="*/ 2147483646 w 295"/>
              <a:gd name="T25" fmla="*/ 2147483646 h 112"/>
              <a:gd name="T26" fmla="*/ 2147483646 w 295"/>
              <a:gd name="T27" fmla="*/ 2147483646 h 112"/>
              <a:gd name="T28" fmla="*/ 2147483646 w 295"/>
              <a:gd name="T29" fmla="*/ 2147483646 h 112"/>
              <a:gd name="T30" fmla="*/ 2147483646 w 295"/>
              <a:gd name="T31" fmla="*/ 2147483646 h 112"/>
              <a:gd name="T32" fmla="*/ 2147483646 w 295"/>
              <a:gd name="T33" fmla="*/ 2147483646 h 112"/>
              <a:gd name="T34" fmla="*/ 2147483646 w 295"/>
              <a:gd name="T35" fmla="*/ 2147483646 h 112"/>
              <a:gd name="T36" fmla="*/ 2147483646 w 295"/>
              <a:gd name="T37" fmla="*/ 2147483646 h 112"/>
              <a:gd name="T38" fmla="*/ 2147483646 w 295"/>
              <a:gd name="T39" fmla="*/ 2147483646 h 112"/>
              <a:gd name="T40" fmla="*/ 2147483646 w 295"/>
              <a:gd name="T41" fmla="*/ 2147483646 h 112"/>
              <a:gd name="T42" fmla="*/ 2147483646 w 295"/>
              <a:gd name="T43" fmla="*/ 2147483646 h 112"/>
              <a:gd name="T44" fmla="*/ 2147483646 w 295"/>
              <a:gd name="T45" fmla="*/ 2147483646 h 112"/>
              <a:gd name="T46" fmla="*/ 2147483646 w 295"/>
              <a:gd name="T47" fmla="*/ 2147483646 h 112"/>
              <a:gd name="T48" fmla="*/ 2147483646 w 295"/>
              <a:gd name="T49" fmla="*/ 2147483646 h 112"/>
              <a:gd name="T50" fmla="*/ 2147483646 w 295"/>
              <a:gd name="T51" fmla="*/ 2147483646 h 112"/>
              <a:gd name="T52" fmla="*/ 2147483646 w 295"/>
              <a:gd name="T53" fmla="*/ 2147483646 h 112"/>
              <a:gd name="T54" fmla="*/ 2147483646 w 295"/>
              <a:gd name="T55" fmla="*/ 2147483646 h 112"/>
              <a:gd name="T56" fmla="*/ 2147483646 w 295"/>
              <a:gd name="T57" fmla="*/ 2147483646 h 112"/>
              <a:gd name="T58" fmla="*/ 2147483646 w 295"/>
              <a:gd name="T59" fmla="*/ 2147483646 h 112"/>
              <a:gd name="T60" fmla="*/ 2147483646 w 295"/>
              <a:gd name="T61" fmla="*/ 2147483646 h 112"/>
              <a:gd name="T62" fmla="*/ 2147483646 w 295"/>
              <a:gd name="T63" fmla="*/ 2147483646 h 112"/>
              <a:gd name="T64" fmla="*/ 2147483646 w 295"/>
              <a:gd name="T65" fmla="*/ 2147483646 h 112"/>
              <a:gd name="T66" fmla="*/ 2147483646 w 295"/>
              <a:gd name="T67" fmla="*/ 2147483646 h 112"/>
              <a:gd name="T68" fmla="*/ 2147483646 w 295"/>
              <a:gd name="T69" fmla="*/ 2147483646 h 112"/>
              <a:gd name="T70" fmla="*/ 2147483646 w 295"/>
              <a:gd name="T71" fmla="*/ 2147483646 h 11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Freeform 9">
            <a:extLst>
              <a:ext uri="{FF2B5EF4-FFF2-40B4-BE49-F238E27FC236}">
                <a16:creationId xmlns:a16="http://schemas.microsoft.com/office/drawing/2014/main" id="{D79EC477-E109-4A45-AD26-2587E12EEFDF}"/>
              </a:ext>
            </a:extLst>
          </p:cNvPr>
          <p:cNvSpPr>
            <a:spLocks/>
          </p:cNvSpPr>
          <p:nvPr/>
        </p:nvSpPr>
        <p:spPr bwMode="auto">
          <a:xfrm>
            <a:off x="7515225" y="6257925"/>
            <a:ext cx="1524000" cy="533400"/>
          </a:xfrm>
          <a:custGeom>
            <a:avLst/>
            <a:gdLst>
              <a:gd name="T0" fmla="*/ 2147483646 w 1453"/>
              <a:gd name="T1" fmla="*/ 2147483646 h 374"/>
              <a:gd name="T2" fmla="*/ 2147483646 w 1453"/>
              <a:gd name="T3" fmla="*/ 2147483646 h 374"/>
              <a:gd name="T4" fmla="*/ 2147483646 w 1453"/>
              <a:gd name="T5" fmla="*/ 2147483646 h 374"/>
              <a:gd name="T6" fmla="*/ 2147483646 w 1453"/>
              <a:gd name="T7" fmla="*/ 2147483646 h 374"/>
              <a:gd name="T8" fmla="*/ 2147483646 w 1453"/>
              <a:gd name="T9" fmla="*/ 2147483646 h 374"/>
              <a:gd name="T10" fmla="*/ 2147483646 w 1453"/>
              <a:gd name="T11" fmla="*/ 2147483646 h 374"/>
              <a:gd name="T12" fmla="*/ 0 w 1453"/>
              <a:gd name="T13" fmla="*/ 2147483646 h 374"/>
              <a:gd name="T14" fmla="*/ 0 w 1453"/>
              <a:gd name="T15" fmla="*/ 2147483646 h 374"/>
              <a:gd name="T16" fmla="*/ 2147483646 w 1453"/>
              <a:gd name="T17" fmla="*/ 2147483646 h 374"/>
              <a:gd name="T18" fmla="*/ 2147483646 w 1453"/>
              <a:gd name="T19" fmla="*/ 2147483646 h 374"/>
              <a:gd name="T20" fmla="*/ 2147483646 w 1453"/>
              <a:gd name="T21" fmla="*/ 2147483646 h 374"/>
              <a:gd name="T22" fmla="*/ 2147483646 w 1453"/>
              <a:gd name="T23" fmla="*/ 2147483646 h 374"/>
              <a:gd name="T24" fmla="*/ 2147483646 w 1453"/>
              <a:gd name="T25" fmla="*/ 2147483646 h 374"/>
              <a:gd name="T26" fmla="*/ 2147483646 w 1453"/>
              <a:gd name="T27" fmla="*/ 2147483646 h 374"/>
              <a:gd name="T28" fmla="*/ 2147483646 w 1453"/>
              <a:gd name="T29" fmla="*/ 2147483646 h 374"/>
              <a:gd name="T30" fmla="*/ 2147483646 w 1453"/>
              <a:gd name="T31" fmla="*/ 2147483646 h 374"/>
              <a:gd name="T32" fmla="*/ 2147483646 w 1453"/>
              <a:gd name="T33" fmla="*/ 2147483646 h 374"/>
              <a:gd name="T34" fmla="*/ 2147483646 w 1453"/>
              <a:gd name="T35" fmla="*/ 2147483646 h 374"/>
              <a:gd name="T36" fmla="*/ 2147483646 w 1453"/>
              <a:gd name="T37" fmla="*/ 2147483646 h 374"/>
              <a:gd name="T38" fmla="*/ 2147483646 w 1453"/>
              <a:gd name="T39" fmla="*/ 2147483646 h 374"/>
              <a:gd name="T40" fmla="*/ 2147483646 w 1453"/>
              <a:gd name="T41" fmla="*/ 2147483646 h 374"/>
              <a:gd name="T42" fmla="*/ 2147483646 w 1453"/>
              <a:gd name="T43" fmla="*/ 2147483646 h 374"/>
              <a:gd name="T44" fmla="*/ 2147483646 w 1453"/>
              <a:gd name="T45" fmla="*/ 2147483646 h 374"/>
              <a:gd name="T46" fmla="*/ 2147483646 w 1453"/>
              <a:gd name="T47" fmla="*/ 2147483646 h 374"/>
              <a:gd name="T48" fmla="*/ 2147483646 w 1453"/>
              <a:gd name="T49" fmla="*/ 2147483646 h 374"/>
              <a:gd name="T50" fmla="*/ 2147483646 w 1453"/>
              <a:gd name="T51" fmla="*/ 2147483646 h 374"/>
              <a:gd name="T52" fmla="*/ 2147483646 w 1453"/>
              <a:gd name="T53" fmla="*/ 2147483646 h 374"/>
              <a:gd name="T54" fmla="*/ 2147483646 w 1453"/>
              <a:gd name="T55" fmla="*/ 2147483646 h 374"/>
              <a:gd name="T56" fmla="*/ 2147483646 w 1453"/>
              <a:gd name="T57" fmla="*/ 2147483646 h 374"/>
              <a:gd name="T58" fmla="*/ 2147483646 w 1453"/>
              <a:gd name="T59" fmla="*/ 2147483646 h 374"/>
              <a:gd name="T60" fmla="*/ 2147483646 w 1453"/>
              <a:gd name="T61" fmla="*/ 2147483646 h 374"/>
              <a:gd name="T62" fmla="*/ 2147483646 w 1453"/>
              <a:gd name="T63" fmla="*/ 2147483646 h 374"/>
              <a:gd name="T64" fmla="*/ 2147483646 w 1453"/>
              <a:gd name="T65" fmla="*/ 2147483646 h 374"/>
              <a:gd name="T66" fmla="*/ 2147483646 w 1453"/>
              <a:gd name="T67" fmla="*/ 2147483646 h 374"/>
              <a:gd name="T68" fmla="*/ 2147483646 w 1453"/>
              <a:gd name="T69" fmla="*/ 2147483646 h 374"/>
              <a:gd name="T70" fmla="*/ 2147483646 w 1453"/>
              <a:gd name="T71" fmla="*/ 2147483646 h 374"/>
              <a:gd name="T72" fmla="*/ 2147483646 w 1453"/>
              <a:gd name="T73" fmla="*/ 2147483646 h 374"/>
              <a:gd name="T74" fmla="*/ 2147483646 w 1453"/>
              <a:gd name="T75" fmla="*/ 2147483646 h 374"/>
              <a:gd name="T76" fmla="*/ 2147483646 w 1453"/>
              <a:gd name="T77" fmla="*/ 2147483646 h 374"/>
              <a:gd name="T78" fmla="*/ 2147483646 w 1453"/>
              <a:gd name="T79" fmla="*/ 2147483646 h 374"/>
              <a:gd name="T80" fmla="*/ 2147483646 w 1453"/>
              <a:gd name="T81" fmla="*/ 2147483646 h 374"/>
              <a:gd name="T82" fmla="*/ 2147483646 w 1453"/>
              <a:gd name="T83" fmla="*/ 2147483646 h 374"/>
              <a:gd name="T84" fmla="*/ 2147483646 w 1453"/>
              <a:gd name="T85" fmla="*/ 2147483646 h 374"/>
              <a:gd name="T86" fmla="*/ 2147483646 w 1453"/>
              <a:gd name="T87" fmla="*/ 2147483646 h 374"/>
              <a:gd name="T88" fmla="*/ 2147483646 w 1453"/>
              <a:gd name="T89" fmla="*/ 2147483646 h 374"/>
              <a:gd name="T90" fmla="*/ 2147483646 w 1453"/>
              <a:gd name="T91" fmla="*/ 2147483646 h 374"/>
              <a:gd name="T92" fmla="*/ 2147483646 w 1453"/>
              <a:gd name="T93" fmla="*/ 2147483646 h 374"/>
              <a:gd name="T94" fmla="*/ 2147483646 w 1453"/>
              <a:gd name="T95" fmla="*/ 2147483646 h 374"/>
              <a:gd name="T96" fmla="*/ 2147483646 w 1453"/>
              <a:gd name="T97" fmla="*/ 2147483646 h 374"/>
              <a:gd name="T98" fmla="*/ 2147483646 w 1453"/>
              <a:gd name="T99" fmla="*/ 2147483646 h 374"/>
              <a:gd name="T100" fmla="*/ 2147483646 w 1453"/>
              <a:gd name="T101" fmla="*/ 2147483646 h 374"/>
              <a:gd name="T102" fmla="*/ 2147483646 w 1453"/>
              <a:gd name="T103" fmla="*/ 2147483646 h 374"/>
              <a:gd name="T104" fmla="*/ 2147483646 w 1453"/>
              <a:gd name="T105" fmla="*/ 2147483646 h 374"/>
              <a:gd name="T106" fmla="*/ 2147483646 w 1453"/>
              <a:gd name="T107" fmla="*/ 2147483646 h 374"/>
              <a:gd name="T108" fmla="*/ 2147483646 w 1453"/>
              <a:gd name="T109" fmla="*/ 2147483646 h 374"/>
              <a:gd name="T110" fmla="*/ 2147483646 w 1453"/>
              <a:gd name="T111" fmla="*/ 2147483646 h 374"/>
              <a:gd name="T112" fmla="*/ 2147483646 w 1453"/>
              <a:gd name="T113" fmla="*/ 0 h 374"/>
              <a:gd name="T114" fmla="*/ 2147483646 w 1453"/>
              <a:gd name="T115" fmla="*/ 0 h 374"/>
              <a:gd name="T116" fmla="*/ 2147483646 w 1453"/>
              <a:gd name="T117" fmla="*/ 2147483646 h 374"/>
              <a:gd name="T118" fmla="*/ 2147483646 w 1453"/>
              <a:gd name="T119" fmla="*/ 2147483646 h 374"/>
              <a:gd name="T120" fmla="*/ 2147483646 w 1453"/>
              <a:gd name="T121" fmla="*/ 2147483646 h 374"/>
              <a:gd name="T122" fmla="*/ 2147483646 w 1453"/>
              <a:gd name="T123" fmla="*/ 2147483646 h 37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453" h="374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 rotWithShape="0">
            <a:gsLst>
              <a:gs pos="0">
                <a:srgbClr val="F5EACB"/>
              </a:gs>
              <a:gs pos="100000">
                <a:srgbClr val="CC9900"/>
              </a:gs>
            </a:gsLst>
            <a:lin ang="5400000" scaled="1"/>
          </a:gradFill>
          <a:ln w="127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322" name="Group 10">
            <a:extLst>
              <a:ext uri="{FF2B5EF4-FFF2-40B4-BE49-F238E27FC236}">
                <a16:creationId xmlns:a16="http://schemas.microsoft.com/office/drawing/2014/main" id="{E50DC0A5-C4B0-4936-9708-DFDF9E683454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3334" name="Group 11">
              <a:extLst>
                <a:ext uri="{FF2B5EF4-FFF2-40B4-BE49-F238E27FC236}">
                  <a16:creationId xmlns:a16="http://schemas.microsoft.com/office/drawing/2014/main" id="{5AD57ED2-0CD5-48A8-A144-F82EBE3F9A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13347" name="Freeform 12">
                <a:extLst>
                  <a:ext uri="{FF2B5EF4-FFF2-40B4-BE49-F238E27FC236}">
                    <a16:creationId xmlns:a16="http://schemas.microsoft.com/office/drawing/2014/main" id="{250ED742-7234-433B-A57B-5F50E1C3827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33" y="1329"/>
                <a:ext cx="79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54 w 76"/>
                  <a:gd name="T5" fmla="*/ 442 h 621"/>
                  <a:gd name="T6" fmla="*/ 73 w 76"/>
                  <a:gd name="T7" fmla="*/ 570 h 621"/>
                  <a:gd name="T8" fmla="*/ 67 w 76"/>
                  <a:gd name="T9" fmla="*/ 620 h 621"/>
                  <a:gd name="T10" fmla="*/ 111 w 76"/>
                  <a:gd name="T11" fmla="*/ 620 h 621"/>
                  <a:gd name="T12" fmla="*/ 122 w 76"/>
                  <a:gd name="T13" fmla="*/ 546 h 621"/>
                  <a:gd name="T14" fmla="*/ 130 w 76"/>
                  <a:gd name="T15" fmla="*/ 434 h 621"/>
                  <a:gd name="T16" fmla="*/ 146 w 76"/>
                  <a:gd name="T17" fmla="*/ 329 h 621"/>
                  <a:gd name="T18" fmla="*/ 154 w 76"/>
                  <a:gd name="T19" fmla="*/ 250 h 621"/>
                  <a:gd name="T20" fmla="*/ 170 w 76"/>
                  <a:gd name="T21" fmla="*/ 135 h 621"/>
                  <a:gd name="T22" fmla="*/ 189 w 76"/>
                  <a:gd name="T23" fmla="*/ 36 h 621"/>
                  <a:gd name="T24" fmla="*/ 177 w 76"/>
                  <a:gd name="T25" fmla="*/ 11 h 621"/>
                  <a:gd name="T26" fmla="*/ 158 w 76"/>
                  <a:gd name="T27" fmla="*/ 0 h 621"/>
                  <a:gd name="T28" fmla="*/ 132 w 76"/>
                  <a:gd name="T29" fmla="*/ 121 h 621"/>
                  <a:gd name="T30" fmla="*/ 113 w 76"/>
                  <a:gd name="T31" fmla="*/ 224 h 621"/>
                  <a:gd name="T32" fmla="*/ 109 w 76"/>
                  <a:gd name="T33" fmla="*/ 305 h 621"/>
                  <a:gd name="T34" fmla="*/ 103 w 76"/>
                  <a:gd name="T35" fmla="*/ 390 h 621"/>
                  <a:gd name="T36" fmla="*/ 85 w 76"/>
                  <a:gd name="T37" fmla="*/ 475 h 621"/>
                  <a:gd name="T38" fmla="*/ 60 w 76"/>
                  <a:gd name="T39" fmla="*/ 327 h 621"/>
                  <a:gd name="T40" fmla="*/ 40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8" name="Freeform 13">
                <a:extLst>
                  <a:ext uri="{FF2B5EF4-FFF2-40B4-BE49-F238E27FC236}">
                    <a16:creationId xmlns:a16="http://schemas.microsoft.com/office/drawing/2014/main" id="{5F48F5D4-053D-4551-A39D-69EC31716C1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790" y="1580"/>
                <a:ext cx="123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44 w 120"/>
                  <a:gd name="T5" fmla="*/ 289 h 349"/>
                  <a:gd name="T6" fmla="*/ 50 w 120"/>
                  <a:gd name="T7" fmla="*/ 331 h 349"/>
                  <a:gd name="T8" fmla="*/ 49 w 120"/>
                  <a:gd name="T9" fmla="*/ 348 h 349"/>
                  <a:gd name="T10" fmla="*/ 65 w 120"/>
                  <a:gd name="T11" fmla="*/ 348 h 349"/>
                  <a:gd name="T12" fmla="*/ 73 w 120"/>
                  <a:gd name="T13" fmla="*/ 323 h 349"/>
                  <a:gd name="T14" fmla="*/ 77 w 120"/>
                  <a:gd name="T15" fmla="*/ 286 h 349"/>
                  <a:gd name="T16" fmla="*/ 89 w 120"/>
                  <a:gd name="T17" fmla="*/ 252 h 349"/>
                  <a:gd name="T18" fmla="*/ 95 w 120"/>
                  <a:gd name="T19" fmla="*/ 226 h 349"/>
                  <a:gd name="T20" fmla="*/ 107 w 120"/>
                  <a:gd name="T21" fmla="*/ 188 h 349"/>
                  <a:gd name="T22" fmla="*/ 120 w 120"/>
                  <a:gd name="T23" fmla="*/ 156 h 349"/>
                  <a:gd name="T24" fmla="*/ 128 w 120"/>
                  <a:gd name="T25" fmla="*/ 127 h 349"/>
                  <a:gd name="T26" fmla="*/ 137 w 120"/>
                  <a:gd name="T27" fmla="*/ 96 h 349"/>
                  <a:gd name="T28" fmla="*/ 153 w 120"/>
                  <a:gd name="T29" fmla="*/ 66 h 349"/>
                  <a:gd name="T30" fmla="*/ 173 w 120"/>
                  <a:gd name="T31" fmla="*/ 40 h 349"/>
                  <a:gd name="T32" fmla="*/ 204 w 120"/>
                  <a:gd name="T33" fmla="*/ 15 h 349"/>
                  <a:gd name="T34" fmla="*/ 214 w 120"/>
                  <a:gd name="T35" fmla="*/ 5 h 349"/>
                  <a:gd name="T36" fmla="*/ 202 w 120"/>
                  <a:gd name="T37" fmla="*/ 0 h 349"/>
                  <a:gd name="T38" fmla="*/ 184 w 120"/>
                  <a:gd name="T39" fmla="*/ 10 h 349"/>
                  <a:gd name="T40" fmla="*/ 153 w 120"/>
                  <a:gd name="T41" fmla="*/ 33 h 349"/>
                  <a:gd name="T42" fmla="*/ 134 w 120"/>
                  <a:gd name="T43" fmla="*/ 57 h 349"/>
                  <a:gd name="T44" fmla="*/ 120 w 120"/>
                  <a:gd name="T45" fmla="*/ 81 h 349"/>
                  <a:gd name="T46" fmla="*/ 110 w 120"/>
                  <a:gd name="T47" fmla="*/ 113 h 349"/>
                  <a:gd name="T48" fmla="*/ 97 w 120"/>
                  <a:gd name="T49" fmla="*/ 144 h 349"/>
                  <a:gd name="T50" fmla="*/ 81 w 120"/>
                  <a:gd name="T51" fmla="*/ 184 h 349"/>
                  <a:gd name="T52" fmla="*/ 67 w 120"/>
                  <a:gd name="T53" fmla="*/ 217 h 349"/>
                  <a:gd name="T54" fmla="*/ 61 w 120"/>
                  <a:gd name="T55" fmla="*/ 244 h 349"/>
                  <a:gd name="T56" fmla="*/ 60 w 120"/>
                  <a:gd name="T57" fmla="*/ 272 h 349"/>
                  <a:gd name="T58" fmla="*/ 54 w 120"/>
                  <a:gd name="T59" fmla="*/ 300 h 349"/>
                  <a:gd name="T60" fmla="*/ 46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9" name="Freeform 14">
                <a:extLst>
                  <a:ext uri="{FF2B5EF4-FFF2-40B4-BE49-F238E27FC236}">
                    <a16:creationId xmlns:a16="http://schemas.microsoft.com/office/drawing/2014/main" id="{C11560E7-A0CA-4842-9AD2-989E14781CA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350" name="Group 15">
                <a:extLst>
                  <a:ext uri="{FF2B5EF4-FFF2-40B4-BE49-F238E27FC236}">
                    <a16:creationId xmlns:a16="http://schemas.microsoft.com/office/drawing/2014/main" id="{2F67BF9F-CCD5-4941-8227-AF0851B616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13352" name="Freeform 16">
                  <a:extLst>
                    <a:ext uri="{FF2B5EF4-FFF2-40B4-BE49-F238E27FC236}">
                      <a16:creationId xmlns:a16="http://schemas.microsoft.com/office/drawing/2014/main" id="{478FDFF0-213A-4119-A830-94BD77ABB26C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51" y="1466"/>
                  <a:ext cx="440" cy="345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118 h 342"/>
                    <a:gd name="T18" fmla="*/ 252 w 440"/>
                    <a:gd name="T19" fmla="*/ 94 h 342"/>
                    <a:gd name="T20" fmla="*/ 301 w 440"/>
                    <a:gd name="T21" fmla="*/ 91 h 342"/>
                    <a:gd name="T22" fmla="*/ 354 w 440"/>
                    <a:gd name="T23" fmla="*/ 96 h 342"/>
                    <a:gd name="T24" fmla="*/ 416 w 440"/>
                    <a:gd name="T25" fmla="*/ 103 h 342"/>
                    <a:gd name="T26" fmla="*/ 417 w 440"/>
                    <a:gd name="T27" fmla="*/ 104 h 342"/>
                    <a:gd name="T28" fmla="*/ 357 w 440"/>
                    <a:gd name="T29" fmla="*/ 107 h 342"/>
                    <a:gd name="T30" fmla="*/ 302 w 440"/>
                    <a:gd name="T31" fmla="*/ 108 h 342"/>
                    <a:gd name="T32" fmla="*/ 254 w 440"/>
                    <a:gd name="T33" fmla="*/ 114 h 342"/>
                    <a:gd name="T34" fmla="*/ 200 w 440"/>
                    <a:gd name="T35" fmla="*/ 127 h 342"/>
                    <a:gd name="T36" fmla="*/ 222 w 440"/>
                    <a:gd name="T37" fmla="*/ 147 h 342"/>
                    <a:gd name="T38" fmla="*/ 238 w 440"/>
                    <a:gd name="T39" fmla="*/ 166 h 342"/>
                    <a:gd name="T40" fmla="*/ 184 w 440"/>
                    <a:gd name="T41" fmla="*/ 149 h 342"/>
                    <a:gd name="T42" fmla="*/ 173 w 440"/>
                    <a:gd name="T43" fmla="*/ 160 h 342"/>
                    <a:gd name="T44" fmla="*/ 232 w 440"/>
                    <a:gd name="T45" fmla="*/ 169 h 342"/>
                    <a:gd name="T46" fmla="*/ 282 w 440"/>
                    <a:gd name="T47" fmla="*/ 191 h 342"/>
                    <a:gd name="T48" fmla="*/ 321 w 440"/>
                    <a:gd name="T49" fmla="*/ 238 h 342"/>
                    <a:gd name="T50" fmla="*/ 351 w 440"/>
                    <a:gd name="T51" fmla="*/ 282 h 342"/>
                    <a:gd name="T52" fmla="*/ 344 w 440"/>
                    <a:gd name="T53" fmla="*/ 292 h 342"/>
                    <a:gd name="T54" fmla="*/ 304 w 440"/>
                    <a:gd name="T55" fmla="*/ 262 h 342"/>
                    <a:gd name="T56" fmla="*/ 259 w 440"/>
                    <a:gd name="T57" fmla="*/ 231 h 342"/>
                    <a:gd name="T58" fmla="*/ 211 w 440"/>
                    <a:gd name="T59" fmla="*/ 201 h 342"/>
                    <a:gd name="T60" fmla="*/ 180 w 440"/>
                    <a:gd name="T61" fmla="*/ 187 h 342"/>
                    <a:gd name="T62" fmla="*/ 206 w 440"/>
                    <a:gd name="T63" fmla="*/ 237 h 342"/>
                    <a:gd name="T64" fmla="*/ 238 w 440"/>
                    <a:gd name="T65" fmla="*/ 282 h 342"/>
                    <a:gd name="T66" fmla="*/ 256 w 440"/>
                    <a:gd name="T67" fmla="*/ 342 h 342"/>
                    <a:gd name="T68" fmla="*/ 255 w 440"/>
                    <a:gd name="T69" fmla="*/ 385 h 342"/>
                    <a:gd name="T70" fmla="*/ 232 w 440"/>
                    <a:gd name="T71" fmla="*/ 336 h 342"/>
                    <a:gd name="T72" fmla="*/ 208 w 440"/>
                    <a:gd name="T73" fmla="*/ 274 h 342"/>
                    <a:gd name="T74" fmla="*/ 181 w 440"/>
                    <a:gd name="T75" fmla="*/ 233 h 342"/>
                    <a:gd name="T76" fmla="*/ 157 w 440"/>
                    <a:gd name="T77" fmla="*/ 175 h 342"/>
                    <a:gd name="T78" fmla="*/ 115 w 440"/>
                    <a:gd name="T79" fmla="*/ 217 h 342"/>
                    <a:gd name="T80" fmla="*/ 80 w 440"/>
                    <a:gd name="T81" fmla="*/ 269 h 342"/>
                    <a:gd name="T82" fmla="*/ 51 w 440"/>
                    <a:gd name="T83" fmla="*/ 339 h 342"/>
                    <a:gd name="T84" fmla="*/ 18 w 440"/>
                    <a:gd name="T85" fmla="*/ 393 h 342"/>
                    <a:gd name="T86" fmla="*/ 8 w 440"/>
                    <a:gd name="T87" fmla="*/ 387 h 342"/>
                    <a:gd name="T88" fmla="*/ 47 w 440"/>
                    <a:gd name="T89" fmla="*/ 312 h 342"/>
                    <a:gd name="T90" fmla="*/ 82 w 440"/>
                    <a:gd name="T91" fmla="*/ 256 h 342"/>
                    <a:gd name="T92" fmla="*/ 112 w 440"/>
                    <a:gd name="T93" fmla="*/ 201 h 342"/>
                    <a:gd name="T94" fmla="*/ 139 w 440"/>
                    <a:gd name="T95" fmla="*/ 150 h 342"/>
                    <a:gd name="T96" fmla="*/ 99 w 440"/>
                    <a:gd name="T97" fmla="*/ 107 h 342"/>
                    <a:gd name="T98" fmla="*/ 43 w 440"/>
                    <a:gd name="T99" fmla="*/ 84 h 342"/>
                    <a:gd name="T100" fmla="*/ 20 w 440"/>
                    <a:gd name="T101" fmla="*/ 47 h 342"/>
                    <a:gd name="T102" fmla="*/ 63 w 440"/>
                    <a:gd name="T103" fmla="*/ 85 h 342"/>
                    <a:gd name="T104" fmla="*/ 122 w 440"/>
                    <a:gd name="T105" fmla="*/ 114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3" name="Freeform 17">
                  <a:extLst>
                    <a:ext uri="{FF2B5EF4-FFF2-40B4-BE49-F238E27FC236}">
                      <a16:creationId xmlns:a16="http://schemas.microsoft.com/office/drawing/2014/main" id="{37348F16-CC8B-45E1-B276-0B258A2A8E6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4" name="Freeform 18">
                  <a:extLst>
                    <a:ext uri="{FF2B5EF4-FFF2-40B4-BE49-F238E27FC236}">
                      <a16:creationId xmlns:a16="http://schemas.microsoft.com/office/drawing/2014/main" id="{917E4B0E-74BD-42CE-87B6-897FE4E971CB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19" y="1535"/>
                  <a:ext cx="168" cy="50"/>
                </a:xfrm>
                <a:custGeom>
                  <a:avLst/>
                  <a:gdLst>
                    <a:gd name="T0" fmla="*/ 112 w 171"/>
                    <a:gd name="T1" fmla="*/ 49 h 50"/>
                    <a:gd name="T2" fmla="*/ 110 w 171"/>
                    <a:gd name="T3" fmla="*/ 40 h 50"/>
                    <a:gd name="T4" fmla="*/ 108 w 171"/>
                    <a:gd name="T5" fmla="*/ 33 h 50"/>
                    <a:gd name="T6" fmla="*/ 106 w 171"/>
                    <a:gd name="T7" fmla="*/ 31 h 50"/>
                    <a:gd name="T8" fmla="*/ 101 w 171"/>
                    <a:gd name="T9" fmla="*/ 29 h 50"/>
                    <a:gd name="T10" fmla="*/ 97 w 171"/>
                    <a:gd name="T11" fmla="*/ 27 h 50"/>
                    <a:gd name="T12" fmla="*/ 92 w 171"/>
                    <a:gd name="T13" fmla="*/ 29 h 50"/>
                    <a:gd name="T14" fmla="*/ 84 w 171"/>
                    <a:gd name="T15" fmla="*/ 30 h 50"/>
                    <a:gd name="T16" fmla="*/ 80 w 171"/>
                    <a:gd name="T17" fmla="*/ 27 h 50"/>
                    <a:gd name="T18" fmla="*/ 74 w 171"/>
                    <a:gd name="T19" fmla="*/ 22 h 50"/>
                    <a:gd name="T20" fmla="*/ 68 w 171"/>
                    <a:gd name="T21" fmla="*/ 18 h 50"/>
                    <a:gd name="T22" fmla="*/ 64 w 171"/>
                    <a:gd name="T23" fmla="*/ 16 h 50"/>
                    <a:gd name="T24" fmla="*/ 56 w 171"/>
                    <a:gd name="T25" fmla="*/ 12 h 50"/>
                    <a:gd name="T26" fmla="*/ 43 w 171"/>
                    <a:gd name="T27" fmla="*/ 8 h 50"/>
                    <a:gd name="T28" fmla="*/ 31 w 171"/>
                    <a:gd name="T29" fmla="*/ 5 h 50"/>
                    <a:gd name="T30" fmla="*/ 28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28 w 171"/>
                    <a:gd name="T53" fmla="*/ 11 h 50"/>
                    <a:gd name="T54" fmla="*/ 28 w 171"/>
                    <a:gd name="T55" fmla="*/ 11 h 50"/>
                    <a:gd name="T56" fmla="*/ 28 w 171"/>
                    <a:gd name="T57" fmla="*/ 11 h 50"/>
                    <a:gd name="T58" fmla="*/ 37 w 171"/>
                    <a:gd name="T59" fmla="*/ 12 h 50"/>
                    <a:gd name="T60" fmla="*/ 47 w 171"/>
                    <a:gd name="T61" fmla="*/ 14 h 50"/>
                    <a:gd name="T62" fmla="*/ 57 w 171"/>
                    <a:gd name="T63" fmla="*/ 15 h 50"/>
                    <a:gd name="T64" fmla="*/ 64 w 171"/>
                    <a:gd name="T65" fmla="*/ 16 h 50"/>
                    <a:gd name="T66" fmla="*/ 68 w 171"/>
                    <a:gd name="T67" fmla="*/ 19 h 50"/>
                    <a:gd name="T68" fmla="*/ 72 w 171"/>
                    <a:gd name="T69" fmla="*/ 23 h 50"/>
                    <a:gd name="T70" fmla="*/ 76 w 171"/>
                    <a:gd name="T71" fmla="*/ 27 h 50"/>
                    <a:gd name="T72" fmla="*/ 81 w 171"/>
                    <a:gd name="T73" fmla="*/ 31 h 50"/>
                    <a:gd name="T74" fmla="*/ 83 w 171"/>
                    <a:gd name="T75" fmla="*/ 32 h 50"/>
                    <a:gd name="T76" fmla="*/ 86 w 171"/>
                    <a:gd name="T77" fmla="*/ 31 h 50"/>
                    <a:gd name="T78" fmla="*/ 92 w 171"/>
                    <a:gd name="T79" fmla="*/ 34 h 50"/>
                    <a:gd name="T80" fmla="*/ 96 w 171"/>
                    <a:gd name="T81" fmla="*/ 37 h 50"/>
                    <a:gd name="T82" fmla="*/ 100 w 171"/>
                    <a:gd name="T83" fmla="*/ 40 h 50"/>
                    <a:gd name="T84" fmla="*/ 106 w 171"/>
                    <a:gd name="T85" fmla="*/ 44 h 50"/>
                    <a:gd name="T86" fmla="*/ 110 w 171"/>
                    <a:gd name="T87" fmla="*/ 46 h 50"/>
                    <a:gd name="T88" fmla="*/ 112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5" name="Freeform 19">
                  <a:extLst>
                    <a:ext uri="{FF2B5EF4-FFF2-40B4-BE49-F238E27FC236}">
                      <a16:creationId xmlns:a16="http://schemas.microsoft.com/office/drawing/2014/main" id="{7E0A4BE5-1224-4551-B4D6-CB5C2AE3DD67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51" name="Freeform 20">
                <a:extLst>
                  <a:ext uri="{FF2B5EF4-FFF2-40B4-BE49-F238E27FC236}">
                    <a16:creationId xmlns:a16="http://schemas.microsoft.com/office/drawing/2014/main" id="{FDB72137-85B7-40C1-8801-351ABF6F270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35" name="Group 21">
              <a:extLst>
                <a:ext uri="{FF2B5EF4-FFF2-40B4-BE49-F238E27FC236}">
                  <a16:creationId xmlns:a16="http://schemas.microsoft.com/office/drawing/2014/main" id="{964C71EF-1204-411C-8759-38530E2AB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13336" name="Group 22">
                <a:extLst>
                  <a:ext uri="{FF2B5EF4-FFF2-40B4-BE49-F238E27FC236}">
                    <a16:creationId xmlns:a16="http://schemas.microsoft.com/office/drawing/2014/main" id="{E6880162-A883-4C9C-9118-F17A484B5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13345" name="Freeform 23">
                  <a:extLst>
                    <a:ext uri="{FF2B5EF4-FFF2-40B4-BE49-F238E27FC236}">
                      <a16:creationId xmlns:a16="http://schemas.microsoft.com/office/drawing/2014/main" id="{F80E06FB-D381-4AA9-B486-444AC5BB35F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6" name="Freeform 24">
                  <a:extLst>
                    <a:ext uri="{FF2B5EF4-FFF2-40B4-BE49-F238E27FC236}">
                      <a16:creationId xmlns:a16="http://schemas.microsoft.com/office/drawing/2014/main" id="{CE5276E0-FF45-4FA0-93E7-19B938AB3B8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337" name="Group 25">
                <a:extLst>
                  <a:ext uri="{FF2B5EF4-FFF2-40B4-BE49-F238E27FC236}">
                    <a16:creationId xmlns:a16="http://schemas.microsoft.com/office/drawing/2014/main" id="{ABE823F8-A4EE-4921-9B03-47D785926B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13338" name="Freeform 26">
                  <a:extLst>
                    <a:ext uri="{FF2B5EF4-FFF2-40B4-BE49-F238E27FC236}">
                      <a16:creationId xmlns:a16="http://schemas.microsoft.com/office/drawing/2014/main" id="{4AABE03B-AF28-4621-896A-A8BBC660AFF3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9" name="Freeform 27">
                  <a:extLst>
                    <a:ext uri="{FF2B5EF4-FFF2-40B4-BE49-F238E27FC236}">
                      <a16:creationId xmlns:a16="http://schemas.microsoft.com/office/drawing/2014/main" id="{629DC4C6-59C6-42A4-A3DD-96EBB6016EEF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04" y="1606"/>
                  <a:ext cx="229" cy="355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59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64 h 358"/>
                    <a:gd name="T36" fmla="*/ 139 w 229"/>
                    <a:gd name="T37" fmla="*/ 59 h 358"/>
                    <a:gd name="T38" fmla="*/ 176 w 229"/>
                    <a:gd name="T39" fmla="*/ 59 h 358"/>
                    <a:gd name="T40" fmla="*/ 205 w 229"/>
                    <a:gd name="T41" fmla="*/ 80 h 358"/>
                    <a:gd name="T42" fmla="*/ 228 w 229"/>
                    <a:gd name="T43" fmla="*/ 131 h 358"/>
                    <a:gd name="T44" fmla="*/ 200 w 229"/>
                    <a:gd name="T45" fmla="*/ 123 h 358"/>
                    <a:gd name="T46" fmla="*/ 171 w 229"/>
                    <a:gd name="T47" fmla="*/ 107 h 358"/>
                    <a:gd name="T48" fmla="*/ 132 w 229"/>
                    <a:gd name="T49" fmla="*/ 97 h 358"/>
                    <a:gd name="T50" fmla="*/ 107 w 229"/>
                    <a:gd name="T51" fmla="*/ 101 h 358"/>
                    <a:gd name="T52" fmla="*/ 122 w 229"/>
                    <a:gd name="T53" fmla="*/ 126 h 358"/>
                    <a:gd name="T54" fmla="*/ 154 w 229"/>
                    <a:gd name="T55" fmla="*/ 141 h 358"/>
                    <a:gd name="T56" fmla="*/ 187 w 229"/>
                    <a:gd name="T57" fmla="*/ 151 h 358"/>
                    <a:gd name="T58" fmla="*/ 212 w 229"/>
                    <a:gd name="T59" fmla="*/ 171 h 358"/>
                    <a:gd name="T60" fmla="*/ 224 w 229"/>
                    <a:gd name="T61" fmla="*/ 214 h 358"/>
                    <a:gd name="T62" fmla="*/ 194 w 229"/>
                    <a:gd name="T63" fmla="*/ 183 h 358"/>
                    <a:gd name="T64" fmla="*/ 163 w 229"/>
                    <a:gd name="T65" fmla="*/ 165 h 358"/>
                    <a:gd name="T66" fmla="*/ 133 w 229"/>
                    <a:gd name="T67" fmla="*/ 148 h 358"/>
                    <a:gd name="T68" fmla="*/ 111 w 229"/>
                    <a:gd name="T69" fmla="*/ 135 h 358"/>
                    <a:gd name="T70" fmla="*/ 97 w 229"/>
                    <a:gd name="T71" fmla="*/ 158 h 358"/>
                    <a:gd name="T72" fmla="*/ 115 w 229"/>
                    <a:gd name="T73" fmla="*/ 197 h 358"/>
                    <a:gd name="T74" fmla="*/ 132 w 229"/>
                    <a:gd name="T75" fmla="*/ 259 h 358"/>
                    <a:gd name="T76" fmla="*/ 114 w 229"/>
                    <a:gd name="T77" fmla="*/ 270 h 358"/>
                    <a:gd name="T78" fmla="*/ 95 w 229"/>
                    <a:gd name="T79" fmla="*/ 188 h 358"/>
                    <a:gd name="T80" fmla="*/ 78 w 229"/>
                    <a:gd name="T81" fmla="*/ 155 h 358"/>
                    <a:gd name="T82" fmla="*/ 73 w 229"/>
                    <a:gd name="T83" fmla="*/ 164 h 358"/>
                    <a:gd name="T84" fmla="*/ 74 w 229"/>
                    <a:gd name="T85" fmla="*/ 158 h 358"/>
                    <a:gd name="T86" fmla="*/ 70 w 229"/>
                    <a:gd name="T87" fmla="*/ 168 h 358"/>
                    <a:gd name="T88" fmla="*/ 51 w 229"/>
                    <a:gd name="T89" fmla="*/ 209 h 358"/>
                    <a:gd name="T90" fmla="*/ 32 w 229"/>
                    <a:gd name="T91" fmla="*/ 266 h 358"/>
                    <a:gd name="T92" fmla="*/ 28 w 229"/>
                    <a:gd name="T93" fmla="*/ 254 h 358"/>
                    <a:gd name="T94" fmla="*/ 38 w 229"/>
                    <a:gd name="T95" fmla="*/ 201 h 358"/>
                    <a:gd name="T96" fmla="*/ 59 w 229"/>
                    <a:gd name="T97" fmla="*/ 160 h 358"/>
                    <a:gd name="T98" fmla="*/ 82 w 229"/>
                    <a:gd name="T99" fmla="*/ 119 h 358"/>
                    <a:gd name="T100" fmla="*/ 65 w 229"/>
                    <a:gd name="T101" fmla="*/ 115 h 358"/>
                    <a:gd name="T102" fmla="*/ 40 w 229"/>
                    <a:gd name="T103" fmla="*/ 160 h 358"/>
                    <a:gd name="T104" fmla="*/ 18 w 229"/>
                    <a:gd name="T105" fmla="*/ 195 h 358"/>
                    <a:gd name="T106" fmla="*/ 2 w 229"/>
                    <a:gd name="T107" fmla="*/ 230 h 358"/>
                    <a:gd name="T108" fmla="*/ 13 w 229"/>
                    <a:gd name="T109" fmla="*/ 181 h 358"/>
                    <a:gd name="T110" fmla="*/ 37 w 229"/>
                    <a:gd name="T111" fmla="*/ 155 h 358"/>
                    <a:gd name="T112" fmla="*/ 70 w 229"/>
                    <a:gd name="T113" fmla="*/ 106 h 358"/>
                    <a:gd name="T114" fmla="*/ 62 w 229"/>
                    <a:gd name="T115" fmla="*/ 75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3340" name="Group 28">
                  <a:extLst>
                    <a:ext uri="{FF2B5EF4-FFF2-40B4-BE49-F238E27FC236}">
                      <a16:creationId xmlns:a16="http://schemas.microsoft.com/office/drawing/2014/main" id="{CB9858F4-FE71-4D68-9696-57D165A1C3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13341" name="Freeform 29">
                    <a:extLst>
                      <a:ext uri="{FF2B5EF4-FFF2-40B4-BE49-F238E27FC236}">
                        <a16:creationId xmlns:a16="http://schemas.microsoft.com/office/drawing/2014/main" id="{153F547C-BC04-4401-9D04-FE2514D328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2" name="Freeform 30">
                    <a:extLst>
                      <a:ext uri="{FF2B5EF4-FFF2-40B4-BE49-F238E27FC236}">
                        <a16:creationId xmlns:a16="http://schemas.microsoft.com/office/drawing/2014/main" id="{577E96C1-0C27-451A-82FD-6C73C9B2A2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2175" y="1584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3" name="Freeform 31">
                    <a:extLst>
                      <a:ext uri="{FF2B5EF4-FFF2-40B4-BE49-F238E27FC236}">
                        <a16:creationId xmlns:a16="http://schemas.microsoft.com/office/drawing/2014/main" id="{02621CA2-2C8A-48AC-932E-FAD4ACAE3B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3344" name="Freeform 32">
                    <a:extLst>
                      <a:ext uri="{FF2B5EF4-FFF2-40B4-BE49-F238E27FC236}">
                        <a16:creationId xmlns:a16="http://schemas.microsoft.com/office/drawing/2014/main" id="{EE2273F5-11BA-4695-AB09-074722C967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3323" name="Group 33">
            <a:extLst>
              <a:ext uri="{FF2B5EF4-FFF2-40B4-BE49-F238E27FC236}">
                <a16:creationId xmlns:a16="http://schemas.microsoft.com/office/drawing/2014/main" id="{F7EB63B0-3E0F-40D9-BF9F-00C994FEA917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6124575"/>
            <a:ext cx="322263" cy="420688"/>
            <a:chOff x="112" y="4288"/>
            <a:chExt cx="439" cy="478"/>
          </a:xfrm>
        </p:grpSpPr>
        <p:grpSp>
          <p:nvGrpSpPr>
            <p:cNvPr id="13328" name="Group 34">
              <a:extLst>
                <a:ext uri="{FF2B5EF4-FFF2-40B4-BE49-F238E27FC236}">
                  <a16:creationId xmlns:a16="http://schemas.microsoft.com/office/drawing/2014/main" id="{35C3131C-849D-44D1-8675-4ECD095337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13332" name="Freeform 35">
                <a:extLst>
                  <a:ext uri="{FF2B5EF4-FFF2-40B4-BE49-F238E27FC236}">
                    <a16:creationId xmlns:a16="http://schemas.microsoft.com/office/drawing/2014/main" id="{72C738AA-6221-44FF-8309-E6CC57E43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88"/>
                <a:ext cx="147" cy="478"/>
              </a:xfrm>
              <a:custGeom>
                <a:avLst/>
                <a:gdLst>
                  <a:gd name="T0" fmla="*/ 49 w 147"/>
                  <a:gd name="T1" fmla="*/ 188 h 478"/>
                  <a:gd name="T2" fmla="*/ 131 w 147"/>
                  <a:gd name="T3" fmla="*/ 472 h 478"/>
                  <a:gd name="T4" fmla="*/ 135 w 147"/>
                  <a:gd name="T5" fmla="*/ 475 h 478"/>
                  <a:gd name="T6" fmla="*/ 139 w 147"/>
                  <a:gd name="T7" fmla="*/ 477 h 478"/>
                  <a:gd name="T8" fmla="*/ 142 w 147"/>
                  <a:gd name="T9" fmla="*/ 475 h 478"/>
                  <a:gd name="T10" fmla="*/ 144 w 147"/>
                  <a:gd name="T11" fmla="*/ 472 h 478"/>
                  <a:gd name="T12" fmla="*/ 146 w 147"/>
                  <a:gd name="T13" fmla="*/ 468 h 478"/>
                  <a:gd name="T14" fmla="*/ 146 w 147"/>
                  <a:gd name="T15" fmla="*/ 463 h 478"/>
                  <a:gd name="T16" fmla="*/ 143 w 147"/>
                  <a:gd name="T17" fmla="*/ 455 h 478"/>
                  <a:gd name="T18" fmla="*/ 61 w 147"/>
                  <a:gd name="T19" fmla="*/ 176 h 478"/>
                  <a:gd name="T20" fmla="*/ 9 w 147"/>
                  <a:gd name="T21" fmla="*/ 5 h 478"/>
                  <a:gd name="T22" fmla="*/ 6 w 147"/>
                  <a:gd name="T23" fmla="*/ 2 h 478"/>
                  <a:gd name="T24" fmla="*/ 4 w 147"/>
                  <a:gd name="T25" fmla="*/ 1 h 478"/>
                  <a:gd name="T26" fmla="*/ 1 w 147"/>
                  <a:gd name="T27" fmla="*/ 0 h 478"/>
                  <a:gd name="T28" fmla="*/ 0 w 147"/>
                  <a:gd name="T29" fmla="*/ 2 h 478"/>
                  <a:gd name="T30" fmla="*/ 0 w 147"/>
                  <a:gd name="T31" fmla="*/ 6 h 478"/>
                  <a:gd name="T32" fmla="*/ 0 w 147"/>
                  <a:gd name="T33" fmla="*/ 10 h 478"/>
                  <a:gd name="T34" fmla="*/ 49 w 147"/>
                  <a:gd name="T35" fmla="*/ 188 h 4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7" h="478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3" name="Freeform 36">
                <a:extLst>
                  <a:ext uri="{FF2B5EF4-FFF2-40B4-BE49-F238E27FC236}">
                    <a16:creationId xmlns:a16="http://schemas.microsoft.com/office/drawing/2014/main" id="{FDFB293C-BCFF-4B87-A417-30CE6B3E1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" y="4290"/>
                <a:ext cx="145" cy="476"/>
              </a:xfrm>
              <a:custGeom>
                <a:avLst/>
                <a:gdLst>
                  <a:gd name="T0" fmla="*/ 50 w 146"/>
                  <a:gd name="T1" fmla="*/ 186 h 477"/>
                  <a:gd name="T2" fmla="*/ 107 w 146"/>
                  <a:gd name="T3" fmla="*/ 447 h 477"/>
                  <a:gd name="T4" fmla="*/ 109 w 146"/>
                  <a:gd name="T5" fmla="*/ 450 h 477"/>
                  <a:gd name="T6" fmla="*/ 114 w 146"/>
                  <a:gd name="T7" fmla="*/ 452 h 477"/>
                  <a:gd name="T8" fmla="*/ 117 w 146"/>
                  <a:gd name="T9" fmla="*/ 450 h 477"/>
                  <a:gd name="T10" fmla="*/ 120 w 146"/>
                  <a:gd name="T11" fmla="*/ 449 h 477"/>
                  <a:gd name="T12" fmla="*/ 121 w 146"/>
                  <a:gd name="T13" fmla="*/ 443 h 477"/>
                  <a:gd name="T14" fmla="*/ 121 w 146"/>
                  <a:gd name="T15" fmla="*/ 438 h 477"/>
                  <a:gd name="T16" fmla="*/ 119 w 146"/>
                  <a:gd name="T17" fmla="*/ 430 h 477"/>
                  <a:gd name="T18" fmla="*/ 61 w 146"/>
                  <a:gd name="T19" fmla="*/ 174 h 477"/>
                  <a:gd name="T20" fmla="*/ 9 w 146"/>
                  <a:gd name="T21" fmla="*/ 4 h 477"/>
                  <a:gd name="T22" fmla="*/ 6 w 146"/>
                  <a:gd name="T23" fmla="*/ 2 h 477"/>
                  <a:gd name="T24" fmla="*/ 4 w 146"/>
                  <a:gd name="T25" fmla="*/ 0 h 477"/>
                  <a:gd name="T26" fmla="*/ 2 w 146"/>
                  <a:gd name="T27" fmla="*/ 0 h 477"/>
                  <a:gd name="T28" fmla="*/ 1 w 146"/>
                  <a:gd name="T29" fmla="*/ 2 h 477"/>
                  <a:gd name="T30" fmla="*/ 0 w 146"/>
                  <a:gd name="T31" fmla="*/ 5 h 477"/>
                  <a:gd name="T32" fmla="*/ 0 w 146"/>
                  <a:gd name="T33" fmla="*/ 9 h 477"/>
                  <a:gd name="T34" fmla="*/ 50 w 146"/>
                  <a:gd name="T35" fmla="*/ 186 h 4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477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29" name="Group 37">
              <a:extLst>
                <a:ext uri="{FF2B5EF4-FFF2-40B4-BE49-F238E27FC236}">
                  <a16:creationId xmlns:a16="http://schemas.microsoft.com/office/drawing/2014/main" id="{7B164E8A-BB6A-4F20-9D60-20D3E880B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13330" name="Freeform 38">
                <a:extLst>
                  <a:ext uri="{FF2B5EF4-FFF2-40B4-BE49-F238E27FC236}">
                    <a16:creationId xmlns:a16="http://schemas.microsoft.com/office/drawing/2014/main" id="{A4EAF20A-1D04-4694-AC53-E02A8453E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" y="4304"/>
                <a:ext cx="272" cy="276"/>
              </a:xfrm>
              <a:custGeom>
                <a:avLst/>
                <a:gdLst>
                  <a:gd name="T0" fmla="*/ 43 w 273"/>
                  <a:gd name="T1" fmla="*/ 32 h 276"/>
                  <a:gd name="T2" fmla="*/ 69 w 273"/>
                  <a:gd name="T3" fmla="*/ 13 h 276"/>
                  <a:gd name="T4" fmla="*/ 92 w 273"/>
                  <a:gd name="T5" fmla="*/ 4 h 276"/>
                  <a:gd name="T6" fmla="*/ 123 w 273"/>
                  <a:gd name="T7" fmla="*/ 0 h 276"/>
                  <a:gd name="T8" fmla="*/ 136 w 273"/>
                  <a:gd name="T9" fmla="*/ 9 h 276"/>
                  <a:gd name="T10" fmla="*/ 170 w 273"/>
                  <a:gd name="T11" fmla="*/ 36 h 276"/>
                  <a:gd name="T12" fmla="*/ 208 w 273"/>
                  <a:gd name="T13" fmla="*/ 75 h 276"/>
                  <a:gd name="T14" fmla="*/ 241 w 273"/>
                  <a:gd name="T15" fmla="*/ 128 h 276"/>
                  <a:gd name="T16" fmla="*/ 244 w 273"/>
                  <a:gd name="T17" fmla="*/ 156 h 276"/>
                  <a:gd name="T18" fmla="*/ 237 w 273"/>
                  <a:gd name="T19" fmla="*/ 146 h 276"/>
                  <a:gd name="T20" fmla="*/ 229 w 273"/>
                  <a:gd name="T21" fmla="*/ 138 h 276"/>
                  <a:gd name="T22" fmla="*/ 218 w 273"/>
                  <a:gd name="T23" fmla="*/ 133 h 276"/>
                  <a:gd name="T24" fmla="*/ 208 w 273"/>
                  <a:gd name="T25" fmla="*/ 132 h 276"/>
                  <a:gd name="T26" fmla="*/ 196 w 273"/>
                  <a:gd name="T27" fmla="*/ 133 h 276"/>
                  <a:gd name="T28" fmla="*/ 185 w 273"/>
                  <a:gd name="T29" fmla="*/ 137 h 276"/>
                  <a:gd name="T30" fmla="*/ 177 w 273"/>
                  <a:gd name="T31" fmla="*/ 144 h 276"/>
                  <a:gd name="T32" fmla="*/ 169 w 273"/>
                  <a:gd name="T33" fmla="*/ 155 h 276"/>
                  <a:gd name="T34" fmla="*/ 163 w 273"/>
                  <a:gd name="T35" fmla="*/ 167 h 276"/>
                  <a:gd name="T36" fmla="*/ 160 w 273"/>
                  <a:gd name="T37" fmla="*/ 181 h 276"/>
                  <a:gd name="T38" fmla="*/ 162 w 273"/>
                  <a:gd name="T39" fmla="*/ 196 h 276"/>
                  <a:gd name="T40" fmla="*/ 142 w 273"/>
                  <a:gd name="T41" fmla="*/ 150 h 276"/>
                  <a:gd name="T42" fmla="*/ 99 w 273"/>
                  <a:gd name="T43" fmla="*/ 225 h 276"/>
                  <a:gd name="T44" fmla="*/ 99 w 273"/>
                  <a:gd name="T45" fmla="*/ 231 h 276"/>
                  <a:gd name="T46" fmla="*/ 92 w 273"/>
                  <a:gd name="T47" fmla="*/ 221 h 276"/>
                  <a:gd name="T48" fmla="*/ 83 w 273"/>
                  <a:gd name="T49" fmla="*/ 212 h 276"/>
                  <a:gd name="T50" fmla="*/ 73 w 273"/>
                  <a:gd name="T51" fmla="*/ 207 h 276"/>
                  <a:gd name="T52" fmla="*/ 63 w 273"/>
                  <a:gd name="T53" fmla="*/ 204 h 276"/>
                  <a:gd name="T54" fmla="*/ 53 w 273"/>
                  <a:gd name="T55" fmla="*/ 206 h 276"/>
                  <a:gd name="T56" fmla="*/ 43 w 273"/>
                  <a:gd name="T57" fmla="*/ 208 h 276"/>
                  <a:gd name="T58" fmla="*/ 33 w 273"/>
                  <a:gd name="T59" fmla="*/ 214 h 276"/>
                  <a:gd name="T60" fmla="*/ 25 w 273"/>
                  <a:gd name="T61" fmla="*/ 222 h 276"/>
                  <a:gd name="T62" fmla="*/ 19 w 273"/>
                  <a:gd name="T63" fmla="*/ 231 h 276"/>
                  <a:gd name="T64" fmla="*/ 15 w 273"/>
                  <a:gd name="T65" fmla="*/ 243 h 276"/>
                  <a:gd name="T66" fmla="*/ 14 w 273"/>
                  <a:gd name="T67" fmla="*/ 258 h 276"/>
                  <a:gd name="T68" fmla="*/ 17 w 273"/>
                  <a:gd name="T69" fmla="*/ 275 h 276"/>
                  <a:gd name="T70" fmla="*/ 3 w 273"/>
                  <a:gd name="T71" fmla="*/ 229 h 276"/>
                  <a:gd name="T72" fmla="*/ 0 w 273"/>
                  <a:gd name="T73" fmla="*/ 173 h 276"/>
                  <a:gd name="T74" fmla="*/ 4 w 273"/>
                  <a:gd name="T75" fmla="*/ 119 h 276"/>
                  <a:gd name="T76" fmla="*/ 30 w 273"/>
                  <a:gd name="T77" fmla="*/ 48 h 27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73" h="276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1" name="Freeform 39">
                <a:extLst>
                  <a:ext uri="{FF2B5EF4-FFF2-40B4-BE49-F238E27FC236}">
                    <a16:creationId xmlns:a16="http://schemas.microsoft.com/office/drawing/2014/main" id="{616C2727-4621-45CA-BB47-DD759FA57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" y="4295"/>
                <a:ext cx="439" cy="321"/>
              </a:xfrm>
              <a:custGeom>
                <a:avLst/>
                <a:gdLst>
                  <a:gd name="T0" fmla="*/ 146 w 439"/>
                  <a:gd name="T1" fmla="*/ 22 h 321"/>
                  <a:gd name="T2" fmla="*/ 113 w 439"/>
                  <a:gd name="T3" fmla="*/ 43 h 321"/>
                  <a:gd name="T4" fmla="*/ 83 w 439"/>
                  <a:gd name="T5" fmla="*/ 67 h 321"/>
                  <a:gd name="T6" fmla="*/ 57 w 439"/>
                  <a:gd name="T7" fmla="*/ 96 h 321"/>
                  <a:gd name="T8" fmla="*/ 31 w 439"/>
                  <a:gd name="T9" fmla="*/ 134 h 321"/>
                  <a:gd name="T10" fmla="*/ 12 w 439"/>
                  <a:gd name="T11" fmla="*/ 177 h 321"/>
                  <a:gd name="T12" fmla="*/ 1 w 439"/>
                  <a:gd name="T13" fmla="*/ 227 h 321"/>
                  <a:gd name="T14" fmla="*/ 0 w 439"/>
                  <a:gd name="T15" fmla="*/ 278 h 321"/>
                  <a:gd name="T16" fmla="*/ 9 w 439"/>
                  <a:gd name="T17" fmla="*/ 320 h 321"/>
                  <a:gd name="T18" fmla="*/ 10 w 439"/>
                  <a:gd name="T19" fmla="*/ 282 h 321"/>
                  <a:gd name="T20" fmla="*/ 29 w 439"/>
                  <a:gd name="T21" fmla="*/ 258 h 321"/>
                  <a:gd name="T22" fmla="*/ 55 w 439"/>
                  <a:gd name="T23" fmla="*/ 250 h 321"/>
                  <a:gd name="T24" fmla="*/ 81 w 439"/>
                  <a:gd name="T25" fmla="*/ 260 h 321"/>
                  <a:gd name="T26" fmla="*/ 94 w 439"/>
                  <a:gd name="T27" fmla="*/ 276 h 321"/>
                  <a:gd name="T28" fmla="*/ 84 w 439"/>
                  <a:gd name="T29" fmla="*/ 229 h 321"/>
                  <a:gd name="T30" fmla="*/ 81 w 439"/>
                  <a:gd name="T31" fmla="*/ 178 h 321"/>
                  <a:gd name="T32" fmla="*/ 85 w 439"/>
                  <a:gd name="T33" fmla="*/ 129 h 321"/>
                  <a:gd name="T34" fmla="*/ 96 w 439"/>
                  <a:gd name="T35" fmla="*/ 91 h 321"/>
                  <a:gd name="T36" fmla="*/ 113 w 439"/>
                  <a:gd name="T37" fmla="*/ 57 h 321"/>
                  <a:gd name="T38" fmla="*/ 138 w 439"/>
                  <a:gd name="T39" fmla="*/ 30 h 321"/>
                  <a:gd name="T40" fmla="*/ 149 w 439"/>
                  <a:gd name="T41" fmla="*/ 30 h 321"/>
                  <a:gd name="T42" fmla="*/ 146 w 439"/>
                  <a:gd name="T43" fmla="*/ 71 h 321"/>
                  <a:gd name="T44" fmla="*/ 150 w 439"/>
                  <a:gd name="T45" fmla="*/ 116 h 321"/>
                  <a:gd name="T46" fmla="*/ 161 w 439"/>
                  <a:gd name="T47" fmla="*/ 172 h 321"/>
                  <a:gd name="T48" fmla="*/ 174 w 439"/>
                  <a:gd name="T49" fmla="*/ 220 h 321"/>
                  <a:gd name="T50" fmla="*/ 179 w 439"/>
                  <a:gd name="T51" fmla="*/ 231 h 321"/>
                  <a:gd name="T52" fmla="*/ 189 w 439"/>
                  <a:gd name="T53" fmla="*/ 196 h 321"/>
                  <a:gd name="T54" fmla="*/ 217 w 439"/>
                  <a:gd name="T55" fmla="*/ 178 h 321"/>
                  <a:gd name="T56" fmla="*/ 247 w 439"/>
                  <a:gd name="T57" fmla="*/ 184 h 321"/>
                  <a:gd name="T58" fmla="*/ 262 w 439"/>
                  <a:gd name="T59" fmla="*/ 198 h 321"/>
                  <a:gd name="T60" fmla="*/ 248 w 439"/>
                  <a:gd name="T61" fmla="*/ 158 h 321"/>
                  <a:gd name="T62" fmla="*/ 231 w 439"/>
                  <a:gd name="T63" fmla="*/ 115 h 321"/>
                  <a:gd name="T64" fmla="*/ 211 w 439"/>
                  <a:gd name="T65" fmla="*/ 75 h 321"/>
                  <a:gd name="T66" fmla="*/ 192 w 439"/>
                  <a:gd name="T67" fmla="*/ 44 h 321"/>
                  <a:gd name="T68" fmla="*/ 170 w 439"/>
                  <a:gd name="T69" fmla="*/ 20 h 321"/>
                  <a:gd name="T70" fmla="*/ 183 w 439"/>
                  <a:gd name="T71" fmla="*/ 12 h 321"/>
                  <a:gd name="T72" fmla="*/ 217 w 439"/>
                  <a:gd name="T73" fmla="*/ 14 h 321"/>
                  <a:gd name="T74" fmla="*/ 251 w 439"/>
                  <a:gd name="T75" fmla="*/ 30 h 321"/>
                  <a:gd name="T76" fmla="*/ 278 w 439"/>
                  <a:gd name="T77" fmla="*/ 52 h 321"/>
                  <a:gd name="T78" fmla="*/ 303 w 439"/>
                  <a:gd name="T79" fmla="*/ 80 h 321"/>
                  <a:gd name="T80" fmla="*/ 324 w 439"/>
                  <a:gd name="T81" fmla="*/ 112 h 321"/>
                  <a:gd name="T82" fmla="*/ 341 w 439"/>
                  <a:gd name="T83" fmla="*/ 149 h 321"/>
                  <a:gd name="T84" fmla="*/ 350 w 439"/>
                  <a:gd name="T85" fmla="*/ 157 h 321"/>
                  <a:gd name="T86" fmla="*/ 360 w 439"/>
                  <a:gd name="T87" fmla="*/ 125 h 321"/>
                  <a:gd name="T88" fmla="*/ 383 w 439"/>
                  <a:gd name="T89" fmla="*/ 106 h 321"/>
                  <a:gd name="T90" fmla="*/ 407 w 439"/>
                  <a:gd name="T91" fmla="*/ 106 h 321"/>
                  <a:gd name="T92" fmla="*/ 430 w 439"/>
                  <a:gd name="T93" fmla="*/ 125 h 321"/>
                  <a:gd name="T94" fmla="*/ 430 w 439"/>
                  <a:gd name="T95" fmla="*/ 116 h 321"/>
                  <a:gd name="T96" fmla="*/ 411 w 439"/>
                  <a:gd name="T97" fmla="*/ 83 h 321"/>
                  <a:gd name="T98" fmla="*/ 387 w 439"/>
                  <a:gd name="T99" fmla="*/ 53 h 321"/>
                  <a:gd name="T100" fmla="*/ 356 w 439"/>
                  <a:gd name="T101" fmla="*/ 29 h 321"/>
                  <a:gd name="T102" fmla="*/ 324 w 439"/>
                  <a:gd name="T103" fmla="*/ 13 h 321"/>
                  <a:gd name="T104" fmla="*/ 291 w 439"/>
                  <a:gd name="T105" fmla="*/ 4 h 321"/>
                  <a:gd name="T106" fmla="*/ 256 w 439"/>
                  <a:gd name="T107" fmla="*/ 0 h 321"/>
                  <a:gd name="T108" fmla="*/ 217 w 439"/>
                  <a:gd name="T109" fmla="*/ 1 h 321"/>
                  <a:gd name="T110" fmla="*/ 180 w 439"/>
                  <a:gd name="T111" fmla="*/ 9 h 32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39" h="321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36" name="Text Box 40">
            <a:extLst>
              <a:ext uri="{FF2B5EF4-FFF2-40B4-BE49-F238E27FC236}">
                <a16:creationId xmlns:a16="http://schemas.microsoft.com/office/drawing/2014/main" id="{69376CED-48CF-4E07-9479-58F5BBC9F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37" name="Text Box 41">
            <a:extLst>
              <a:ext uri="{FF2B5EF4-FFF2-40B4-BE49-F238E27FC236}">
                <a16:creationId xmlns:a16="http://schemas.microsoft.com/office/drawing/2014/main" id="{5E0876FD-FEEA-4340-BA5F-E6E8F7FE2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CC3300"/>
                </a:solidFill>
              </a:rPr>
              <a:t>7.</a:t>
            </a:r>
            <a:fld id="{22E8F9C6-AD89-472E-A633-416A4ECDB821}" type="slidenum">
              <a:rPr lang="en-US" alt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CC3300"/>
              </a:solidFill>
            </a:endParaRPr>
          </a:p>
        </p:txBody>
      </p:sp>
      <p:sp>
        <p:nvSpPr>
          <p:cNvPr id="115754" name="Rectangle 42">
            <a:extLst>
              <a:ext uri="{FF2B5EF4-FFF2-40B4-BE49-F238E27FC236}">
                <a16:creationId xmlns:a16="http://schemas.microsoft.com/office/drawing/2014/main" id="{00F168DB-400D-4583-ADFF-9B9F92912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Box 43">
            <a:extLst>
              <a:ext uri="{FF2B5EF4-FFF2-40B4-BE49-F238E27FC236}">
                <a16:creationId xmlns:a16="http://schemas.microsoft.com/office/drawing/2014/main" id="{E72A76E3-E82B-4AB3-AC4E-6500FB80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843088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419059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2055" r:id="rId1"/>
    <p:sldLayoutId id="2147492056" r:id="rId2"/>
    <p:sldLayoutId id="2147492057" r:id="rId3"/>
    <p:sldLayoutId id="2147492058" r:id="rId4"/>
    <p:sldLayoutId id="2147492059" r:id="rId5"/>
    <p:sldLayoutId id="2147492060" r:id="rId6"/>
    <p:sldLayoutId id="2147492061" r:id="rId7"/>
    <p:sldLayoutId id="2147492062" r:id="rId8"/>
    <p:sldLayoutId id="2147492063" r:id="rId9"/>
    <p:sldLayoutId id="2147492064" r:id="rId10"/>
    <p:sldLayoutId id="214749206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607" y="542163"/>
            <a:ext cx="7883066" cy="2281355"/>
          </a:xfrm>
        </p:spPr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467" y="1540691"/>
            <a:ext cx="7883066" cy="2281355"/>
          </a:xfrm>
        </p:spPr>
        <p:txBody>
          <a:bodyPr/>
          <a:lstStyle/>
          <a:p>
            <a:pPr algn="ctr"/>
            <a:r>
              <a:rPr lang="en-US" dirty="0"/>
              <a:t>Relational Database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26">
            <a:extLst>
              <a:ext uri="{FF2B5EF4-FFF2-40B4-BE49-F238E27FC236}">
                <a16:creationId xmlns:a16="http://schemas.microsoft.com/office/drawing/2014/main" id="{BC8005EC-FFAE-49B9-B29C-7E2EB21F8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Functional Dependencies (Cont.)</a:t>
            </a:r>
          </a:p>
        </p:txBody>
      </p:sp>
      <p:sp>
        <p:nvSpPr>
          <p:cNvPr id="103427" name="Rectangle 1027">
            <a:extLst>
              <a:ext uri="{FF2B5EF4-FFF2-40B4-BE49-F238E27FC236}">
                <a16:creationId xmlns:a16="http://schemas.microsoft.com/office/drawing/2014/main" id="{A642B7F2-0737-4F1A-9C2E-DD64DED6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i="1">
                <a:sym typeface="Monotype Sorts" pitchFamily="2" charset="2"/>
              </a:rPr>
              <a:t>A </a:t>
            </a:r>
            <a:r>
              <a:rPr lang="en-US" altLang="en-US" sz="3200" b="1">
                <a:sym typeface="Monotype Sorts" pitchFamily="2" charset="2"/>
              </a:rPr>
              <a:t>functional </a:t>
            </a:r>
            <a:r>
              <a:rPr lang="en-US" altLang="en-US" sz="3200">
                <a:sym typeface="Monotype Sorts" pitchFamily="2" charset="2"/>
              </a:rPr>
              <a:t>dependency is </a:t>
            </a:r>
            <a:r>
              <a:rPr lang="en-US" altLang="en-US" sz="3200" b="1">
                <a:solidFill>
                  <a:schemeClr val="tx2"/>
                </a:solidFill>
                <a:sym typeface="Monotype Sorts" pitchFamily="2" charset="2"/>
              </a:rPr>
              <a:t>trivial</a:t>
            </a:r>
            <a:r>
              <a:rPr lang="en-US" altLang="en-US" sz="3200">
                <a:sym typeface="Monotype Sorts" pitchFamily="2" charset="2"/>
              </a:rPr>
              <a:t> if it is satisfied by </a:t>
            </a:r>
            <a:r>
              <a:rPr lang="en-US" altLang="en-US" sz="3200" b="1">
                <a:sym typeface="Monotype Sorts" pitchFamily="2" charset="2"/>
              </a:rPr>
              <a:t>all instances of a relation</a:t>
            </a:r>
          </a:p>
          <a:p>
            <a:pPr lvl="1"/>
            <a:r>
              <a:rPr lang="en-US" altLang="en-US" i="1">
                <a:sym typeface="Monotype Sorts" pitchFamily="2" charset="2"/>
              </a:rPr>
              <a:t>E.g.</a:t>
            </a:r>
          </a:p>
          <a:p>
            <a:pPr lvl="2"/>
            <a:r>
              <a:rPr lang="en-US" altLang="en-US" sz="2800" i="1">
                <a:sym typeface="Monotype Sorts" pitchFamily="2" charset="2"/>
              </a:rPr>
              <a:t> customer-name, </a:t>
            </a:r>
            <a:r>
              <a:rPr lang="en-US" altLang="en-US" sz="2800" i="1"/>
              <a:t>loan-number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>
                <a:sym typeface="Monotype Sorts" pitchFamily="2" charset="2"/>
              </a:rPr>
              <a:t> </a:t>
            </a:r>
            <a:r>
              <a:rPr lang="en-US" altLang="en-US" sz="2800" i="1">
                <a:sym typeface="Monotype Sorts" pitchFamily="2" charset="2"/>
              </a:rPr>
              <a:t>customer-name</a:t>
            </a:r>
          </a:p>
          <a:p>
            <a:pPr lvl="2"/>
            <a:r>
              <a:rPr lang="en-US" altLang="en-US" sz="2800" i="1">
                <a:sym typeface="Monotype Sorts" pitchFamily="2" charset="2"/>
              </a:rPr>
              <a:t> customer-name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>
                <a:sym typeface="Monotype Sorts" pitchFamily="2" charset="2"/>
              </a:rPr>
              <a:t> </a:t>
            </a:r>
            <a:r>
              <a:rPr lang="en-US" altLang="en-US" sz="2800" i="1">
                <a:sym typeface="Monotype Sorts" pitchFamily="2" charset="2"/>
              </a:rPr>
              <a:t>customer-name</a:t>
            </a:r>
          </a:p>
          <a:p>
            <a:pPr lvl="1"/>
            <a:r>
              <a:rPr lang="en-US" altLang="en-US">
                <a:sym typeface="Monotype Sorts" pitchFamily="2" charset="2"/>
              </a:rPr>
              <a:t>In general, </a:t>
            </a:r>
            <a:r>
              <a:rPr lang="en-US" altLang="en-US">
                <a:sym typeface="Symbol" panose="05050102010706020507" pitchFamily="18" charset="2"/>
              </a:rPr>
              <a:t> 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 i="1">
                <a:sym typeface="Symbol" panose="05050102010706020507" pitchFamily="18" charset="2"/>
              </a:rPr>
              <a:t> </a:t>
            </a:r>
            <a:r>
              <a:rPr lang="en-US" altLang="en-US">
                <a:sym typeface="Symbol" panose="05050102010706020507" pitchFamily="18" charset="2"/>
              </a:rPr>
              <a:t>is</a:t>
            </a:r>
            <a:r>
              <a:rPr lang="en-US" altLang="en-US" b="1">
                <a:solidFill>
                  <a:srgbClr val="C00000"/>
                </a:solidFill>
                <a:sym typeface="Symbol" panose="05050102010706020507" pitchFamily="18" charset="2"/>
              </a:rPr>
              <a:t> trivial </a:t>
            </a:r>
            <a:r>
              <a:rPr lang="en-US" altLang="en-US" b="1">
                <a:sym typeface="Symbol" panose="05050102010706020507" pitchFamily="18" charset="2"/>
              </a:rPr>
              <a:t>if</a:t>
            </a:r>
            <a:r>
              <a:rPr lang="en-US" altLang="en-US" b="1" i="1">
                <a:sym typeface="Symbol" panose="05050102010706020507" pitchFamily="18" charset="2"/>
              </a:rPr>
              <a:t> </a:t>
            </a:r>
            <a:r>
              <a:rPr lang="en-US" altLang="en-US" b="1">
                <a:sym typeface="Symbol" panose="05050102010706020507" pitchFamily="18" charset="2"/>
              </a:rPr>
              <a:t>   </a:t>
            </a:r>
            <a:br>
              <a:rPr lang="en-US" altLang="en-US" i="1">
                <a:sym typeface="Symbol" panose="05050102010706020507" pitchFamily="18" charset="2"/>
              </a:rPr>
            </a:br>
            <a:r>
              <a:rPr lang="en-US" altLang="en-US" i="1">
                <a:sym typeface="Symbol" panose="05050102010706020507" pitchFamily="18" charset="2"/>
              </a:rPr>
              <a:t> 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7C7F-EB0D-4A55-9964-0B37D76E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778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B1C6AC-0A02-4922-A12B-C9EDDF5F2C48}"/>
              </a:ext>
            </a:extLst>
          </p:cNvPr>
          <p:cNvSpPr/>
          <p:nvPr/>
        </p:nvSpPr>
        <p:spPr>
          <a:xfrm>
            <a:off x="320675" y="918586"/>
            <a:ext cx="8716962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Palatino-Roman"/>
              </a:rPr>
              <a:t>Some functional dependencies are said to be </a:t>
            </a:r>
            <a:r>
              <a:rPr lang="en-US" sz="2800" b="1" dirty="0">
                <a:solidFill>
                  <a:srgbClr val="000000"/>
                </a:solidFill>
                <a:latin typeface="Palatino-Bold"/>
              </a:rPr>
              <a:t>trivial </a:t>
            </a:r>
            <a:r>
              <a:rPr lang="en-US" sz="2800" dirty="0">
                <a:solidFill>
                  <a:srgbClr val="000000"/>
                </a:solidFill>
                <a:latin typeface="Palatino-Roman"/>
              </a:rPr>
              <a:t>because they are satisfied by </a:t>
            </a:r>
            <a:r>
              <a:rPr lang="en-US" sz="2800" b="1" dirty="0">
                <a:solidFill>
                  <a:srgbClr val="FF0000"/>
                </a:solidFill>
                <a:latin typeface="Palatino-Roman"/>
              </a:rPr>
              <a:t>all relations.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Palatino-Roman"/>
              </a:rPr>
              <a:t> 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Palatino-Roman"/>
              </a:rPr>
              <a:t>For example, </a:t>
            </a:r>
            <a:r>
              <a:rPr lang="en-US" sz="2800" b="1" i="1" dirty="0">
                <a:solidFill>
                  <a:srgbClr val="FF0000"/>
                </a:solidFill>
                <a:latin typeface="Palatino-Italic"/>
              </a:rPr>
              <a:t>A </a:t>
            </a:r>
            <a:r>
              <a:rPr lang="en-US" sz="2800" b="1" i="1" dirty="0">
                <a:solidFill>
                  <a:srgbClr val="FF0000"/>
                </a:solidFill>
                <a:latin typeface="CMSY10"/>
              </a:rPr>
              <a:t>→ </a:t>
            </a:r>
            <a:r>
              <a:rPr lang="en-US" sz="2800" b="1" i="1" dirty="0">
                <a:solidFill>
                  <a:srgbClr val="FF0000"/>
                </a:solidFill>
                <a:latin typeface="Palatino-Italic"/>
              </a:rPr>
              <a:t>A </a:t>
            </a:r>
            <a:r>
              <a:rPr lang="en-US" sz="2800" dirty="0">
                <a:solidFill>
                  <a:srgbClr val="000000"/>
                </a:solidFill>
                <a:latin typeface="Palatino-Roman"/>
              </a:rPr>
              <a:t>is satisfied by all relations 	involving attribute </a:t>
            </a:r>
            <a:r>
              <a:rPr lang="en-US" sz="2800" i="1" dirty="0">
                <a:solidFill>
                  <a:srgbClr val="000000"/>
                </a:solidFill>
                <a:latin typeface="Palatino-Italic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Palatino-Roman"/>
              </a:rPr>
              <a:t>.</a:t>
            </a:r>
          </a:p>
          <a:p>
            <a:pPr>
              <a:defRPr/>
            </a:pPr>
            <a:endParaRPr lang="en-US" sz="2800" dirty="0">
              <a:solidFill>
                <a:srgbClr val="000000"/>
              </a:solidFill>
              <a:latin typeface="Palatino-Roman"/>
            </a:endParaRPr>
          </a:p>
          <a:p>
            <a:pPr>
              <a:defRPr/>
            </a:pP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91140" name="Picture 2">
            <a:extLst>
              <a:ext uri="{FF2B5EF4-FFF2-40B4-BE49-F238E27FC236}">
                <a16:creationId xmlns:a16="http://schemas.microsoft.com/office/drawing/2014/main" id="{FC580552-7EAB-4420-B787-33F86DE8E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128588"/>
            <a:ext cx="80772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F7D4B792-8496-4FDB-93D6-E03C8567D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/>
              <a:t>Closure of a Set of Functional Dependencies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08EACFA5-D767-454A-8C8C-DC744608A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114425"/>
            <a:ext cx="8077200" cy="5029200"/>
          </a:xfrm>
        </p:spPr>
        <p:txBody>
          <a:bodyPr/>
          <a:lstStyle/>
          <a:p>
            <a:r>
              <a:rPr lang="en-US" altLang="en-US" sz="3200"/>
              <a:t>Given a set </a:t>
            </a:r>
            <a:r>
              <a:rPr lang="en-US" altLang="en-US" sz="3200" i="1"/>
              <a:t>F</a:t>
            </a:r>
            <a:r>
              <a:rPr lang="en-US" altLang="en-US" sz="3200"/>
              <a:t> set of functional dependencies, there are certain </a:t>
            </a:r>
            <a:r>
              <a:rPr lang="en-US" altLang="en-US" sz="3200" b="1"/>
              <a:t>other functional dependencies </a:t>
            </a:r>
            <a:r>
              <a:rPr lang="en-US" altLang="en-US" sz="3200"/>
              <a:t>that </a:t>
            </a:r>
            <a:r>
              <a:rPr lang="en-US" altLang="en-US" sz="3200" b="1">
                <a:solidFill>
                  <a:srgbClr val="FF0000"/>
                </a:solidFill>
              </a:rPr>
              <a:t>are logically implied </a:t>
            </a:r>
            <a:r>
              <a:rPr lang="en-US" altLang="en-US" sz="3200"/>
              <a:t>by </a:t>
            </a:r>
            <a:r>
              <a:rPr lang="en-US" altLang="en-US" sz="3200" i="1"/>
              <a:t>F</a:t>
            </a:r>
            <a:r>
              <a:rPr lang="en-US" altLang="en-US" sz="3200"/>
              <a:t>.</a:t>
            </a:r>
          </a:p>
          <a:p>
            <a:pPr lvl="1"/>
            <a:r>
              <a:rPr lang="en-US" altLang="en-US"/>
              <a:t>E.g.  If  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B and  B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C,  then we can infer that 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C</a:t>
            </a:r>
            <a:endParaRPr lang="en-US" altLang="en-US"/>
          </a:p>
          <a:p>
            <a:r>
              <a:rPr lang="en-US" altLang="en-US" sz="3200"/>
              <a:t>The set of all functional dependencies logically implied by </a:t>
            </a:r>
            <a:r>
              <a:rPr lang="en-US" altLang="en-US" sz="3200" i="1"/>
              <a:t>F</a:t>
            </a:r>
            <a:r>
              <a:rPr lang="en-US" altLang="en-US" sz="3200"/>
              <a:t> is the </a:t>
            </a:r>
            <a:r>
              <a:rPr lang="en-US" altLang="en-US" sz="3200" i="1">
                <a:solidFill>
                  <a:schemeClr val="tx2"/>
                </a:solidFill>
              </a:rPr>
              <a:t>closure</a:t>
            </a:r>
            <a:r>
              <a:rPr lang="en-US" altLang="en-US" sz="3200"/>
              <a:t> of </a:t>
            </a:r>
            <a:r>
              <a:rPr lang="en-US" altLang="en-US" sz="3200" i="1"/>
              <a:t>F</a:t>
            </a:r>
            <a:r>
              <a:rPr lang="en-US" altLang="en-US" sz="3200"/>
              <a:t>.</a:t>
            </a:r>
          </a:p>
          <a:p>
            <a:r>
              <a:rPr lang="en-US" altLang="en-US" sz="3200"/>
              <a:t>We denote the </a:t>
            </a:r>
            <a:r>
              <a:rPr lang="en-US" altLang="en-US" sz="3200" b="1" i="1"/>
              <a:t>closure </a:t>
            </a:r>
            <a:r>
              <a:rPr lang="en-US" altLang="en-US" sz="3200" b="1"/>
              <a:t>of </a:t>
            </a:r>
            <a:r>
              <a:rPr lang="en-US" altLang="en-US" sz="3200" b="1" i="1"/>
              <a:t>F</a:t>
            </a:r>
            <a:r>
              <a:rPr lang="en-US" altLang="en-US" sz="3200" b="1"/>
              <a:t> by </a:t>
            </a:r>
            <a:r>
              <a:rPr lang="en-US" altLang="en-US" sz="3200" b="1">
                <a:solidFill>
                  <a:schemeClr val="tx2"/>
                </a:solidFill>
              </a:rPr>
              <a:t>F</a:t>
            </a:r>
            <a:r>
              <a:rPr lang="en-US" altLang="en-US" sz="3200" b="1" i="1" baseline="30000">
                <a:solidFill>
                  <a:schemeClr val="tx2"/>
                </a:solidFill>
              </a:rPr>
              <a:t>+</a:t>
            </a:r>
            <a:r>
              <a:rPr lang="en-US" altLang="en-US" sz="3200" b="1" i="1">
                <a:solidFill>
                  <a:schemeClr val="tx2"/>
                </a:solidFill>
              </a:rPr>
              <a:t>.</a:t>
            </a:r>
          </a:p>
          <a:p>
            <a:endParaRPr lang="en-US" altLang="en-US" sz="1800">
              <a:sym typeface="Greek Symbols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B9D1-91B3-4CE2-BCB9-221AFFCA1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778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7097DE8A-9CD9-435F-8A51-536053FCA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712788"/>
            <a:ext cx="5319713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A </a:t>
            </a:r>
            <a:r>
              <a:rPr kumimoji="0" lang="en-US" altLang="en-US" sz="2800" i="1">
                <a:solidFill>
                  <a:srgbClr val="000000"/>
                </a:solidFill>
                <a:latin typeface="CMSY10"/>
              </a:rPr>
              <a:t>→</a:t>
            </a: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A </a:t>
            </a:r>
            <a:r>
              <a:rPr kumimoji="0" lang="en-US" altLang="en-US" sz="2800" i="1">
                <a:solidFill>
                  <a:srgbClr val="000000"/>
                </a:solidFill>
                <a:latin typeface="CMSY10"/>
              </a:rPr>
              <a:t>→</a:t>
            </a: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C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CG</a:t>
            </a:r>
            <a:r>
              <a:rPr kumimoji="0" lang="en-US" altLang="en-US" sz="2800" i="1">
                <a:solidFill>
                  <a:srgbClr val="000000"/>
                </a:solidFill>
                <a:latin typeface="CMSY10"/>
              </a:rPr>
              <a:t>→ </a:t>
            </a: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H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CG</a:t>
            </a:r>
            <a:r>
              <a:rPr kumimoji="0" lang="en-US" altLang="en-US" sz="2800" i="1">
                <a:solidFill>
                  <a:srgbClr val="000000"/>
                </a:solidFill>
                <a:latin typeface="CMSY10"/>
              </a:rPr>
              <a:t>→ </a:t>
            </a: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I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B </a:t>
            </a:r>
            <a:r>
              <a:rPr kumimoji="0" lang="en-US" altLang="en-US" sz="2800" i="1">
                <a:solidFill>
                  <a:srgbClr val="000000"/>
                </a:solidFill>
                <a:latin typeface="CMSY10"/>
              </a:rPr>
              <a:t>→ </a:t>
            </a:r>
            <a:r>
              <a:rPr kumimoji="0" lang="en-US" altLang="en-US" sz="2800" i="1">
                <a:solidFill>
                  <a:srgbClr val="000000"/>
                </a:solidFill>
                <a:latin typeface="Palatino-Italic"/>
              </a:rPr>
              <a:t>H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b="1">
                <a:solidFill>
                  <a:srgbClr val="FF0000"/>
                </a:solidFill>
                <a:latin typeface="Palatino-Roman"/>
              </a:rPr>
              <a:t>The functional dependency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b="1" i="1">
                <a:solidFill>
                  <a:srgbClr val="FF0000"/>
                </a:solidFill>
                <a:latin typeface="Palatino-Italic"/>
              </a:rPr>
              <a:t>A</a:t>
            </a:r>
            <a:r>
              <a:rPr kumimoji="0" lang="en-US" altLang="en-US" sz="2800" b="1" i="1">
                <a:solidFill>
                  <a:srgbClr val="FF0000"/>
                </a:solidFill>
                <a:latin typeface="CMSY10"/>
              </a:rPr>
              <a:t>→ </a:t>
            </a:r>
            <a:r>
              <a:rPr kumimoji="0" lang="en-US" altLang="en-US" sz="2800" b="1" i="1">
                <a:solidFill>
                  <a:srgbClr val="FF0000"/>
                </a:solidFill>
                <a:latin typeface="Palatino-Italic"/>
              </a:rPr>
              <a:t>H</a:t>
            </a:r>
            <a:endParaRPr kumimoji="0"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" name="Rectangle 1026">
            <a:extLst>
              <a:ext uri="{FF2B5EF4-FFF2-40B4-BE49-F238E27FC236}">
                <a16:creationId xmlns:a16="http://schemas.microsoft.com/office/drawing/2014/main" id="{ADA1EE23-2941-4223-B6CC-A0400D20A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85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en-US" dirty="0"/>
              <a:t>Functional Dependencies (Cont.)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926B12E2-7521-46E3-902B-4A55DB2FE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/>
              <a:t>Closure of a Set of Functional Dependencies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D2084B9-CE86-4CAC-BB04-16D798A1D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14425"/>
            <a:ext cx="9655175" cy="5029200"/>
          </a:xfrm>
        </p:spPr>
        <p:txBody>
          <a:bodyPr/>
          <a:lstStyle/>
          <a:p>
            <a:r>
              <a:rPr lang="en-US" altLang="en-US" sz="3200" dirty="0"/>
              <a:t>We can find all of</a:t>
            </a:r>
            <a:r>
              <a:rPr lang="en-US" altLang="en-US" sz="3200" i="1" dirty="0"/>
              <a:t> </a:t>
            </a:r>
            <a:r>
              <a:rPr lang="en-US" altLang="en-US" sz="3200" dirty="0"/>
              <a:t>F</a:t>
            </a:r>
            <a:r>
              <a:rPr lang="en-US" altLang="en-US" sz="3200" i="1" baseline="30000" dirty="0"/>
              <a:t>+</a:t>
            </a:r>
            <a:r>
              <a:rPr lang="en-US" altLang="en-US" sz="3200" i="1" dirty="0"/>
              <a:t> </a:t>
            </a:r>
            <a:r>
              <a:rPr lang="en-US" altLang="en-US" sz="3200" dirty="0"/>
              <a:t>by applying Armstrong’s Axioms: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Symbol" panose="05050102010706020507" pitchFamily="18" charset="2"/>
              </a:rPr>
              <a:t>  , then  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                     </a:t>
            </a:r>
            <a:r>
              <a:rPr lang="en-US" altLang="en-US" b="1" dirty="0">
                <a:sym typeface="Symbol" panose="05050102010706020507" pitchFamily="18" charset="2"/>
              </a:rPr>
              <a:t>(reflexivity)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 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, </a:t>
            </a:r>
            <a:r>
              <a:rPr lang="en-US" altLang="en-US" dirty="0">
                <a:sym typeface="Symbol" panose="05050102010706020507" pitchFamily="18" charset="2"/>
              </a:rPr>
              <a:t>then 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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              </a:t>
            </a:r>
            <a:r>
              <a:rPr lang="en-US" altLang="en-US" b="1" dirty="0">
                <a:sym typeface="Symbol" panose="05050102010706020507" pitchFamily="18" charset="2"/>
              </a:rPr>
              <a:t>(augmentation)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 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, </a:t>
            </a:r>
            <a:r>
              <a:rPr lang="en-US" altLang="en-US" dirty="0">
                <a:sym typeface="Symbol" panose="05050102010706020507" pitchFamily="18" charset="2"/>
              </a:rPr>
              <a:t>and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 </a:t>
            </a:r>
            <a:r>
              <a:rPr lang="en-US" altLang="en-US" dirty="0">
                <a:sym typeface="Monotype Sorts" pitchFamily="2" charset="2"/>
              </a:rPr>
              <a:t>, then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</a:t>
            </a:r>
            <a:r>
              <a:rPr lang="en-US" altLang="en-US" dirty="0">
                <a:sym typeface="Greek Symbols" pitchFamily="18" charset="2"/>
              </a:rPr>
              <a:t>   </a:t>
            </a:r>
            <a:r>
              <a:rPr lang="en-US" altLang="en-US" b="1" dirty="0">
                <a:sym typeface="Greek Symbols" pitchFamily="18" charset="2"/>
              </a:rPr>
              <a:t>(transitivity)</a:t>
            </a:r>
          </a:p>
          <a:p>
            <a:r>
              <a:rPr lang="en-US" altLang="en-US" sz="3200" dirty="0">
                <a:sym typeface="Greek Symbols" pitchFamily="18" charset="2"/>
              </a:rPr>
              <a:t>These rules are 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  <a:sym typeface="Greek Symbols" pitchFamily="18" charset="2"/>
              </a:rPr>
              <a:t>sound</a:t>
            </a:r>
            <a:r>
              <a:rPr lang="en-US" altLang="en-US" sz="2400" dirty="0">
                <a:sym typeface="Greek Symbols" pitchFamily="18" charset="2"/>
              </a:rPr>
              <a:t> (generate only functional dependencies that </a:t>
            </a:r>
            <a:r>
              <a:rPr lang="en-US" altLang="en-US" sz="2400" b="1" dirty="0">
                <a:sym typeface="Greek Symbols" pitchFamily="18" charset="2"/>
              </a:rPr>
              <a:t>actually hold</a:t>
            </a:r>
            <a:r>
              <a:rPr lang="en-US" altLang="en-US" sz="2400" dirty="0">
                <a:sym typeface="Greek Symbols" pitchFamily="18" charset="2"/>
              </a:rPr>
              <a:t>) and 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  <a:sym typeface="Greek Symbols" pitchFamily="18" charset="2"/>
              </a:rPr>
              <a:t>complete</a:t>
            </a:r>
            <a:r>
              <a:rPr lang="en-US" altLang="en-US" sz="2400" dirty="0">
                <a:sym typeface="Greek Symbols" pitchFamily="18" charset="2"/>
              </a:rPr>
              <a:t> (generate </a:t>
            </a:r>
            <a:r>
              <a:rPr lang="en-US" altLang="en-US" sz="2400" b="1" dirty="0">
                <a:sym typeface="Greek Symbols" pitchFamily="18" charset="2"/>
              </a:rPr>
              <a:t>all functional </a:t>
            </a:r>
            <a:r>
              <a:rPr lang="en-US" altLang="en-US" sz="2400" dirty="0">
                <a:sym typeface="Greek Symbols" pitchFamily="18" charset="2"/>
              </a:rPr>
              <a:t>dependencies that hold).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05CA8251-E8E5-4D37-8C55-528FDC18A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810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Closure of Functional Dependencies (Cont.)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53A9B6F2-8729-4168-BCA9-55BB87008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520825"/>
            <a:ext cx="8724900" cy="4521200"/>
          </a:xfrm>
        </p:spPr>
        <p:txBody>
          <a:bodyPr/>
          <a:lstStyle/>
          <a:p>
            <a:r>
              <a:rPr lang="en-US" altLang="en-US" sz="2800" dirty="0"/>
              <a:t>We can further simplify manual computation of </a:t>
            </a:r>
            <a:r>
              <a:rPr lang="en-US" altLang="en-US" sz="2800" i="1" dirty="0"/>
              <a:t>F</a:t>
            </a:r>
            <a:r>
              <a:rPr lang="en-US" altLang="en-US" sz="2800" baseline="30000" dirty="0"/>
              <a:t>+</a:t>
            </a:r>
            <a:r>
              <a:rPr lang="en-US" altLang="en-US" sz="2800" dirty="0"/>
              <a:t> by using the following additional rules.</a:t>
            </a: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If  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holds</a:t>
            </a:r>
            <a:r>
              <a:rPr lang="en-US" altLang="en-US" sz="2400" i="1" dirty="0">
                <a:sym typeface="Symbol" panose="05050102010706020507" pitchFamily="18" charset="2"/>
              </a:rPr>
              <a:t> a</a:t>
            </a:r>
            <a:r>
              <a:rPr lang="en-US" altLang="en-US" sz="2400" dirty="0">
                <a:sym typeface="Symbol" panose="05050102010706020507" pitchFamily="18" charset="2"/>
              </a:rPr>
              <a:t>nd 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2" charset="2"/>
              </a:rPr>
              <a:t> holds,  then </a:t>
            </a:r>
            <a:r>
              <a:rPr lang="en-US" altLang="en-US" sz="2400" b="1" dirty="0">
                <a:sym typeface="Symbol" panose="05050102010706020507" pitchFamily="18" charset="2"/>
              </a:rPr>
              <a:t> </a:t>
            </a:r>
            <a:r>
              <a:rPr lang="en-US" altLang="en-US" sz="2400" b="1" dirty="0">
                <a:sym typeface="Monotype Sorts" pitchFamily="2" charset="2"/>
              </a:rPr>
              <a:t> </a:t>
            </a:r>
            <a:r>
              <a:rPr lang="en-US" altLang="en-US" sz="2400" b="1" i="1" dirty="0"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ym typeface="Symbol" panose="05050102010706020507" pitchFamily="18" charset="2"/>
              </a:rPr>
              <a:t></a:t>
            </a:r>
            <a:r>
              <a:rPr lang="en-US" altLang="en-US" sz="2400" b="1" dirty="0">
                <a:sym typeface="Greek Symbols" pitchFamily="18" charset="2"/>
              </a:rPr>
              <a:t> </a:t>
            </a:r>
            <a:r>
              <a:rPr lang="en-US" altLang="en-US" sz="2400" dirty="0">
                <a:sym typeface="Greek Symbols" pitchFamily="18" charset="2"/>
              </a:rPr>
              <a:t>holds </a:t>
            </a:r>
            <a:r>
              <a:rPr lang="en-US" altLang="en-US" sz="2400" b="1" dirty="0">
                <a:sym typeface="Greek Symbols" pitchFamily="18" charset="2"/>
              </a:rPr>
              <a:t>(union)</a:t>
            </a:r>
            <a:endParaRPr lang="en-US" altLang="en-US" sz="2400" dirty="0">
              <a:sym typeface="Greek Symbols" pitchFamily="18" charset="2"/>
            </a:endParaRPr>
          </a:p>
          <a:p>
            <a:pPr lvl="1"/>
            <a:r>
              <a:rPr lang="en-US" altLang="en-US" sz="2400" dirty="0">
                <a:sym typeface="Greek Symbols" pitchFamily="18" charset="2"/>
              </a:rPr>
              <a:t>If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2" charset="2"/>
              </a:rPr>
              <a:t> holds, then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 </a:t>
            </a:r>
            <a:r>
              <a:rPr lang="en-US" altLang="en-US" sz="2400" dirty="0">
                <a:sym typeface="Symbol" panose="05050102010706020507" pitchFamily="18" charset="2"/>
              </a:rPr>
              <a:t>holds and 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2" charset="2"/>
              </a:rPr>
              <a:t> holds </a:t>
            </a:r>
            <a:r>
              <a:rPr lang="en-US" altLang="en-US" sz="2400" b="1" dirty="0">
                <a:sym typeface="Monotype Sorts" pitchFamily="2" charset="2"/>
              </a:rPr>
              <a:t>(decomposition)</a:t>
            </a:r>
            <a:endParaRPr lang="en-US" altLang="en-US" sz="2400" dirty="0">
              <a:sym typeface="Monotype Sorts" pitchFamily="2" charset="2"/>
            </a:endParaRPr>
          </a:p>
          <a:p>
            <a:pPr lvl="1"/>
            <a:r>
              <a:rPr lang="en-US" altLang="en-US" sz="2400" dirty="0">
                <a:sym typeface="Monotype Sorts" pitchFamily="2" charset="2"/>
              </a:rPr>
              <a:t>If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 </a:t>
            </a:r>
            <a:r>
              <a:rPr lang="en-US" altLang="en-US" sz="2400" dirty="0">
                <a:sym typeface="Symbol" panose="05050102010706020507" pitchFamily="18" charset="2"/>
              </a:rPr>
              <a:t>holds</a:t>
            </a:r>
            <a:r>
              <a:rPr lang="en-US" altLang="en-US" sz="2400" i="1" dirty="0">
                <a:sym typeface="Symbol" panose="05050102010706020507" pitchFamily="18" charset="2"/>
              </a:rPr>
              <a:t> a</a:t>
            </a:r>
            <a:r>
              <a:rPr lang="en-US" altLang="en-US" sz="2400" dirty="0">
                <a:sym typeface="Symbol" panose="05050102010706020507" pitchFamily="18" charset="2"/>
              </a:rPr>
              <a:t>nd </a:t>
            </a:r>
            <a:r>
              <a:rPr lang="en-US" altLang="en-US" sz="2400" b="1" dirty="0">
                <a:sym typeface="Symbol" panose="05050102010706020507" pitchFamily="18" charset="2"/>
              </a:rPr>
              <a:t></a:t>
            </a:r>
            <a:r>
              <a:rPr lang="en-US" altLang="en-US" sz="2400" b="1" dirty="0">
                <a:sym typeface="Greek Symbols" pitchFamily="18" charset="2"/>
              </a:rPr>
              <a:t> </a:t>
            </a:r>
            <a:r>
              <a:rPr lang="en-US" altLang="en-US" sz="2400" b="1" i="1" dirty="0"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b="1" dirty="0">
                <a:sym typeface="Monotype Sorts" pitchFamily="2" charset="2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</a:t>
            </a:r>
            <a:r>
              <a:rPr lang="en-US" altLang="en-US" sz="2400" b="1" dirty="0">
                <a:sym typeface="Greek Symbols" pitchFamily="18" charset="2"/>
              </a:rPr>
              <a:t> </a:t>
            </a:r>
            <a:r>
              <a:rPr lang="en-US" altLang="en-US" sz="2400" dirty="0">
                <a:sym typeface="Greek Symbols" pitchFamily="18" charset="2"/>
              </a:rPr>
              <a:t>holds, then </a:t>
            </a:r>
            <a:r>
              <a:rPr lang="en-US" altLang="en-US" sz="2400" b="1" dirty="0">
                <a:sym typeface="Symbol" panose="05050102010706020507" pitchFamily="18" charset="2"/>
              </a:rPr>
              <a:t> </a:t>
            </a:r>
            <a:r>
              <a:rPr lang="en-US" altLang="en-US" sz="2400" b="1" dirty="0">
                <a:sym typeface="Greek Symbols" pitchFamily="18" charset="2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b="1" dirty="0">
                <a:sym typeface="Monotype Sorts" pitchFamily="2" charset="2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</a:t>
            </a:r>
            <a:r>
              <a:rPr lang="en-US" altLang="en-US" sz="2400" b="1" dirty="0">
                <a:sym typeface="Greek Symbols" pitchFamily="18" charset="2"/>
              </a:rPr>
              <a:t> </a:t>
            </a:r>
            <a:r>
              <a:rPr lang="en-US" altLang="en-US" sz="2400" dirty="0">
                <a:sym typeface="Greek Symbols" pitchFamily="18" charset="2"/>
              </a:rPr>
              <a:t>holds</a:t>
            </a:r>
            <a:r>
              <a:rPr lang="en-US" altLang="en-US" sz="2400" b="1" dirty="0">
                <a:sym typeface="Greek Symbols" pitchFamily="18" charset="2"/>
              </a:rPr>
              <a:t> (</a:t>
            </a:r>
            <a:r>
              <a:rPr lang="en-US" altLang="en-US" sz="2400" b="1" dirty="0" err="1">
                <a:sym typeface="Greek Symbols" pitchFamily="18" charset="2"/>
              </a:rPr>
              <a:t>pseudotransitivity</a:t>
            </a:r>
            <a:r>
              <a:rPr lang="en-US" altLang="en-US" sz="2400" b="1" dirty="0">
                <a:sym typeface="Greek Symbols" pitchFamily="18" charset="2"/>
              </a:rPr>
              <a:t>)</a:t>
            </a:r>
            <a:endParaRPr lang="en-US" altLang="en-US" sz="2400" dirty="0">
              <a:sym typeface="Greek Symbols" pitchFamily="18" charset="2"/>
            </a:endParaRPr>
          </a:p>
          <a:p>
            <a:pPr lvl="1">
              <a:buFont typeface="Monotype Sorts" pitchFamily="2" charset="2"/>
              <a:buNone/>
            </a:pPr>
            <a:r>
              <a:rPr lang="en-US" altLang="en-US" sz="2400" dirty="0">
                <a:sym typeface="Greek Symbols" pitchFamily="18" charset="2"/>
              </a:rPr>
              <a:t>The above rules can be inferred from </a:t>
            </a:r>
            <a:r>
              <a:rPr lang="en-US" altLang="en-US" sz="2400" b="1" dirty="0">
                <a:sym typeface="Greek Symbols" pitchFamily="18" charset="2"/>
              </a:rPr>
              <a:t>Armstrong’s axioms</a:t>
            </a:r>
            <a:r>
              <a:rPr lang="en-US" altLang="en-US" sz="2400" dirty="0">
                <a:sym typeface="Greek Symbols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62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26">
            <a:extLst>
              <a:ext uri="{FF2B5EF4-FFF2-40B4-BE49-F238E27FC236}">
                <a16:creationId xmlns:a16="http://schemas.microsoft.com/office/drawing/2014/main" id="{633BBC08-C4CA-4315-ACD5-88E7F5F45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</a:t>
            </a:r>
          </a:p>
        </p:txBody>
      </p:sp>
      <p:sp>
        <p:nvSpPr>
          <p:cNvPr id="142339" name="Rectangle 1027">
            <a:extLst>
              <a:ext uri="{FF2B5EF4-FFF2-40B4-BE49-F238E27FC236}">
                <a16:creationId xmlns:a16="http://schemas.microsoft.com/office/drawing/2014/main" id="{922BBC5B-D631-4B3F-8A9D-A915B2A0B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8300" y="1263650"/>
            <a:ext cx="5053013" cy="357028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</a:tabLst>
              <a:defRPr/>
            </a:pPr>
            <a:r>
              <a:rPr lang="en-US" altLang="en-US" sz="3600" i="1" dirty="0"/>
              <a:t>R = (A, B, C, G, H, I)</a:t>
            </a:r>
            <a:br>
              <a:rPr lang="en-US" altLang="en-US" sz="3600" i="1" dirty="0"/>
            </a:br>
            <a:r>
              <a:rPr lang="en-US" altLang="en-US" sz="3600" i="1" dirty="0"/>
              <a:t>F = </a:t>
            </a:r>
            <a:r>
              <a:rPr lang="en-US" altLang="en-US" sz="3600" dirty="0"/>
              <a:t>{  </a:t>
            </a:r>
            <a:r>
              <a:rPr lang="en-US" altLang="en-US" sz="3600" i="1" dirty="0">
                <a:sym typeface="Iconic Symbols Ext" pitchFamily="2" charset="2"/>
              </a:rPr>
              <a:t>A </a:t>
            </a:r>
            <a:r>
              <a:rPr lang="en-US" altLang="en-US" sz="3600" dirty="0"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sym typeface="Monotype Sorts" pitchFamily="2" charset="2"/>
              </a:rPr>
              <a:t> </a:t>
            </a:r>
            <a:r>
              <a:rPr lang="en-US" altLang="en-US" sz="3600" i="1" dirty="0">
                <a:sym typeface="Monotype Sorts" pitchFamily="2" charset="2"/>
              </a:rPr>
              <a:t>B</a:t>
            </a:r>
            <a:br>
              <a:rPr lang="en-US" altLang="en-US" sz="3600" i="1" dirty="0">
                <a:sym typeface="Monotype Sorts" pitchFamily="2" charset="2"/>
              </a:rPr>
            </a:br>
            <a:r>
              <a:rPr lang="en-US" altLang="en-US" sz="3600" i="1" dirty="0">
                <a:sym typeface="Monotype Sorts" pitchFamily="2" charset="2"/>
              </a:rPr>
              <a:t>	   </a:t>
            </a:r>
            <a:r>
              <a:rPr lang="en-US" altLang="en-US" sz="3600" i="1" dirty="0">
                <a:sym typeface="Iconic Symbols Ext" pitchFamily="2" charset="2"/>
              </a:rPr>
              <a:t>A </a:t>
            </a:r>
            <a:r>
              <a:rPr lang="en-US" altLang="en-US" sz="3600" dirty="0"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sym typeface="Monotype Sorts" pitchFamily="2" charset="2"/>
              </a:rPr>
              <a:t> </a:t>
            </a:r>
            <a:r>
              <a:rPr lang="en-US" altLang="en-US" sz="3600" i="1" dirty="0">
                <a:sym typeface="Monotype Sorts" pitchFamily="2" charset="2"/>
              </a:rPr>
              <a:t>C</a:t>
            </a:r>
            <a:br>
              <a:rPr lang="en-US" altLang="en-US" sz="3600" i="1" dirty="0">
                <a:sym typeface="Monotype Sorts" pitchFamily="2" charset="2"/>
              </a:rPr>
            </a:br>
            <a:r>
              <a:rPr lang="en-US" altLang="en-US" sz="3600" i="1" dirty="0">
                <a:sym typeface="Monotype Sorts" pitchFamily="2" charset="2"/>
              </a:rPr>
              <a:t>	</a:t>
            </a:r>
            <a:r>
              <a:rPr lang="en-US" altLang="en-US" sz="3600" i="1" dirty="0">
                <a:sym typeface="Iconic Symbols Ext" pitchFamily="2" charset="2"/>
              </a:rPr>
              <a:t>CG </a:t>
            </a:r>
            <a:r>
              <a:rPr lang="en-US" altLang="en-US" sz="3600" dirty="0"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sym typeface="Monotype Sorts" pitchFamily="2" charset="2"/>
              </a:rPr>
              <a:t> </a:t>
            </a:r>
            <a:r>
              <a:rPr lang="en-US" altLang="en-US" sz="3600" i="1" dirty="0">
                <a:sym typeface="Monotype Sorts" pitchFamily="2" charset="2"/>
              </a:rPr>
              <a:t>H</a:t>
            </a:r>
            <a:br>
              <a:rPr lang="en-US" altLang="en-US" sz="3600" i="1" dirty="0">
                <a:sym typeface="Monotype Sorts" pitchFamily="2" charset="2"/>
              </a:rPr>
            </a:br>
            <a:r>
              <a:rPr lang="en-US" altLang="en-US" sz="3600" i="1" dirty="0">
                <a:sym typeface="Monotype Sorts" pitchFamily="2" charset="2"/>
              </a:rPr>
              <a:t>	</a:t>
            </a:r>
            <a:r>
              <a:rPr lang="en-US" altLang="en-US" sz="3600" i="1" dirty="0">
                <a:sym typeface="Iconic Symbols Ext" pitchFamily="2" charset="2"/>
              </a:rPr>
              <a:t>CG </a:t>
            </a:r>
            <a:r>
              <a:rPr lang="en-US" altLang="en-US" sz="3600" dirty="0"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sym typeface="Monotype Sorts" pitchFamily="2" charset="2"/>
              </a:rPr>
              <a:t> </a:t>
            </a:r>
            <a:r>
              <a:rPr lang="en-US" altLang="en-US" sz="3600" i="1" dirty="0">
                <a:sym typeface="Monotype Sorts" pitchFamily="2" charset="2"/>
              </a:rPr>
              <a:t>I</a:t>
            </a:r>
            <a:br>
              <a:rPr lang="en-US" altLang="en-US" sz="3600" i="1" dirty="0">
                <a:sym typeface="Monotype Sorts" pitchFamily="2" charset="2"/>
              </a:rPr>
            </a:br>
            <a:r>
              <a:rPr lang="en-US" altLang="en-US" sz="3600" i="1" dirty="0">
                <a:sym typeface="Monotype Sorts" pitchFamily="2" charset="2"/>
              </a:rPr>
              <a:t>	   </a:t>
            </a:r>
            <a:r>
              <a:rPr lang="en-US" altLang="en-US" sz="3600" i="1" dirty="0">
                <a:sym typeface="Iconic Symbols Ext" pitchFamily="2" charset="2"/>
              </a:rPr>
              <a:t>B </a:t>
            </a:r>
            <a:r>
              <a:rPr lang="en-US" altLang="en-US" sz="3600" dirty="0"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sym typeface="Monotype Sorts" pitchFamily="2" charset="2"/>
              </a:rPr>
              <a:t> </a:t>
            </a:r>
            <a:r>
              <a:rPr lang="en-US" altLang="en-US" sz="3600" i="1" dirty="0">
                <a:sym typeface="Monotype Sorts" pitchFamily="2" charset="2"/>
              </a:rPr>
              <a:t>H</a:t>
            </a:r>
            <a:r>
              <a:rPr lang="en-US" altLang="en-US" sz="3600" dirty="0">
                <a:sym typeface="Monotype Sorts" pitchFamily="2" charset="2"/>
              </a:rPr>
              <a:t>}</a:t>
            </a:r>
            <a:endParaRPr lang="en-US" altLang="en-US" sz="4400" dirty="0">
              <a:sym typeface="MS LineDraw" pitchFamily="49" charset="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</a:tabLst>
              <a:defRPr/>
            </a:pPr>
            <a:r>
              <a:rPr lang="en-US" altLang="en-US" sz="3600" dirty="0">
                <a:sym typeface="MS LineDraw" pitchFamily="49" charset="2"/>
              </a:rPr>
              <a:t> </a:t>
            </a:r>
            <a:endParaRPr lang="en-US" altLang="en-US" sz="2400" dirty="0">
              <a:sym typeface="Monotype Sort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bldLvl="3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26">
            <a:extLst>
              <a:ext uri="{FF2B5EF4-FFF2-40B4-BE49-F238E27FC236}">
                <a16:creationId xmlns:a16="http://schemas.microsoft.com/office/drawing/2014/main" id="{1AA83F92-1EF9-418C-A3B1-0879A4598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</a:t>
            </a:r>
          </a:p>
        </p:txBody>
      </p:sp>
      <p:sp>
        <p:nvSpPr>
          <p:cNvPr id="142339" name="Rectangle 1027">
            <a:extLst>
              <a:ext uri="{FF2B5EF4-FFF2-40B4-BE49-F238E27FC236}">
                <a16:creationId xmlns:a16="http://schemas.microsoft.com/office/drawing/2014/main" id="{51D45BC0-C58D-4666-96AB-6A312F45B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9050" y="581025"/>
            <a:ext cx="8248650" cy="4383088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</a:tabLst>
            </a:pPr>
            <a:r>
              <a:rPr lang="en-US" altLang="en-US" sz="1800" dirty="0">
                <a:sym typeface="MS LineDraw" pitchFamily="49" charset="2"/>
              </a:rPr>
              <a:t>some members of </a:t>
            </a:r>
            <a:r>
              <a:rPr lang="en-US" altLang="en-US" sz="1800" i="1" dirty="0">
                <a:sym typeface="MS LineDraw" pitchFamily="49" charset="2"/>
              </a:rPr>
              <a:t>F</a:t>
            </a:r>
            <a:r>
              <a:rPr lang="en-US" altLang="en-US" sz="1800" baseline="30000" dirty="0">
                <a:sym typeface="MS LineDraw" pitchFamily="49" charset="2"/>
              </a:rPr>
              <a:t>+</a:t>
            </a:r>
            <a:endParaRPr lang="en-US" altLang="en-US" sz="1800" dirty="0">
              <a:sym typeface="MS LineDraw" pitchFamily="49" charset="2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</a:tabLst>
            </a:pPr>
            <a:endParaRPr lang="en-US" altLang="en-US" sz="2000" i="1" dirty="0">
              <a:sym typeface="Monotype Sorts" pitchFamily="2" charset="2"/>
            </a:endParaRPr>
          </a:p>
          <a:p>
            <a:pPr lvl="1">
              <a:lnSpc>
                <a:spcPct val="90000"/>
              </a:lnSpc>
              <a:tabLst>
                <a:tab pos="803275" algn="l"/>
              </a:tabLst>
            </a:pPr>
            <a:r>
              <a:rPr lang="en-US" altLang="en-US" sz="2000" i="1" dirty="0">
                <a:sym typeface="Monotype Sorts" pitchFamily="2" charset="2"/>
              </a:rPr>
              <a:t>CG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2" charset="2"/>
              </a:rPr>
              <a:t> </a:t>
            </a:r>
            <a:r>
              <a:rPr lang="en-US" altLang="en-US" sz="2000" i="1" dirty="0">
                <a:sym typeface="Monotype Sorts" pitchFamily="2" charset="2"/>
              </a:rPr>
              <a:t>HI     </a:t>
            </a:r>
            <a:endParaRPr lang="en-US" altLang="en-US" sz="2000" dirty="0">
              <a:sym typeface="Monotype Sorts" pitchFamily="2" charset="2"/>
            </a:endParaRPr>
          </a:p>
          <a:p>
            <a:pPr lvl="2">
              <a:lnSpc>
                <a:spcPct val="90000"/>
              </a:lnSpc>
              <a:tabLst>
                <a:tab pos="803275" algn="l"/>
              </a:tabLst>
            </a:pPr>
            <a:r>
              <a:rPr lang="en-US" altLang="en-US" sz="2000" dirty="0">
                <a:sym typeface="Monotype Sorts" pitchFamily="2" charset="2"/>
              </a:rPr>
              <a:t>from </a:t>
            </a:r>
            <a:r>
              <a:rPr lang="en-US" altLang="en-US" sz="2000" b="1" i="1" dirty="0">
                <a:solidFill>
                  <a:srgbClr val="FF0000"/>
                </a:solidFill>
                <a:sym typeface="Iconic Symbols Ext" pitchFamily="2" charset="2"/>
              </a:rPr>
              <a:t>CG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b="1" dirty="0">
                <a:solidFill>
                  <a:srgbClr val="FF0000"/>
                </a:solidFill>
                <a:sym typeface="Monotype Sorts" pitchFamily="2" charset="2"/>
              </a:rPr>
              <a:t> </a:t>
            </a:r>
            <a:r>
              <a:rPr lang="en-US" altLang="en-US" sz="2000" b="1" i="1" dirty="0">
                <a:solidFill>
                  <a:srgbClr val="FF0000"/>
                </a:solidFill>
                <a:sym typeface="Monotype Sorts" pitchFamily="2" charset="2"/>
              </a:rPr>
              <a:t>H and </a:t>
            </a:r>
            <a:r>
              <a:rPr lang="en-US" altLang="en-US" sz="2000" b="1" i="1" dirty="0">
                <a:solidFill>
                  <a:srgbClr val="FF0000"/>
                </a:solidFill>
                <a:sym typeface="Iconic Symbols Ext" pitchFamily="2" charset="2"/>
              </a:rPr>
              <a:t>CG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b="1" dirty="0">
                <a:solidFill>
                  <a:srgbClr val="FF0000"/>
                </a:solidFill>
                <a:sym typeface="Monotype Sorts" pitchFamily="2" charset="2"/>
              </a:rPr>
              <a:t> </a:t>
            </a:r>
            <a:r>
              <a:rPr lang="en-US" altLang="en-US" sz="2000" b="1" i="1" dirty="0">
                <a:solidFill>
                  <a:srgbClr val="FF0000"/>
                </a:solidFill>
                <a:sym typeface="Monotype Sorts" pitchFamily="2" charset="2"/>
              </a:rPr>
              <a:t>I </a:t>
            </a:r>
            <a:r>
              <a:rPr lang="en-US" altLang="en-US" sz="2000" i="1" dirty="0">
                <a:sym typeface="Monotype Sorts" pitchFamily="2" charset="2"/>
              </a:rPr>
              <a:t>:   </a:t>
            </a:r>
            <a:r>
              <a:rPr lang="en-US" altLang="en-US" sz="2000" dirty="0">
                <a:sym typeface="Monotype Sorts" pitchFamily="2" charset="2"/>
              </a:rPr>
              <a:t>“union rule” can be inferred from</a:t>
            </a:r>
          </a:p>
          <a:p>
            <a:pPr lvl="3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definition of functional dependencies, </a:t>
            </a:r>
            <a:r>
              <a:rPr lang="en-US" altLang="en-US" sz="4000" dirty="0">
                <a:sym typeface="Monotype Sorts" pitchFamily="2" charset="2"/>
              </a:rPr>
              <a:t>or</a:t>
            </a:r>
            <a:endParaRPr lang="en-US" altLang="en-US" dirty="0">
              <a:sym typeface="Monotype Sorts" pitchFamily="2" charset="2"/>
            </a:endParaRPr>
          </a:p>
          <a:p>
            <a:pPr lvl="3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 </a:t>
            </a:r>
          </a:p>
          <a:p>
            <a:pPr lvl="3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Augmentation of </a:t>
            </a:r>
            <a:r>
              <a:rPr lang="en-US" altLang="en-US" i="1" dirty="0">
                <a:sym typeface="Iconic Symbols Ext" pitchFamily="2" charset="2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Monotype Sorts" pitchFamily="2" charset="2"/>
              </a:rPr>
              <a:t>I</a:t>
            </a:r>
          </a:p>
          <a:p>
            <a:pPr lvl="4">
              <a:lnSpc>
                <a:spcPct val="90000"/>
              </a:lnSpc>
              <a:tabLst>
                <a:tab pos="803275" algn="l"/>
              </a:tabLst>
            </a:pPr>
            <a:r>
              <a:rPr lang="en-US" altLang="en-US" i="1" dirty="0">
                <a:sym typeface="Monotype Sorts" pitchFamily="2" charset="2"/>
              </a:rPr>
              <a:t> </a:t>
            </a:r>
            <a:r>
              <a:rPr lang="en-US" altLang="en-US" dirty="0">
                <a:sym typeface="Monotype Sorts" pitchFamily="2" charset="2"/>
              </a:rPr>
              <a:t>to infer </a:t>
            </a:r>
            <a:r>
              <a:rPr lang="en-US" altLang="en-US" i="1" dirty="0">
                <a:sym typeface="Iconic Symbols Ext" pitchFamily="2" charset="2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Monotype Sorts" pitchFamily="2" charset="2"/>
              </a:rPr>
              <a:t>CG</a:t>
            </a:r>
            <a:r>
              <a:rPr lang="en-US" altLang="en-US" i="1" dirty="0">
                <a:solidFill>
                  <a:srgbClr val="FF0000"/>
                </a:solidFill>
                <a:sym typeface="Monotype Sorts" pitchFamily="2" charset="2"/>
              </a:rPr>
              <a:t>I</a:t>
            </a:r>
            <a:r>
              <a:rPr lang="en-US" altLang="en-US" i="1" dirty="0">
                <a:sym typeface="Monotype Sorts" pitchFamily="2" charset="2"/>
              </a:rPr>
              <a:t>  </a:t>
            </a:r>
            <a:r>
              <a:rPr lang="en-US" altLang="en-US" b="1" i="1" dirty="0">
                <a:solidFill>
                  <a:schemeClr val="tx2"/>
                </a:solidFill>
                <a:sym typeface="Monotype Sorts" pitchFamily="2" charset="2"/>
              </a:rPr>
              <a:t>{that is, CGCG</a:t>
            </a:r>
            <a:r>
              <a:rPr lang="en-US" altLang="en-US" b="1" i="1" dirty="0">
                <a:solidFill>
                  <a:schemeClr val="tx2"/>
                </a:solidFill>
                <a:sym typeface="Iconic Symbols Ext" pitchFamily="2" charset="2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sym typeface="Symbol" panose="05050102010706020507" pitchFamily="18" charset="2"/>
              </a:rPr>
              <a:t>CGI}</a:t>
            </a:r>
            <a:endParaRPr lang="en-US" altLang="en-US" b="1" i="1" dirty="0">
              <a:solidFill>
                <a:schemeClr val="tx2"/>
              </a:solidFill>
              <a:sym typeface="Monotype Sorts" pitchFamily="2" charset="2"/>
            </a:endParaRPr>
          </a:p>
          <a:p>
            <a:pPr lvl="3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Augmentation of </a:t>
            </a:r>
            <a:r>
              <a:rPr lang="en-US" altLang="en-US" i="1" dirty="0">
                <a:sym typeface="Iconic Symbols Ext" pitchFamily="2" charset="2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Monotype Sorts" pitchFamily="2" charset="2"/>
              </a:rPr>
              <a:t>H </a:t>
            </a:r>
          </a:p>
          <a:p>
            <a:pPr lvl="4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to infer</a:t>
            </a:r>
            <a:r>
              <a:rPr lang="en-US" altLang="en-US" i="1" dirty="0">
                <a:sym typeface="Monotype Sorts" pitchFamily="2" charset="2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sym typeface="Iconic Symbols Ext" pitchFamily="2" charset="2"/>
              </a:rPr>
              <a:t>CGI</a:t>
            </a:r>
            <a:r>
              <a:rPr lang="en-US" altLang="en-US" b="1" i="1" dirty="0">
                <a:sym typeface="Iconic Symbols Ext" pitchFamily="2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2" charset="2"/>
              </a:rPr>
              <a:t> </a:t>
            </a:r>
            <a:r>
              <a:rPr lang="en-US" altLang="en-US" i="1" dirty="0">
                <a:sym typeface="Monotype Sorts" pitchFamily="2" charset="2"/>
              </a:rPr>
              <a:t>H</a:t>
            </a:r>
            <a:r>
              <a:rPr lang="en-US" altLang="en-US" b="1" i="1" dirty="0">
                <a:sym typeface="Monotype Sorts" pitchFamily="2" charset="2"/>
              </a:rPr>
              <a:t>I</a:t>
            </a:r>
            <a:r>
              <a:rPr lang="en-US" altLang="en-US" i="1" dirty="0">
                <a:sym typeface="Monotype Sorts" pitchFamily="2" charset="2"/>
              </a:rPr>
              <a:t> {t</a:t>
            </a:r>
            <a:r>
              <a:rPr lang="en-US" altLang="en-US" b="1" i="1" dirty="0">
                <a:solidFill>
                  <a:schemeClr val="tx2"/>
                </a:solidFill>
                <a:sym typeface="Monotype Sorts" pitchFamily="2" charset="2"/>
              </a:rPr>
              <a:t>hat is, CGI</a:t>
            </a:r>
            <a:r>
              <a:rPr lang="en-US" altLang="en-US" b="1" i="1" dirty="0">
                <a:solidFill>
                  <a:schemeClr val="tx2"/>
                </a:solidFill>
                <a:sym typeface="Iconic Symbols Ext" pitchFamily="2" charset="2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sym typeface="Symbol" panose="05050102010706020507" pitchFamily="18" charset="2"/>
              </a:rPr>
              <a:t>CGI}</a:t>
            </a:r>
          </a:p>
          <a:p>
            <a:pPr lvl="3">
              <a:lnSpc>
                <a:spcPct val="90000"/>
              </a:lnSpc>
              <a:tabLst>
                <a:tab pos="803275" algn="l"/>
              </a:tabLst>
            </a:pPr>
            <a:r>
              <a:rPr lang="en-US" altLang="en-US" dirty="0">
                <a:sym typeface="Monotype Sorts" pitchFamily="2" charset="2"/>
              </a:rPr>
              <a:t>And transitivity</a:t>
            </a:r>
          </a:p>
          <a:p>
            <a:pPr lvl="4">
              <a:lnSpc>
                <a:spcPct val="90000"/>
              </a:lnSpc>
              <a:tabLst>
                <a:tab pos="803275" algn="l"/>
              </a:tabLst>
            </a:pPr>
            <a:r>
              <a:rPr lang="en-US" altLang="en-US" sz="3200" i="1" dirty="0">
                <a:solidFill>
                  <a:schemeClr val="accent1">
                    <a:lumMod val="10000"/>
                  </a:schemeClr>
                </a:solidFill>
                <a:sym typeface="Monotype Sorts" pitchFamily="2" charset="2"/>
              </a:rPr>
              <a:t>CG </a:t>
            </a:r>
            <a:r>
              <a:rPr lang="en-US" altLang="en-US" sz="3200" dirty="0">
                <a:solidFill>
                  <a:schemeClr val="accent1">
                    <a:lumMod val="10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solidFill>
                  <a:schemeClr val="accent1">
                    <a:lumMod val="10000"/>
                  </a:schemeClr>
                </a:solidFill>
                <a:sym typeface="Monotype Sorts" pitchFamily="2" charset="2"/>
              </a:rPr>
              <a:t> </a:t>
            </a:r>
            <a:r>
              <a:rPr lang="en-US" altLang="en-US" sz="3200" i="1" dirty="0">
                <a:solidFill>
                  <a:schemeClr val="accent1">
                    <a:lumMod val="10000"/>
                  </a:schemeClr>
                </a:solidFill>
                <a:sym typeface="Monotype Sorts" pitchFamily="2" charset="2"/>
              </a:rPr>
              <a:t>HI     </a:t>
            </a:r>
            <a:endParaRPr lang="en-US" altLang="en-US" sz="3200" dirty="0">
              <a:solidFill>
                <a:schemeClr val="accent1">
                  <a:lumMod val="10000"/>
                </a:schemeClr>
              </a:solidFill>
              <a:sym typeface="Monotype Sorts" pitchFamily="2" charset="2"/>
            </a:endParaRPr>
          </a:p>
          <a:p>
            <a:pPr lvl="4">
              <a:lnSpc>
                <a:spcPct val="90000"/>
              </a:lnSpc>
              <a:tabLst>
                <a:tab pos="803275" algn="l"/>
              </a:tabLst>
            </a:pPr>
            <a:endParaRPr lang="en-US" altLang="en-US" sz="1600" dirty="0">
              <a:sym typeface="Monotype Sorts" pitchFamily="2" charset="2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9A150B7B-F633-47EE-BC81-0CA509C2E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758" y="4964113"/>
            <a:ext cx="3076842" cy="181537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tabLst>
                <a:tab pos="803275" algn="l"/>
              </a:tabLst>
              <a:defRPr/>
            </a:pPr>
            <a:r>
              <a:rPr lang="en-US" altLang="en-US" i="1" kern="0" dirty="0"/>
              <a:t>R = (A, B, C, G, H, I)</a:t>
            </a:r>
            <a:br>
              <a:rPr lang="en-US" altLang="en-US" i="1" kern="0" dirty="0"/>
            </a:br>
            <a:r>
              <a:rPr lang="en-US" altLang="en-US" i="1" kern="0" dirty="0"/>
              <a:t>F = </a:t>
            </a:r>
            <a:r>
              <a:rPr lang="en-US" altLang="en-US" kern="0" dirty="0"/>
              <a:t>{  </a:t>
            </a:r>
            <a:r>
              <a:rPr lang="en-US" altLang="en-US" i="1" kern="0" dirty="0">
                <a:sym typeface="Iconic Symbols Ext" pitchFamily="2" charset="2"/>
              </a:rPr>
              <a:t>A </a:t>
            </a:r>
            <a:r>
              <a:rPr lang="en-US" altLang="en-US" kern="0" dirty="0">
                <a:sym typeface="Symbol" panose="05050102010706020507" pitchFamily="18" charset="2"/>
              </a:rPr>
              <a:t></a:t>
            </a:r>
            <a:r>
              <a:rPr lang="en-US" altLang="en-US" kern="0" dirty="0">
                <a:sym typeface="Monotype Sorts" pitchFamily="2" charset="2"/>
              </a:rPr>
              <a:t> </a:t>
            </a:r>
            <a:r>
              <a:rPr lang="en-US" altLang="en-US" i="1" kern="0" dirty="0">
                <a:sym typeface="Monotype Sorts" pitchFamily="2" charset="2"/>
              </a:rPr>
              <a:t>B</a:t>
            </a:r>
            <a:br>
              <a:rPr lang="en-US" altLang="en-US" i="1" kern="0" dirty="0">
                <a:sym typeface="Monotype Sorts" pitchFamily="2" charset="2"/>
              </a:rPr>
            </a:br>
            <a:r>
              <a:rPr lang="en-US" altLang="en-US" i="1" kern="0" dirty="0">
                <a:sym typeface="Monotype Sorts" pitchFamily="2" charset="2"/>
              </a:rPr>
              <a:t>	   </a:t>
            </a:r>
            <a:r>
              <a:rPr lang="en-US" altLang="en-US" i="1" kern="0" dirty="0">
                <a:sym typeface="Iconic Symbols Ext" pitchFamily="2" charset="2"/>
              </a:rPr>
              <a:t>A </a:t>
            </a:r>
            <a:r>
              <a:rPr lang="en-US" altLang="en-US" kern="0" dirty="0">
                <a:sym typeface="Symbol" panose="05050102010706020507" pitchFamily="18" charset="2"/>
              </a:rPr>
              <a:t></a:t>
            </a:r>
            <a:r>
              <a:rPr lang="en-US" altLang="en-US" kern="0" dirty="0">
                <a:sym typeface="Monotype Sorts" pitchFamily="2" charset="2"/>
              </a:rPr>
              <a:t> </a:t>
            </a:r>
            <a:r>
              <a:rPr lang="en-US" altLang="en-US" i="1" kern="0" dirty="0">
                <a:sym typeface="Monotype Sorts" pitchFamily="2" charset="2"/>
              </a:rPr>
              <a:t>C</a:t>
            </a:r>
            <a:br>
              <a:rPr lang="en-US" altLang="en-US" i="1" kern="0" dirty="0">
                <a:sym typeface="Monotype Sorts" pitchFamily="2" charset="2"/>
              </a:rPr>
            </a:br>
            <a:r>
              <a:rPr lang="en-US" altLang="en-US" i="1" kern="0" dirty="0">
                <a:sym typeface="Monotype Sorts" pitchFamily="2" charset="2"/>
              </a:rPr>
              <a:t>	</a:t>
            </a:r>
            <a:r>
              <a:rPr lang="en-US" altLang="en-US" i="1" kern="0" dirty="0">
                <a:sym typeface="Iconic Symbols Ext" pitchFamily="2" charset="2"/>
              </a:rPr>
              <a:t>CG </a:t>
            </a:r>
            <a:r>
              <a:rPr lang="en-US" altLang="en-US" kern="0" dirty="0">
                <a:sym typeface="Symbol" panose="05050102010706020507" pitchFamily="18" charset="2"/>
              </a:rPr>
              <a:t></a:t>
            </a:r>
            <a:r>
              <a:rPr lang="en-US" altLang="en-US" kern="0" dirty="0">
                <a:sym typeface="Monotype Sorts" pitchFamily="2" charset="2"/>
              </a:rPr>
              <a:t> </a:t>
            </a:r>
            <a:r>
              <a:rPr lang="en-US" altLang="en-US" i="1" kern="0" dirty="0">
                <a:sym typeface="Monotype Sorts" pitchFamily="2" charset="2"/>
              </a:rPr>
              <a:t>H</a:t>
            </a:r>
            <a:br>
              <a:rPr lang="en-US" altLang="en-US" i="1" kern="0" dirty="0">
                <a:sym typeface="Monotype Sorts" pitchFamily="2" charset="2"/>
              </a:rPr>
            </a:br>
            <a:r>
              <a:rPr lang="en-US" altLang="en-US" i="1" kern="0" dirty="0">
                <a:sym typeface="Monotype Sorts" pitchFamily="2" charset="2"/>
              </a:rPr>
              <a:t>	</a:t>
            </a:r>
            <a:r>
              <a:rPr lang="en-US" altLang="en-US" i="1" kern="0" dirty="0">
                <a:sym typeface="Iconic Symbols Ext" pitchFamily="2" charset="2"/>
              </a:rPr>
              <a:t>CG </a:t>
            </a:r>
            <a:r>
              <a:rPr lang="en-US" altLang="en-US" kern="0" dirty="0">
                <a:sym typeface="Symbol" panose="05050102010706020507" pitchFamily="18" charset="2"/>
              </a:rPr>
              <a:t></a:t>
            </a:r>
            <a:r>
              <a:rPr lang="en-US" altLang="en-US" kern="0" dirty="0">
                <a:sym typeface="Monotype Sorts" pitchFamily="2" charset="2"/>
              </a:rPr>
              <a:t> </a:t>
            </a:r>
            <a:r>
              <a:rPr lang="en-US" altLang="en-US" i="1" kern="0" dirty="0">
                <a:sym typeface="Monotype Sorts" pitchFamily="2" charset="2"/>
              </a:rPr>
              <a:t>I</a:t>
            </a:r>
            <a:br>
              <a:rPr lang="en-US" altLang="en-US" i="1" kern="0" dirty="0">
                <a:sym typeface="Monotype Sorts" pitchFamily="2" charset="2"/>
              </a:rPr>
            </a:br>
            <a:r>
              <a:rPr lang="en-US" altLang="en-US" i="1" kern="0" dirty="0">
                <a:sym typeface="Monotype Sorts" pitchFamily="2" charset="2"/>
              </a:rPr>
              <a:t>	   </a:t>
            </a:r>
            <a:r>
              <a:rPr lang="en-US" altLang="en-US" i="1" kern="0" dirty="0">
                <a:sym typeface="Iconic Symbols Ext" pitchFamily="2" charset="2"/>
              </a:rPr>
              <a:t>B </a:t>
            </a:r>
            <a:r>
              <a:rPr lang="en-US" altLang="en-US" kern="0" dirty="0">
                <a:sym typeface="Symbol" panose="05050102010706020507" pitchFamily="18" charset="2"/>
              </a:rPr>
              <a:t></a:t>
            </a:r>
            <a:r>
              <a:rPr lang="en-US" altLang="en-US" kern="0" dirty="0">
                <a:sym typeface="Monotype Sorts" pitchFamily="2" charset="2"/>
              </a:rPr>
              <a:t> </a:t>
            </a:r>
            <a:r>
              <a:rPr lang="en-US" altLang="en-US" i="1" kern="0" dirty="0">
                <a:sym typeface="Monotype Sorts" pitchFamily="2" charset="2"/>
              </a:rPr>
              <a:t>H</a:t>
            </a:r>
            <a:r>
              <a:rPr lang="en-US" altLang="en-US" kern="0" dirty="0">
                <a:sym typeface="Monotype Sorts" pitchFamily="2" charset="2"/>
              </a:rPr>
              <a:t>}</a:t>
            </a:r>
            <a:endParaRPr lang="en-US" altLang="en-US" sz="1600" kern="0" dirty="0">
              <a:sym typeface="Monotype Sort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bldLvl="3" autoUpdateAnimBg="0"/>
      <p:bldP spid="4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DFFDB4E9-F4D8-41FD-9A66-F34D7E14D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Procedure for Computing F</a:t>
            </a:r>
            <a:r>
              <a:rPr lang="en-US" baseline="30000"/>
              <a:t>+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5EA2D138-0EAD-408E-9C8A-395CFFB720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14425"/>
            <a:ext cx="9563100" cy="4876800"/>
          </a:xfrm>
        </p:spPr>
        <p:txBody>
          <a:bodyPr/>
          <a:lstStyle/>
          <a:p>
            <a:r>
              <a:rPr lang="en-US" altLang="en-US" dirty="0"/>
              <a:t>To compute the closure of a set of functional dependencies F:</a:t>
            </a:r>
            <a:br>
              <a:rPr lang="en-US" altLang="en-US" dirty="0"/>
            </a:br>
            <a:endParaRPr lang="en-US" altLang="en-US" i="1" dirty="0"/>
          </a:p>
          <a:p>
            <a:pPr>
              <a:buFont typeface="Monotype Sorts" pitchFamily="2" charset="2"/>
              <a:buNone/>
            </a:pPr>
            <a:r>
              <a:rPr lang="en-US" altLang="en-US" i="1" dirty="0"/>
              <a:t>    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r>
              <a:rPr lang="en-US" altLang="en-US" sz="2400" dirty="0"/>
              <a:t> = </a:t>
            </a:r>
            <a:r>
              <a:rPr lang="en-US" altLang="en-US" sz="2400" i="1" dirty="0"/>
              <a:t>F</a:t>
            </a:r>
            <a:br>
              <a:rPr lang="en-US" altLang="en-US" sz="2400" dirty="0"/>
            </a:br>
            <a:r>
              <a:rPr lang="en-US" altLang="en-US" sz="2400" b="1" dirty="0"/>
              <a:t>repeat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dirty="0"/>
              <a:t>for each</a:t>
            </a:r>
            <a:r>
              <a:rPr lang="en-US" altLang="en-US" sz="2400" dirty="0"/>
              <a:t> functional dependency </a:t>
            </a:r>
            <a:r>
              <a:rPr lang="en-US" altLang="en-US" sz="2400" i="1" dirty="0"/>
              <a:t>f</a:t>
            </a:r>
            <a:r>
              <a:rPr lang="en-US" altLang="en-US" sz="2400" dirty="0"/>
              <a:t> in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br>
              <a:rPr lang="en-US" altLang="en-US" sz="2400" baseline="30000" dirty="0"/>
            </a:br>
            <a:r>
              <a:rPr lang="en-US" altLang="en-US" sz="2400" baseline="30000" dirty="0"/>
              <a:t>	</a:t>
            </a:r>
            <a:r>
              <a:rPr lang="en-US" altLang="en-US" sz="2400" dirty="0"/>
              <a:t>       apply </a:t>
            </a:r>
            <a:r>
              <a:rPr lang="en-US" altLang="en-US" sz="2400" b="1" dirty="0"/>
              <a:t>reflexivity and augmentation </a:t>
            </a:r>
            <a:r>
              <a:rPr lang="en-US" altLang="en-US" sz="2400" dirty="0"/>
              <a:t>rules on </a:t>
            </a:r>
            <a:r>
              <a:rPr lang="en-US" altLang="en-US" sz="2400" i="1" dirty="0"/>
              <a:t>f</a:t>
            </a:r>
            <a:br>
              <a:rPr lang="en-US" altLang="en-US" sz="2400" i="1" dirty="0"/>
            </a:br>
            <a:r>
              <a:rPr lang="en-US" altLang="en-US" sz="2400" i="1" dirty="0"/>
              <a:t>	       </a:t>
            </a:r>
            <a:r>
              <a:rPr lang="en-US" altLang="en-US" sz="2400" dirty="0"/>
              <a:t>add the resulting functional dependencies to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br>
              <a:rPr lang="en-US" altLang="en-US" sz="2800" baseline="30000" dirty="0"/>
            </a:br>
            <a:r>
              <a:rPr lang="en-US" altLang="en-US" sz="2400" baseline="30000" dirty="0"/>
              <a:t>	</a:t>
            </a:r>
            <a:r>
              <a:rPr lang="en-US" altLang="en-US" sz="2400" b="1" dirty="0"/>
              <a:t>for each </a:t>
            </a:r>
            <a:r>
              <a:rPr lang="en-US" altLang="en-US" sz="2400" dirty="0"/>
              <a:t>pair of functional dependencies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and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in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br>
              <a:rPr lang="en-US" altLang="en-US" sz="2400" baseline="30000" dirty="0"/>
            </a:br>
            <a:r>
              <a:rPr lang="en-US" altLang="en-US" sz="2400" baseline="30000" dirty="0"/>
              <a:t>	</a:t>
            </a:r>
            <a:r>
              <a:rPr lang="en-US" altLang="en-US" sz="2400" dirty="0"/>
              <a:t>       </a:t>
            </a:r>
            <a:r>
              <a:rPr lang="en-US" altLang="en-US" sz="2400" b="1" dirty="0"/>
              <a:t>if</a:t>
            </a:r>
            <a:r>
              <a:rPr lang="en-US" altLang="en-US" sz="2400" dirty="0"/>
              <a:t>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can be combined using </a:t>
            </a:r>
            <a:r>
              <a:rPr lang="en-US" altLang="en-US" sz="2400" b="1" dirty="0"/>
              <a:t>transitivity</a:t>
            </a:r>
            <a:br>
              <a:rPr lang="en-US" altLang="en-US" sz="2400" dirty="0"/>
            </a:br>
            <a:r>
              <a:rPr lang="en-US" altLang="en-US" sz="2400" dirty="0"/>
              <a:t>		 </a:t>
            </a:r>
            <a:r>
              <a:rPr lang="en-US" altLang="en-US" sz="2400" b="1" dirty="0"/>
              <a:t>then</a:t>
            </a:r>
            <a:r>
              <a:rPr lang="en-US" altLang="en-US" sz="2400" dirty="0"/>
              <a:t> add the resulting functional dependency to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br>
              <a:rPr lang="en-US" altLang="en-US" sz="2400" baseline="30000" dirty="0"/>
            </a:br>
            <a:r>
              <a:rPr lang="en-US" altLang="en-US" sz="2400" b="1" dirty="0"/>
              <a:t>until </a:t>
            </a:r>
            <a:r>
              <a:rPr lang="en-US" altLang="en-US" sz="2400" i="1" dirty="0"/>
              <a:t>F</a:t>
            </a:r>
            <a:r>
              <a:rPr lang="en-US" altLang="en-US" sz="2800" baseline="30000" dirty="0"/>
              <a:t>+</a:t>
            </a:r>
            <a:r>
              <a:rPr lang="en-US" altLang="en-US" sz="2400" dirty="0"/>
              <a:t> does not change any further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NOTE:  </a:t>
            </a:r>
            <a:r>
              <a:rPr lang="en-US" altLang="en-US" b="1" i="1" dirty="0">
                <a:solidFill>
                  <a:srgbClr val="FF0000"/>
                </a:solidFill>
              </a:rPr>
              <a:t>We will see an alternative procedure for this task later</a:t>
            </a:r>
            <a:endParaRPr lang="en-US" altLang="en-US" b="1" i="1" baseline="-25000" dirty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endParaRPr lang="en-US" altLang="en-US" baseline="30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58448882-C3CB-4D0E-84D2-6BD2D3819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Closure of Attribute Sets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22210710-5032-412D-A1F7-E9E74C63B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114425"/>
            <a:ext cx="8572500" cy="4876800"/>
          </a:xfrm>
        </p:spPr>
        <p:txBody>
          <a:bodyPr/>
          <a:lstStyle/>
          <a:p>
            <a:pPr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en-US" altLang="en-US" sz="2800"/>
              <a:t>Given a set of attributes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a,</a:t>
            </a:r>
            <a:r>
              <a:rPr lang="en-US" altLang="en-US" sz="2800"/>
              <a:t> define the </a:t>
            </a:r>
            <a:r>
              <a:rPr lang="en-US" altLang="en-US" sz="2800" b="1" i="1">
                <a:solidFill>
                  <a:schemeClr val="tx2"/>
                </a:solidFill>
              </a:rPr>
              <a:t>closure</a:t>
            </a:r>
            <a:r>
              <a:rPr lang="en-US" altLang="en-US" sz="2800" b="1" i="1"/>
              <a:t> </a:t>
            </a:r>
            <a:r>
              <a:rPr lang="en-US" altLang="en-US" sz="2800" b="1"/>
              <a:t>of </a:t>
            </a:r>
            <a:r>
              <a:rPr lang="en-US" altLang="en-US" sz="2800" b="1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 b="1">
                <a:sym typeface="Greek Symbols" pitchFamily="18" charset="2"/>
              </a:rPr>
              <a:t> </a:t>
            </a:r>
            <a:r>
              <a:rPr lang="en-US" altLang="en-US" sz="2800" b="1">
                <a:solidFill>
                  <a:schemeClr val="tx2"/>
                </a:solidFill>
                <a:sym typeface="Greek Symbols" pitchFamily="18" charset="2"/>
              </a:rPr>
              <a:t>under</a:t>
            </a:r>
            <a:r>
              <a:rPr lang="en-US" altLang="en-US" sz="2800" b="1">
                <a:sym typeface="Greek Symbols" pitchFamily="18" charset="2"/>
              </a:rPr>
              <a:t> </a:t>
            </a:r>
            <a:r>
              <a:rPr lang="en-US" altLang="en-US" sz="2800" b="1" i="1">
                <a:sym typeface="Greek Symbols" pitchFamily="18" charset="2"/>
              </a:rPr>
              <a:t>F</a:t>
            </a:r>
            <a:r>
              <a:rPr lang="en-US" altLang="en-US" sz="2800" b="1">
                <a:sym typeface="Greek Symbols" pitchFamily="18" charset="2"/>
              </a:rPr>
              <a:t> </a:t>
            </a:r>
            <a:r>
              <a:rPr lang="en-US" altLang="en-US" sz="2800">
                <a:sym typeface="Greek Symbols" pitchFamily="18" charset="2"/>
              </a:rPr>
              <a:t>(denoted by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 baseline="30000">
                <a:sym typeface="Greek Symbols" pitchFamily="18" charset="2"/>
              </a:rPr>
              <a:t>+</a:t>
            </a:r>
            <a:r>
              <a:rPr lang="en-US" altLang="en-US" sz="2800">
                <a:sym typeface="Greek Symbols" pitchFamily="18" charset="2"/>
              </a:rPr>
              <a:t>) as the </a:t>
            </a:r>
            <a:r>
              <a:rPr lang="en-US" altLang="en-US" sz="2800" b="1">
                <a:solidFill>
                  <a:srgbClr val="FF0000"/>
                </a:solidFill>
                <a:sym typeface="Greek Symbols" pitchFamily="18" charset="2"/>
              </a:rPr>
              <a:t>set of attributes </a:t>
            </a:r>
            <a:r>
              <a:rPr lang="en-US" altLang="en-US" sz="2800">
                <a:sym typeface="Greek Symbols" pitchFamily="18" charset="2"/>
              </a:rPr>
              <a:t>that are functionally </a:t>
            </a:r>
            <a:r>
              <a:rPr lang="en-US" altLang="en-US" sz="2800" b="1">
                <a:sym typeface="Greek Symbols" pitchFamily="18" charset="2"/>
              </a:rPr>
              <a:t>determined by 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 b="1">
                <a:solidFill>
                  <a:srgbClr val="FF0000"/>
                </a:solidFill>
                <a:sym typeface="Greek Symbols" pitchFamily="18" charset="2"/>
              </a:rPr>
              <a:t> under </a:t>
            </a:r>
            <a:r>
              <a:rPr lang="en-US" altLang="en-US" sz="2800" b="1" i="1">
                <a:solidFill>
                  <a:srgbClr val="FF0000"/>
                </a:solidFill>
                <a:sym typeface="Greek Symbols" pitchFamily="18" charset="2"/>
              </a:rPr>
              <a:t>F</a:t>
            </a:r>
            <a:r>
              <a:rPr lang="en-US" altLang="en-US" sz="2800" i="1">
                <a:solidFill>
                  <a:srgbClr val="FF0000"/>
                </a:solidFill>
                <a:sym typeface="Greek Symbols" pitchFamily="18" charset="2"/>
              </a:rPr>
              <a:t>:</a:t>
            </a:r>
            <a:br>
              <a:rPr lang="en-US" altLang="en-US" sz="2800">
                <a:sym typeface="Greek Symbols" pitchFamily="18" charset="2"/>
              </a:rPr>
            </a:br>
            <a:r>
              <a:rPr lang="en-US" altLang="en-US" sz="2800">
                <a:sym typeface="Greek Symbols" pitchFamily="18" charset="2"/>
              </a:rPr>
              <a:t>		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>
                <a:sym typeface="Greek Symbols" pitchFamily="18" charset="2"/>
              </a:rPr>
              <a:t>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>
                <a:sym typeface="Monotype Sorts" pitchFamily="2" charset="2"/>
              </a:rPr>
              <a:t> </a:t>
            </a:r>
            <a:r>
              <a:rPr lang="en-US" altLang="en-US" sz="2800">
                <a:sym typeface="Symbol" panose="05050102010706020507" pitchFamily="18" charset="2"/>
              </a:rPr>
              <a:t></a:t>
            </a:r>
            <a:r>
              <a:rPr lang="en-US" altLang="en-US" sz="2800" i="1">
                <a:sym typeface="Greek Symbols" pitchFamily="18" charset="2"/>
              </a:rPr>
              <a:t> </a:t>
            </a:r>
            <a:r>
              <a:rPr lang="en-US" altLang="en-US" sz="2800">
                <a:sym typeface="Greek Symbols" pitchFamily="18" charset="2"/>
              </a:rPr>
              <a:t>is in </a:t>
            </a:r>
            <a:r>
              <a:rPr lang="en-US" altLang="en-US" sz="2800" i="1">
                <a:sym typeface="Greek Symbols" pitchFamily="18" charset="2"/>
              </a:rPr>
              <a:t>F</a:t>
            </a:r>
            <a:r>
              <a:rPr lang="en-US" altLang="en-US" sz="3600" baseline="30000">
                <a:sym typeface="Greek Symbols" pitchFamily="18" charset="2"/>
              </a:rPr>
              <a:t>+</a:t>
            </a:r>
            <a:r>
              <a:rPr lang="en-US" altLang="en-US" sz="2800">
                <a:sym typeface="Greek Symbols" pitchFamily="18" charset="2"/>
              </a:rPr>
              <a:t>  </a:t>
            </a:r>
            <a:r>
              <a:rPr lang="en-US" altLang="en-US" sz="2800">
                <a:sym typeface="ZapfDingbats" pitchFamily="82" charset="2"/>
              </a:rPr>
              <a:t>  </a:t>
            </a:r>
            <a:r>
              <a:rPr lang="en-US" altLang="en-US" sz="2800">
                <a:sym typeface="Symbol" panose="05050102010706020507" pitchFamily="18" charset="2"/>
              </a:rPr>
              <a:t> 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 baseline="30000">
                <a:sym typeface="Greek Symbols" pitchFamily="18" charset="2"/>
              </a:rPr>
              <a:t>+</a:t>
            </a:r>
            <a:endParaRPr lang="en-US" altLang="en-US" sz="2800">
              <a:sym typeface="Greek Symbols" pitchFamily="18" charset="2"/>
            </a:endParaRPr>
          </a:p>
          <a:p>
            <a:pPr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en-US" altLang="en-US" sz="2800">
                <a:sym typeface="Greek Symbols" pitchFamily="18" charset="2"/>
              </a:rPr>
              <a:t>Algorithm to compute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 baseline="30000">
                <a:sym typeface="Greek Symbols" pitchFamily="18" charset="2"/>
              </a:rPr>
              <a:t>+</a:t>
            </a:r>
            <a:r>
              <a:rPr lang="en-US" altLang="en-US" sz="2800">
                <a:sym typeface="Greek Symbols" pitchFamily="18" charset="2"/>
              </a:rPr>
              <a:t>, the closure of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>
                <a:sym typeface="Greek Symbols" pitchFamily="18" charset="2"/>
              </a:rPr>
              <a:t> under </a:t>
            </a:r>
            <a:r>
              <a:rPr lang="en-US" altLang="en-US" sz="2800" i="1">
                <a:sym typeface="Greek Symbols" pitchFamily="18" charset="2"/>
              </a:rPr>
              <a:t>F</a:t>
            </a:r>
            <a:br>
              <a:rPr lang="en-US" altLang="en-US" sz="2800" i="1">
                <a:sym typeface="Greek Symbols" pitchFamily="18" charset="2"/>
              </a:rPr>
            </a:br>
            <a:r>
              <a:rPr lang="en-US" altLang="en-US" sz="2800" i="1">
                <a:sym typeface="Greek Symbols" pitchFamily="18" charset="2"/>
              </a:rPr>
              <a:t>result </a:t>
            </a:r>
            <a:r>
              <a:rPr lang="en-US" altLang="en-US" sz="2800">
                <a:sym typeface="Greek Symbols" pitchFamily="18" charset="2"/>
              </a:rPr>
              <a:t>:= </a:t>
            </a:r>
            <a:r>
              <a:rPr lang="en-US" altLang="en-US" sz="2800">
                <a:latin typeface="Symbol" panose="05050102010706020507" pitchFamily="18" charset="2"/>
                <a:sym typeface="Greek Symbols" pitchFamily="18" charset="2"/>
              </a:rPr>
              <a:t>a</a:t>
            </a:r>
            <a:r>
              <a:rPr lang="en-US" altLang="en-US" sz="2800">
                <a:sym typeface="Greek Symbols" pitchFamily="18" charset="2"/>
              </a:rPr>
              <a:t>;</a:t>
            </a:r>
            <a:br>
              <a:rPr lang="en-US" altLang="en-US" sz="2800">
                <a:sym typeface="Greek Symbols" pitchFamily="18" charset="2"/>
              </a:rPr>
            </a:br>
            <a:r>
              <a:rPr lang="en-US" altLang="en-US" sz="2800">
                <a:sym typeface="Greek Symbols" pitchFamily="18" charset="2"/>
              </a:rPr>
              <a:t>	</a:t>
            </a:r>
            <a:r>
              <a:rPr lang="en-US" altLang="en-US" sz="2800" b="1">
                <a:sym typeface="Greek Symbols" pitchFamily="18" charset="2"/>
              </a:rPr>
              <a:t>while</a:t>
            </a:r>
            <a:r>
              <a:rPr lang="en-US" altLang="en-US" sz="2800">
                <a:sym typeface="Greek Symbols" pitchFamily="18" charset="2"/>
              </a:rPr>
              <a:t> (changes to </a:t>
            </a:r>
            <a:r>
              <a:rPr lang="en-US" altLang="en-US" sz="2800" i="1">
                <a:sym typeface="Greek Symbols" pitchFamily="18" charset="2"/>
              </a:rPr>
              <a:t>result</a:t>
            </a:r>
            <a:r>
              <a:rPr lang="en-US" altLang="en-US" sz="2800">
                <a:sym typeface="Greek Symbols" pitchFamily="18" charset="2"/>
              </a:rPr>
              <a:t>) </a:t>
            </a:r>
            <a:r>
              <a:rPr lang="en-US" altLang="en-US" sz="2800" b="1">
                <a:sym typeface="Greek Symbols" pitchFamily="18" charset="2"/>
              </a:rPr>
              <a:t>do</a:t>
            </a:r>
            <a:br>
              <a:rPr lang="en-US" altLang="en-US" sz="2800" b="1">
                <a:sym typeface="Greek Symbols" pitchFamily="18" charset="2"/>
              </a:rPr>
            </a:br>
            <a:r>
              <a:rPr lang="en-US" altLang="en-US" sz="2800" b="1">
                <a:sym typeface="Greek Symbols" pitchFamily="18" charset="2"/>
              </a:rPr>
              <a:t>		for each </a:t>
            </a:r>
            <a:r>
              <a:rPr lang="en-US" altLang="en-US" sz="2800">
                <a:sym typeface="Symbol" panose="05050102010706020507" pitchFamily="18" charset="2"/>
              </a:rPr>
              <a:t>f1</a:t>
            </a:r>
            <a:r>
              <a:rPr lang="en-US" altLang="en-US" sz="2800">
                <a:sym typeface="Monotype Sorts" pitchFamily="2" charset="2"/>
              </a:rPr>
              <a:t> f2</a:t>
            </a:r>
            <a:r>
              <a:rPr lang="en-US" altLang="en-US" sz="2800">
                <a:sym typeface="Greek Symbols" pitchFamily="18" charset="2"/>
              </a:rPr>
              <a:t> </a:t>
            </a:r>
            <a:r>
              <a:rPr lang="en-US" altLang="en-US" sz="2800" b="1">
                <a:sym typeface="Greek Symbols" pitchFamily="18" charset="2"/>
              </a:rPr>
              <a:t>in</a:t>
            </a:r>
            <a:r>
              <a:rPr lang="en-US" altLang="en-US" sz="2800" i="1">
                <a:sym typeface="Greek Symbols" pitchFamily="18" charset="2"/>
              </a:rPr>
              <a:t> F</a:t>
            </a:r>
            <a:r>
              <a:rPr lang="en-US" altLang="en-US" sz="2800" b="1">
                <a:sym typeface="Greek Symbols" pitchFamily="18" charset="2"/>
              </a:rPr>
              <a:t> do</a:t>
            </a:r>
            <a:br>
              <a:rPr lang="en-US" altLang="en-US" sz="2800" b="1">
                <a:sym typeface="Greek Symbols" pitchFamily="18" charset="2"/>
              </a:rPr>
            </a:br>
            <a:r>
              <a:rPr lang="en-US" altLang="en-US" sz="2800" b="1">
                <a:sym typeface="Greek Symbols" pitchFamily="18" charset="2"/>
              </a:rPr>
              <a:t>			begin</a:t>
            </a:r>
            <a:br>
              <a:rPr lang="en-US" altLang="en-US" sz="2800" b="1">
                <a:sym typeface="Greek Symbols" pitchFamily="18" charset="2"/>
              </a:rPr>
            </a:br>
            <a:r>
              <a:rPr lang="en-US" altLang="en-US" sz="2800" b="1">
                <a:sym typeface="Greek Symbols" pitchFamily="18" charset="2"/>
              </a:rPr>
              <a:t>				if </a:t>
            </a:r>
            <a:r>
              <a:rPr lang="en-US" altLang="en-US" sz="2800">
                <a:sym typeface="Symbol" panose="05050102010706020507" pitchFamily="18" charset="2"/>
              </a:rPr>
              <a:t>f1</a:t>
            </a:r>
            <a:r>
              <a:rPr lang="en-US" altLang="en-US" sz="2800" i="1">
                <a:sym typeface="Greek Symbols" pitchFamily="18" charset="2"/>
              </a:rPr>
              <a:t> </a:t>
            </a:r>
            <a:r>
              <a:rPr lang="en-US" altLang="en-US" sz="2800">
                <a:sym typeface="Symbol" panose="05050102010706020507" pitchFamily="18" charset="2"/>
              </a:rPr>
              <a:t> </a:t>
            </a:r>
            <a:r>
              <a:rPr lang="en-US" altLang="en-US" sz="2800" i="1">
                <a:sym typeface="Symbol" panose="05050102010706020507" pitchFamily="18" charset="2"/>
              </a:rPr>
              <a:t>result</a:t>
            </a:r>
            <a:r>
              <a:rPr lang="en-US" altLang="en-US" sz="2800" b="1">
                <a:sym typeface="Symbol" panose="05050102010706020507" pitchFamily="18" charset="2"/>
              </a:rPr>
              <a:t> then </a:t>
            </a:r>
            <a:r>
              <a:rPr lang="en-US" altLang="en-US" sz="2800" i="1">
                <a:sym typeface="Symbol" panose="05050102010706020507" pitchFamily="18" charset="2"/>
              </a:rPr>
              <a:t> result </a:t>
            </a:r>
            <a:r>
              <a:rPr lang="en-US" altLang="en-US" sz="2800">
                <a:sym typeface="Symbol" panose="05050102010706020507" pitchFamily="18" charset="2"/>
              </a:rPr>
              <a:t>:= </a:t>
            </a:r>
            <a:r>
              <a:rPr lang="en-US" altLang="en-US" sz="2800" i="1">
                <a:sym typeface="Symbol" panose="05050102010706020507" pitchFamily="18" charset="2"/>
              </a:rPr>
              <a:t>result </a:t>
            </a:r>
            <a:r>
              <a:rPr lang="en-US" altLang="en-US" sz="2800">
                <a:sym typeface="Symbol" panose="05050102010706020507" pitchFamily="18" charset="2"/>
              </a:rPr>
              <a:t></a:t>
            </a:r>
            <a:r>
              <a:rPr lang="en-US" altLang="en-US" sz="2800">
                <a:sym typeface="Greek Symbols" pitchFamily="18" charset="2"/>
              </a:rPr>
              <a:t> f2 </a:t>
            </a:r>
            <a:br>
              <a:rPr lang="en-US" altLang="en-US" sz="2800">
                <a:sym typeface="Greek Symbols" pitchFamily="18" charset="2"/>
              </a:rPr>
            </a:br>
            <a:r>
              <a:rPr lang="en-US" altLang="en-US" sz="2800">
                <a:sym typeface="Greek Symbols" pitchFamily="18" charset="2"/>
              </a:rPr>
              <a:t>			</a:t>
            </a:r>
            <a:r>
              <a:rPr lang="en-US" altLang="en-US" sz="2800" b="1">
                <a:sym typeface="Greek Symbols" pitchFamily="18" charset="2"/>
              </a:rPr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D86AFA91-6B24-4525-9D8F-9956CA017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6E1BB860-8611-4EAA-AC96-24C6BD70B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0938" y="1204913"/>
            <a:ext cx="4691062" cy="326548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200" i="1"/>
              <a:t>R = (A, B, C, G, H, I)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200" i="1"/>
              <a:t>F = </a:t>
            </a:r>
            <a:r>
              <a:rPr lang="en-US" altLang="en-US" sz="3200"/>
              <a:t>{</a:t>
            </a:r>
            <a:r>
              <a:rPr lang="en-US" altLang="en-US" sz="3200" i="1">
                <a:sym typeface="Iconic Symbols Ext" pitchFamily="2" charset="2"/>
              </a:rPr>
              <a:t>A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>
                <a:sym typeface="Monotype Sorts" pitchFamily="2" charset="2"/>
              </a:rPr>
              <a:t> </a:t>
            </a:r>
            <a:r>
              <a:rPr lang="en-US" altLang="en-US" sz="3200" i="1">
                <a:sym typeface="Monotype Sorts" pitchFamily="2" charset="2"/>
              </a:rPr>
              <a:t>B</a:t>
            </a:r>
            <a:br>
              <a:rPr lang="en-US" altLang="en-US" sz="3200" i="1">
                <a:sym typeface="Monotype Sorts" pitchFamily="2" charset="2"/>
              </a:rPr>
            </a:br>
            <a:r>
              <a:rPr lang="en-US" altLang="en-US" sz="3200" i="1">
                <a:sym typeface="Monotype Sorts" pitchFamily="2" charset="2"/>
              </a:rPr>
              <a:t>	</a:t>
            </a:r>
            <a:r>
              <a:rPr lang="en-US" altLang="en-US" sz="3200" i="1">
                <a:sym typeface="Iconic Symbols Ext" pitchFamily="2" charset="2"/>
              </a:rPr>
              <a:t>A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>
                <a:sym typeface="Monotype Sorts" pitchFamily="2" charset="2"/>
              </a:rPr>
              <a:t> </a:t>
            </a:r>
            <a:r>
              <a:rPr lang="en-US" altLang="en-US" sz="3200" i="1">
                <a:sym typeface="Monotype Sorts" pitchFamily="2" charset="2"/>
              </a:rPr>
              <a:t>C </a:t>
            </a:r>
            <a:br>
              <a:rPr lang="en-US" altLang="en-US" sz="3200" i="1">
                <a:sym typeface="Monotype Sorts" pitchFamily="2" charset="2"/>
              </a:rPr>
            </a:br>
            <a:r>
              <a:rPr lang="en-US" altLang="en-US" sz="3200" i="1">
                <a:sym typeface="Monotype Sorts" pitchFamily="2" charset="2"/>
              </a:rPr>
              <a:t>	</a:t>
            </a:r>
            <a:r>
              <a:rPr lang="en-US" altLang="en-US" sz="3200" i="1">
                <a:sym typeface="Iconic Symbols Ext" pitchFamily="2" charset="2"/>
              </a:rPr>
              <a:t>CG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>
                <a:sym typeface="Monotype Sorts" pitchFamily="2" charset="2"/>
              </a:rPr>
              <a:t> </a:t>
            </a:r>
            <a:r>
              <a:rPr lang="en-US" altLang="en-US" sz="3200" i="1">
                <a:sym typeface="Monotype Sorts" pitchFamily="2" charset="2"/>
              </a:rPr>
              <a:t>H</a:t>
            </a:r>
            <a:br>
              <a:rPr lang="en-US" altLang="en-US" sz="3200" i="1">
                <a:sym typeface="Monotype Sorts" pitchFamily="2" charset="2"/>
              </a:rPr>
            </a:br>
            <a:r>
              <a:rPr lang="en-US" altLang="en-US" sz="3200" i="1">
                <a:sym typeface="Monotype Sorts" pitchFamily="2" charset="2"/>
              </a:rPr>
              <a:t>	</a:t>
            </a:r>
            <a:r>
              <a:rPr lang="en-US" altLang="en-US" sz="3200" i="1">
                <a:sym typeface="Iconic Symbols Ext" pitchFamily="2" charset="2"/>
              </a:rPr>
              <a:t>CG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>
                <a:sym typeface="Monotype Sorts" pitchFamily="2" charset="2"/>
              </a:rPr>
              <a:t> </a:t>
            </a:r>
            <a:r>
              <a:rPr lang="en-US" altLang="en-US" sz="3200" i="1">
                <a:sym typeface="Monotype Sorts" pitchFamily="2" charset="2"/>
              </a:rPr>
              <a:t>I</a:t>
            </a:r>
            <a:br>
              <a:rPr lang="en-US" altLang="en-US" sz="3200" i="1">
                <a:sym typeface="Monotype Sorts" pitchFamily="2" charset="2"/>
              </a:rPr>
            </a:br>
            <a:r>
              <a:rPr lang="en-US" altLang="en-US" sz="3200" i="1">
                <a:sym typeface="Monotype Sorts" pitchFamily="2" charset="2"/>
              </a:rPr>
              <a:t>	</a:t>
            </a:r>
            <a:r>
              <a:rPr lang="en-US" altLang="en-US" sz="3200" i="1">
                <a:sym typeface="Iconic Symbols Ext" pitchFamily="2" charset="2"/>
              </a:rPr>
              <a:t>B 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n-US" altLang="en-US" sz="3200">
                <a:sym typeface="Monotype Sorts" pitchFamily="2" charset="2"/>
              </a:rPr>
              <a:t> </a:t>
            </a:r>
            <a:r>
              <a:rPr lang="en-US" altLang="en-US" sz="3200" i="1">
                <a:sym typeface="Monotype Sorts" pitchFamily="2" charset="2"/>
              </a:rPr>
              <a:t>H</a:t>
            </a:r>
            <a:r>
              <a:rPr lang="en-US" altLang="en-US" sz="3200">
                <a:sym typeface="Monotype Sorts" pitchFamily="2" charset="2"/>
              </a:rPr>
              <a:t>}</a:t>
            </a:r>
            <a:endParaRPr lang="en-US" altLang="en-US" sz="3200">
              <a:sym typeface="MS LineDraw" pitchFamily="49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45849BAA-A0EE-4C4F-B1C3-4E4A4595F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90D3CE5E-A4DF-4E0C-9552-FB1772BEB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6600" y="914400"/>
            <a:ext cx="8255000" cy="52911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800" dirty="0">
                <a:sym typeface="MS LineDraw" pitchFamily="49" charset="2"/>
              </a:rPr>
              <a:t>(</a:t>
            </a:r>
            <a:r>
              <a:rPr lang="en-US" altLang="en-US" sz="2800" i="1" dirty="0">
                <a:sym typeface="MS LineDraw" pitchFamily="49" charset="2"/>
              </a:rPr>
              <a:t>AG)</a:t>
            </a:r>
            <a:r>
              <a:rPr lang="en-US" altLang="en-US" sz="2800" baseline="30000" dirty="0">
                <a:sym typeface="MS LineDraw" pitchFamily="49" charset="2"/>
              </a:rPr>
              <a:t>+</a:t>
            </a:r>
            <a:endParaRPr lang="en-US" altLang="en-US" sz="2800" dirty="0">
              <a:sym typeface="MS LineDraw" pitchFamily="49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 dirty="0">
                <a:sym typeface="MS LineDraw" pitchFamily="49" charset="2"/>
              </a:rPr>
              <a:t>1.	</a:t>
            </a:r>
            <a:r>
              <a:rPr lang="en-US" altLang="en-US" sz="2400" i="1" dirty="0">
                <a:sym typeface="MS LineDraw" pitchFamily="49" charset="2"/>
              </a:rPr>
              <a:t>result = AG</a:t>
            </a:r>
            <a:endParaRPr lang="en-US" altLang="en-US" sz="2400" dirty="0">
              <a:sym typeface="MS LineDraw" pitchFamily="49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 dirty="0">
                <a:sym typeface="MS LineDraw" pitchFamily="49" charset="2"/>
              </a:rPr>
              <a:t>2.	</a:t>
            </a:r>
            <a:r>
              <a:rPr lang="en-US" altLang="en-US" sz="2400" i="1" dirty="0">
                <a:sym typeface="MS LineDraw" pitchFamily="49" charset="2"/>
              </a:rPr>
              <a:t>result = ABCG	(A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Monotype Sorts" pitchFamily="2" charset="2"/>
              </a:rPr>
              <a:t>C </a:t>
            </a:r>
            <a:r>
              <a:rPr lang="en-US" altLang="en-US" sz="2400" dirty="0">
                <a:sym typeface="Monotype Sorts" pitchFamily="2" charset="2"/>
              </a:rPr>
              <a:t>and </a:t>
            </a:r>
            <a:r>
              <a:rPr lang="en-US" altLang="en-US" sz="2400" i="1" dirty="0">
                <a:sym typeface="Monotype Sorts" pitchFamily="2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>
                <a:sym typeface="Symbol" panose="05050102010706020507" pitchFamily="18" charset="2"/>
              </a:rPr>
              <a:t> B)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3.	</a:t>
            </a:r>
            <a:r>
              <a:rPr lang="en-US" altLang="en-US" sz="2400" i="1" dirty="0">
                <a:sym typeface="MS LineDraw" pitchFamily="49" charset="2"/>
              </a:rPr>
              <a:t>result = ABCG</a:t>
            </a:r>
            <a:r>
              <a:rPr lang="en-US" altLang="en-US" sz="2400" i="1" dirty="0">
                <a:sym typeface="Monotype Sorts" pitchFamily="2" charset="2"/>
              </a:rPr>
              <a:t>H	(CG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Monotype Sorts" pitchFamily="2" charset="2"/>
              </a:rPr>
              <a:t>H</a:t>
            </a:r>
            <a:r>
              <a:rPr lang="en-US" altLang="en-US" sz="2400" dirty="0">
                <a:sym typeface="Monotype Sorts" pitchFamily="2" charset="2"/>
              </a:rPr>
              <a:t> and </a:t>
            </a:r>
            <a:r>
              <a:rPr lang="en-US" altLang="en-US" sz="2400" i="1" dirty="0">
                <a:sym typeface="Monotype Sorts" pitchFamily="2" charset="2"/>
              </a:rPr>
              <a:t>CG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AGBC)</a:t>
            </a: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4.	</a:t>
            </a:r>
            <a:r>
              <a:rPr lang="en-US" altLang="en-US" sz="2400" i="1" dirty="0">
                <a:sym typeface="MS LineDraw" pitchFamily="49" charset="2"/>
              </a:rPr>
              <a:t>result = ABCG</a:t>
            </a:r>
            <a:r>
              <a:rPr lang="en-US" altLang="en-US" sz="2400" i="1" dirty="0">
                <a:sym typeface="Monotype Sorts" pitchFamily="2" charset="2"/>
              </a:rPr>
              <a:t>HI	(CG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2" charset="2"/>
              </a:rPr>
              <a:t> </a:t>
            </a:r>
            <a:r>
              <a:rPr lang="en-US" altLang="en-US" sz="2400" i="1" dirty="0">
                <a:sym typeface="Monotype Sorts" pitchFamily="2" charset="2"/>
              </a:rPr>
              <a:t>I</a:t>
            </a:r>
            <a:r>
              <a:rPr lang="en-US" altLang="en-US" sz="2400" dirty="0">
                <a:sym typeface="Monotype Sorts" pitchFamily="2" charset="2"/>
              </a:rPr>
              <a:t> and </a:t>
            </a:r>
            <a:r>
              <a:rPr lang="en-US" altLang="en-US" sz="2400" i="1" dirty="0">
                <a:sym typeface="Monotype Sorts" pitchFamily="2" charset="2"/>
              </a:rPr>
              <a:t>CG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AGBCH)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9BDB-4D88-41B0-8C9F-A6EA3F051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3944938"/>
            <a:ext cx="3643312" cy="2646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 = (A, B, C, G, H, I)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F =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{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Iconic Symbols Ext" pitchFamily="2" charset="2"/>
              </a:rPr>
              <a:t>A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 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B</a:t>
            </a:r>
            <a:b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</a:b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	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Iconic Symbols Ext" pitchFamily="2" charset="2"/>
              </a:rPr>
              <a:t>A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 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C </a:t>
            </a:r>
            <a:b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</a:b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	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Iconic Symbols Ext" pitchFamily="2" charset="2"/>
              </a:rPr>
              <a:t>CG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 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H</a:t>
            </a:r>
            <a:b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</a:b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	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Iconic Symbols Ext" pitchFamily="2" charset="2"/>
              </a:rPr>
              <a:t>CG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 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I</a:t>
            </a:r>
            <a:b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</a:b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	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Iconic Symbols Ext" pitchFamily="2" charset="2"/>
              </a:rPr>
              <a:t>B 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 </a:t>
            </a:r>
            <a:r>
              <a:rPr kumimoji="1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H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  <a:sym typeface="Monotype Sorts" pitchFamily="2" charset="2"/>
              </a:rPr>
              <a:t>}</a:t>
            </a:r>
            <a:endParaRPr kumimoji="1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  <a:sym typeface="MS LineDraw" pitchFamily="49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FC69FDB-BC13-42C9-BF9C-39FCB86E3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810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Closure of Functional Dependencies (Cont.)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F23CB5EB-9083-43CB-96A6-3FF559729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" y="931863"/>
            <a:ext cx="8834438" cy="5624512"/>
          </a:xfrm>
        </p:spPr>
        <p:txBody>
          <a:bodyPr/>
          <a:lstStyle/>
          <a:p>
            <a:r>
              <a:rPr lang="en-US" altLang="en-US" sz="2800"/>
              <a:t>Given the following FDs  </a:t>
            </a:r>
          </a:p>
          <a:p>
            <a:r>
              <a:rPr lang="en-US" altLang="en-US" sz="2800"/>
              <a:t> A→ BC ,   CD→ E,    E→ C </a:t>
            </a:r>
          </a:p>
          <a:p>
            <a:r>
              <a:rPr lang="en-US" altLang="en-US" sz="2800"/>
              <a:t>  D→ AEH,    ABH → BD,   DH→ BCA </a:t>
            </a:r>
          </a:p>
          <a:p>
            <a:r>
              <a:rPr lang="en-US" altLang="en-US" sz="2800"/>
              <a:t>Find out, whether BCD → H or not from the following Functional Dependencies?</a:t>
            </a:r>
          </a:p>
          <a:p>
            <a:r>
              <a:rPr lang="en-US" altLang="en-US" sz="2800" b="1"/>
              <a:t>Solution :</a:t>
            </a:r>
            <a:r>
              <a:rPr lang="en-US" altLang="en-US" sz="2800"/>
              <a:t>Compute the closure of </a:t>
            </a:r>
          </a:p>
          <a:p>
            <a:r>
              <a:rPr lang="en-US" altLang="en-US" sz="2800"/>
              <a:t>BCD = BCD</a:t>
            </a:r>
            <a:r>
              <a:rPr lang="en-US" altLang="en-US" sz="2800" baseline="30000"/>
              <a:t>+</a:t>
            </a:r>
            <a:r>
              <a:rPr lang="en-US" altLang="en-US" sz="2800"/>
              <a:t> </a:t>
            </a:r>
          </a:p>
          <a:p>
            <a:r>
              <a:rPr lang="en-US" altLang="en-US" sz="2800"/>
              <a:t>BCD</a:t>
            </a:r>
            <a:r>
              <a:rPr lang="en-US" altLang="en-US" sz="2800" baseline="30000"/>
              <a:t>+</a:t>
            </a:r>
            <a:r>
              <a:rPr lang="en-US" altLang="en-US" sz="2800"/>
              <a:t> = BCD  </a:t>
            </a:r>
          </a:p>
          <a:p>
            <a:pPr marL="457200" lvl="1" indent="0">
              <a:buFont typeface="Monotype Sorts" pitchFamily="2" charset="2"/>
              <a:buNone/>
            </a:pPr>
            <a:r>
              <a:rPr lang="en-US" altLang="en-US"/>
              <a:t>= ABCDEH  {as D → AEH}</a:t>
            </a:r>
          </a:p>
          <a:p>
            <a:pPr marL="457200" lvl="1" indent="0">
              <a:buFont typeface="Monotype Sorts" pitchFamily="2" charset="2"/>
              <a:buNone/>
            </a:pPr>
            <a:r>
              <a:rPr lang="en-US" altLang="en-US"/>
              <a:t>Hence BCD → H is true as the closure contains H. </a:t>
            </a:r>
            <a:endParaRPr lang="en-US" altLang="en-US">
              <a:sym typeface="Greek Symbols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A36B0C6C-2B4B-498A-AE33-999A6FCAC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6D48C580-9A79-4835-B897-DB00BA982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884238"/>
            <a:ext cx="7650163" cy="558958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Suppose we are given relation R with attributes A,B,C,D and 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b="1" dirty="0"/>
              <a:t>FDs  A→BC B→CD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(B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 = {BCD}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(C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 = {C}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(D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 = {D}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 (AB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{ABCD}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 (AC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{ABCD}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(AD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{ABCD}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 (BC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{BCD}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 (BD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{BCD}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altLang="en-US" sz="2400" dirty="0"/>
              <a:t> (CD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)   = {CD 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uiExpand="1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9F4CFB87-1009-442E-B5F8-AF9FB7D82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A2242F8F-1278-4135-9DD2-5714197D8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463" y="1204913"/>
            <a:ext cx="6375400" cy="362902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800"/>
              <a:t>relation schema R = {A, B, C, D, E}.</a:t>
            </a:r>
          </a:p>
          <a:p>
            <a:pPr lvl="1"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600"/>
              <a:t> A  → BC </a:t>
            </a:r>
          </a:p>
          <a:p>
            <a:pPr lvl="1"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600"/>
              <a:t> CD → E </a:t>
            </a:r>
          </a:p>
          <a:p>
            <a:pPr lvl="1"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600"/>
              <a:t>B  → D</a:t>
            </a:r>
          </a:p>
          <a:p>
            <a:pPr lvl="1"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3600"/>
              <a:t> E  → A</a:t>
            </a:r>
            <a:endParaRPr lang="en-US" altLang="en-US" sz="36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F4FD8AD5-BFE6-4A37-A8B8-8CD6B514ED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07F6A403-0B90-4061-9A03-CA113C642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6600" y="914400"/>
            <a:ext cx="7131050" cy="52911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(A)</a:t>
            </a:r>
            <a:r>
              <a:rPr lang="en-US" sz="2800" baseline="30000" dirty="0"/>
              <a:t>+</a:t>
            </a:r>
            <a:r>
              <a:rPr lang="en-US" sz="2800" dirty="0"/>
              <a:t> 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 (AB)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(AC)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(BC)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(BD)</a:t>
            </a:r>
            <a:r>
              <a:rPr lang="en-US" sz="2800" baseline="30000" dirty="0"/>
              <a:t>+</a:t>
            </a:r>
            <a:r>
              <a:rPr lang="en-US" sz="2800" dirty="0"/>
              <a:t>   = {BD}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 (BE)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(CD)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(CE)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(DE)</a:t>
            </a:r>
            <a:r>
              <a:rPr lang="en-US" sz="2800" baseline="30000" dirty="0"/>
              <a:t>+</a:t>
            </a:r>
            <a:r>
              <a:rPr lang="en-US" sz="2800" dirty="0"/>
              <a:t>   = {ABCDE} 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lang="en-US" sz="2800" dirty="0"/>
              <a:t>(ABC)</a:t>
            </a:r>
            <a:r>
              <a:rPr lang="en-US" sz="2800" baseline="30000" dirty="0"/>
              <a:t>+</a:t>
            </a:r>
            <a:r>
              <a:rPr lang="en-US" sz="2800" dirty="0"/>
              <a:t>  = {ABCDE} 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  <a:defRPr/>
            </a:pPr>
            <a:endParaRPr lang="en-US" sz="2800" dirty="0">
              <a:sym typeface="Symbol" pitchFamily="18" charset="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AF8FB8-9852-4384-A49F-1E3442295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452688"/>
            <a:ext cx="4705350" cy="254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relation schema R = {A, B, C, D, E}.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A  → BC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CD → E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B  → D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803275" algn="l"/>
                <a:tab pos="2633663" algn="l"/>
                <a:tab pos="3140075" algn="l"/>
              </a:tabLst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E  → A</a:t>
            </a:r>
            <a:endParaRPr kumimoji="1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  <p:bldP spid="5" grpId="0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26">
            <a:extLst>
              <a:ext uri="{FF2B5EF4-FFF2-40B4-BE49-F238E27FC236}">
                <a16:creationId xmlns:a16="http://schemas.microsoft.com/office/drawing/2014/main" id="{5851F1D2-83C3-4F1E-83A6-7A401A013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00" y="2016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Uses of Attribute Closure</a:t>
            </a:r>
          </a:p>
        </p:txBody>
      </p:sp>
      <p:sp>
        <p:nvSpPr>
          <p:cNvPr id="152579" name="Rectangle 1027">
            <a:extLst>
              <a:ext uri="{FF2B5EF4-FFF2-40B4-BE49-F238E27FC236}">
                <a16:creationId xmlns:a16="http://schemas.microsoft.com/office/drawing/2014/main" id="{2AFCA7A7-AB0D-431D-AD4C-149D7059D5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800"/>
              <a:t>There are several uses of the attribute closure algorithm:</a:t>
            </a:r>
          </a:p>
          <a:p>
            <a:r>
              <a:rPr lang="en-US" altLang="en-US" sz="2800"/>
              <a:t>Testing for superkey:</a:t>
            </a:r>
          </a:p>
          <a:p>
            <a:pPr lvl="1"/>
            <a:r>
              <a:rPr lang="en-US" altLang="en-US" sz="2400"/>
              <a:t>To test if </a:t>
            </a:r>
            <a:r>
              <a:rPr lang="en-US" altLang="en-US" sz="2400">
                <a:sym typeface="Symbol" panose="05050102010706020507" pitchFamily="18" charset="2"/>
              </a:rPr>
              <a:t> is a superkey, we compute </a:t>
            </a:r>
            <a:r>
              <a:rPr lang="en-US" altLang="en-US" baseline="30000">
                <a:sym typeface="Symbol" panose="05050102010706020507" pitchFamily="18" charset="2"/>
              </a:rPr>
              <a:t>+</a:t>
            </a:r>
            <a:r>
              <a:rPr lang="en-US" altLang="en-US" sz="2400" baseline="30000">
                <a:sym typeface="Symbol" panose="05050102010706020507" pitchFamily="18" charset="2"/>
              </a:rPr>
              <a:t>,</a:t>
            </a:r>
            <a:r>
              <a:rPr lang="en-US" altLang="en-US" sz="2400">
                <a:sym typeface="Symbol" panose="05050102010706020507" pitchFamily="18" charset="2"/>
              </a:rPr>
              <a:t> and check if </a:t>
            </a:r>
            <a:r>
              <a:rPr lang="en-US" altLang="en-US" sz="2400" b="1">
                <a:sym typeface="Symbol" panose="05050102010706020507" pitchFamily="18" charset="2"/>
              </a:rPr>
              <a:t></a:t>
            </a:r>
            <a:r>
              <a:rPr lang="en-US" altLang="en-US" b="1" baseline="30000">
                <a:sym typeface="Symbol" panose="05050102010706020507" pitchFamily="18" charset="2"/>
              </a:rPr>
              <a:t>+</a:t>
            </a:r>
            <a:r>
              <a:rPr lang="en-US" altLang="en-US" sz="2400" b="1" baseline="30000">
                <a:sym typeface="Symbol" panose="05050102010706020507" pitchFamily="18" charset="2"/>
              </a:rPr>
              <a:t> </a:t>
            </a:r>
            <a:r>
              <a:rPr lang="en-US" altLang="en-US" sz="2400" b="1">
                <a:sym typeface="Symbol" panose="05050102010706020507" pitchFamily="18" charset="2"/>
              </a:rPr>
              <a:t>contains all attributes of </a:t>
            </a:r>
            <a:r>
              <a:rPr lang="en-US" altLang="en-US" sz="2400" b="1" i="1">
                <a:sym typeface="Symbol" panose="05050102010706020507" pitchFamily="18" charset="2"/>
              </a:rPr>
              <a:t>R</a:t>
            </a:r>
            <a:r>
              <a:rPr lang="en-US" altLang="en-US" sz="2400" b="1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FFAE891E-D76C-4AB8-94B3-C6E8C9FA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of Attribute Set Closure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D303E138-295C-4CE6-B6A5-273606386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6600" y="914400"/>
            <a:ext cx="8077200" cy="52911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800">
                <a:sym typeface="MS LineDraw" pitchFamily="49" charset="2"/>
              </a:rPr>
              <a:t>(</a:t>
            </a:r>
            <a:r>
              <a:rPr lang="en-US" altLang="en-US" sz="2800" i="1">
                <a:sym typeface="MS LineDraw" pitchFamily="49" charset="2"/>
              </a:rPr>
              <a:t>AG)</a:t>
            </a:r>
            <a:r>
              <a:rPr lang="en-US" altLang="en-US" sz="2800" baseline="30000">
                <a:sym typeface="MS LineDraw" pitchFamily="49" charset="2"/>
              </a:rPr>
              <a:t>+</a:t>
            </a:r>
            <a:endParaRPr lang="en-US" altLang="en-US" sz="2800">
              <a:sym typeface="MS LineDraw" pitchFamily="49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MS LineDraw" pitchFamily="49" charset="2"/>
              </a:rPr>
              <a:t>1.	</a:t>
            </a:r>
            <a:r>
              <a:rPr lang="en-US" altLang="en-US" sz="2400" i="1">
                <a:sym typeface="MS LineDraw" pitchFamily="49" charset="2"/>
              </a:rPr>
              <a:t>result = AG</a:t>
            </a:r>
            <a:endParaRPr lang="en-US" altLang="en-US" sz="2400">
              <a:sym typeface="MS LineDraw" pitchFamily="49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MS LineDraw" pitchFamily="49" charset="2"/>
              </a:rPr>
              <a:t>2.	</a:t>
            </a:r>
            <a:r>
              <a:rPr lang="en-US" altLang="en-US" sz="2400" i="1">
                <a:sym typeface="MS LineDraw" pitchFamily="49" charset="2"/>
              </a:rPr>
              <a:t>result = ABCG	(A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>
                <a:sym typeface="Monotype Sorts" pitchFamily="2" charset="2"/>
              </a:rPr>
              <a:t> </a:t>
            </a:r>
            <a:r>
              <a:rPr lang="en-US" altLang="en-US" sz="2400" i="1">
                <a:sym typeface="Monotype Sorts" pitchFamily="2" charset="2"/>
              </a:rPr>
              <a:t>C </a:t>
            </a:r>
            <a:r>
              <a:rPr lang="en-US" altLang="en-US" sz="2400">
                <a:sym typeface="Monotype Sorts" pitchFamily="2" charset="2"/>
              </a:rPr>
              <a:t>and </a:t>
            </a:r>
            <a:r>
              <a:rPr lang="en-US" altLang="en-US" sz="2400" i="1">
                <a:sym typeface="Monotype Sorts" pitchFamily="2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 i="1">
                <a:sym typeface="Symbol" panose="05050102010706020507" pitchFamily="18" charset="2"/>
              </a:rPr>
              <a:t> B)</a:t>
            </a:r>
            <a:endParaRPr lang="en-US" altLang="en-US" sz="240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Symbol" panose="05050102010706020507" pitchFamily="18" charset="2"/>
              </a:rPr>
              <a:t>3.	</a:t>
            </a:r>
            <a:r>
              <a:rPr lang="en-US" altLang="en-US" sz="2400" i="1">
                <a:sym typeface="MS LineDraw" pitchFamily="49" charset="2"/>
              </a:rPr>
              <a:t>result = ABCG</a:t>
            </a:r>
            <a:r>
              <a:rPr lang="en-US" altLang="en-US" sz="2400" i="1">
                <a:sym typeface="Monotype Sorts" pitchFamily="2" charset="2"/>
              </a:rPr>
              <a:t>H	(CG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>
                <a:sym typeface="Monotype Sorts" pitchFamily="2" charset="2"/>
              </a:rPr>
              <a:t> </a:t>
            </a:r>
            <a:r>
              <a:rPr lang="en-US" altLang="en-US" sz="2400" i="1">
                <a:sym typeface="Monotype Sorts" pitchFamily="2" charset="2"/>
              </a:rPr>
              <a:t>H</a:t>
            </a:r>
            <a:r>
              <a:rPr lang="en-US" altLang="en-US" sz="2400">
                <a:sym typeface="Monotype Sorts" pitchFamily="2" charset="2"/>
              </a:rPr>
              <a:t> and </a:t>
            </a:r>
            <a:r>
              <a:rPr lang="en-US" altLang="en-US" sz="2400" i="1">
                <a:sym typeface="Monotype Sorts" pitchFamily="2" charset="2"/>
              </a:rPr>
              <a:t>CG </a:t>
            </a:r>
            <a:r>
              <a:rPr lang="en-US" altLang="en-US" sz="2400">
                <a:sym typeface="Symbol" panose="05050102010706020507" pitchFamily="18" charset="2"/>
              </a:rPr>
              <a:t> </a:t>
            </a:r>
            <a:r>
              <a:rPr lang="en-US" altLang="en-US" sz="2400" i="1">
                <a:sym typeface="Symbol" panose="05050102010706020507" pitchFamily="18" charset="2"/>
              </a:rPr>
              <a:t>AGBC)</a:t>
            </a: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Symbol" panose="05050102010706020507" pitchFamily="18" charset="2"/>
              </a:rPr>
              <a:t>4.	</a:t>
            </a:r>
            <a:r>
              <a:rPr lang="en-US" altLang="en-US" sz="2400" i="1">
                <a:sym typeface="MS LineDraw" pitchFamily="49" charset="2"/>
              </a:rPr>
              <a:t>result = ABCG</a:t>
            </a:r>
            <a:r>
              <a:rPr lang="en-US" altLang="en-US" sz="2400" i="1">
                <a:sym typeface="Monotype Sorts" pitchFamily="2" charset="2"/>
              </a:rPr>
              <a:t>HI	(CG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>
                <a:sym typeface="Monotype Sorts" pitchFamily="2" charset="2"/>
              </a:rPr>
              <a:t> </a:t>
            </a:r>
            <a:r>
              <a:rPr lang="en-US" altLang="en-US" sz="2400" i="1">
                <a:sym typeface="Monotype Sorts" pitchFamily="2" charset="2"/>
              </a:rPr>
              <a:t>I</a:t>
            </a:r>
            <a:r>
              <a:rPr lang="en-US" altLang="en-US" sz="2400">
                <a:sym typeface="Monotype Sorts" pitchFamily="2" charset="2"/>
              </a:rPr>
              <a:t> and </a:t>
            </a:r>
            <a:r>
              <a:rPr lang="en-US" altLang="en-US" sz="2400" i="1">
                <a:sym typeface="Monotype Sorts" pitchFamily="2" charset="2"/>
              </a:rPr>
              <a:t>CG </a:t>
            </a:r>
            <a:r>
              <a:rPr lang="en-US" altLang="en-US" sz="2400">
                <a:sym typeface="Symbol" panose="05050102010706020507" pitchFamily="18" charset="2"/>
              </a:rPr>
              <a:t> </a:t>
            </a:r>
            <a:r>
              <a:rPr lang="en-US" altLang="en-US" sz="2400" i="1">
                <a:sym typeface="Symbol" panose="05050102010706020507" pitchFamily="18" charset="2"/>
              </a:rPr>
              <a:t>AGBCH)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800">
                <a:sym typeface="Symbol" panose="05050102010706020507" pitchFamily="18" charset="2"/>
              </a:rPr>
              <a:t>Is </a:t>
            </a:r>
            <a:r>
              <a:rPr lang="en-US" altLang="en-US" sz="2800" i="1">
                <a:sym typeface="Symbol" panose="05050102010706020507" pitchFamily="18" charset="2"/>
              </a:rPr>
              <a:t>AG</a:t>
            </a:r>
            <a:r>
              <a:rPr lang="en-US" altLang="en-US" sz="2800">
                <a:sym typeface="Symbol" panose="05050102010706020507" pitchFamily="18" charset="2"/>
              </a:rPr>
              <a:t> a candidate key?  </a:t>
            </a: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Symbol" panose="05050102010706020507" pitchFamily="18" charset="2"/>
              </a:rPr>
              <a:t>Is AG a super key?</a:t>
            </a:r>
          </a:p>
          <a:p>
            <a:pPr marL="1163638" lvl="2" indent="-304800">
              <a:lnSpc>
                <a:spcPct val="90000"/>
              </a:lnSpc>
              <a:buFont typeface="Monotype Sorts" pitchFamily="2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>
                <a:sym typeface="Symbol" panose="05050102010706020507" pitchFamily="18" charset="2"/>
              </a:rPr>
              <a:t>Does </a:t>
            </a:r>
            <a:r>
              <a:rPr lang="en-US" altLang="en-US" i="1">
                <a:sym typeface="Symbol" panose="05050102010706020507" pitchFamily="18" charset="2"/>
              </a:rPr>
              <a:t>AG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 i="1">
                <a:sym typeface="Monotype Sorts" pitchFamily="2" charset="2"/>
              </a:rPr>
              <a:t>R? == </a:t>
            </a:r>
            <a:r>
              <a:rPr lang="en-US" altLang="en-US">
                <a:sym typeface="Monotype Sorts" pitchFamily="2" charset="2"/>
              </a:rPr>
              <a:t>Is (AG)</a:t>
            </a:r>
            <a:r>
              <a:rPr lang="en-US" altLang="en-US" sz="3200" baseline="30000">
                <a:sym typeface="Monotype Sorts" pitchFamily="2" charset="2"/>
              </a:rPr>
              <a:t>+ </a:t>
            </a:r>
            <a:r>
              <a:rPr lang="en-US" altLang="en-US">
                <a:sym typeface="Symbol" panose="05050102010706020507" pitchFamily="18" charset="2"/>
              </a:rPr>
              <a:t> R</a:t>
            </a:r>
            <a:endParaRPr lang="en-US" altLang="en-US" i="1">
              <a:sym typeface="Monotype Sorts" pitchFamily="2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2" charset="2"/>
              <a:buAutoNum type="arabicPeriod" startAt="2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2400">
                <a:sym typeface="Monotype Sorts" pitchFamily="2" charset="2"/>
              </a:rPr>
              <a:t>Is any subset of AG a superkey?</a:t>
            </a:r>
          </a:p>
          <a:p>
            <a:pPr marL="1163638" lvl="2" indent="-304800">
              <a:lnSpc>
                <a:spcPct val="90000"/>
              </a:lnSpc>
              <a:buFont typeface="Monotype Sorts" pitchFamily="2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>
                <a:sym typeface="Monotype Sorts" pitchFamily="2" charset="2"/>
              </a:rPr>
              <a:t>Does </a:t>
            </a:r>
            <a:r>
              <a:rPr lang="en-US" altLang="en-US" i="1">
                <a:sym typeface="Monotype Sorts" pitchFamily="2" charset="2"/>
              </a:rPr>
              <a:t>A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 i="1">
                <a:sym typeface="Monotype Sorts" pitchFamily="2" charset="2"/>
              </a:rPr>
              <a:t>R</a:t>
            </a:r>
            <a:r>
              <a:rPr lang="en-US" altLang="en-US">
                <a:sym typeface="Monotype Sorts" pitchFamily="2" charset="2"/>
              </a:rPr>
              <a:t>? </a:t>
            </a:r>
            <a:r>
              <a:rPr lang="en-US" altLang="en-US" i="1">
                <a:sym typeface="Monotype Sorts" pitchFamily="2" charset="2"/>
              </a:rPr>
              <a:t>== </a:t>
            </a:r>
            <a:r>
              <a:rPr lang="en-US" altLang="en-US">
                <a:sym typeface="Monotype Sorts" pitchFamily="2" charset="2"/>
              </a:rPr>
              <a:t>Is (A)</a:t>
            </a:r>
            <a:r>
              <a:rPr lang="en-US" altLang="en-US" sz="3200" baseline="30000">
                <a:sym typeface="Monotype Sorts" pitchFamily="2" charset="2"/>
              </a:rPr>
              <a:t>+ </a:t>
            </a:r>
            <a:r>
              <a:rPr lang="en-US" altLang="en-US">
                <a:sym typeface="Symbol" panose="05050102010706020507" pitchFamily="18" charset="2"/>
              </a:rPr>
              <a:t> R</a:t>
            </a:r>
            <a:endParaRPr lang="en-US" altLang="en-US">
              <a:sym typeface="Monotype Sorts" pitchFamily="2" charset="2"/>
            </a:endParaRPr>
          </a:p>
          <a:p>
            <a:pPr marL="1163638" lvl="2" indent="-304800">
              <a:lnSpc>
                <a:spcPct val="90000"/>
              </a:lnSpc>
              <a:buFont typeface="Monotype Sorts" pitchFamily="2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>
                <a:sym typeface="Monotype Sorts" pitchFamily="2" charset="2"/>
              </a:rPr>
              <a:t>Does </a:t>
            </a:r>
            <a:r>
              <a:rPr lang="en-US" altLang="en-US" i="1">
                <a:sym typeface="Monotype Sorts" pitchFamily="2" charset="2"/>
              </a:rPr>
              <a:t>G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>
                <a:sym typeface="Monotype Sorts" pitchFamily="2" charset="2"/>
              </a:rPr>
              <a:t> </a:t>
            </a:r>
            <a:r>
              <a:rPr lang="en-US" altLang="en-US" i="1">
                <a:sym typeface="Monotype Sorts" pitchFamily="2" charset="2"/>
              </a:rPr>
              <a:t>R</a:t>
            </a:r>
            <a:r>
              <a:rPr lang="en-US" altLang="en-US">
                <a:sym typeface="Monotype Sorts" pitchFamily="2" charset="2"/>
              </a:rPr>
              <a:t>? == Is (G)</a:t>
            </a:r>
            <a:r>
              <a:rPr lang="en-US" altLang="en-US" sz="3200" baseline="30000">
                <a:sym typeface="Monotype Sorts" pitchFamily="2" charset="2"/>
              </a:rPr>
              <a:t>+ </a:t>
            </a:r>
            <a:r>
              <a:rPr lang="en-US" altLang="en-US">
                <a:sym typeface="Symbol" panose="05050102010706020507" pitchFamily="18" charset="2"/>
              </a:rPr>
              <a:t> 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8CF2B315-6208-40C9-84F1-0ACFC0A6A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534400" cy="457200"/>
          </a:xfrm>
        </p:spPr>
        <p:txBody>
          <a:bodyPr/>
          <a:lstStyle/>
          <a:p>
            <a:pPr>
              <a:defRPr/>
            </a:pPr>
            <a:r>
              <a:rPr lang="en-US" sz="2800"/>
              <a:t>Example of Lossy-Join Decomposition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1A1E37D6-F308-4518-B7BD-09508494D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3150" y="1146175"/>
            <a:ext cx="6724650" cy="105092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336800" algn="l"/>
                <a:tab pos="3765550" algn="l"/>
              </a:tabLst>
            </a:pPr>
            <a:r>
              <a:rPr lang="en-US" altLang="en-US"/>
              <a:t>Lossy-join decompositions result in information loss.</a:t>
            </a:r>
          </a:p>
          <a:p>
            <a:pPr>
              <a:lnSpc>
                <a:spcPct val="90000"/>
              </a:lnSpc>
              <a:tabLst>
                <a:tab pos="2336800" algn="l"/>
                <a:tab pos="3765550" algn="l"/>
              </a:tabLst>
            </a:pPr>
            <a:r>
              <a:rPr lang="en-US" altLang="en-US"/>
              <a:t>Example: Decomposition of </a:t>
            </a:r>
            <a:r>
              <a:rPr lang="en-US" altLang="en-US" i="1"/>
              <a:t>R = (A, B)</a:t>
            </a:r>
            <a:br>
              <a:rPr lang="en-US" altLang="en-US" i="1"/>
            </a:br>
            <a:r>
              <a:rPr lang="en-US" altLang="en-US" i="1"/>
              <a:t>	R</a:t>
            </a:r>
            <a:r>
              <a:rPr lang="en-US" altLang="en-US" i="1" baseline="-25000"/>
              <a:t>2</a:t>
            </a:r>
            <a:r>
              <a:rPr lang="en-US" altLang="en-US" i="1"/>
              <a:t> = (A)	R</a:t>
            </a:r>
            <a:r>
              <a:rPr lang="en-US" altLang="en-US" baseline="-25000"/>
              <a:t>2</a:t>
            </a:r>
            <a:r>
              <a:rPr lang="en-US" altLang="en-US" i="1"/>
              <a:t> = (B)</a:t>
            </a:r>
          </a:p>
        </p:txBody>
      </p:sp>
      <p:grpSp>
        <p:nvGrpSpPr>
          <p:cNvPr id="156676" name="Group 1">
            <a:extLst>
              <a:ext uri="{FF2B5EF4-FFF2-40B4-BE49-F238E27FC236}">
                <a16:creationId xmlns:a16="http://schemas.microsoft.com/office/drawing/2014/main" id="{B9274BA2-518B-4ABC-B5AB-EF56FC84DB3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590800"/>
            <a:ext cx="5387975" cy="3505200"/>
            <a:chOff x="1066800" y="2590800"/>
            <a:chExt cx="5387975" cy="3505200"/>
          </a:xfrm>
        </p:grpSpPr>
        <p:sp>
          <p:nvSpPr>
            <p:cNvPr id="156677" name="Rectangle 4">
              <a:extLst>
                <a:ext uri="{FF2B5EF4-FFF2-40B4-BE49-F238E27FC236}">
                  <a16:creationId xmlns:a16="http://schemas.microsoft.com/office/drawing/2014/main" id="{C0F4DFAF-605F-4E51-BC89-163860093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5908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6678" name="Rectangle 5">
              <a:extLst>
                <a:ext uri="{FF2B5EF4-FFF2-40B4-BE49-F238E27FC236}">
                  <a16:creationId xmlns:a16="http://schemas.microsoft.com/office/drawing/2014/main" id="{C97FA54B-9FFC-44E0-B089-8F36E4207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25908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6679" name="Rectangle 6">
              <a:extLst>
                <a:ext uri="{FF2B5EF4-FFF2-40B4-BE49-F238E27FC236}">
                  <a16:creationId xmlns:a16="http://schemas.microsoft.com/office/drawing/2014/main" id="{2777E32F-8AEA-4B96-BCDF-2926BD10C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048000"/>
              <a:ext cx="381000" cy="990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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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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</p:txBody>
        </p:sp>
        <p:sp>
          <p:nvSpPr>
            <p:cNvPr id="156680" name="Rectangle 7">
              <a:extLst>
                <a:ext uri="{FF2B5EF4-FFF2-40B4-BE49-F238E27FC236}">
                  <a16:creationId xmlns:a16="http://schemas.microsoft.com/office/drawing/2014/main" id="{C81BE73C-B8B9-4DDB-8DE9-7944F6CF0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3048000"/>
              <a:ext cx="381000" cy="990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1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681" name="Rectangle 8">
              <a:extLst>
                <a:ext uri="{FF2B5EF4-FFF2-40B4-BE49-F238E27FC236}">
                  <a16:creationId xmlns:a16="http://schemas.microsoft.com/office/drawing/2014/main" id="{AA77D858-563E-4D1D-BF47-F40CB141A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5908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6682" name="Rectangle 9">
              <a:extLst>
                <a:ext uri="{FF2B5EF4-FFF2-40B4-BE49-F238E27FC236}">
                  <a16:creationId xmlns:a16="http://schemas.microsoft.com/office/drawing/2014/main" id="{1520769F-2CC6-4B82-83F3-3D9103AFE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048000"/>
              <a:ext cx="381000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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56683" name="Rectangle 10">
              <a:extLst>
                <a:ext uri="{FF2B5EF4-FFF2-40B4-BE49-F238E27FC236}">
                  <a16:creationId xmlns:a16="http://schemas.microsoft.com/office/drawing/2014/main" id="{9DE2CAA8-F443-48DB-9676-799F18771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2590800"/>
              <a:ext cx="6096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6684" name="Rectangle 11">
              <a:extLst>
                <a:ext uri="{FF2B5EF4-FFF2-40B4-BE49-F238E27FC236}">
                  <a16:creationId xmlns:a16="http://schemas.microsoft.com/office/drawing/2014/main" id="{79500B19-952C-48D3-8769-DB911868E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048000"/>
              <a:ext cx="609600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2</a:t>
              </a:r>
            </a:p>
          </p:txBody>
        </p:sp>
        <p:sp>
          <p:nvSpPr>
            <p:cNvPr id="156685" name="Text Box 12">
              <a:extLst>
                <a:ext uri="{FF2B5EF4-FFF2-40B4-BE49-F238E27FC236}">
                  <a16:creationId xmlns:a16="http://schemas.microsoft.com/office/drawing/2014/main" id="{47A4097B-9150-4137-8FAE-2305E07F6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038600"/>
              <a:ext cx="260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56686" name="Text Box 13">
              <a:extLst>
                <a:ext uri="{FF2B5EF4-FFF2-40B4-BE49-F238E27FC236}">
                  <a16:creationId xmlns:a16="http://schemas.microsoft.com/office/drawing/2014/main" id="{23FDB629-98E1-42CB-BA5B-987204A96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163" y="3810000"/>
              <a:ext cx="7032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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A</a:t>
              </a: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(</a:t>
              </a: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r</a:t>
              </a: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687" name="Text Box 14">
              <a:extLst>
                <a:ext uri="{FF2B5EF4-FFF2-40B4-BE49-F238E27FC236}">
                  <a16:creationId xmlns:a16="http://schemas.microsoft.com/office/drawing/2014/main" id="{226F2570-B427-4402-BD62-DC5BC072A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713" y="3733800"/>
              <a:ext cx="6270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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B(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r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688" name="Rectangle 15">
              <a:extLst>
                <a:ext uri="{FF2B5EF4-FFF2-40B4-BE49-F238E27FC236}">
                  <a16:creationId xmlns:a16="http://schemas.microsoft.com/office/drawing/2014/main" id="{114B35B9-8310-463A-80A4-B39EE2920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4467225"/>
              <a:ext cx="251460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tabLst>
                  <a:tab pos="2336800" algn="l"/>
                  <a:tab pos="3765550" algn="l"/>
                </a:tabLst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tabLst>
                  <a:tab pos="2336800" algn="l"/>
                  <a:tab pos="3765550" algn="l"/>
                </a:tabLst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tabLst>
                  <a:tab pos="2336800" algn="l"/>
                  <a:tab pos="3765550" algn="l"/>
                </a:tabLst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Monotype Sorts" pitchFamily="2" charset="2"/>
                <a:buNone/>
                <a:tabLst>
                  <a:tab pos="2336800" algn="l"/>
                  <a:tab pos="3765550" algn="l"/>
                </a:tabLst>
                <a:defRPr/>
              </a:pPr>
              <a:r>
                <a:rPr kumimoji="1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</a:t>
              </a:r>
              <a:r>
                <a:rPr kumimoji="1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A</a:t>
              </a:r>
              <a:r>
                <a:rPr kumimoji="1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 (r)     </a:t>
              </a:r>
              <a:r>
                <a:rPr kumimoji="1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B</a:t>
              </a:r>
              <a:r>
                <a:rPr kumimoji="1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 (r)</a:t>
              </a:r>
            </a:p>
          </p:txBody>
        </p:sp>
        <p:sp>
          <p:nvSpPr>
            <p:cNvPr id="156689" name="Rectangle 16">
              <a:extLst>
                <a:ext uri="{FF2B5EF4-FFF2-40B4-BE49-F238E27FC236}">
                  <a16:creationId xmlns:a16="http://schemas.microsoft.com/office/drawing/2014/main" id="{F46B4A89-ED53-49DA-AFDC-7E4C530E1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343400"/>
              <a:ext cx="4572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6690" name="Rectangle 17">
              <a:extLst>
                <a:ext uri="{FF2B5EF4-FFF2-40B4-BE49-F238E27FC236}">
                  <a16:creationId xmlns:a16="http://schemas.microsoft.com/office/drawing/2014/main" id="{E131BCAC-1622-4155-9859-5B7DCBCFA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343400"/>
              <a:ext cx="3810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6691" name="Rectangle 18">
              <a:extLst>
                <a:ext uri="{FF2B5EF4-FFF2-40B4-BE49-F238E27FC236}">
                  <a16:creationId xmlns:a16="http://schemas.microsoft.com/office/drawing/2014/main" id="{E1B861AF-CD65-4E23-88EC-BA9672968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800600"/>
              <a:ext cx="457200" cy="1295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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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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Greek Symbols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56692" name="Rectangle 19">
              <a:extLst>
                <a:ext uri="{FF2B5EF4-FFF2-40B4-BE49-F238E27FC236}">
                  <a16:creationId xmlns:a16="http://schemas.microsoft.com/office/drawing/2014/main" id="{02F87192-9E74-4A66-AC9B-F40D4E398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800600"/>
              <a:ext cx="381000" cy="1295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05000"/>
                <a:buFont typeface="Monotype Sorts" pitchFamily="2" charset="2"/>
                <a:buChar char="H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0099"/>
                </a:buClr>
                <a:buSzPct val="85000"/>
                <a:buFont typeface="Monotype Sorts" pitchFamily="2" charset="2"/>
                <a:buChar char="4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Char char="»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+mn-cs"/>
                  <a:sym typeface="Greek Symbols" pitchFamily="18" charset="2"/>
                </a:rPr>
                <a:t>2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693" name="Freeform 20">
              <a:extLst>
                <a:ext uri="{FF2B5EF4-FFF2-40B4-BE49-F238E27FC236}">
                  <a16:creationId xmlns:a16="http://schemas.microsoft.com/office/drawing/2014/main" id="{0CFBCB71-4751-4864-BDAB-3695C4C6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775" y="4624388"/>
              <a:ext cx="142875" cy="142875"/>
            </a:xfrm>
            <a:custGeom>
              <a:avLst/>
              <a:gdLst>
                <a:gd name="T0" fmla="*/ 0 w 182"/>
                <a:gd name="T1" fmla="*/ 0 h 182"/>
                <a:gd name="T2" fmla="*/ 0 w 182"/>
                <a:gd name="T3" fmla="*/ 2147483646 h 182"/>
                <a:gd name="T4" fmla="*/ 2147483646 w 182"/>
                <a:gd name="T5" fmla="*/ 0 h 182"/>
                <a:gd name="T6" fmla="*/ 2147483646 w 182"/>
                <a:gd name="T7" fmla="*/ 2147483646 h 182"/>
                <a:gd name="T8" fmla="*/ 0 w 182"/>
                <a:gd name="T9" fmla="*/ 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2"/>
                <a:gd name="T16" fmla="*/ 0 h 182"/>
                <a:gd name="T17" fmla="*/ 182 w 182"/>
                <a:gd name="T18" fmla="*/ 182 h 1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2" h="182">
                  <a:moveTo>
                    <a:pt x="0" y="0"/>
                  </a:moveTo>
                  <a:lnTo>
                    <a:pt x="0" y="182"/>
                  </a:lnTo>
                  <a:lnTo>
                    <a:pt x="182" y="0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7BA68-C1A1-4FEC-9201-CC83E9E6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Lossless-join decomposition</a:t>
            </a:r>
          </a:p>
        </p:txBody>
      </p:sp>
      <p:sp>
        <p:nvSpPr>
          <p:cNvPr id="175107" name="TextBox 3">
            <a:extLst>
              <a:ext uri="{FF2B5EF4-FFF2-40B4-BE49-F238E27FC236}">
                <a16:creationId xmlns:a16="http://schemas.microsoft.com/office/drawing/2014/main" id="{505615D8-395D-4A7E-A3DE-6C7A4DEC0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979488"/>
            <a:ext cx="891222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 be a relation schema,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 be a set of functional dependencies on 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R1 and R2 form a decomposition of 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This decomposition is a lossless-join decomposition of 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if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at least one of the following functional dependencies is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in F</a:t>
            </a:r>
            <a:r>
              <a:rPr kumimoji="0" lang="en-US" altLang="en-US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+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1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∩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2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→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1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MR7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1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∩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2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→ 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2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CDC1B168-A1CD-4707-8251-BE18087EB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Decomposition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54007F52-ECDF-4C96-BC2F-852EAE98B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212013" cy="45672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/>
              <a:t>Decompose the relation schema </a:t>
            </a:r>
            <a:r>
              <a:rPr lang="en-US" altLang="en-US" sz="1800" i="1"/>
              <a:t>Lending-schema </a:t>
            </a:r>
            <a:r>
              <a:rPr lang="en-US" altLang="en-US" sz="1800"/>
              <a:t>into: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/>
              <a:t>Branch-schema = (branch-name, branch-city,assets)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i="1"/>
              <a:t>Loan-info-schema = (customer-name, loan-number,</a:t>
            </a:r>
            <a:br>
              <a:rPr lang="en-US" altLang="en-US" sz="1800" i="1"/>
            </a:br>
            <a:r>
              <a:rPr lang="en-US" altLang="en-US" sz="1800" i="1"/>
              <a:t>                                                   branch-name, amount)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/>
              <a:t>All attributes </a:t>
            </a:r>
            <a:r>
              <a:rPr lang="en-US" altLang="en-US" sz="1800"/>
              <a:t>of an original schema (</a:t>
            </a:r>
            <a:r>
              <a:rPr lang="en-US" altLang="en-US" sz="1800" i="1"/>
              <a:t>R) </a:t>
            </a:r>
            <a:r>
              <a:rPr lang="en-US" altLang="en-US" sz="1800"/>
              <a:t>must appear in the decomposition (</a:t>
            </a: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  <a:r>
              <a:rPr lang="en-US" altLang="en-US" sz="1800" i="1"/>
              <a:t>, R</a:t>
            </a:r>
            <a:r>
              <a:rPr lang="en-US" altLang="en-US" sz="1800" baseline="-25000"/>
              <a:t>2</a:t>
            </a:r>
            <a:r>
              <a:rPr lang="en-US" altLang="en-US" sz="1800" i="1"/>
              <a:t>):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/>
              <a:t>		</a:t>
            </a:r>
            <a:r>
              <a:rPr lang="en-US" altLang="en-US" sz="1800" b="1" i="1"/>
              <a:t>R = R</a:t>
            </a:r>
            <a:r>
              <a:rPr lang="en-US" altLang="en-US" sz="1800" b="1" baseline="-25000"/>
              <a:t>1 </a:t>
            </a:r>
            <a:r>
              <a:rPr lang="en-US" altLang="en-US" sz="1800" b="1">
                <a:sym typeface="Symbol" panose="05050102010706020507" pitchFamily="18" charset="2"/>
              </a:rPr>
              <a:t> </a:t>
            </a:r>
            <a:r>
              <a:rPr lang="en-US" altLang="en-US" sz="1800" b="1" i="1"/>
              <a:t>R</a:t>
            </a:r>
            <a:r>
              <a:rPr lang="en-US" altLang="en-US" sz="1800" b="1" baseline="-25000"/>
              <a:t>2</a:t>
            </a:r>
            <a:endParaRPr lang="en-US" altLang="en-US" sz="1800" b="1"/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 b="1"/>
              <a:t>Lossless-join</a:t>
            </a:r>
            <a:r>
              <a:rPr lang="en-US" altLang="en-US" sz="1800"/>
              <a:t> decomposition.</a:t>
            </a:r>
            <a:br>
              <a:rPr lang="en-US" altLang="en-US" sz="1800"/>
            </a:br>
            <a:r>
              <a:rPr lang="en-US" altLang="en-US" sz="1800"/>
              <a:t>For all possible relations </a:t>
            </a:r>
            <a:r>
              <a:rPr lang="en-US" altLang="en-US" sz="1800" i="1"/>
              <a:t>r</a:t>
            </a:r>
            <a:r>
              <a:rPr lang="en-US" altLang="en-US" sz="1800"/>
              <a:t> on schema </a:t>
            </a:r>
            <a:r>
              <a:rPr lang="en-US" altLang="en-US" sz="1800" i="1"/>
              <a:t>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800" baseline="-25000"/>
              <a:t>		</a:t>
            </a:r>
            <a:r>
              <a:rPr lang="en-US" altLang="en-US" sz="1800" b="1" i="1"/>
              <a:t>r = </a:t>
            </a:r>
            <a:r>
              <a:rPr lang="en-US" altLang="en-US" sz="1800" b="1">
                <a:sym typeface="Symbol" panose="05050102010706020507" pitchFamily="18" charset="2"/>
              </a:rPr>
              <a:t></a:t>
            </a:r>
            <a:r>
              <a:rPr lang="en-US" altLang="en-US" sz="1800" b="1" baseline="-25000">
                <a:sym typeface="Symbol" panose="05050102010706020507" pitchFamily="18" charset="2"/>
              </a:rPr>
              <a:t>R1 </a:t>
            </a:r>
            <a:r>
              <a:rPr lang="en-US" altLang="en-US" sz="1800" b="1"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r</a:t>
            </a:r>
            <a:r>
              <a:rPr lang="en-US" altLang="en-US" sz="1800" b="1">
                <a:sym typeface="Symbol" panose="05050102010706020507" pitchFamily="18" charset="2"/>
              </a:rPr>
              <a:t>)    </a:t>
            </a:r>
            <a:r>
              <a:rPr lang="en-US" altLang="en-US" sz="1800" b="1" baseline="-25000">
                <a:sym typeface="Symbol" panose="05050102010706020507" pitchFamily="18" charset="2"/>
              </a:rPr>
              <a:t>R2 </a:t>
            </a:r>
            <a:r>
              <a:rPr lang="en-US" altLang="en-US" sz="1800" b="1"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r</a:t>
            </a:r>
            <a:r>
              <a:rPr lang="en-US" altLang="en-US" sz="1800" b="1"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800"/>
              <a:t>A decomposition of R into </a:t>
            </a:r>
            <a:r>
              <a:rPr kumimoji="0" lang="en-US" altLang="en-US" sz="1800" i="1"/>
              <a:t>R</a:t>
            </a:r>
            <a:r>
              <a:rPr kumimoji="0" lang="en-US" altLang="en-US" sz="1800" baseline="-25000"/>
              <a:t>1</a:t>
            </a:r>
            <a:r>
              <a:rPr kumimoji="0" lang="en-US" altLang="en-US" sz="1800"/>
              <a:t> and </a:t>
            </a:r>
            <a:r>
              <a:rPr kumimoji="0" lang="en-US" altLang="en-US" sz="1800" i="1"/>
              <a:t>R</a:t>
            </a:r>
            <a:r>
              <a:rPr kumimoji="0" lang="en-US" altLang="en-US" sz="1800" baseline="-25000"/>
              <a:t>2</a:t>
            </a:r>
            <a:r>
              <a:rPr kumimoji="0" lang="en-US" altLang="en-US" sz="1800" b="1"/>
              <a:t> is lossless join </a:t>
            </a:r>
            <a:r>
              <a:rPr kumimoji="0" lang="en-US" altLang="en-US" sz="1800"/>
              <a:t>if and only if </a:t>
            </a:r>
            <a:r>
              <a:rPr kumimoji="0" lang="en-US" altLang="en-US" sz="1800" b="1"/>
              <a:t>at</a:t>
            </a:r>
            <a:r>
              <a:rPr lang="en-US" altLang="en-US" sz="1800" b="1"/>
              <a:t> least one of the following dependencies is in F</a:t>
            </a:r>
            <a:r>
              <a:rPr lang="en-US" altLang="en-US" b="1" baseline="30000"/>
              <a:t>+</a:t>
            </a:r>
            <a:r>
              <a:rPr lang="en-US" altLang="en-US" sz="1800" b="1"/>
              <a:t>: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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</a:t>
            </a:r>
            <a:r>
              <a:rPr lang="en-US" altLang="en-US" sz="1600" b="1">
                <a:sym typeface="Monotype Sorts" pitchFamily="2" charset="2"/>
              </a:rPr>
              <a:t>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</a:p>
          <a:p>
            <a:pPr lvl="1">
              <a:lnSpc>
                <a:spcPct val="90000"/>
              </a:lnSpc>
              <a:tabLst>
                <a:tab pos="2292350" algn="l"/>
                <a:tab pos="2976563" algn="l"/>
              </a:tabLst>
            </a:pPr>
            <a:r>
              <a:rPr lang="en-US" altLang="en-US" sz="1600" b="1" i="1"/>
              <a:t>R</a:t>
            </a:r>
            <a:r>
              <a:rPr lang="en-US" altLang="en-US" sz="1600" b="1" baseline="-25000"/>
              <a:t>1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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r>
              <a:rPr lang="en-US" altLang="en-US" sz="1600" b="1"/>
              <a:t> </a:t>
            </a:r>
            <a:r>
              <a:rPr lang="en-US" altLang="en-US" sz="1600" b="1">
                <a:sym typeface="Symbol" panose="05050102010706020507" pitchFamily="18" charset="2"/>
              </a:rPr>
              <a:t></a:t>
            </a:r>
            <a:r>
              <a:rPr lang="en-US" altLang="en-US" sz="1600" b="1">
                <a:sym typeface="Monotype Sorts" pitchFamily="2" charset="2"/>
              </a:rPr>
              <a:t> </a:t>
            </a:r>
            <a:r>
              <a:rPr lang="en-US" altLang="en-US" sz="1600" b="1" i="1"/>
              <a:t>R</a:t>
            </a:r>
            <a:r>
              <a:rPr lang="en-US" altLang="en-US" sz="1600" b="1" baseline="-25000"/>
              <a:t>2</a:t>
            </a:r>
            <a:endParaRPr lang="en-US" altLang="en-US" sz="1600" b="1"/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endParaRPr lang="en-US" altLang="en-US" sz="1800">
              <a:sym typeface="Symbol" panose="05050102010706020507" pitchFamily="18" charset="2"/>
            </a:endParaRPr>
          </a:p>
        </p:txBody>
      </p:sp>
      <p:sp>
        <p:nvSpPr>
          <p:cNvPr id="176132" name="Freeform 4">
            <a:extLst>
              <a:ext uri="{FF2B5EF4-FFF2-40B4-BE49-F238E27FC236}">
                <a16:creationId xmlns:a16="http://schemas.microsoft.com/office/drawing/2014/main" id="{A1BAD06F-4F89-4B26-B535-1DEC4B48DF04}"/>
              </a:ext>
            </a:extLst>
          </p:cNvPr>
          <p:cNvSpPr>
            <a:spLocks/>
          </p:cNvSpPr>
          <p:nvPr/>
        </p:nvSpPr>
        <p:spPr bwMode="auto">
          <a:xfrm>
            <a:off x="4573588" y="4075113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6 h 182"/>
              <a:gd name="T4" fmla="*/ 2147483646 w 182"/>
              <a:gd name="T5" fmla="*/ 0 h 182"/>
              <a:gd name="T6" fmla="*/ 2147483646 w 182"/>
              <a:gd name="T7" fmla="*/ 2147483646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3B478B-1102-4A48-8844-D0C1BD27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Dependency Preservation</a:t>
            </a:r>
          </a:p>
        </p:txBody>
      </p:sp>
      <p:sp>
        <p:nvSpPr>
          <p:cNvPr id="181251" name="TextBox 5">
            <a:extLst>
              <a:ext uri="{FF2B5EF4-FFF2-40B4-BE49-F238E27FC236}">
                <a16:creationId xmlns:a16="http://schemas.microsoft.com/office/drawing/2014/main" id="{5D4D8745-2016-433A-9E31-FC80599D9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036638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 = {A → B, B → C}</a:t>
            </a:r>
          </a:p>
        </p:txBody>
      </p:sp>
      <p:sp>
        <p:nvSpPr>
          <p:cNvPr id="181252" name="TextBox 7">
            <a:extLst>
              <a:ext uri="{FF2B5EF4-FFF2-40B4-BE49-F238E27FC236}">
                <a16:creationId xmlns:a16="http://schemas.microsoft.com/office/drawing/2014/main" id="{626C145C-1587-4917-A43B-D000CC545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987550"/>
            <a:ext cx="6083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Let decomposed into {AC} and {AB}.</a:t>
            </a:r>
          </a:p>
        </p:txBody>
      </p:sp>
      <p:sp>
        <p:nvSpPr>
          <p:cNvPr id="181253" name="TextBox 9">
            <a:extLst>
              <a:ext uri="{FF2B5EF4-FFF2-40B4-BE49-F238E27FC236}">
                <a16:creationId xmlns:a16="http://schemas.microsoft.com/office/drawing/2014/main" id="{AEA69658-9ABC-403E-B0EE-D9FC8CDA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733675"/>
            <a:ext cx="8178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The 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restriction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of F to {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AC} is then A → C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Since A → C is in F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Even though it is not in 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AB68C3-12BA-416C-AE83-78AE82FF9C9B}"/>
              </a:ext>
            </a:extLst>
          </p:cNvPr>
          <p:cNvSpPr txBox="1"/>
          <p:nvPr/>
        </p:nvSpPr>
        <p:spPr>
          <a:xfrm>
            <a:off x="1295400" y="1891010"/>
            <a:ext cx="701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a relation R(A, B, C) with functional dependencies:</a:t>
            </a:r>
          </a:p>
          <a:p>
            <a:r>
              <a:rPr lang="en-US" dirty="0"/>
              <a:t>A→B</a:t>
            </a:r>
          </a:p>
          <a:p>
            <a:r>
              <a:rPr lang="en-US" dirty="0"/>
              <a:t>B→C</a:t>
            </a:r>
          </a:p>
          <a:p>
            <a:endParaRPr lang="en-US" dirty="0"/>
          </a:p>
          <a:p>
            <a:r>
              <a:rPr lang="en-US" dirty="0"/>
              <a:t>So </a:t>
            </a:r>
          </a:p>
          <a:p>
            <a:r>
              <a:rPr lang="en-US" dirty="0"/>
              <a:t>logically:</a:t>
            </a:r>
          </a:p>
          <a:p>
            <a:r>
              <a:rPr lang="en-US" dirty="0"/>
              <a:t>A→B→C⇒A→C</a:t>
            </a:r>
          </a:p>
        </p:txBody>
      </p:sp>
    </p:spTree>
    <p:extLst>
      <p:ext uri="{BB962C8B-B14F-4D97-AF65-F5344CB8AC3E}">
        <p14:creationId xmlns:p14="http://schemas.microsoft.com/office/powerpoint/2010/main" val="3921801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AB68C3-12BA-416C-AE83-78AE82FF9C9B}"/>
              </a:ext>
            </a:extLst>
          </p:cNvPr>
          <p:cNvSpPr txBox="1"/>
          <p:nvPr/>
        </p:nvSpPr>
        <p:spPr>
          <a:xfrm>
            <a:off x="1056409" y="574828"/>
            <a:ext cx="701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We have a relation R(A, B, C) with functional dependencies: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A→B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B→C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So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logically: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A→B→C⇒A→C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5EB2B5-4013-403C-9EF3-1067423C8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6402"/>
              </p:ext>
            </p:extLst>
          </p:nvPr>
        </p:nvGraphicFramePr>
        <p:xfrm>
          <a:off x="1056409" y="3012497"/>
          <a:ext cx="4984173" cy="1831051"/>
        </p:xfrm>
        <a:graphic>
          <a:graphicData uri="http://schemas.openxmlformats.org/drawingml/2006/table">
            <a:tbl>
              <a:tblPr/>
              <a:tblGrid>
                <a:gridCol w="1661391">
                  <a:extLst>
                    <a:ext uri="{9D8B030D-6E8A-4147-A177-3AD203B41FA5}">
                      <a16:colId xmlns:a16="http://schemas.microsoft.com/office/drawing/2014/main" val="3897507679"/>
                    </a:ext>
                  </a:extLst>
                </a:gridCol>
                <a:gridCol w="1661391">
                  <a:extLst>
                    <a:ext uri="{9D8B030D-6E8A-4147-A177-3AD203B41FA5}">
                      <a16:colId xmlns:a16="http://schemas.microsoft.com/office/drawing/2014/main" val="4030819756"/>
                    </a:ext>
                  </a:extLst>
                </a:gridCol>
                <a:gridCol w="1661391">
                  <a:extLst>
                    <a:ext uri="{9D8B030D-6E8A-4147-A177-3AD203B41FA5}">
                      <a16:colId xmlns:a16="http://schemas.microsoft.com/office/drawing/2014/main" val="2546867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2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297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0148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920748"/>
                  </a:ext>
                </a:extLst>
              </a:tr>
              <a:tr h="3680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4134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56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6A729B-D07D-4511-954D-9F0D24910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385489"/>
              </p:ext>
            </p:extLst>
          </p:nvPr>
        </p:nvGraphicFramePr>
        <p:xfrm>
          <a:off x="571500" y="1336097"/>
          <a:ext cx="3141518" cy="1828800"/>
        </p:xfrm>
        <a:graphic>
          <a:graphicData uri="http://schemas.openxmlformats.org/drawingml/2006/table">
            <a:tbl>
              <a:tblPr/>
              <a:tblGrid>
                <a:gridCol w="1570759">
                  <a:extLst>
                    <a:ext uri="{9D8B030D-6E8A-4147-A177-3AD203B41FA5}">
                      <a16:colId xmlns:a16="http://schemas.microsoft.com/office/drawing/2014/main" val="3837924206"/>
                    </a:ext>
                  </a:extLst>
                </a:gridCol>
                <a:gridCol w="1570759">
                  <a:extLst>
                    <a:ext uri="{9D8B030D-6E8A-4147-A177-3AD203B41FA5}">
                      <a16:colId xmlns:a16="http://schemas.microsoft.com/office/drawing/2014/main" val="446956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50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611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22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039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6169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39B335-F950-4039-B3FC-01E40D5F5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010952"/>
              </p:ext>
            </p:extLst>
          </p:nvPr>
        </p:nvGraphicFramePr>
        <p:xfrm>
          <a:off x="5306290" y="1336097"/>
          <a:ext cx="3266210" cy="1828800"/>
        </p:xfrm>
        <a:graphic>
          <a:graphicData uri="http://schemas.openxmlformats.org/drawingml/2006/table">
            <a:tbl>
              <a:tblPr/>
              <a:tblGrid>
                <a:gridCol w="1633105">
                  <a:extLst>
                    <a:ext uri="{9D8B030D-6E8A-4147-A177-3AD203B41FA5}">
                      <a16:colId xmlns:a16="http://schemas.microsoft.com/office/drawing/2014/main" val="95825296"/>
                    </a:ext>
                  </a:extLst>
                </a:gridCol>
                <a:gridCol w="1633105">
                  <a:extLst>
                    <a:ext uri="{9D8B030D-6E8A-4147-A177-3AD203B41FA5}">
                      <a16:colId xmlns:a16="http://schemas.microsoft.com/office/drawing/2014/main" val="2963977177"/>
                    </a:ext>
                  </a:extLst>
                </a:gridCol>
              </a:tblGrid>
              <a:tr h="3032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487750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369845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633887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241223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45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170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FE3D49-D542-4209-85DC-F12945148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066351"/>
              </p:ext>
            </p:extLst>
          </p:nvPr>
        </p:nvGraphicFramePr>
        <p:xfrm>
          <a:off x="1625737" y="823477"/>
          <a:ext cx="6155764" cy="4876807"/>
        </p:xfrm>
        <a:graphic>
          <a:graphicData uri="http://schemas.openxmlformats.org/drawingml/2006/table">
            <a:tbl>
              <a:tblPr/>
              <a:tblGrid>
                <a:gridCol w="1538941">
                  <a:extLst>
                    <a:ext uri="{9D8B030D-6E8A-4147-A177-3AD203B41FA5}">
                      <a16:colId xmlns:a16="http://schemas.microsoft.com/office/drawing/2014/main" val="2587932560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2902688013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2219121225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3734760099"/>
                    </a:ext>
                  </a:extLst>
                </a:gridCol>
              </a:tblGrid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R1.B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R2.B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8118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2645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61904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02135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06937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1040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19992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1272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6861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16131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56056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169615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11821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61680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5013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370617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006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FE3D49-D542-4209-85DC-F12945148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268525"/>
              </p:ext>
            </p:extLst>
          </p:nvPr>
        </p:nvGraphicFramePr>
        <p:xfrm>
          <a:off x="1625737" y="823477"/>
          <a:ext cx="6155764" cy="4875014"/>
        </p:xfrm>
        <a:graphic>
          <a:graphicData uri="http://schemas.openxmlformats.org/drawingml/2006/table">
            <a:tbl>
              <a:tblPr/>
              <a:tblGrid>
                <a:gridCol w="1538941">
                  <a:extLst>
                    <a:ext uri="{9D8B030D-6E8A-4147-A177-3AD203B41FA5}">
                      <a16:colId xmlns:a16="http://schemas.microsoft.com/office/drawing/2014/main" val="2587932560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2902688013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2219121225"/>
                    </a:ext>
                  </a:extLst>
                </a:gridCol>
                <a:gridCol w="1538941">
                  <a:extLst>
                    <a:ext uri="{9D8B030D-6E8A-4147-A177-3AD203B41FA5}">
                      <a16:colId xmlns:a16="http://schemas.microsoft.com/office/drawing/2014/main" val="3734760099"/>
                    </a:ext>
                  </a:extLst>
                </a:gridCol>
              </a:tblGrid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R1.B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R2.B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8118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2645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61904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02135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06937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1040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19992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1272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6861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16131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560568"/>
                  </a:ext>
                </a:extLst>
              </a:tr>
              <a:tr h="24657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169615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11821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c1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61680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c2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5013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c3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370617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c4</a:t>
                      </a:r>
                    </a:p>
                  </a:txBody>
                  <a:tcPr marL="71718" marR="71718" marT="35859" marB="358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006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162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087E9C-1254-46CD-9024-9B03D6606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88393"/>
              </p:ext>
            </p:extLst>
          </p:nvPr>
        </p:nvGraphicFramePr>
        <p:xfrm>
          <a:off x="2303318" y="2014971"/>
          <a:ext cx="5275119" cy="1828800"/>
        </p:xfrm>
        <a:graphic>
          <a:graphicData uri="http://schemas.openxmlformats.org/drawingml/2006/table">
            <a:tbl>
              <a:tblPr/>
              <a:tblGrid>
                <a:gridCol w="1758373">
                  <a:extLst>
                    <a:ext uri="{9D8B030D-6E8A-4147-A177-3AD203B41FA5}">
                      <a16:colId xmlns:a16="http://schemas.microsoft.com/office/drawing/2014/main" val="2011431430"/>
                    </a:ext>
                  </a:extLst>
                </a:gridCol>
                <a:gridCol w="1758373">
                  <a:extLst>
                    <a:ext uri="{9D8B030D-6E8A-4147-A177-3AD203B41FA5}">
                      <a16:colId xmlns:a16="http://schemas.microsoft.com/office/drawing/2014/main" val="1885213602"/>
                    </a:ext>
                  </a:extLst>
                </a:gridCol>
                <a:gridCol w="1758373">
                  <a:extLst>
                    <a:ext uri="{9D8B030D-6E8A-4147-A177-3AD203B41FA5}">
                      <a16:colId xmlns:a16="http://schemas.microsoft.com/office/drawing/2014/main" val="802560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55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08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02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90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729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FEA7C9-6B51-4027-B6A3-E7613FBA9890}"/>
              </a:ext>
            </a:extLst>
          </p:cNvPr>
          <p:cNvGraphicFramePr>
            <a:graphicFrameLocks noGrp="1"/>
          </p:cNvGraphicFramePr>
          <p:nvPr/>
        </p:nvGraphicFramePr>
        <p:xfrm>
          <a:off x="1250372" y="795771"/>
          <a:ext cx="6272646" cy="1828800"/>
        </p:xfrm>
        <a:graphic>
          <a:graphicData uri="http://schemas.openxmlformats.org/drawingml/2006/table">
            <a:tbl>
              <a:tblPr/>
              <a:tblGrid>
                <a:gridCol w="2090882">
                  <a:extLst>
                    <a:ext uri="{9D8B030D-6E8A-4147-A177-3AD203B41FA5}">
                      <a16:colId xmlns:a16="http://schemas.microsoft.com/office/drawing/2014/main" val="1044879990"/>
                    </a:ext>
                  </a:extLst>
                </a:gridCol>
                <a:gridCol w="2090882">
                  <a:extLst>
                    <a:ext uri="{9D8B030D-6E8A-4147-A177-3AD203B41FA5}">
                      <a16:colId xmlns:a16="http://schemas.microsoft.com/office/drawing/2014/main" val="2945481009"/>
                    </a:ext>
                  </a:extLst>
                </a:gridCol>
                <a:gridCol w="2090882">
                  <a:extLst>
                    <a:ext uri="{9D8B030D-6E8A-4147-A177-3AD203B41FA5}">
                      <a16:colId xmlns:a16="http://schemas.microsoft.com/office/drawing/2014/main" val="2617127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66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99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776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49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01208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804490-CB32-439C-9B2C-9E765A985639}"/>
              </a:ext>
            </a:extLst>
          </p:cNvPr>
          <p:cNvGraphicFramePr>
            <a:graphicFrameLocks noGrp="1"/>
          </p:cNvGraphicFramePr>
          <p:nvPr/>
        </p:nvGraphicFramePr>
        <p:xfrm>
          <a:off x="668482" y="3512994"/>
          <a:ext cx="2795156" cy="1828800"/>
        </p:xfrm>
        <a:graphic>
          <a:graphicData uri="http://schemas.openxmlformats.org/drawingml/2006/table">
            <a:tbl>
              <a:tblPr/>
              <a:tblGrid>
                <a:gridCol w="1397578">
                  <a:extLst>
                    <a:ext uri="{9D8B030D-6E8A-4147-A177-3AD203B41FA5}">
                      <a16:colId xmlns:a16="http://schemas.microsoft.com/office/drawing/2014/main" val="3882368810"/>
                    </a:ext>
                  </a:extLst>
                </a:gridCol>
                <a:gridCol w="1397578">
                  <a:extLst>
                    <a:ext uri="{9D8B030D-6E8A-4147-A177-3AD203B41FA5}">
                      <a16:colId xmlns:a16="http://schemas.microsoft.com/office/drawing/2014/main" val="3629341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430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26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12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24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1393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F77993-E85B-40C0-80E7-FB859B41B0ED}"/>
              </a:ext>
            </a:extLst>
          </p:cNvPr>
          <p:cNvGraphicFramePr>
            <a:graphicFrameLocks noGrp="1"/>
          </p:cNvGraphicFramePr>
          <p:nvPr/>
        </p:nvGraphicFramePr>
        <p:xfrm>
          <a:off x="4975514" y="3512994"/>
          <a:ext cx="3101686" cy="1828800"/>
        </p:xfrm>
        <a:graphic>
          <a:graphicData uri="http://schemas.openxmlformats.org/drawingml/2006/table">
            <a:tbl>
              <a:tblPr/>
              <a:tblGrid>
                <a:gridCol w="1550843">
                  <a:extLst>
                    <a:ext uri="{9D8B030D-6E8A-4147-A177-3AD203B41FA5}">
                      <a16:colId xmlns:a16="http://schemas.microsoft.com/office/drawing/2014/main" val="1745534447"/>
                    </a:ext>
                  </a:extLst>
                </a:gridCol>
                <a:gridCol w="1550843">
                  <a:extLst>
                    <a:ext uri="{9D8B030D-6E8A-4147-A177-3AD203B41FA5}">
                      <a16:colId xmlns:a16="http://schemas.microsoft.com/office/drawing/2014/main" val="434855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180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505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18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8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66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053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1E0F9F-9722-4442-9749-26F294403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11816"/>
              </p:ext>
            </p:extLst>
          </p:nvPr>
        </p:nvGraphicFramePr>
        <p:xfrm>
          <a:off x="1000990" y="1139363"/>
          <a:ext cx="7142020" cy="4023360"/>
        </p:xfrm>
        <a:graphic>
          <a:graphicData uri="http://schemas.openxmlformats.org/drawingml/2006/table">
            <a:tbl>
              <a:tblPr/>
              <a:tblGrid>
                <a:gridCol w="1785505">
                  <a:extLst>
                    <a:ext uri="{9D8B030D-6E8A-4147-A177-3AD203B41FA5}">
                      <a16:colId xmlns:a16="http://schemas.microsoft.com/office/drawing/2014/main" val="507618456"/>
                    </a:ext>
                  </a:extLst>
                </a:gridCol>
                <a:gridCol w="1785505">
                  <a:extLst>
                    <a:ext uri="{9D8B030D-6E8A-4147-A177-3AD203B41FA5}">
                      <a16:colId xmlns:a16="http://schemas.microsoft.com/office/drawing/2014/main" val="527568609"/>
                    </a:ext>
                  </a:extLst>
                </a:gridCol>
                <a:gridCol w="1785505">
                  <a:extLst>
                    <a:ext uri="{9D8B030D-6E8A-4147-A177-3AD203B41FA5}">
                      <a16:colId xmlns:a16="http://schemas.microsoft.com/office/drawing/2014/main" val="315230602"/>
                    </a:ext>
                  </a:extLst>
                </a:gridCol>
                <a:gridCol w="1785505">
                  <a:extLst>
                    <a:ext uri="{9D8B030D-6E8A-4147-A177-3AD203B41FA5}">
                      <a16:colId xmlns:a16="http://schemas.microsoft.com/office/drawing/2014/main" val="55188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R1.B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R2.B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28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91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 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063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c4 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40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5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569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37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10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003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529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627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B73762-2D35-400F-8F2B-853BE687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01254"/>
              </p:ext>
            </p:extLst>
          </p:nvPr>
        </p:nvGraphicFramePr>
        <p:xfrm>
          <a:off x="1179367" y="1783080"/>
          <a:ext cx="6785265" cy="3291840"/>
        </p:xfrm>
        <a:graphic>
          <a:graphicData uri="http://schemas.openxmlformats.org/drawingml/2006/table">
            <a:tbl>
              <a:tblPr/>
              <a:tblGrid>
                <a:gridCol w="2261755">
                  <a:extLst>
                    <a:ext uri="{9D8B030D-6E8A-4147-A177-3AD203B41FA5}">
                      <a16:colId xmlns:a16="http://schemas.microsoft.com/office/drawing/2014/main" val="222213730"/>
                    </a:ext>
                  </a:extLst>
                </a:gridCol>
                <a:gridCol w="2261755">
                  <a:extLst>
                    <a:ext uri="{9D8B030D-6E8A-4147-A177-3AD203B41FA5}">
                      <a16:colId xmlns:a16="http://schemas.microsoft.com/office/drawing/2014/main" val="713331366"/>
                    </a:ext>
                  </a:extLst>
                </a:gridCol>
                <a:gridCol w="2261755">
                  <a:extLst>
                    <a:ext uri="{9D8B030D-6E8A-4147-A177-3AD203B41FA5}">
                      <a16:colId xmlns:a16="http://schemas.microsoft.com/office/drawing/2014/main" val="2048571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9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50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432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394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021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871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3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79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212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7B707B-4B45-42D6-ACB9-6DFB8B57B3D7}"/>
              </a:ext>
            </a:extLst>
          </p:cNvPr>
          <p:cNvSpPr txBox="1"/>
          <p:nvPr/>
        </p:nvSpPr>
        <p:spPr>
          <a:xfrm>
            <a:off x="3392632" y="833643"/>
            <a:ext cx="24678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R1.B=R2.B</a:t>
            </a:r>
          </a:p>
        </p:txBody>
      </p:sp>
    </p:spTree>
    <p:extLst>
      <p:ext uri="{BB962C8B-B14F-4D97-AF65-F5344CB8AC3E}">
        <p14:creationId xmlns:p14="http://schemas.microsoft.com/office/powerpoint/2010/main" val="281435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7C84F3-E572-4738-B22D-214D61730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39763"/>
          </a:xfrm>
        </p:spPr>
        <p:txBody>
          <a:bodyPr/>
          <a:lstStyle/>
          <a:p>
            <a:pPr>
              <a:defRPr/>
            </a:pPr>
            <a:r>
              <a:rPr lang="en-US" dirty="0"/>
              <a:t>Functional Dependency Preservation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D3338DF-C299-47E7-9AC6-B8B8B6496AF4}"/>
              </a:ext>
            </a:extLst>
          </p:cNvPr>
          <p:cNvGraphicFramePr>
            <a:graphicFrameLocks noGrp="1"/>
          </p:cNvGraphicFramePr>
          <p:nvPr/>
        </p:nvGraphicFramePr>
        <p:xfrm>
          <a:off x="4262438" y="1336675"/>
          <a:ext cx="1143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703" name="TextBox 3">
            <a:extLst>
              <a:ext uri="{FF2B5EF4-FFF2-40B4-BE49-F238E27FC236}">
                <a16:creationId xmlns:a16="http://schemas.microsoft.com/office/drawing/2014/main" id="{C3A0B792-676F-4BFF-B512-4E6690635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3816350"/>
            <a:ext cx="1974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R1 = [AB}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F1= {A</a:t>
            </a:r>
            <a:r>
              <a:rPr kumimoji="0" lang="el-G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→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B}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39A3F899-1447-4D7A-93F9-F2DE97FE0891}"/>
              </a:ext>
            </a:extLst>
          </p:cNvPr>
          <p:cNvGraphicFramePr>
            <a:graphicFrameLocks noGrp="1"/>
          </p:cNvGraphicFramePr>
          <p:nvPr/>
        </p:nvGraphicFramePr>
        <p:xfrm>
          <a:off x="6507163" y="1336675"/>
          <a:ext cx="1143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724" name="TextBox 7">
            <a:extLst>
              <a:ext uri="{FF2B5EF4-FFF2-40B4-BE49-F238E27FC236}">
                <a16:creationId xmlns:a16="http://schemas.microsoft.com/office/drawing/2014/main" id="{5C39CE35-61E5-4FDA-AE17-D0D524577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757613"/>
            <a:ext cx="1495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R1 = [BC}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F2= { }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D54E8333-D382-4C30-B463-6423E51E174A}"/>
              </a:ext>
            </a:extLst>
          </p:cNvPr>
          <p:cNvGraphicFramePr>
            <a:graphicFrameLocks noGrp="1"/>
          </p:cNvGraphicFramePr>
          <p:nvPr/>
        </p:nvGraphicFramePr>
        <p:xfrm>
          <a:off x="1154113" y="1336675"/>
          <a:ext cx="1714500" cy="1843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26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751" name="TextBox 8">
            <a:extLst>
              <a:ext uri="{FF2B5EF4-FFF2-40B4-BE49-F238E27FC236}">
                <a16:creationId xmlns:a16="http://schemas.microsoft.com/office/drawing/2014/main" id="{C2FBA86B-F5C0-401F-8B5A-A5F036FCE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38" y="3830638"/>
            <a:ext cx="2439987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R={ABC}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F= {BC</a:t>
            </a:r>
            <a:r>
              <a:rPr kumimoji="0" lang="el-G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→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A, A</a:t>
            </a:r>
            <a:r>
              <a:rPr kumimoji="0" lang="el-G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→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BC}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</p:txBody>
      </p:sp>
      <p:sp>
        <p:nvSpPr>
          <p:cNvPr id="199752" name="TextBox 9">
            <a:extLst>
              <a:ext uri="{FF2B5EF4-FFF2-40B4-BE49-F238E27FC236}">
                <a16:creationId xmlns:a16="http://schemas.microsoft.com/office/drawing/2014/main" id="{693E5A41-2F91-4C42-B7BF-774F489AE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4945063"/>
            <a:ext cx="39433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Char char="H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0099"/>
              </a:buClr>
              <a:buSzPct val="85000"/>
              <a:buFont typeface="Monotype Sorts" pitchFamily="2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F´= F1 </a:t>
            </a:r>
            <a:r>
              <a:rPr kumimoji="0" lang="el-G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υ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F2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  = {A</a:t>
            </a:r>
            <a:r>
              <a:rPr kumimoji="0" lang="el-G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→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B}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Therefore, F´ 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</a:t>
            </a: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 F Becomes 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NOT dependency preserving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	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5.xml><?xml version="1.0" encoding="utf-8"?>
<a:theme xmlns:a="http://schemas.openxmlformats.org/drawingml/2006/main" name="13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6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4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5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Office\Templates\Presentations\db-book.pot</Template>
  <TotalTime>40589</TotalTime>
  <Words>2193</Words>
  <Application>Microsoft Office PowerPoint</Application>
  <PresentationFormat>On-screen Show (4:3)</PresentationFormat>
  <Paragraphs>555</Paragraphs>
  <Slides>34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57" baseType="lpstr">
      <vt:lpstr>Arial</vt:lpstr>
      <vt:lpstr>CMMI10</vt:lpstr>
      <vt:lpstr>CMR7</vt:lpstr>
      <vt:lpstr>CMSY10</vt:lpstr>
      <vt:lpstr>Helvetica</vt:lpstr>
      <vt:lpstr>Lucida Grande</vt:lpstr>
      <vt:lpstr>Monotype Sorts</vt:lpstr>
      <vt:lpstr>Palatino-Bold</vt:lpstr>
      <vt:lpstr>Palatino-Italic</vt:lpstr>
      <vt:lpstr>Palatino-Roman</vt:lpstr>
      <vt:lpstr>Symbol</vt:lpstr>
      <vt:lpstr>Times New Roman</vt:lpstr>
      <vt:lpstr>Verdana</vt:lpstr>
      <vt:lpstr>Wingdings</vt:lpstr>
      <vt:lpstr>db-book</vt:lpstr>
      <vt:lpstr>8_db-book</vt:lpstr>
      <vt:lpstr>3_db-book</vt:lpstr>
      <vt:lpstr>Office Theme</vt:lpstr>
      <vt:lpstr>13_db-book</vt:lpstr>
      <vt:lpstr>16_db-book</vt:lpstr>
      <vt:lpstr>14_db-book</vt:lpstr>
      <vt:lpstr>15_db-book</vt:lpstr>
      <vt:lpstr>Clip</vt:lpstr>
      <vt:lpstr>Database Management Systems</vt:lpstr>
      <vt:lpstr>Relational Database Design</vt:lpstr>
      <vt:lpstr>Functional Dependencies (Cont.)</vt:lpstr>
      <vt:lpstr> </vt:lpstr>
      <vt:lpstr>Closure of a Set of Functional Dependencies</vt:lpstr>
      <vt:lpstr> </vt:lpstr>
      <vt:lpstr>Closure of a Set of Functional Dependencies</vt:lpstr>
      <vt:lpstr>Closure of Functional Dependencies (Cont.)</vt:lpstr>
      <vt:lpstr>Example</vt:lpstr>
      <vt:lpstr>Example</vt:lpstr>
      <vt:lpstr>Procedure for Computing F+</vt:lpstr>
      <vt:lpstr>Closure of Attribute Sets</vt:lpstr>
      <vt:lpstr>Example of Attribute Set Closure</vt:lpstr>
      <vt:lpstr>Example of Attribute Set Closure</vt:lpstr>
      <vt:lpstr>Closure of Functional Dependencies (Cont.)</vt:lpstr>
      <vt:lpstr>Example of Attribute Set Closure</vt:lpstr>
      <vt:lpstr>Example of Attribute Set Closure</vt:lpstr>
      <vt:lpstr>Example of Attribute Set Closure</vt:lpstr>
      <vt:lpstr>Uses of Attribute Closure</vt:lpstr>
      <vt:lpstr>Example of Attribute Set Closure</vt:lpstr>
      <vt:lpstr>Example of Lossy-Join Decomposition </vt:lpstr>
      <vt:lpstr>Lossless-join decomposition</vt:lpstr>
      <vt:lpstr>Decomposition</vt:lpstr>
      <vt:lpstr>Dependency Preservation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Functional Dependency Preservation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CSE Head</cp:lastModifiedBy>
  <cp:revision>644</cp:revision>
  <cp:lastPrinted>1999-06-28T19:27:31Z</cp:lastPrinted>
  <dcterms:created xsi:type="dcterms:W3CDTF">2000-02-23T18:58:38Z</dcterms:created>
  <dcterms:modified xsi:type="dcterms:W3CDTF">2026-05-04T16:10:33Z</dcterms:modified>
</cp:coreProperties>
</file>