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ink/ink3.xml" ContentType="application/inkml+xml"/>
  <Override PartName="/ppt/ink/ink2.xml" ContentType="application/inkml+xml"/>
  <Override PartName="/ppt/ink/ink1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6-11T14:13:31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3547 8657 0,'0'25'140,"0"-1"-140,0 1 32,0 0-32,0 25 15,0-1 1,0 26-16,0-26 16,0 100-1,25-25-15,-25-49 16,0 24-1,0 25-15,25-25 16,-25 0-16,24-24 16,-24-1-1,0-24-15,0 24 16,25 50 0,-25-49-16,0-26 15,0 50 1,0-49-16,0 0 15,50 74 1,-50-25-16,0-50 16,0 26-1,0 49-15,0-75 16,0 1 0,0 0-16,0-26 15,0 1 1,0 25-16,0 0 15,0-26 1,0 26 0,0 0-16,0-26 15,0 1 1,0 25-16,0-1 16,0 1-1,0-25-15,0 24 16,0 1-1,0 0-15,0 24 16,0-49 0,0 24-16,0-24 15,0 25-15,0-25 32,0-1-32,0 1 15,0 0 1,0 0-1,0 0 1</inkml:trace>
  <inkml:trace contextRef="#ctx0" brushRef="#br0" timeOffset="3660.65">3696 8607 0,'25'0'110,"24"0"-110,26 0 15,24 0 1,-25 0-16,1 0 16,123 0-1,-99 0 1,-24 0-1,24 0-15,-25 0 16,1 0-16,24 0 16,0 0-1,1 0-15,-26 0 16,25 0 0,-24 0-16,-1 0 15,0-25-15,50 1 16,-49 24-1,-1-50-15,25 25 16,-24 25 0,74 0-16,-75 0 15,50 0 1,-49 0-16,24 0 16,25 0-1,25 0-15,-1-25 16,-23 25-1,23-24-15,-48 24 16,98 0 0,-49 0-16,0 0 15,49 0 1,25-50-16,-74 50 16,0 0-16,-25 0 15,-25 0 1,50 0-16,25 25 15,-25-25 1,-75 0-16,50 0 16,25 0-1,-50 0-15,25 0 16,-25 0 0,-24 0-16,73 0 15,-73 0 1,24 0-16,50 25 15,0-25-15,-50 0 16,25 0 0,-25 0-16,50 0 15,-25 0 1,25 0-16,-50 0 16,25 0-1,-25 0-15,25 0 16,-24 0-1,-1 0-15,0 0 16,-49 0 0,24 0-16,50 0 15,-74 0 1,24 0-16,-24 0 16,-1 0-16,-24 0 15,0 0 1,0 0-16,0 0 15,-1 0 1,1 24 15,0-24 1,-25 25-1,0 0 0,25 0 219,-25 0-219,25-1 1,-25 1-17,24-25 1,-24 25-16,25 0 15,0-25 1,-25 25 0,25-25-16,-25 49 15,0-24 1,0 0 0,25 0-1,-25-1 1,0 26-1,0-25-15,24 24 16,-24 1 0,25 0-16,-25-1 15,0 1 1,25 24-16,-25-49 16,25 25-1,-25-25-15,0-1 16,0 1-16,0 25 15,0-1 1,0 1-16,0 0 16,25 24-1,-25 0-15,0-24 16,0 24 0,24 26-16,-24-51 15,0 26 1,0-26-16,0 1 15,0 0 1,50-1-16,-50 1 16,0-25-1,0-1-15,0 51 16,0-26 0,0 26-16,0-26 15,0 26-15,25 24 16,-25-25-1,0 1-15,0-1 16,0-24 0,0 24-16,0 26 15,0-51 1,0 1-16,0-25 16,0-1-1,0 26-15,0-25 16,0 24-16,0 1 15,0 0 1,0-1-16,0 26 16,0-26-1,0 26-15,0-51 16,25 26 0,-25-25-1</inkml:trace>
  <inkml:trace contextRef="#ctx0" brushRef="#br0" timeOffset="5342.8">12998 11956 0,'-50'0'141,"25"0"-141,-24 0 15,-1 0 1,0 0-16,1 0 16,24 0-1,-25 0-15,-74 0 16,50 0 0,-50 0-16,50 0 15,-26 0 1,-24 0-16,25 0 15,-25 25 1,25 24-16,-25-49 16,49 25-16,-49-25 15,50 25 1,-50 0-16,25-1 16,-1 1-1,26-25-15,-25 25 16,0 0-1,24-25-15,-24 50 16,49-50 0,-49 24-16,25-24 15,-1 0 1,26 0-16,-50 0 16,-1 0-1,26 0-15,-1 0 16,-49 0-1,25 0-15,25 0 16,-50 0-16,25 0 16,24 0-1,-24 0-15,0 0 16,-25 0 0,-25 0-16,50 0 15,-25 0 1,24 0-16,-24 0 15,-24 0 1,48 0-16,26 0 16,-1 0-1,-24 0-15,25 0 16,-1 0 0,-49 0-16,50 0 15,0 0-15,-1 0 16,1 0-1,-25 0-15,24 0 16,-24 0 0,0 0-16,24 0 15,1 0 1,-50-49-16,25 24 16,24 25-1,-49-25-15,25 25 16,0 0-1,-50-25-15,99 25 16,-49 0-16,25 0 16,-50 0-1,49 0-15,-49 0 16,50 0 0,-1 0-16,1 0 15,0 0 1,-26 0-16,51 0 15,-26 0 1,26 0-16,-1 0 16,-24 25-16,24-25 15,0 0 1,-24 0-16,0 0 16,24 0-1,0 0-15,1 0 16,-1 0-1,1 0-15,24 0 16,0 0 0,0 0-1,0 0 1,1 0-16,-1 0 31,0 0-31,0 0 31,0 0-15,1 0 0,-1 0-1,0 0 17,0 0-17,25-25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6-11T14:02:48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9872 4043 0,'25'0'141,"0"0"-125,0 0-1,-1 0 1,1 0 15,0 25 0,-25 25 1,0-1-17,0-24 1,0 0-1,0 24 1,0-24 0,0 0-1,0-50 142,0 0-157,0 1 15,0-1 1,0 0-16,0 0 31,0-24-31,0 24 16,0 0-1,0 0-15,50-24 32,-25 24-17,-25 0 1,24 25-16,26-50 31,-25 50 0,0 0-15,-1 0 0,1 0-1,0 0 1,0 0-1,-25 25 79,0 25-78,0-25-16,0 24 31,0-24-15,0 0-1,0 0 1,0-1-16,0 1 47,0-50 78,0 1-110,0-26-15,0 0 16,0 26 0,0-1-16,25-25 15,-1 25 1,1-24 0,0 24-1,0 25 1,0-25-1,-25 0 1,24 25 0,1-24 15,0 24 0,0 0 32,-25 24-32,0 1-31,0 25 16,0-1-1,0 1 1,0 0-16,0-1 15,0 26 1,0 24 0,0-50 15,0 1-15</inkml:trace>
  <inkml:trace contextRef="#ctx0" brushRef="#br0" timeOffset="1568.2">11063 3398 0,'-25'0'140,"0"0"-124,25 25 0,-25 0-1,-74 49 16,74 1 1,25-26-1,0 1-15,0 0-1,0-1 1,0-24 15,0 0-15,0 49-1,0-49 1,0 0 0,0 0-1,0-1 1,25 1-1,25 25 1,-25-50 0,-1 0-16,-24 25 15,25-1 1,0 1 0,0 0-1,-25 0 1,25-25 15,-1 0 0</inkml:trace>
  <inkml:trace contextRef="#ctx0" brushRef="#br0" timeOffset="2876.22">11361 3349 0,'0'24'125,"0"26"-110,0 0-15,0 24 16,0-24-1,0 74 17,0 25-1,0-75 0,0 0 0,24-49-15,-24 0 0,25 0-1,0-25 17,-25 25-32,25-25 31,0 0 0,-1 0 16,1 0 0,-25-25 0</inkml:trace>
  <inkml:trace contextRef="#ctx0" brushRef="#br0" timeOffset="4032.5">11237 3795 0,'24'-25'109,"1"25"-93,0 0-16,0 0 31,0 0-15,24-24-1,26-1 17,-51 25-17,26-25 1,49 25-1,-49 0 1,-50-25 0,25 25-16,-1 0 31</inkml:trace>
  <inkml:trace contextRef="#ctx0" brushRef="#br0" timeOffset="5421.39">11757 3373 0,'25'0'172,"0"0"-141,0 0-16,-25 25 1,0 0-16,25-25 16,-25 25-1,24 0 1,51 49 15,-26 100 0,-24-1 1,-25-73-17,0-51 1,0-24-16,0 25 16,0-26-1,0 1 16,0 25-15,0 24 0,-49-24 15,24-1-15,0-49-1,0 25 1,-24-25-1,24 0 1,0 0 0,25-49 31</inkml:trace>
  <inkml:trace contextRef="#ctx0" brushRef="#br0" timeOffset="8565.31">11881 14312 0,'0'25'141,"0"0"-126,0 49 1,0-49-16,0 25 15,0-1 17,0-24-1,0-50 125,0 1-156,0-1 16,0 0-1,0-25-15,0 26 32,0-1-1,0 0-31,25 0 16,-25 0 15,25 0-16,0 25 32,-25-24-31,25 24 15,-1 0 32,1 0-1,0 0-46,-25 24 15,0 1-15,0 0-1,0 0 1,0 0-16,0 0 31,0-1-15,0 1 31,0 0-16,0 0 16,0 0-47,0-1 62,25-24 32,-25-24-78,25-1-1,-25 0 1,24 0-16,-24 0 16,0 1-1,25 24 1,-25-25-16,0 0 47,25 25-32,0-25 1,0 25 0,-25-25-1,25 25 16,-1 0 94,-24 25-93,0 25-1,0-25-31,25-25 16,-25 24-1,0 26 1,0-25-1,0 24 1,0-24 0,0 0-1,0 0 1,0 24 0,0-24 15</inkml:trace>
  <inkml:trace contextRef="#ctx0" brushRef="#br0" timeOffset="10079.04">12626 14114 0,'0'25'156,"0"-1"-140,0 1 15,-25-25-31,25 25 15,0 0 1,0 0-16,-25-1 16,25 1-16,0 25 15,0 0 17,0-1-1,0-24-16,0 0 1,0 0 15,0-1-15,0 1 0,0 0-1,25 0 1,0 0-1,-25-1 1,24 1 0,1-25-1,0 25 1,0 0 0,0-25-16,-1 25 15,1-25 1,0 0 15,25 0-15,-26 24-1,1-24 1</inkml:trace>
  <inkml:trace contextRef="#ctx0" brushRef="#br0" timeOffset="11708.77">12923 14015 0,'0'24'156,"0"1"-140,0 0 0,0 25-1,0-26 1,0 26-16,25 49 31,-25-49-15,0-25-16,0 0 15,0 24 1,0-24 0,0 25-1,25-50 1,-25 24-1,0 1 1,0 0 0,0 0-16,25 0 31,-25-1-15,24-24-1,1 0 48,0 0-32,0 0 0,-25-24 47,0-1-62,25 0 0,-25 0-1</inkml:trace>
  <inkml:trace contextRef="#ctx0" brushRef="#br0" timeOffset="12895.68">12675 14412 0,'50'0'156,"-25"0"-156,-1 0 16,1 0 0,0 0-16,-25-25 15,50 25 1,-1 0-1,-24 0 32,0 0 0</inkml:trace>
  <inkml:trace contextRef="#ctx0" brushRef="#br0" timeOffset="15997.28">12824 14362 0,'25'0'109,"0"0"-93,24 0-16,-24 0 15,0 0 1,49 0 0,-24 0 31,-25 0-32,-1 0 16,1 0-15,0 0 0,0 0-1,0 0 1,0 0 0</inkml:trace>
  <inkml:trace contextRef="#ctx0" brushRef="#br0" timeOffset="17460.88">13271 14039 0,'24'0'140,"26"0"-124,-25 25 0,0 0-16,24 0 15,-24-25 1,-25 25-1,25-1-15,24 51 47,26-1-15,-75 50-1,25-74 0,-25 24-15,0-49-1,0 25 1,0-25 0,0 24-1,0 50 1,0-74-1,-25 0 1,0 25 15,0-26-15,-24 26 0,24-25-1,0-25 1,25 25-1,0-1 1,-25-24-16,0 25 16,1-25 31,24-49-16,-25 24-31</inkml:trace>
  <inkml:trace contextRef="#ctx0" brushRef="#br0" timeOffset="69421.14">14610 9277 0,'-25'0'156,"0"0"-140,1 0 0,24 25-1,-25-25-15,-25 25 32,25-25-32,-74 24 46,74-24-14,-24 0-1,24 0 0,0 0 0,25-24-15,0-1 0,0 0 15,0 0 0,0 0-15,0 1-1,0-1-15,25 0 47,0 0-15,-1 25-1,1 0 0,-25-25-15,25 25 15,0 0-15,0 0-1,0 0 1,-1 0-16,1 0 31,0 0-15,0 0-1,0 0 1,-1 0 15,1 25-31,-25 0 31,25-25-15,-25 25 0,0 0-1,25-1 1,-25 26 0,25-50-1,-25 50 1,0 24-1,0-49 1,0 0 0,0-1-1,0 1 1,0 0 0,0 0-1,0 0 1,-25-1 15,0 1-15,0-25-1,0 0 1,1 0 0,-1 25-1,0-25 1,-25 0-1,26 0 17,-26 0-32,25 0 15,0 0 1,0 0 0,1 0-1,-1 0 16,25-25 16</inkml:trace>
  <inkml:trace contextRef="#ctx0" brushRef="#br0" timeOffset="72138.98">15106 9227 0,'0'-24'172,"-25"24"-156,25-25-1,0 0 1,-25 25-1,1-25 1,-1 25 0,0 0-1,0 0 1,0 0 15,1 0 47,-1 0-15,0 0-16,25 25-32,0 0 1,0 0 15,0-1-31,0 1 31,0 0 1,0 0-17,0 0 1,0 24 0,0-24-1,0 0 1,0 0 15,0-1-31,0 1 31,0 0-31,0 0 47,0 0-16,0-1 1,25-24-1,0 25 0,-1-25 47,1 0-46,0 0 14,0 0 1,0 0 0,-25-25-31,0 1 15,24 24-31,-24-25 16,0 0-1,0 0 1,0 0-16,25 25 16,-25-49-1,25 49 1,-25-25 15,25-25-15,-25 26-1,0-1 1,0 0 15,0 0 16,0 0-47,0 1 31,0-1-15,0 0 15,0 0 0</inkml:trace>
  <inkml:trace contextRef="#ctx0" brushRef="#br0" timeOffset="74795.67">15329 8756 0,'-25'0'156,"1"0"-140,-1 0-16,0 0 16,0 25-1,25 0 79,-25-25-78,25 24 77,0 1-61,0 0-1,0 0 0,0 0 0,0-1-15,0 1 46,0 0-46,0 0 31,0 0 0,25-25 0,0 0 0,0 0-16,0 0 31,-1 0-15,1 0 16,0 0 62,-25-25-110,0 0 17,25 25-1,-25-25-16,25 25 17,-25-25-17,0 1 1,0-1 0,0 0-1,0 0 16,0 0 1,0 1 15,0-1-16,0 0 0,0 0 0,-25 25 1,25-25-1,-25 25 47</inkml:trace>
  <inkml:trace contextRef="#ctx0" brushRef="#br0" timeOffset="80827.7">19968 4118 0,'25'0'172,"-1"0"-172,1 0 16,0 24-1,0 1 1,24 0 0,1 25 15,-25-26 0,24 1-15,-49 0 15,25-25-31,0 25 16,0 0-1,-25-1 1,0 1 15,25-25 0,-25 25 126,0 0-157,-25 24 31,25-24-31,-25 0 16,0 0-1,-24 0 1,24 24-1,25 1 1,-25-25 0,25-1-1,0-48 48</inkml:trace>
  <inkml:trace contextRef="#ctx0" brushRef="#br0" timeOffset="83058.56">20265 13196 0,'0'25'157,"0"0"-126,0 0-31,25-25 15,0 0 1,0 24-16,-25 1 16,25-25-1,-1 25-15,-24 0 32,25-25-17,0 25 1,0-25-1,0 24 17,-1-24-17,1 0 1,-25 25 0,0 0 15,25-25-16</inkml:trace>
  <inkml:trace contextRef="#ctx0" brushRef="#br0" timeOffset="83653.5">20563 13469 0,'0'25'125,"0"0"-110,-25 49 1,0-24-16,1-1 15,-51 1 1,50-1-16,25-24 16,-24 50-1,-1-1 17,25-49-17,-25 0 1,25-1-1,-25 1 1</inkml:trace>
  <inkml:trace contextRef="#ctx0" brushRef="#br0" timeOffset="94465.39">28426 8483 0,'0'25'172,"0"0"-157,25 24-15,25 100 31,-26-99-31,1 24 16,0-24 0,0 24-16,24 26 15,-24-51-15,25 150 32,-25-1-1,-1-173 0,-24 0 16,25-25-31,-25-25-1,25-50 1,25-123-1,-26 124 1,76-50-16,-26-50 16,125-173-1,-100 223 1,74-174 0,-98 174-1,-26 49 1,1-24-1,0 25 17,-26 74-17,1-50 1,-25 1 0,0 24-1</inkml:trace>
  <inkml:trace contextRef="#ctx0" brushRef="#br0" timeOffset="95686.33">29146 9252 0,'0'25'140,"0"25"-124,0-1-1,0 26-15,0 24 16,0-25-16,0 1 16,0-1-1,0 0 1,0-49-16,0 50 16,0 24 15,0-49 0,0-1 16</inkml:trace>
  <inkml:trace contextRef="#ctx0" brushRef="#br0" timeOffset="98509.79">29518 9426 0,'0'-25'125,"-25"0"-94,25 0-15,-25 1-1,-25-1 17,-24 0-1,49 0 0,0 25-15,1 0 15,-1 0 0,0 0 32,25 25-1,-25 0-46,25 0 0,0-1-16,0 1 15,0 0 1,0 0-16,-25 0 15,25-1 1,0 26-16,0 24 31,0-24-15,0 0 0,-24 49-1,24-50 1,0 26-1,0-26 1,0 26 15,0-50-15,0 0 0,0 24-1,0-24 16,0 0-15,0 0 15,0-1 1,24-24-17,1 0-15,25 25 31,-25-25-15,-1 0-16,26 25 31,-25-25-15,0 0 0,-1 0-1,1 0 16,0 0 1,-25-25-32,0-24 31,25 24-15,-25 0-16,25 0 15,24-99 1,-24 74-1,0 1 1,0-26 0,-25 26-1,24-1 1,-24 25 0,0 1-1,0-26 16,0 25-15,0 0 0,0 1 15,0-1-15,-24 0-1,-1 0 1</inkml:trace>
  <inkml:trace contextRef="#ctx0" brushRef="#br0" timeOffset="99594.93">29592 9475 0,'0'25'63,"0"0"-48,0 0-15,0 0 32,0 24-32,0 1 31,0-1 16,0-24-16,0 0-15,0 0-1,0 0 32,-25-25 62,0 0-77,1 0-1,-1 0-15,0 0-1,0 0 1,0 0-1,1 0 1,-1 0 15,25-25 16</inkml:trace>
  <inkml:trace contextRef="#ctx0" brushRef="#br0" timeOffset="100316.01">29369 9798 0,'0'25'156,"49"-1"-140,1 26-16,0 0 15,24 49 1,0-25-16,1 50 16,24 25-1,-74-149 1,0 50-16,-1-1 15,1 1 1,0-25 15,-25 0-15,25-1 0,0-24 15,-25 25-16,0 0-15,24-25 32,1 25-17</inkml:trace>
  <inkml:trace contextRef="#ctx0" brushRef="#br0" timeOffset="101420.9">30063 9525 0,'0'25'156,"0"0"-140,0 49-16,0 0 16,25 50-1,-25-49-15,25 24 16,0 149 31,-25-223-16,0 0 16</inkml:trace>
  <inkml:trace contextRef="#ctx0" brushRef="#br0" timeOffset="103163.67">29766 9079 0,'0'347'78,"0"-322"-62,0-1 0,24 1 31,1 0-32,-25 0 1,50 0-1,-1-1 17,1 1-17,-25-25 1,0 0 0,-1 0-1,26 0 1,-25 0-1,24 0-15,1 0 32,0 0-17,-25 0-15,-1 0 16,1 0 15,0 0 0,0 0 1,0 0 15,-25 25 46,0 0-61,0 0-17,0-1 1,0 1-1,0 0 1,-25-25 0,0 0-1,25 25 1,-25 0 0,0-25-1,1 0-15,-1 0 16,0 24-1,0-24 1,0 0 0,0 0 15,1 0 16</inkml:trace>
  <inkml:trace contextRef="#ctx0" brushRef="#br0" timeOffset="105363.61">30882 9500 0,'-25'0'125,"25"-25"-110,-25 25 1,0 0 0,-24 0-1,24 0 17,0 0-1,0 0 16,25 25-32,-24 0 1,24 0 0,-25-25-1,25 25 1,0-1-1,0 1 17,0 0-1,0 0-15,0 0-1,0-1 16,0 1-15,0 0 15,0 0 1,25 0 14,-1-25-30,1 0 0,-25 24 15,25-24-15,0 0 15,0 0 0,-1 0-15,1 0-16,-25 25 31,0 0 0,25-25-15,-25 25-1,0 0 1,0-1 15,0 1 1,0 0-17,0 0 1,0 0-16,0 0 15,0-1 1,0 1 15,-25-25-15,0 0 0,1 0-1,-1 0 1,0 0-1,0 0 1,0 0 0,1 0-1,-1-25 1,25 1 31,0-1-32</inkml:trace>
  <inkml:trace contextRef="#ctx0" brushRef="#br0" timeOffset="106896.54">31105 9500 0,'0'50'156,"25"-1"-156,-25 1 15,0 24-15,0-24 16,25 74 0,-25-99 15,0 49-15,24 1-1,-24-26 1,25-24-1,-25 0 1,0 0-16,0 0 31,25-50 79,-25 0-95,25-25-15,0 1 32,24-51-32,-49 51 15,50 24 1,0-49-1,-26 49 1,1 0 0,-25 0-1,25-24 1,0 24 0,0 25 15</inkml:trace>
  <inkml:trace contextRef="#ctx0" brushRef="#br0" timeOffset="108325.21">31353 9922 0,'0'25'156,"25"-1"-109,0-24-31,0 25-16,-1 0 16,1-25-16,-25 25 15,50 25 16,24-1 1,-74-24-17,50 25 17,-1-1-1,-24-24-16,0 25 1,0-26 15</inkml:trace>
  <inkml:trace contextRef="#ctx0" brushRef="#br0" timeOffset="211189.73">18231 5159 0,'0'-24'188,"-24"-1"-141,24 0-16,-25 25-15,0-25-1,0 25 1,0 0-1,1 0-15,-1 0 47,0 0-15,0 0-1,25 25 0,0 0 0,-25-25-31,25 25 32,-24-1-1,24 26-31,0-25 15,0 24 1,0-24 0,0 50-1,0-26 1,0-24 0,24-25 46,-24 25-46,25-25-16,0 0 15,0 0 1,0 25 0,-1-25-1,26 0 1,-25 0-1,0 0 1,-1 0 15,1 0-31,0 0 32,0 0-32,0 0 31,-1 0-16,-24-25 1</inkml:trace>
  <inkml:trace contextRef="#ctx0" brushRef="#br0" timeOffset="212537.23">18653 4713 0,'0'25'110,"0"-1"-95,0 1 1,0 25 0,0 24-1,-25-74 1,25 50 0,0 0-1,0-1 1,0 1-1,0 24 1,0-24 0,0 74-1,0-50 1,0-49-16,0 25 16,25 24-1,-25-49 16,25 0-31,0-25 16,24 24 0,-24-24-1,0 50 1,74 0 0,-74-50-1,49 49 1,-24-24-1,-25-25 17,0 0-1</inkml:trace>
  <inkml:trace contextRef="#ctx0" brushRef="#br0" timeOffset="214048.18">19025 4787 0,'0'25'141,"0"25"-125,0-1-1,0-24 1,0 0 15,0 0-15,0 0-1,25 24 1,-25 1 15,25-1 0,-25-24-15,25 25 0,-25-25-1,0-1 1,24 1 0,-24 0-1,0 0 1,25-25-1,0 25 1,-25-1 15,25-24-15,0 0 15,-1 0-15,1 0-1,0 0 48,0 0-32,0-24-31,-1-1 16,1 0-1,-25 0 1,25 0 15</inkml:trace>
  <inkml:trace contextRef="#ctx0" brushRef="#br0" timeOffset="-213988.35">18926 5259 0,'0'-25'172,"0"0"-157,25 0 1,0 25 0,-1-25-1,1 1 1,25-1-1,-50 0-15,49 25 47,-24-25-47,0 25 32,0-25-1,0 25 16</inkml:trace>
  <inkml:trace contextRef="#ctx0" brushRef="#br0" timeOffset="-212487.66">19546 4862 0,'25'0'157,"0"0"-142,0 0-15,-1 0 16,26 0 15,0 0 0,-1 99 1,-49-49-17,0-26-15,0 51 31,0-50-15,0 49 0,0-49-1,0 0 1,0 24 0,0 26-1,0-51 16,0 1-15,0 0 0,0 25-16,0-26 15,0 1 1,0 0 0,0 0-16,0 0 15,0-1 1,0 1 15,-25-25-15</inkml:trace>
  <inkml:trace contextRef="#ctx0" brushRef="#br0" timeOffset="-176397.25">21481 9203 0,'0'24'188,"0"100"-172,0 149-1,0 74-15,-25-98 16,25-51-16,0 0 15,0-123 1,0-26-16,0-24 16,0 25-1,0-25 17,0-1-1,-25-98 78,25 24-109,0 1 16,-49-26-1,49 26-15,0-1 16,0 1 0,0-75-1,0 49 1,0-24-16,0 0 16,0-25-1,0 99 1,0-25-1,0 1 17,0 24-1,0-25-15,0 25 15,0 1-16,0-1 17,0 0-17,0-25 1,24-49 0,1 50-1,-25 24 1,0-25-1,0 25 32,25 1-15,-25-26-17,25 25 1,-25 0-1,0 1 1,0-1 0,0 0-1</inkml:trace>
  <inkml:trace contextRef="#ctx0" brushRef="#br0" timeOffset="-175911.02">21481 9153 0,'25'0'93,"-1"25"-77,1 24 0,0 1-16,25 0 15,-1 74 1,75 49-1,25 100-15,-50-50 16,75 75 0,-149-224-1,24 1 1,1-1 0,-50-49-1</inkml:trace>
  <inkml:trace contextRef="#ctx0" brushRef="#br0" timeOffset="-174794.88">21431 10368 0,'0'-49'109,"75"-1"-93,-26-24 0,26-25-1,198-125 1,-174 175 15,-74 24 16,-25 0-31,24 25-1,-24-25 1</inkml:trace>
  <inkml:trace contextRef="#ctx0" brushRef="#br0" timeOffset="-172970.62">22126 8930 0,'25'0'110,"24"74"-95,26 50-15,-1 0 16,75 75 15,-124-150-31,24-24 47,-49 49 0,25-74-32,-25 25 1,0 0 15,25-25-15,-50 0 62,0-25-62,0 0-1,1 25 1,24-24 0,-50-1-1,25 25 1,0 0-1,1 0 1,-1 0 0,-25 0-1,25 0 1,1 0 0,24 25 77,0-1-77,0 26 0,0 0-16,0-1 15,0-24 1,0 0 15,24-25 0,1 0-15,50 0 0,-26 0-1,-24 0 1,25 0-1,-26 0 1,1 0 0,0-25-1,0 0 17,0 0-32,-1 25 15,-24-24 1,25-1-1,0 25 17,-25-25-17</inkml:trace>
  <inkml:trace contextRef="#ctx0" brushRef="#br0" timeOffset="-170979.25">22622 8632 0,'25'0'109,"24"25"-93,-24 24-1,25 26-15,-1 24 16,125 75 31,-149-149-47,24 49 31,26-24 0,-26 24 16,-24-74-15,-25 25-17,-25-25 63,1 0-46,-1-25-17,0 0 1,0 25-1,0 0-15,25-25 16,-24 25-16,-1 0 16,-25-24 15,25 24-15,1 0-1,-1 0 1,0 0 15,0 0 47,0 24-47,25 1-31,0 25 32,0-25-1,0-1 31,0 1-30,25 0-17,25-25 1,-1 0 0,-24 0-1,0 0 1,0 0-1,24 0 1,-24 0 0,25-25-1,-1 0 17,-24 25-17,0 0 1,0-24-1,0 24 17</inkml:trace>
  <inkml:trace contextRef="#ctx0" brushRef="#br0" timeOffset="-169511.91">23292 9103 0,'24'-49'94,"1"24"-94,0-25 16,0 1-1,24 24 1,-49 0-1,25 0 1,-25-24 0,0 24 15,0-25-15,0 25 15,0 1 0,-25-1 0,1 25 1,-1 0-32,0 0 15,0 0 1,0 0-1,1 25 1,-1 49 0,25-24 15,0-26-15,0 51-1,0-50 1,0 24-1,0-24 17,25 0-17,-1-25 1,26 0 0,0 0-1,-26 0 1,76 0-1,-76 0 1,1 0 15,0 0-15,0 0 0,0-25-1,-1 0 1,1 25-1</inkml:trace>
  <inkml:trace contextRef="#ctx0" brushRef="#br0" timeOffset="-167294.22">23664 8483 0,'0'25'125,"0"0"-109,24-25 0,26 49-1,-25 1 17,24 24-1,-24-74 0,-25 25 32,-25-25 124,25-49-171,-24 24-16,24 0 15,-25 0 1,25 0 0,0 1 15,0-1-31,-25 0 15,25-25 1,0 26 0,0-1 15,0 0-15,0 0-1,0 0 16,0 1-15,0-1 0,25 25-1,0-25 1,-1 25 0,26 0-1,25-25 1,-26 25-1,-24 0 1,0 0 15,0 0-15,-1 0 0,-24 25-1,25-25 1,-25 50-16,25-26 15,-25 1 1,25 0 0,-25 0 15,0 0-15,0-1 77,-25-24-46,0 0-31,0 0-1,1 0 17,-1 0-17,25-24 17,-25-1-17,0 0-15,25 0 16,-25-24-1,1 49 1,24-25 0,0 0-1,0 0-15,0 0 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6-11T14:11:43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5829 1984 0,'0'50'140,"0"49"-140,0 0 16,0 25 0,0-24-16,0 98 15,0-49 1,0 149-16,0-150 15,0 51 1,0-75-16,0 25 16,0-50-1,0-25-15,0 26 16,0-76-16,0 26 16,0 0-1,0 24-15,0 50 16,0-50-1,0-24-15,0 0 16,0-1 0,0-24-16</inkml:trace>
  <inkml:trace contextRef="#ctx0" brushRef="#br0" timeOffset="2119.53">5283 3497 0,'25'0'187,"0"0"-171,0 0-16,24 0 16,51 0-1,-1 0-15,-25 0 16,50 0-1,-24 0-15,24 0 16,-25 0 0,25 0-16,-25 0 15,50 0 1,24-24-16,-24 24 16,-49 0-16,98 0 15,0 0 1,-24-25-16,-75 25 15,100 0 1,-51 0-16,1 0 16,50 0-1,-1 0-15,1 0 16,73-50 0,-23 25-16,48 25 15,50 0-15,-98 0 16,98 0-1,-50 0-15,-98 0 16,74-49 0,-25 49-16,49 0 15,-49 0 1,50 25-16,49-25 16,-49 24-1,0-24-15,-25 0 16,-25 50-1,99-25-15,-99-25 16,50 0 0,-50 0-16,0 0 15,0 0-15,25 0 16,-25 0 0,0 0-1,-50 0-15,50 0 16,50 49-16,-50-49 15,-50 0 1,26 0-16,-26 0 16,0 0-1,50 25-15,0-25 16,1 0 0,48 0-16,1 0 15,-25 0 1,-75 0-16,50 0 15,0-49-15,50 49 16,0 0 0,-50 0-16,49 0 15,-74-25 1,-24 0-16,-1 25 16,26-50-1,24 50-15,-50-24 16,1 24-1,73 0-15,-123 0 16,50-50 0,-51 50-16,-24-25 15,-24 25 1,24 0-16,-50 0 16,1 0-16,-26 0 15,26 0 1,-51 0-16,26 0 15,-25 0 1,0 0-16,-1 0 16,1 0 15</inkml:trace>
  <inkml:trace contextRef="#ctx0" brushRef="#br0" timeOffset="9806.36">5854 3473 0,'0'-25'125,"0"0"-109,0 0 0,0 0-1,0 1 1,0-1-16,0 0 31,0 0-15,25 0-16,0 25 15,-1-24 1,-24-1 0,25 25-16,0-25 15,-25 0 1,25 0-1,0 1-15,-1 24 16,1-25 0,0 25-1,0-25 1,0 25 15,-1 0-31,1 0 16,0 0-1,0-25 1,0 25-16,-1 0 31,1-25-31,0 25 16,0 0 0,0 0-1,-1 0 1,1 0 46,0 50-46,0-50-16,-25 25 16,25 0-1,-25-1-15,0 26 16,0-25-1,24 0-15,1 24 32,-25-24-32,0 25 15,25-26 1,-25 26-16,0 0 31,25-1-31,-25-24 16,0 25-16,0-26 15,0 26 1,25-25 0,-25 25-1,0-26-15,24-24 16,-24 50 0,0-25-16,25-25 15,-25 25 1,25-1-1,-25 1 1,25 0 0,-25 0-1,0 0 1,25-25-16,-1 0 62,1 0-30,0 0-1,0 0-15,0 0-1,0 0 16,-1 0 1,1-25-17,0 0-15,-25-25 16,25 1 0,0-1-16,-1 25 15,-24-24 1,25-1-16,-25 25 15,25-49 1,0 74-16,-25-25 16,25-25-1,-1 1 1,-24 24-16,0 0 16,25 0-1,-25-24-15,25-1 16,-25 25-1,0 1 1,0-1 0,25 0-1,-25 0 1,0 0-16,25 25 16,-25-24-1,24 24 1,-24-25-16,25 0 15,0 25 1,0-25 15,-25 0-31,25 25 32,-1-24-32,1 24 31,0 0-16,0 0 1,0-25 0,-1 0 15,1 25-31,0 0 16,0 0-1,0 0-15,-1 0 47,1 0-16,0 25 16,-25 24-31,0-24-1,25 0-15,-25 0 16,0 24 0,0-24-16,0 0 15,25 0-15,-25 0 16,0-1 0,0 26-16,0-25 15,24 0 1,-24-1-1,0 1 1,0 25-16,0-25 16,0-1-1,0 1 1,0 25 0,0-25-16,0-1 15,0 1-15,25 0 16,-25 0-1,0 0 1,0 24 0,0-24-16,0 0 15,0 0 1,0 0 15,0-1-15,25-24-1,-25 25-15,0 0 16,25 0 0,-25 0 31,25-25-32,-25 24 1,24-24-1,1 0 1,0 0 15,0 0-15,0 0 0,0 0-1,-1 0-15,1 0 16,0 0 15,0 0-15,0-24-16,-1 24 15,1-25 1,0 0 0,-25 0-1,25 0-15,-25 1 16,25 24-1,-1-50-15,1 25 16,0-24 0,-25-1-16,25-25 15,-25 26-15,0-1 16,25-24 0,-25 24-16,24-49 15,-24 74 1,0-24-16,25 24 15,-25-25 1,0 25-16,0-24 16,25 24-1,0 0 17,-25 0-32,25-24 15,-25 24 1,0-25-1,0 26-15,24 24 16,-24-25 0,25 0-1,-25 0 1,25 25 0,-25-25-1,25 25 1,-25-24-1,25 24 17,-1 0-32,1 0 31,0 0 16,0 0-16,-25 24-31,25 1 16,-1-25-1,-24 50-15,25-50 16,-25 25 0,25-25-16,-25 24 15,0 1-15,0 0 16,25 0-1,-25 0-15,25-1 16,-25 26 0,0-25-1,0 0 1,24-1-16,-24 1 16,0 0-1,0 0 1,0 0-1,25 24-15,-25-24 16,0 0 0,0 0-16,0-1 15,0 1-15,0 0 16,0 0 0,0 0-16,0-1 15,0 1 1,0 0 15,0 0-31,25 0 16,-25-1-1,0 1-15,25 0 32,-25 0-32,0 0 15,0 0 1,0-1-16,0 1 15,0 0 1,0 0 15,25 0-31,-25-1 32,25 1-1,-1-25 16,1 25-32,0 0 1,0-25 0,-25 25-16,25-25 15,-25 24 1,24-24-16,1 0 31,0 0-15,0 0-1,0 0 17,-1 0-17,1 0 1,0 0-1,0 0-15,-25-24 16,49-26 0,-24 0-16,25 1 15,-1-75 1,1 49-16,24 1 16,-49 24-1,0-49-15,0 25 16,-25 24-1,25-24-15,-25 24 16,0 0 0,24 1-16,-24 24 15,0-25 1,0 1-16,0 24 16,0 0-1,0 0 1,25 1-16,-25-1 15,0 0 79,0 0-63,25 25 16,0 0-15,0 0-1,-1 0-16,1-25-15,0 25 16,0 0 0,0 0 15,0 0 16,-1 0-32,1 0 1,0 0-16,0 0 16,0 0 62,-25 25-47,0 0-15,0 0-16,0 24 15,0 1 1,0-25-16,0 24 31,0-24-31,0 0 16,0 0-1,0 0-15,0-1 32,0 1-32,0 0 15,0 25 1,0-26-16,0 1 16,0 0-1,0 0-15,0 24 16,0-24-1,0 0 1,0 0-16,0 0 31,0-1-31,0 1 16,24 0 0,-24 25-16,0-26 15,25 1 1,-25 0-1,25 0 1,0 0-16,-25 0 16,25-1-1,-1 1 1,-24 0 0,0 0 30,25-25-30,-25 25 0,25-25 62,-25 24-63,25-24 1,0 0 0,-1 0 31,1 0-16,0 0-16,25 0 1,-1 0-16,1 0 16,-1 0-1,-24 0-15,0 0 16,0 0-16,0 0 16,-1 0-1,1 0 32,-25-24-31,0-1-1,0-50 1,0 1-16,0-1 16,0-49-1,0 75-15,0-26 16,0 51-16,0-1 15,0 0 1,0-25-16,0 26 16,0-26-1,0 0-15,0 26 16,0-1 0,0 0-1,0-25 1,25 26-16,-25-1 15,0 0 1,25 25-16,-25-25 16,0 0-1,25 1-15,-1-1 16,1 0-16,0 25 16,0-25-1,0 0-15,-1 1 16,-24-1-1,25 0-15,0 0 16,0 25 0,-25-25-16,25 25 15,0-25 1,-1 25 31,1-24-32,0 24 1,-25-25 15,25 25-31,0 0 63</inkml:trace>
  <inkml:trace contextRef="#ctx0" brushRef="#br0" timeOffset="13883.65">11361 2555 0,'24'0'94,"-24"25"-63,25-25 1,0 24-17,0 1-15,-25 0 16,25 0-1,-1 0-15,1 0 16,-25-1 15,25 1-31,-25 0 16,25 0 0,0 0-1,-25-1 1,0 1 15,0 0-31,24-25 16,-24 25-1,0 0-15,0-1 16,25 1 0,-25 0 15,0 0-31,0 0 15,25-1-15,-25 26 16,0-25 0,0 0 15,0-1-31,0 26 16,0-25-1,25 0 1,-25-1-1,0 1-15,0 0 16,0 0 0,25 0-16,-25-1 15,0 1 17,24 0-32,-24 0 31,0 0-31,0-1 31,25-24-15,-25 25-1,0 0-15,0 0 32,25-25-32,-25 25 15,0 0 1,0-1-1,25-24 17,-25 25-32,0 0 15,0 0 1,0 0 15,0-1-31,25-24 16,-25 25-1,24-25 32,-24 25-47,0 0 32,25-25-32,0 25 46,0-25-30,0 0 31,-1 0-16,1 0-15,0-25 15,-25-25-15,25 1-16,0-1 15,-25 0 1,24-24 0,-24 24-1,0 25-15,25-24 16,-25 24-1,0-25-15,0 26 16,0-26 0,0 25-1,0 0-15,0-24 16,0-1 0,0 25-1,0-24 1,0 24-1,0-25 1,0 1-16,0-1 16,0 25-1,25-24 1,-25 24 0,0 0-16,25-24 15,0-1-15,-25 25 16,25 0-1,-25 1 17,0-1-32,24 0 15,1 0 1,-25 0 0,25 25-1,-25-25-15,25 25 31,0-24-31,-25-1 16,24 0 47,-24 0-63,25 25 15,0-25 1,0 1-16,0 24 15,-1 0 1,1 0-16,0 0 31,0-25-31,0 25 16,-1 0 0,1-25-16,0 25 15,0 25 110,-25 0-125,25-25 16,-25 24-1,24 1 17,-24 0-32,0 0 15,25 24 1,-25-24-16,0 25 16,25-25-1,-25 24 1,25 1-16,-25 0 15,25 24 1,-25-24-16,0-1 16,24 1-1,-24 24-15,25-49 16,-25 0 0,0 24-16,0-24 15,25 25 1,-25-1-1,0 1-15,0-25 16,0 0 0,0-1-16,0 1 31,0 0-31,0 0 16,0 0-1,0 24-15,0-24 16,0 0-1,0 0-15,0 0 16,0-1 0,0 1-16,0 0 15,0 0 1,0 0 0,0-1 15,0 1 0,0 0-31,25 0 16,-25 0-1,25-1 17,-25 1-17,24-25 1,-24 25-1,25 0-15,0-25 32,0 25-17,0-1 32,-1-24 16,1 0-32,0 0-31,0 0 16,0 0-16,24 0 15,1 0 1,-25 0-1,0 0 1,-1-24-16,-24-1 16,25 25-1,-25-25-15,25 0 16,-25-24 0,0-1 15,0 0-16,0 26 1,0-26-16,0 25 16,0 0-16,0 1 15,0-1 1,0 0-16,0 0 16,0 0-1,0-24-15,0-1 16,0 25-1,0 0-15,0 1 16,0-26 0,0 0-16,0 26 15,25-26 1,-25 0 0,0 1-1,0-1-15,25 1 16,-25 24-16,0-25 15,24 25 1,-24 1-16,0-1 16,0 0-1,25 0-15,-25 0 16,25 1 0,0-1-16,-25 0 15,25 0 1,-1 0-16,1 1 15,-25-1 1,25 0-16,0 0 16,0 25-16,-1-25 15,1 0 1,-25 1 15,25 24 0,-25-25 1,25 25-32</inkml:trace>
  <inkml:trace contextRef="#ctx0" brushRef="#br0" timeOffset="17859.38">13866 2555 0,'25'0'93,"-1"0"-61,1 0-17,0 0 1,0 0 15,0 0-15,-1 0-1,1 0 1,0 0 0,-25 25-1,25-25-15,-25 24 16,25 1-1,-1-25 1,1 25 0,-25 0-1,25 0 1,-25 0-16,0-1 16,25-24-1,-25 25-15,25 0 16,-25 25-1,24-1-15,-24-24 16,0 0-16,0 24 16,25 1 15,-25-25-15,0 0-16,0-1 15,0 1 1,0 0-16,25 25 31,-25-26-31,25 1 16,-25 25-1,0-25-15,0-1 16,0 1 0,25 0-16,-25 0 15,0 0-15,0-1 16,0 1-1,25-25 1,-25 25 0,0 0-16,0 0 15,24-1 1,-24 1-16,0 0 16,0 0-1,0 0 1,25-25-1,-25 25-15,0-1 16,0 1 0,0 0-1,25-25 1,-25 25 0,0 0-1,25-25 1,-25 24-16,25 1 31,-25 0 16,24-25-31,-24 25-1,25-25-15,0 0 94,0 0-63,0 25-15,-1-25-1,1 0-15,0 0 125,0 0-109,-25-25-16,25-25 16,-1 1-1,-24 24-15,25 25 16,-25-25-16,25 0 16,-25-24-1,0-1 1,25 0-16,-25 1 15,0-26-15,25 1 16,-25-25 0,0 74-16,24-50 15,-24 51 1,25-51-16,-25 50 16,25 1-1,-25-26-15,0 25 16,0-24-1,25 24-15,-25 0 16,0 0 0,25 0-16,-1-24 15,-24-1-15,25 25 16,0 1 0,-25-26-1,0 25 1,25 0-16,-25 0 15,25 1 1,-25-1-16,24 25 31,-24-25-15,25 25 0,0-25-1,0 25 1,-25-25-1,25 25 48,-1 0-47,1 0-1,25 0-15,-25 0 16,0 0-1,24 0 1,1 0 0,-25 25-16,-1 0 15,1 0 1,0-25 0,-25 25 15,0-1-31,25 1 15,-25 25 1,25-25-16,-1 0 16,-24 24-1,25-24 1,-25 25 0,0-26-16,0 26 15,25 0-15,-25-1 16,0 26-1,25-26-15,-25-24 16,25 0 0,-25 0-1,0-1 1,0 1-16,0 0 16,0 0-1,0 0-15,0-1 16,0 1-1,0 25-15,0-25 16,0-1 0,24-24-16,-24 25 15,0 0 1,0 25 0,0-26-16,0 1 15,0 0 1,0 0-1,25 0 1,-25 0-16,0-1 16,0 1-1,25 0-15,-25 0 16,0 0 0,25-1-16,-25 1 15,25 0-15,-25 0 16,24 0-1,-24-1 1,25 1 0,-25 0-16,0 0 15,25-25 1,0 25-16,0-1 31,-1 1-15,1-25-1,-25 25 1,25-25 0,-25 25-1,25-25 17,0 0-17,-1 0 1,1 0-1,0 0 1,0-25-16,-25 0 16,0 0-1,0 1 1,0-26 0,25 25-16,-25-24 15,0-1 1,0 0-16,0 1 15,0 24-15,0-25 16,0 1 0,0 24-16,0 0 15,0-25 1,0 26-16,0-1 16,0-74-1,0 24-15,24 1 16,-24-1-1,0 26-15,25-1 16,-25-49 0,25 49-1,-25 1 1,0 24-16,25-25 16,-25 1-16,25-1 15,0 1 1,-25-1-16,24 25 15,1 0 1,-25 0-16,25-24 16,-25 24-1,25 0-15,-25-24 16,25-1 0,-25 25-16,24 0 15,1 1 1,-25-1-1,0 0 1,25 0 0,0 25 15,0 0 0,-25 50 0,0 24-15,0-24 0,0-1-16,0 1 15,0-25 1,0 0 0,0-1-16,0 26 15,0-25 1,0 25-16,0-26 15,0 26 1,0-25 0,0 0-1,0-1 1</inkml:trace>
  <inkml:trace contextRef="#ctx0" brushRef="#br0" timeOffset="19400.88">16694 2877 0,'0'25'172,"0"0"-141,0 0-31,24-25 16,-24 49 0,0-24-16,0 0 15,0 0 1,25 0-16,-25-1 31,0 1-31,0 25 16,0-25-16,0-1 15,25 1 1,-25 0 0,0 0-1,0 0-15,0-1 16,0 1 0,25 0 30,-25 25-30,0-26-16,0 1 16,25 0 62,-1 0-31,1-25-47,0 25 15,0-1 1,-25 1-16,25 0 16,-1 0-1,1-25-15,0 25 16,0-25 46,0 25-46,-25-1 0,24-24-16,1 25 31,0-25-16,0 25 1,0 0-16,-1-25 16,-24 25 15,25-25-31,0 0 62,0 0-30,0 24-17,24 26 1,1 0-16,-1-1 16,-24-24-1,-25 0-15,25-25 16,-25 25-16,25-25 15,-25 24 1</inkml:trace>
  <inkml:trace contextRef="#ctx0" brushRef="#br0" timeOffset="22342.97">3051 2183 0,'25'25'140,"24"49"-124,51 50-16,-51 0 16,50 0-1,1-49-15,-51 49 16,26-25-1,-26-25-15,1-24 16,-50-25 0,25-25-1,0 0 32,-25-25-31,24-25-16,1-24 15,0 24 1,25-74-16,-26 25 16,1 0-16,0 24 15,0 26 1,0-1-16,-25 0 16,24 1-1,1 24-15,-25 0 16,0 0-1,25 25 1,0 0 15</inkml:trace>
  <inkml:trace contextRef="#ctx0" brushRef="#br0" timeOffset="24147.85">4341 3101 0,'0'-50'172,"0"25"-141,-25 0-16,0 25 17,25-24-17,-25 24 1,25-25-16,-24 25 31,-1 0-31,0 0 16,0 0-1,0 0 32,1 25-15,24-1-1,0 1-16,0 0 1,-25 25-16,25-26 16,0 1-1,-25 0-15,25 0 16,0 0 0,0 24-16,0-24 15,0 25 1,0-1-1,0-24 1,0 25-16,25-1 16,0-24-16,-25 0 15,24 24 1,1-49-16,0 25 16,-25 25-1,25-25-15,0-25 16,-1 25-1,-24-1 1,25-24 0,0 0-16,0 0 15,0 0 1,24 0-16,-24 0 16,0 0-16,24 0 15,1-24 1,0-1-16,24 0 15,-24-25 1,-26 1-16,26 24 16,-25 0-1,0-25-15,-25 26 16,25-1 0,-1 0-16,1 0 15,-25 0 1,25 25-16,-25-24 15,0-1 1</inkml:trace>
  <inkml:trace contextRef="#ctx0" brushRef="#br0" timeOffset="30819.69">8409 2009 0,'0'25'156,"0"0"-125,25 0-15,-25-1-1,0 1 1,0 0 0,0 0 15,0 0-31,0-1 31</inkml:trace>
  <inkml:trace contextRef="#ctx0" brushRef="#br0" timeOffset="31884.31">8434 2431 0,'0'25'172,"0"-1"-157,24 1 1,-24 0 0,0 0-1,0 0 1,0-1-1,0 1-15,0 0 32,0 0-32</inkml:trace>
  <inkml:trace contextRef="#ctx0" brushRef="#br0" timeOffset="33354.87">8533 3547 0,'0'25'125,"0"0"-109,0 24-16,0-24 15,25 50 1,-25-1-16,0-24 15,0-1 1,0 1 0,24-25-1,-24-1-15,0 1 16,0 0 0,0 0-1</inkml:trace>
  <inkml:trace contextRef="#ctx0" brushRef="#br0" timeOffset="34401.96">8582 4440 0,'0'50'157,"0"-1"-157,0 26 15,0 49 1,0-50-16,0 1 16,0-26-16,0 26 15,0-26 1,0-24-16,0 0 15,0 0 17,-24-25 30</inkml:trace>
  <inkml:trace contextRef="#ctx0" brushRef="#br0" timeOffset="35930.75">10939 2059 0,'0'49'141,"0"1"-126,0 0 1,0 49-16,0-50 16,0 1-1,0 24-15,0-24 16,0-25-16,0 24 15,0-24 1,0 25-16,-25 0 31,25-26-31,0 1 32,0 0-17</inkml:trace>
  <inkml:trace contextRef="#ctx0" brushRef="#br0" timeOffset="37887.75">10889 3448 0,'0'25'125,"0"24"-109,0 26-1,0 24-15,0-49 16,0 49-16,0-50 15,0 1 1,0-25-16,0 0 16,0-1-1,0 1 1,0 0 0,0 0-16,0 0 15,0 24 1,0-24-16,0 0 15,0 0 1,0-1 0,0 1-1</inkml:trace>
  <inkml:trace contextRef="#ctx0" brushRef="#br0" timeOffset="38931.98">10889 4490 0,'0'24'125,"25"1"-125,-25 25 16,25-1 0,-25 1-16,0-25 15,0 24-15,0-24 16,25-25 0</inkml:trace>
  <inkml:trace contextRef="#ctx0" brushRef="#br0" timeOffset="40109.28">10864 5234 0,'0'25'171,"0"-1"-171,0 1 16,0 0 0,0 25-1,0-26 1,0 1-16,0 0 16,0 0-1,0 0 1</inkml:trace>
  <inkml:trace contextRef="#ctx0" brushRef="#br0" timeOffset="41568.86">13395 2406 0,'0'25'141,"0"24"-125,0-24-1,0 25 1,0 24-16,0-49 16,0 25-1,0-1-15,0-24 31,0 0-31,0 0 16,0 0 0,0-1-16,0 1 15,0 0 1,0 0-16,0 0 31,0-1-15</inkml:trace>
  <inkml:trace contextRef="#ctx0" brushRef="#br0" timeOffset="43181.43">13543 3820 0,'0'25'140,"0"49"-140,0 1 16,0 49-16,0-25 16,0-50-1,0 1 1,25 24 0,-25-49-16</inkml:trace>
  <inkml:trace contextRef="#ctx0" brushRef="#br0" timeOffset="44266.44">13593 4713 0,'0'25'110,"0"24"-79,0-24-31,0 25 16,0-25-16,0-1 15,0 1 1,0 0 0,0 0-1,0 0 16,0-1-15,0 1 15</inkml:trace>
  <inkml:trace contextRef="#ctx0" brushRef="#br0" timeOffset="45291.95">13618 5383 0,'0'24'141,"0"26"-126,0-25 1,0 0-16,0-1 31,0 1-31,0 0 47,0 0-16</inkml:trace>
  <inkml:trace contextRef="#ctx0" brushRef="#br0" timeOffset="47014.21">16173 2530 0,'0'25'125,"24"0"-110,-24 24 1,0 1-1,0 0-15,0-1 16,0 1 0,0-1-16,0-24 15,0 0 1,0 25 0,0-26-16,0 1 15,0 25 1,0-25-1,0 24 1,0-24-16,0 0 31</inkml:trace>
  <inkml:trace contextRef="#ctx0" brushRef="#br0" timeOffset="48099.78">16272 3547 0,'0'50'141,"25"-26"-126,-25 26 1,0 0-16,0-1 16,0-24-1,0 0 1,0 0-16</inkml:trace>
  <inkml:trace contextRef="#ctx0" brushRef="#br0" timeOffset="49072.83">16346 4539 0,'0'25'125,"0"0"-125,0 24 16,0 1-16,0-25 15,0 0 1,0-1-16,0 1 16,0 0-1</inkml:trace>
  <inkml:trace contextRef="#ctx0" brushRef="#br0" timeOffset="50046.75">16371 5234 0,'0'25'140,"0"-1"-124,0 26-1,0 0-15,0-1 16,0 1 0,0-1-1,0 1-15</inkml:trace>
  <inkml:trace contextRef="#ctx0" brushRef="#br0" timeOffset="52165.71">8582 5407 0,'0'25'171,"0"25"-139,-24-25-17,24-1 1,0 1 0,0 0-1,0 0 1,0 0 31</inkml:trace>
  <inkml:trace contextRef="#ctx0" brushRef="#br0" timeOffset="57591.13">6672 5011 0,'0'24'172,"0"1"-156,0 0-1,0 0 1,0 0-16,0-1 31,-24 1-31,24 0 16,0 0-1,0 0 1,0-1 0,0 1-1,0 0 16,0 0-15,0 0 15,24-25 1,-24 24-17,25-24-15,0 0 16,0 0 31,0 0-32,-1 0 1,1 0 0,0 0 15,0 0 0,0 0 32,-25-24-32,25-1-16,-25 0 1,0 0 0,24 25-1,-24-25 1,0 1 0,0-1-1,0 0-15,0 0 16,0 0 15,0 1 0,0-1 1,0 0-1,-24 25-16,-1-25 17,0 25 15,0 0-32,0 0 1,0 0-16,1 0 15,-1 0 17,25-25 15,-25 25-32,0 0-15,0-24 31</inkml:trace>
  <inkml:trace contextRef="#ctx0" brushRef="#br0" timeOffset="59832.66">7417 5035 0,'-25'0'110,"0"0"-79,0 0 0,0-24-31,-24 24 16,24 0-1,0 0 1,0 0 0,1 0-1,-1 0 16,0 0-15,0 0 15,25 24-15,0 1 15,0 0-15,-25 0-1,25 0 17,0-1-17,0 1 17,0 0-17,0 0 16,0 0-15,0-1 0,25 1 31,0-25-47,-25 25 15,25-25 1,0 0-16,-25 25 15,24-25 1,1 0 0,0 0-16,0 0 31,0 0 16,-1 0 15,-24-25 48,0 0-95,0 0 17,0 1-17,0-1-15,25 0 31,-25 0-15,0 0 15</inkml:trace>
  <inkml:trace contextRef="#ctx0" brushRef="#br0" timeOffset="62874.05">9500 5209 0,'-25'0'140,"1"0"-140,-1 0 63,0 0-63,0 0 31,0 0-15,1 25 15,-1 0-15,25-1 15,0 1-16,-25 0 17,25 0-17,0 0 32,0-1-31,0 1-16,0 0 31,0 0-15,0 0-1,0-1 32,25-24 0,0 0 0,-1 0-16,1 0 0,0 0 32,0 0-32,-25-24 16,0-1-16,0 0-15,25 0 0,-25 0-1,0 1 1,0-1 31,0 0-32,0 0 1,0 0 0,0 1 15,0-1 16</inkml:trace>
  <inkml:trace contextRef="#ctx0" brushRef="#br0" timeOffset="64061.95">9723 5159 0,'0'25'156,"0"0"-140,0 0-1,0 24 1,0-24-16,0 25 16,0-25-1,0-1 1,0 1-16,0 0 16,0 0-1,0 24-15,0-24 16,0 0-1,0 0 1,0 0 0,0-1-1</inkml:trace>
  <inkml:trace contextRef="#ctx0" brushRef="#br0" timeOffset="65846.03">11633 5035 0,'0'25'156,"0"25"-140,0-1-16,0 1 16,0 0-16,0-26 15,0 1 1,0 0-16,0 0 15,0 0 1,0-1 0,0 1-1,0 0-15,0 0 32,0 0-1</inkml:trace>
  <inkml:trace contextRef="#ctx0" brushRef="#br0" timeOffset="67903.03">12204 5209 0,'0'-25'140,"-25"25"-93,0-25-31,0 25-1,1-24 1,-1 24-16,25-25 16,-25 25-1,0 0 1,0 0 31,1 0-32,-1 0 1,0 0 15,25 25 16,0-1-31,0 1 31,0 0-47,0 0 15,0 0 1,0-1 0,0 1-16,0 0 31,0 0 0,0 0-15,0-1-1,0 1 1,0 0 0,0 0 46,25-25-46,-25 25-1,25-25 1,-1 0 15,1 0 0,0 0-15,0 0 15,0 0 1,-1 0-1,1 0 0,0 0-15,0 0-1,-25-25 17,0 0-1,25 25-31,-25-25 15,0 0 1,0 1 0,0-1-16,0 0 31,0 0-15,0 0-1,0 1-15,0-1 31,0 0-31,0 0 32</inkml:trace>
  <inkml:trace contextRef="#ctx0" brushRef="#br0" timeOffset="69313.2">14709 5184 0,'0'25'156,"0"0"-140,0 0 0,0 24-16,0-24 15,0 0 1,0 0-16,0 24 15,0 1 1,0-1-16,0 1 16,0-25-16,0 24 15</inkml:trace>
  <inkml:trace contextRef="#ctx0" brushRef="#br0" timeOffset="70661.12">15056 5159 0,'0'25'172,"0"0"-172,0 25 16,0 49-1,25-25 1,-25 25-16,25 100 31,-25-75-15,0-50-16,25 1 15,-25-26-15,0 1 16,0 0-16,25-26 16,-25 1-1,0 0 32,0-50 47</inkml:trace>
  <inkml:trace contextRef="#ctx0" brushRef="#br0" timeOffset="85764.25">5705 8161 0,'0'25'140,"0"24"-124,0 1 0,0 24-1,0 50-15,0 25 16,0-50 0,0 149-16,0 0 15,0 0-15,0 50 16,50-100-1,-50 150 1,0-51-16,24 75 16,-24-272-16,0 173 15,0-125 1,0-24-16,0-24 16,0 24-1,0 24-15,0 51 16,-49-1-1,49-24-15,-25 24 16,-49 26-16,49-76 16,-25 76-1,50-125-15,-25 25 16,1-25 0,24 25-16,-25-49 15,25 49 1,0-100-16,0 26 15,0-25 1,0 0 0,0-1-1</inkml:trace>
  <inkml:trace contextRef="#ctx0" brushRef="#br0" timeOffset="87528.64">5655 8062 0,'0'24'125,"-24"26"-109,-1-25 0,0 0-1,0 74-15,0-50 16,1-24-1,24 25 1,-25-50-16,25 25 16,0-1-16,-25-24 15,25 25 1</inkml:trace>
  <inkml:trace contextRef="#ctx0" brushRef="#br0" timeOffset="88704.48">5730 8086 0,'25'0'109,"-25"25"-78,24 0-15,26 25-1,-25-1-15,0 1 16,24-25 0,-24 24-16,0-24 15,0 25 1,0-26-16,-25 26 16,24-25-1</inkml:trace>
  <inkml:trace contextRef="#ctx0" brushRef="#br0" timeOffset="90032.83">2704 7441 0,'0'25'140,"0"50"-124,25 49-1,49 24-15,-49 26 16,0-99 0,-1-26-16,1 1 15,-25-25 1,0-1-16,25-24 16,0 0 15,0 0 0,-1 0-15,1-49-1,0-26-15,25 26 16,-26-26 0,26 26-16,-25-51 15,49 26 1,-24 24-16,-25 1 15,-1 24 1,26-25-16,-50 26 16,0-1-1,25-25-15,-25 25 16,25 25-16,-1 0 31</inkml:trace>
  <inkml:trace contextRef="#ctx0" brushRef="#br0" timeOffset="91980.2">3373 8161 0,'-24'0'94,"-1"0"-78,0 0 15,0 0-31,0 0 16,1 0-1,-1 0-15,0 0 16,0 0 15,0 0-15,25 25-16,-24-1 15,-1-24 1,25 25-16,-25 0 16,0 0-1,25 0 1,0 24 0,0-24-16,0 0 15,0 0 1,0-1 15,25 1-15,0 0-1,0-25 1,-1 0-16,-24 25 16,25-25-1,0 0-15,0 0 47,0 0-16,-1 0-31,1 0 32,0-25-17,0 0 1,-25 0-16,25 25 31,-25-24-31,0-1 31,0 0 1,0 0 14,0 0-14,0 1 124,0-1-125,0 0-31,0 0 16,0-24-16,0 24 15,0 0 17,0 0-1</inkml:trace>
  <inkml:trace contextRef="#ctx0" brushRef="#br0" timeOffset="93389.45">3200 8359 0,'0'25'110,"0"0"-95,0 0 1,0-1 0,0 1-16,0 0 15,0 25 1,0-26 0,25 1-1,-25 0 1,0 0-16,24 0 15,-24-1 1,0 1 0,25-25-1</inkml:trace>
  <inkml:trace contextRef="#ctx0" brushRef="#br0" timeOffset="94667.57">3621 8359 0,'0'50'93,"0"-1"-77,0 26 0,0-1-16,-24-24 15,24-1 1,-25 1-16,25 0 15,-25-26 1,0 26-16,25-25 16,0 0-16,-25-25 15</inkml:trace>
  <inkml:trace contextRef="#ctx0" brushRef="#br0" timeOffset="96292.72">3646 8434 0,'25'0'125,"0"0"-109,0 0-16,0 0 15,-1 0 1,1 0-1,0 0 32,-25 24-31,25-24-16,-25 25 16,25 0-1,-25 0 1,24 0-1,-24-1 17,0 1-17,0 0 1,0 0 0,0 0-1,0-1 1,0 1 46,-24 0-30,-1-25-1,0 0-31,-25 0 31,26 0-31,-1 0 16,0 0 15,0 0 0,0 0 16,0 0-31,25-25-1,-24 25 1,24-25 31</inkml:trace>
  <inkml:trace contextRef="#ctx0" brushRef="#br0" timeOffset="98580.61">4192 8706 0,'0'-24'187,"-25"24"-155,0 0-17,1 0-15,-1 0 16,0 0 0,0 0 30,0 0-46,1 0 32,-1 0-1,0 24 0,25 1-15,-25 0-1,25 0 1,0 0 15,0-1 16,0 1-16,25-25-15,0 25-16,0-25 16,-1 25-1,1 0 1,0-25 0,-25 24-1,25-24 16,0 0 1,-25 25-1,0 0 16,0 0-32,0 0 1,0 0 15,0-1 1,-25 1-1,0 0-16,0-25 1,0 0 0,1 0-1,-1 0-15,0 0 16,0 0 0,0 0-1,1 0 1,-1 0-1,0 0 1,0 0 15,25-25-15,-25 25 15,25-25 0</inkml:trace>
  <inkml:trace contextRef="#ctx0" brushRef="#br0" timeOffset="100314.6">4614 8706 0,'-25'50'156,"0"0"-156,-49-1 16,49 26-1,-25-26-15,25 1 16,1 0-16,-1-26 16,0 1-1,25 0-15,-25 0 16,0 0 0,25-1-16,-24-24 15,-1 25 1,25 0-16,-25 0 31,25 0-31,0-1 31,0 1 1,0-50 124,0 1-141,25-1-15,0 0 16,-1 0 0,1 25-16,25-25 15,-50 1-15,49-1 16,-24 0 0,0 0-16,0 0 15,24 1 1,-24-1-16,0 25 31,0 0-31,0-25 16,-25 0-1,24 25-15,1-25 16,0 25 0</inkml:trace>
  <inkml:trace contextRef="#ctx0" brushRef="#br0" timeOffset="101785.79">4390 9153 0,'0'25'172,"0"0"-157,0-1 1,25 1-1,-25 25 1,0-1 0,0-24-16,25 25 15,-25-25 1,25-1-16,-25 1 16,0 0-1,25 0 1,-25 0-16,0-1 31,0 1-15</inkml:trace>
  <inkml:trace contextRef="#ctx0" brushRef="#br0" timeOffset="125987.13">8508 6375 0,'0'25'172,"0"173"-172,0 149 16,0-99 0,0 149-16,0 149 15,0 198 1,0-198-16,0-149 15,0-199 1,0-49-16,0-25 16,0-25-1,0 25-15,0-49 16,0-1-16,0-24 16,-25-26-1,25 26-15,0-25 16,0 0-1,0-1 17</inkml:trace>
  <inkml:trace contextRef="#ctx0" brushRef="#br0" timeOffset="133905.79">5779 10592 0,'0'-25'125,"0"-25"-110,0 1 1,0-1-16,0 0 16,0 26-16,25-1 31,-25 0-15,0 0-1,0 0-15,25 1 16,-25-1-1,0 0-15,25 25 32,-25-25-32,0 0 15,0 1 1,25-1 0,-25 0-16,25 25 15,-1-25 1,1 25-16,0-25 15,0 25 1,0-25-16,-1 1 16,1 24-1,0-25 1,0 0 0,0 25-16,-1 0 31,1 0-31,0 0 15,0 0 17,0 0-17,-1 0 1,1 25 31,-25 0-47,25-1 15,0-24 1,-25 50 0,25-25-16,-25 0 15,0 0 1,24 24-16,-24-24 16,25-25-1,-25 50-15,0-26 16,25 1-16,-25 0 15,0 25 1,0-26 31,0 1-47,0 25 16,0-25-16,25-25 15,-25 24 1,0 1-16,0 0 31,25 0-31,-25 24 16,0-24 15,24 0-31,1 0 31,-25 0-15,0-1-1,25 1-15,-25 0 16,0 0 0,25-25-16,-25 25 31,0-1-31,0 1 16,25 0-1,-25 0 1,0 0-16,24-1 31,-24 1-15,0 0-1,0 0 1,25-25 0,-25 25-16,0-1 31,25-24-31,-25 25 47,25 0-16,-25 0-15,0 0 30,25 0-14,-1-25 15,-24 24-32,25-24-15,0 0 31,0 0-15,0 0 15,0 0 16,-1 0-31,1 0-1,0-24 1,-25-1 0,25 0-1,0 0 1,-25 0 0,24 0-1,-24 1 1,25-1-1,-25 0-15,0 0 16,25 0 0,0 25-16,-25-24 15,0-1 1,0 0-16,0 0 31,25 0-31,-25 1 16,0-1-1,0 0 1,24 25-16,-24-50 16,0 26-1,0-1 1,0-25 0,0 25-1,0 1 1,0-1-16,0 0 15,0 0 1,25 25-16,-25-25 16,0 1-1,0-1-15,0 0 16,0 0-16,0 0 16,25 1-1,-25-1 1,0 0-1,0-25-15,0 26 16,25 24 0,-25-25-1,0 0 1,0 0-16,0 0 16,25 1-1,-25-1 1,0 0 15,24 25-31,-24-25 16,0 0-1,0 0 1,25 25 0,-25-24-16,0-1 31,25 25 0,-25-25-31,25 0 31,0 0-15,-25 1-16,0-1 31,24 25-31,-24-25 16,25 25-1,0-25 32,0 25-31,0 0 15,-1 0-15,1 0 15,0 0-15,0 0 31,0 0-16,-1 0 0,-24 25-31,25-25 16,-25 25-1,25 0-15,-25-1 16,25-24-16,-25 25 16,0 0-1,0 0 1,25 0-1,-25-1-15,0 1 16,24 0 0,-24 0-1,25 0 1,-25 0 0,0-1-1,0 1-15,25 0 16,-25 0-16,0 0 31,25-1-31,-25 1 16,0 0-1,25 0 1,-25 0 0,0 24 15,24-24-31,-24 0 15,25 0 1,-25-1-16,25-24 16,-25 25-1,25 0 1,-25 0 0,25 0-1,-25-1 1,25-24-1,-25 25-15,24 0 32,-24 0-17,0 0 1,25-1-16,0 1 31,-25 0-31,25-25 16,0 25 15,-1 0-15,-24-1-1,0 1 1,0 0 0,25 0-1,0-25 16,-25 25-15,25-25 0,-25 24-1,25-24 1,-25 25-16,24-25 31,1 0 110,0 0-79,-25-25-15,25 1-31,-25-1 46,25 25-46,-25-25 0,0 0-1,0 0 1,24 25-1,-24-24 1,0-1-16,0 0 16,0 0-1,0 0 1,0 1 0,0-1-1,0 0 1,0 0 15,0 0-15,0 1-16,25-1 15,-25 0-15,0 0 32,0 0-1,0 1-31,0-1 31,0 0-15,0 0 31,0 0 62</inkml:trace>
  <inkml:trace contextRef="#ctx0" brushRef="#br0" timeOffset="183342.09">8483 9624 0,'0'25'172,"0"0"-156,0 0 0,0-1-16,0 1 15,0 0-15,0 25 31,0-26-31,0 26 16,0 0 0,0-26-16,0 1 15,0 25 1,0 49-16,0-74 16,0 25-1,0-26 1,0 1-1,0 0 1,0 0 0,0 0-1,0-1 1,0 1 0,0 0-1,0 25-15,0-26 31,0 1-15,0 0 0,0 0-1,0 0 1,0-1 0,0-48 109,0-1-110,0 0 1,0-25-16,0 26 15,0-1 1,0 0-16,0-25 16,0 1-1,0-1-15,0 1 16,0-1 0,-25 0-16,25 26 15,0-26 1,0 0-1,0 25-15,0-24 16,0 24 0,0 0-16,0 0 31,0 1-15,0-1-1,0 0 1,0 0-1,0 0 48,0 1-16,0-1-16,0 0 32,0 0 15,0 0-47</inkml:trace>
  <inkml:trace contextRef="#ctx0" brushRef="#br0" timeOffset="186578.25">8533 9575 0,'0'24'390,"25"-24"-390,-25 25 16,24-25-1,1 0 1,-25 25 0,25-25-1,0 25 1,-25 0 15,25-25-15,-25 24 31,24-24-32,1 0-15,-25 25 16,0 0 15,25-25-31,-25 25 31,25-25-31,-25 25 16,25-1 15,-1-24 32,-24 25-48,0 0 17,0 0 15,25-25-16,-25 25-16,0-1 32,0 1-15,25-25-1,-25 25 47,0 0-47,0 0 16,25-25-16,-25 25-15,0-1 31,0 1-16,25 0 32,-25 0-32,0 0-16,0-1 17,24 1-1,-24 0 0,0 0 32,0 0-16,0-1 15,0 1 16,0 0 32,0-50 77,0-24-171</inkml:trace>
  <inkml:trace contextRef="#ctx0" brushRef="#br0" timeOffset="187297.02">8954 10344 0</inkml:trace>
  <inkml:trace contextRef="#ctx0" brushRef="#br0" timeOffset="187479.79">8954 10344 0</inkml:trace>
  <inkml:trace contextRef="#ctx0" brushRef="#br0" timeOffset="188766.79">8954 10344 0,'0'24'219</inkml:trace>
  <inkml:trace contextRef="#ctx0" brushRef="#br0" timeOffset="190593.07">10740 10244 0,'0'25'156,"0"0"-140,0 0-1,0 74 1,0-74 0,0 24-1,0-24 1,0 0-16,0 0 16,0 0-1,0-1-15,0 1 31</inkml:trace>
  <inkml:trace contextRef="#ctx0" brushRef="#br0" timeOffset="196229.77">8979 10368 0,'0'25'187,"0"0"-155,0 0-32,0 0 15,0-1 1,0 1 0,0 0-1,0 0 1,0 0-1,0-1 1,25-24-16,-25 25 31,0 0-31,25 0 16,-25 0 0,25-1-16,-25 1 31,25-25-31,-25 25 15,24-25 1,-24 25 0,0 0-16,0-1 31,25-24-31,-25 25 31,0 0-15,25-25 46,-25 25-30,25-25-17,-25 25 1,25-25 15,-1 0 16,1 0 0,0 0-16,0 0 47,-25-25-47,25 25-31,-25-25 47,24 25-47,-24-25 16,25 25 0,-25-25-16,25 25 15,-25-24 1,25-1-1,-25 0 1,0 0 0,25 0-1,-25 1-15,24-1 16,-24 0 0,25 0-16,0 0 31,-25 1-31,0-1 15,25 0-15,-25-25 16,25 50 0,-25-24-1,0-1 1,0 0-16,0-25 16,0 26-1,0-26-15,0 25 31,0-24-31,0 24 16,0 0 0,0 0-16,24 25 15,-24-25 1,0 1 0,0-1-16,0 0 15,0 0 1,0 0-16,25 25 31,-25-25-31,0 1 16,0-1-1,25 25 1,-25-25 0,0 0-1,25 0 1,-25 1 31,25 24-32,-1-25 17,-24 0-17,0 0 16,25 25-15,-25-25 0,25 1-16,0 24 31,0 0-15,-25-25-16,24 25 15,1-25 32,0 25-31,0 0 31,0 0 46,-1 0 1,-24 25-78,25-25 15,-25 25-15,0-1-1,0 1-15,0 0 16,0 0-1,0 0-15,25-1 16,-25 1 0,0 0-1,0 0 1,0 0 0,25-1-16,-25 1 31,0 0-31,25 0 15,-25 0 1,0 0-16,0-1 16,0 1-1,25 0 1,-25 0 0,0 0-1,24-1 16,-24 1-31,0 0 47,0 0-31,0 0-16,0-1 16,0 1-1,0 0 32,0 0-31,0 0-1,0-1 1,0 1 0,0 0-1,25-25 16,-25 25-15,0 0-16,0-1 31,0 1-15,0 0 15,0 0-15,0 0 15,0-1-15,25 1-1,-25 0 1,0 0 15,25-25-31,-25 25 16,25-1 15,-25 1 0,24-25 1,-24 25-17,25-25 32,-25 25-47,25-25 31,-25 25-15,0-1 15,25-24-15,0 0-1,-1 0 17,-24 25-17,25-25 17,0 0-1,0 0 0,0 0 0,-1 0 16,1 0-31,0 0 15,0 0-15,0 0 31,-1 0 15,-24-25-46,25 25 15,-25-24-15,25-1 15,-25 0 0,0 0-15,0 0-1,25 25 1,-25-24 0,0-1-16,0 0 31,0 0-16,0 0 1,0 1-16,0-1 47,0 0-47,0 0 31,0 0-31,0 1 31,0-1-31,0 0 47,0 0-31,0 0 31,25 25-47,-25-24 31,0-1 32,0 0 93</inkml:trace>
  <inkml:trace contextRef="#ctx0" brushRef="#br0" timeOffset="201278.24">8012 8830 0,'-25'0'172,"0"25"-141,0 0 0,1-25-31,24 25 16,-25-25 0,-25 25-1,50-1 1,-25-24 0,1 0-16,-1 0 15,25 25-15,-25-25 16,0 0-1,0 0 1,1 0 15,-1 0 32,25-25-1,0 1-46,0-1 0,0 0-16,0 0 31,25 0-31,-1 1 47,1 24-47,0-25 15,0 0 1,0 25-16,-1 0 16,-24-25-1,25 25 1,0 0-1,0 0 1,0 0 15,-1 0 63,1 25-47,-25 25-31,0-26-1,0 26 16,0-25 1,0 0-32,0-1 15,0 1 1,0 0 0,0 0-1,0 0 1,0 0-1,0-1 1,0 1 0,0 0-1,0 0 17,0 0-17,0-1 1,0 1 15,-25-25-31,25 25 16,-24-25-1,-1 0 1,0 0 0,0 0-1,25 25 1,-25-25-1,1 0 1,-1 0 0,0 0-16,0 0 15,0 0 1,1 0 15,-1 0-15,0 0-1,0 0 1</inkml:trace>
  <inkml:trace contextRef="#ctx0" brushRef="#br0" timeOffset="204116.07">8384 8830 0,'0'-24'157,"-25"24"-157,0-25 15,1 25-15,24-25 31,-25 25-31,0 0 16,0 0 0,0 0-16,1 0 31,-1 0 47,0 0-31,25 25 0,-25-25-32,25 25 1,0-1 0,0 1 46,-25 0-31,25 0-15,0 0 0,0-1 15,0 1 0,0 0 0,0 0-15,0 0 0,0 0-1,0-1 17,0 1-1,0 0 31,25-25-62,-25 25 32,25-25-17,0 25 16,0-1 1,-1-24-1,1 0-31,0 0 47,0 0-16,0 0 32,-1 0-17,1 0 1,0-24-15,-25-1-32,0 0 15,25 25 1,-25-25-1,25 25-15,-25-25 16,0 1 0,0-1 15,0 0-15,0 0-1,0 0 48,0 0-63,0 1 15,0-1 17,0 0-1,0 0 16,0 0 31,0 1-78,0-1 31,0 0-15</inkml:trace>
  <inkml:trace contextRef="#ctx0" brushRef="#br0" timeOffset="206224.73">8905 8384 0,'-25'0'141,"0"0"-141,0 0 31,1 0 0,-1 25-31,0-25 31,0 0-31,25 25 16,-25-25 31,1 0-16,24 24-31,0 1 31,-25-25-15,25 25 15,0 0 1,0 0-1,0-1-16,0 1 17,0 0-1,0 0 0,25 0-15,-1-1-1,1-24 17,0 25-17,0-25 1,0 0 15,-1 0-15,1 0 78,0 0-48,-25-25-30,0 1 0,25-1-1,-25 0-15,0 0 16,0 0 15,25 1-31,-25-1 31,0 0-15,0 0 0,0 0-1,0 1 1,0-1 15</inkml:trace>
  <inkml:trace contextRef="#ctx0" brushRef="#br0" timeOffset="-208540.73">11286 10418 0</inkml:trace>
  <inkml:trace contextRef="#ctx0" brushRef="#br0" timeOffset="-208346.68">11286 10418 0</inkml:trace>
  <inkml:trace contextRef="#ctx0" brushRef="#br0" timeOffset="-201970.93">10716 9525 0,'0'-25'109,"24"25"-77,-24-25-17,25 25 1,0 0-16,25 0 15,-26 0 1,1 0-16,0 0 16,0 0-1,0 0 1,-1 0-16,1 0 16,0 0-1,0 0 16,0 0-15,-1 0 0,1 0 15,0 0-15,0 0 15,0 0 0,0 0 0,-1 0-31,1 0 32,0 0-17,0 0 16,-50 0 219,0 0-234,0 0 31</inkml:trace>
  <inkml:trace contextRef="#ctx0" brushRef="#br0" timeOffset="-200379.09">10740 9376 0,'0'25'141,"0"0"-125,0 0-1,0-1 1,0 1-1,0 0 1,0 0-16,0 0 31,0-1-15,0 1 31</inkml:trace>
  <inkml:trace contextRef="#ctx0" brushRef="#br0" timeOffset="-198483.5">11361 9376 0,'0'25'156,"0"0"-140,0 24 0,0-24-1,0 0 16,0 0-15,0 0 0,0 24-1,0-24 1,0 0 15,0 0-15,0-1-1,0 1 1,0 0 15</inkml:trace>
  <inkml:trace contextRef="#ctx0" brushRef="#br0" timeOffset="-159644.22">18083 10740 0</inkml:trace>
  <inkml:trace contextRef="#ctx0" brushRef="#br0" timeOffset="-147224.21">5779 10542 0,'25'0'156,"0"0"-156,25 0 16,-25 0-1,24 0 1,-24 0-16,49 0 16,-24 0-1,0 0-15,24 0 16,0 0 0,-24 0-16,24 0 15,1 0 1,-1 0-16,50 0 15,-49 0 1,49 0-16,-25 0 16,-49-25-1,74 0-15,-25 25 16,50-24 0,-25-26-16,-50 50 15,50-25-15,0 0 16,-50 1-1,1 24-15,-1 0 16,26-25 0,-26 25-16,-24 0 15,24 0 1,-24 0-16,24 0 16,25 0-1,0 0-15,1-25 16,-26 25-16,25-25 15,-24 25 1,-26 0-16,26 0 16,49-49-1,-50 49-15,1-25 16,-1 25 0,-24 0-16,24 0 15,75 0 1,-50-25-16,-25 25 15,26 0 1,-1-25-16,-25 25 16,1 0-1,49 0-15,-25-25 16,-25 25-16,26 0 16,48-24-1,-73 24-15,49 0 16,-50 0-1,1 0-15,24 0 16,0 0 0,-49 0-16,49 0 15,-49 0 1,-1 0-16,26 0 16,-1 0-1,0 0-15,26 0 16,-26 0-1,25 0-15,25 0 16,-49 0-16,-1 0 16,1 0-1,24 0-15,-25 0 16,1 0 0,49 0-16,-25 0 15,25 0 1,50 0-16,-26 0 15,51 0 1,-26 0-16,26 0 16,-1 0-1,1 0-15,49 0 16,0 0-16,25 0 16,-75 0-1,50 0-15,50 0 16,-100 0-1,50 0-15,0 0 16,0 0 0,-49 0-16,49 0 15,25 0 1,-75 0-16,1 0 16,-51 0-1,51 0-15,-50 0 16,124 0-16,-75-50 15,0 50 1,26-25-16,-76 25 16,1 0-1,25-25-15,-100 25 16,26 0 0,24 0-16,-25-49 15,-25 49 1,25 0-16,-49 0 15,0 0 1,-26 0-16,1 0 16</inkml:trace>
  <inkml:trace contextRef="#ctx0" brushRef="#br0" timeOffset="-138149.86">10765 10145 0,'0'25'234,"0"0"-218,0 0 0,0-1 15,0 1 16,0 0-16,0 0 0,0 0-15,0-1-1,0 1 1,0 0 31,0 0-16,0 0 0,0-1 1,0 1-17,0 0 17,0 0 14,0 0-46,0-1 32,0 1-17,0 0 1,0 0 31,0 0-32,0-1 17,0 1-17,25-25 17,-25 25-32,0 0 31,25-25-16,0 25 32,-1-1 16,1 1-48,-25 0 48,25-25 62,-25 25-47,25-25 31,0 25-77,-1-25-1,1 0 0,0 0-15,-25 24-1,0 1 17,25-25-17,0 0 17,-1 0-1,1 0 0,0 0 0,0 0 1,0 0 14,0 0-14,-1 0-1,1 0 0,0 0 0,0-25 48,0 25-48,-25-24-31,0-1 31,24 25-31,-24-25 16,0 0-1,0 0 17,25 25-32,-25-24 15,0-1 1,25 25-1,-25-25-15,0 0 16,0 0 0,25 25-16,-25-24 15,0-1 1,0 0 0,0 0-1,0 0 1,25 1-1,-25-1-15,0 0 32,24 0-17,-24 0-15,0 1 16,0-1 0,0 0-1,25 25 1,-25-25-1,0 0 1,0 1 0,0-1-1,0 0 17,0 0-17,0 0 48,25 25-48,-25-24 1,0-1 31,0 0-16,0 0 0,0 0 32,0 1 31,0-1-63,25 0-31,-25 0 31,25 0-15,-25 0-1,0 1 17,0-1-32,0 0 15,0 0 1,0 0-1,0 1-15,0-1 32,24 25-17,-24-25-15,0 0 16,0 0 0,0 1-16,25-1 15,-25 0 1,0 0-1,25 0 1,-25 1 15,25-1-15,-25 0 0,0 0 15,25 25-31,-25-25 15,0 1-15,24 24 16,-24-25 0,0 0-1,25 0 1,0 25 15,-25-25-15,25 25-1,0-24 17,-1 24-1,1-25-15,-25 0 15,25 25-16,0 0 1,0-25 0,-1 25-1,1 0 1,0 0 15,0 0-15,0 0-1,-1 0 1,1 0 0,0 0-1,0 0 32,0 0 16,-25 25-48,25 0 1,-25 0 0,24-1-16,-24 1 31,0 0-16,25 25 1,-25-26-16,0 1 16,0 0-1,25 0 1,-25 0 0,0 24-16,0-24 15,25 25 1,-25-26-16,0 1 15,0 0-15,0 0 16,0 0 0,0-1-16,0 1 15,0 0 1,0 0-16,0 0 31,0-1-31,0 1 16,0 0-1,0 0-15,0 0 32,0 0-17,0-1-15,0 1 16,0 0 0,0 0-16,0 0 31,0-1-16,0 1 1,0 0-16,0 0 16,0 0-1,0-1 1,0 1 0,0 0-16,0 0 15,0 0 1,0-1-16,0 1 15,0 0 1,0 0-16,0 0 16,0-1-16,0 1 15,0 0 1,0 0 0,25-25-1,-25 25-15,0-1 16,0 1-1,0 0-15,0 0 32,0 0-1,0-1-15,24-24-16,-24 25 15,0 0 16,25-25-15,-25 25 15,25-25 1,0 0-1,-25 25 16,25-25-32,-1 24 32,-24 1 0,25-25-31,0 0-1,0 0 1,0 0 31,-1 0-16,1 0 47,0 0-31,-25-25-31,25 1-1,-25-1 1,25 25 0,-25-25-1,24 0-15,-24 0 16,0 1-1,25 24-15,-25-25 16,0 0 0,0 0 15,0 0-31,0 1 16,25-1-1,-25 0-15,0 0 16,0 0-1,0-24 1,0 24-16,0 0 16,0 0-1,0 1-15,0-1 16,0-25 0,0 25-16,0-24 15,0-1 1,0 25-1,0-24 1,0 24-16,0-25 16,0 26-1,0-1 1,0 0-16,0-25 16,25 25-1,-25 1-15,0-1 16,0 0-1,0 0-15,25 25 16,-25-25 0,0 1-16,0-1 15,24 0 1,-24 0 0,0 0-1,25 1 1,-25-1-1,0 0 1,0 0 15,25 25-31,-25-25 110,0 1-79,25-1-15,0 25-1,-1 0-15,1-25 16,0 25-1,0-25-15,0 25 32,-1 0 77,1 0-78,0 0 16,0 0 0,0 0-16,0 0 16,-1 25-16,-24 0-15,25 0 0,-25-1-1,0 1 1,25-25-16,-25 25 16,0 0-1,0 0-15,0-1 16,25 1-1,-25 0 1,0 0 0,0 0-1,25-1-15,-25 1 16,0 0 0,0 0-16,0 0 31,0-1 0,0 1-15,0 0 46,0 0 141,0-50-78</inkml:trace>
  <inkml:trace contextRef="#ctx0" brushRef="#br0" timeOffset="-134804.28">10344 11782 0,'24'25'109,"-24"25"-93,0-26-1,0 26-15,25 0 16,-25 49 0,0-25-16,0-49 15,0 0-15,0 0 16,0 0 0,0-1 15</inkml:trace>
  <inkml:trace contextRef="#ctx0" brushRef="#br0" timeOffset="-132441.02">10815 11782 0,'-25'0'141,"0"0"-125,0 0-1,1 0-15,-1 0 31,0 0 16,0 25-15,25 0-17,-25-25 1,25 25-1,0-1 17,-24-24-17,24 25-15,0 0 32,0 0-17,0 0 16,0-1 1,24-24-1,1 0-31,0 0 16,-25 25-1,50-25-15,-26 0 16,1 0-1,25 0-15,-25 0 16,24 0 0,-24 25-1,0-25 1,0 0 0,-1 25-1,1-25 1,-25 25 15,25-25-15,-25 24-1,25-24-15,0 25 32,-1 0 14,-24 0-46,0 0 32,0 0-32,0-1 31,0 1 0,-24-25 32,24 25-63,-25-25 15,0 0 1,0 0 0,0 0-1,1 0 32,24-25 16,0 0-63,0 1 15,0-1-15,0 0 16,0 0-1,0 0 1,0 0 0,0 1-16,0-26 15,0 25 1,0 0-16,24 25 16,-24-24-1,0-1 1,25 0-1,-25 0 1,0 0 0,0 1 15,0-1-15,0 0-1,0 0 1,0 0-1,-25 1 1,1 24-16,-1 0 16,0 0-1,0 0-15,25-25 16,-25 25 15</inkml:trace>
  <inkml:trace contextRef="#ctx0" brushRef="#br0" timeOffset="-130222.49">11460 11708 0,'-25'0'125,"0"0"-110,0 0 1,1 0 0,-1 0-1,0 0 1,0 0-16,0 0 31,25 25 94,0-1-109,0 1 15,0 0-31,0 0 16,0 0-1,0-1 17,0 1-32,0 0 15,0 0 1,0 0-16,0-1 15,0 1-15,0 25 32,0-25-17,0-1 1,0 1 0,0 0 15,25-25-16,0 0 17,0 0-17,0 0 1,-1 0 0,1 0-16,0 0 31,0 0-16,0 0 1,-1 0 0,1 0-1,0 0 48,-25-25-48,25 25 1,-25-25-16,0 1 16,0-1-16,0 0 15,25 0 1,-25 0 0,0 1-1,0-1-15,0 0 16,0 0-1,0 0 17,0 1-1,0-1-15,0 0-16,-25 25 15,0 0 1,25-25-16,-25 25 78</inkml:trace>
  <inkml:trace contextRef="#ctx0" brushRef="#br0" timeOffset="-128549.41">11683 11261 0,'0'25'125,"-25"0"-110,25 0-15,0 0 16,0-1 0,-25 1-1,25 0 1,0 0 0,0 0 15,0-1 0,0 1 63,25-25-79,0 0 17,0 0 30,0 0-62,-1 0 31,1 0-15,0 0 15,0 0 47,-25-25-62,0 1-16,0-1 31,0 0-31,0 0 16,0 0 0,0 1 15,0-1-31,0 0 15,0 0 17,0 0-17,-25 1 63</inkml:trace>
  <inkml:trace contextRef="#ctx0" brushRef="#br0" timeOffset="-126247.52">11658 11286 0,'25'0'125,"0"0"-94,-25-25-15,25 25 0,-1 0-1,1 0 1,-25-24-16,25 24 15,0 0 1,0 0 31,-1 0 15</inkml:trace>
  <inkml:trace contextRef="#ctx0" brushRef="#br0" timeOffset="-121552.13">21456 6796 0,'50'0'109,"74"0"-93,49 0-1,150-24-15,24-1 16,50-25-1,49 1-15,-49 49 16,-99 0 0,148 0-16,-98 0 15,-51 0-15,-98 0 16,-100 0 0,0 0-16,-49 0 15,-25 0 1,-1 0-1,1 0 1,0 0-16</inkml:trace>
  <inkml:trace contextRef="#ctx0" brushRef="#br0" timeOffset="-118633.14">21481 6821 0,'0'-25'141,"0"1"-141,0-1 31,0 0-31,0-25 31,0 26-31,0-1 16,0 0-1,0-25-15,0 26 16,0-1 0,25 0-16,-25 0 15,24 0 1,-24 1-16,25 24 15,0-50-15,-25 25 16,25 0 0,0 1 15,-25-1-15,24 25-1,1 0-15,0 0 16,0 0-1,0-25 1,0 25 0,24 0-1,-24 0 1,0 0-16,0 0 31,-1 0-15,1 0-16,0 0 15,0 0 1,-25 25-16,25 0 16,24-1-1,-24 1-15,-25 0 16,50 25 0,-26-1-16,1 1 15,25-25 1,-25 49-16,-1-24 15,1-1 1,0 1-16,0-1 16,0-24-16,-1 25 15,1 0 1,0-1-16,-25-24 16,25 0-1,0 49-15,-25-49 16,24 0-1,1 0-15,-25 24 16,25-24 0,-25 0-16,0 0 15,25-1 1,0-24-16,-1 25 16,-24 0-16,25 0 15,-25 0 1,25-25-1,0 24 1,0-24 31,0 0-31,-1 0-1,1 0 1,0 0-16,0 0 15,0-24 17,-1-1-32,1 25 15,-25-25 1,25 0-16,0 25 16,0-25-1,-25 1-15,0-1 16,24 25-1,1-25-15,0 0 16,0 0 0,0 25-16,-25-24 15,24-1 1,-24-25-16,25 25 16,0 1-16,0-26 15,0 0 1,-25 26-1,24-1 1,-24-25-16,25 25 16,-25 0-1,0 1 1,0-26 0,25 25-16,-25 0 31,0 1-31,25 24 15,-25-25 1,25 0-16,-25 0 16,24 0-1,-24 1 1</inkml:trace>
  <inkml:trace contextRef="#ctx0" brushRef="#br0" timeOffset="-115661.84">22820 6400 0,'0'24'141,"0"26"-125,0 0-1,0-26-15,0 51 16,0-26-16,0 1 16,0-25-1,0 24-15,25 1 16,-25 0-1,0 49-15,0-74 16,0 74 0,0-49-16,0-26 15,0 100 1,0-74-16,0 0 16,0-1-1,0 1-15,0-1 16,0-24-16,0 25 15,0-25 1,0 24-16,0-24 16,0 25-1,0-26-15,0 1 32,0 25-32,0-25 15,25 24 1,-25-24-16,0 0 15,0 0 17,0 0-32,0-1 15,0 1 1,0-50 78,0 1-79,0-51 1,0 1-16,0-1 16,0-74-1,0 1 1,0 24-16,0 49 15,0 1-15,0-1 16,0 26-16,0-50 16,0 24-1,0 26-15,0-1 16,0 25 0,0 0-16,0 0 15,0-24 1,0 24-16,0-25 15,0 26 1,0-1-16,-25 0 16,25-25-1,0 26-15,0-26 16,0 25-16,0 0 16,0 1-1,0-26-15,0 25 16,0 0-1,0 1-15,-25-1 32,25 0-1,0 50 110,0 24-126,0 1 1,0-25-16,0 24 15,0 51 1,0-51 15,0 26-31,0-26 16,0 75 0,0-49-16,0-26 15,0 51-15,0-1 16,0-25-1,0 25-15,0 1 16,0-76 0,0 26-16,0 0 15,0-1 1,0 1-16,0-1 16,0 1-1,0 24-15,0 1 16,0-26-16,0 1 15,0 0 1,0 24-16,0-24 16,0-1-1,0 1-15,0-25 16,0 24 0,0 1-16,0-25 15,0 0 16,0-1-15,0 1 15</inkml:trace>
  <inkml:trace contextRef="#ctx0" brushRef="#br0" timeOffset="-113737.02">21828 8979 0,'25'0'141,"49"0"-110,50-25-31,25 25 15,198-49 1,1 24-16,24-74 16,-25 74-1,-49-25-15,-1 50 16,-49 0-16,50 0 16,-99 0-1,-26 0-15,-24 0 16,-50 0-1,25 0-15,-25 0 16,1 0 0,-26 0-16,-49 0 15,0 0 1,-1 0-16,-24-24 16,25-1-1</inkml:trace>
  <inkml:trace contextRef="#ctx0" brushRef="#br0" timeOffset="-112246.23">22820 8657 0</inkml:trace>
  <inkml:trace contextRef="#ctx0" brushRef="#br0" timeOffset="-109843.54">21779 9054 0,'0'-25'203,"24"25"-187,-24-25-1</inkml:trace>
  <inkml:trace contextRef="#ctx0" brushRef="#br0" timeOffset="-108849.99">21803 9004 0,'25'0'109,"-25"25"-93,0 0-16,0 24 16,0 1-16,25-50 15,-25 25 1,0 0-16,0 24 15,0-24 1,0 0-16,0 0 16,0-1-1,0 1 17,0 0-17,0 0 1,0 0-1,0-1 17,0 1-17,0 0 17,0 0-17,0 0 1,0-1-1,0 1 17,0 0-1,0 0 16</inkml:trace>
  <inkml:trace contextRef="#ctx0" brushRef="#br0" timeOffset="-104257.89">21853 9674 0,'25'0'156,"0"0"-109,-25-25 31,24 25-46,-24-25-17,25 25 32,0 0 0,-25-25-47,0 1 47,25 24-47,-25-25 31,0 0-15,25 25-1,-25-25 17,24 0-1,-24 1-15,0-1 15,25 0-16,-25 0 1,0 0-16,25 25 16,-25-24-1,25-1-15,-25 0 16,25 25 0,-25-25-16,0 0 15,24 1 1,-24-1 31,0 0-32,0 0 1,0 0-16,0 1 31,25-1-31,-25 0 47,25 0-31,-25 0-1,0 0 1,0 1 0,0-1-1,25 25 1,-25-25-1,0 0 1,0 0 15,0 1-15,0-1 15,25 0-15,-25 0 31,24 0-32,-24 1-15,0-1 16,0 0 0,25 0-1,-25-74 79,0 74-94,25 25 16,-25-25 15,25 25 0,-25-24-15,25 24 15,-25-25 16,24 25-16,1 0 0,-25-25 16,25 25-31,-25-25-1,25 0 32,0 25-31,-1 0 15,1 0-15,0 0 46,0 0-46,0 0 78,-1 0-79,1 0 17,-25 25-32,25 0 15,0 0 1,-25 0-1,25-25 1,-25 24 0,0 1-16,25 0 31,-25 0-31,24-25 16,-24 25-1,0-1-15,25-24 16,-25 25-1,25 0 1,-25 0 0,0 0-1,25-1-15,-25 1 32,25 0-17,-25 0 1,0 0-1,0-1 1,24 1 0,-24 0-1,0 0 1,25-25 0,-25 25-1,0-1 1,25 1-1,-25 0-15,0 0 32,25-25-32,-25 25 31,0 0-15,25-25-16,-25 24 15,0 1 1,0 0-1,0 0 17,24-25-1,-24 25-15,0-1 15,25-24-31,-25 25 15,0 0 32,25-25-47,-25 25 32,25-25-17,-25 25-15,25-25 63,-25 24-63,24-24 31,-24 25 0,0 0 0,25-25 16,0 0 16,0 0-1,0 0-46,-1-25 15,-24 0-15,25 25-1,-25-24 1,0-1 0,0 0-1,0 0 1,0 0 15,25 1-15,-25-1 15,25 0-15,-25 0-1,0 0-15,0 1 32,25-1-32,-25 0 31,0 0-16,24 25 1,-24-50-16,0 26 16,25-1-16,-25 0 15,25-25 1,-25 26 0,0-1-1,25-25-15,-25 25 16,0 1-1,0-1-15,0 0 16,0 0 0,25 0-16,-25 1 15,0-1 1,24 25-16,-24-25 16,0 0-1,25 0 1,-25 1-16,0-1 31,25 0-31,0 25 31,-25-25-15,25 25 0,-25-25-16,0 1 15,0-1 1,24 0-1,1 25 1,-25-25 0,25 25-1,0 0 17,0 0-17,-1 0 1,1 0 31,0 0-16,0 0-31,0 0 31,0 0-31,-1 50 16,-24-25-1,25-1 1,0 26-16,-25-25 16,25 0-1,-25-1-15,25 1 16,-25 0 0,24 0-16,-24 0 15,0 24 1,25-49-1,-25 25 1,0 0-16,0 24 16,0-24-1,25 0 1,-25 0 0,0 0-1,0-1 16</inkml:trace>
  <inkml:trace contextRef="#ctx0" brushRef="#br0" timeOffset="-100009.46">13395 10120 0,'0'25'187,"0"0"-171,0 0 0,0 0-1,0-1 1,0 1 0,0 0-1,0 0-15,0 0 31,0-1 1,0 1-32,0 0 31,0 0-31,0 0 31,0-1-31,0 1 31,0 0-15,0 0 0,0 0-1,0-1 1,0 1 0,0 0 30,0 0-30,0 0 15,0-1 1,0 1-17,0 0 1,0 0 31,0 0-16</inkml:trace>
  <inkml:trace contextRef="#ctx0" brushRef="#br0" timeOffset="-92618.45">13395 10815 0,'24'0'219,"1"0"-172,0 0 15,0 0 16,0 0-47,-1 0 1,1 0-1,0 0-15,0 0 30,-25-25-30,0 0 31,25 25-31,-1 0 15,-24-25-31,25 25 31,-25-24-15,25 24-16,-25-25 31,25 25-31,-25-25 16,25 25-1,-25-25 16,24 0 1,-24 1-17,25 24 1,-25-25-16,25 0 31,-25 0-15,25 25-16,-25-25 31,0 1-31,25 24 16,-25-25-1,0 0-15,0 0 32,24 0-32,-24 1 46,0-1-46,0 0 32,0 0-32,0 0 31,25 25-31,-25-24 31,0-1 0,25 0 16,-25 0 0,0 0 31,0 1 0,25 24-46,-25-25 30,0 0-31,0 0 1,0 0-1,25 25-31,-25-25 16,0 1-1,24-1 16,-24 0-15,0 0-16,0 0 31,0 1-31,0-1 32,0 0-17,25 25 1,-25-25-16,0 0 15,0 1 17,25 24-32,-25-25 15,0 0 1,25 0 15,-25 0-15,0 1-1,25 24-15,-25-25 16,0 0 0,24 25 15,-24-25-31,0 0 31,25 25-31,-25-24 16,0-1-1,0 0 1,25 25 0,-25-25-1,25 25-15,-25-25 32,25 25-17,-25-24 1,24 24-16,-24-25 31,25 25-15,0 0 15,0 0 31,0 0-30,0 0-1,-1 0 0,1 0-15,0 0-1,-25 25 1,0-1 0,25-24-1,0 0-15,-25 25 16,24 0 0,-24 0-1,25 0 1,-25-1-16,25 1 31,0 0-15,-25 0-1,0 0-15,25 24 16,-25-24 0,24 0 15,-24 0-16,25-1-15,-25 1 16,0 0 0,0 0-16,0 0 31,25-1-31,-25 1 16,0 0-1,0 0-15,25-25 16,-25 25-16,0-1 31,0 1-31,0 0 31,0 0-31,25 0 32,-25 0-32,0-1 31,0 1 0,0 0-15,0 0-1,0 0 1,0-1 0,0 1 15,0 0-16,0 0 1,0 0 0,0-1 15,24 1-15,-24 0 30,25 0-30,-25 0-16,0-1 31,0 1-15,25-25 0,-25 25-1,0 0 1,25 0 15,-25-1-15,0 1-1,25 0 1,-25 0 15,24-25-15,-24 25-1,0-1 17,25-24 30,0 0-15,0 0 16,0 0-32,-1 0 0,1 0-15,-25-24-16,0-1 31,25 25-15,0-25-1,-25 0 1,25 25-1,-1-25 1,-24 1 0,25-1-16,-25 0 15,0 0 1,25 0 0,-25 1-1,25-1-15,-25-25 16,0 25-1,0 1 1,25-1-16,-25 0 16,0 0-1,0 0-15,0 1 16,0-26 0,24 25-16,-24-24 15,0 24 1,0-25-16,0 25 31,0-24-31,0 24 16,25 0-1,-25 0-15,0-24 16,0 24 0,25 0-1,-25 0-15,0 0 16,0 1-1,0-1 1,0 0 0,0 0-16,25 0 15,-25 1 1,25-1-16,0 0 47,-25 0 62,24 25-93,-24-25 15,25 25-31,0 0 16,0 0 46,0 0-46,-1 0-1,1 0 17,0 0-17,0 25 1,-25 0 46,25-25-46,-1 25-16,1 24 16,0 1-1,-25-25-15,25 24 16,0 1 0,-1 0-16,-24-26 15,0 26 1,25-25-16,0 0 31,-25 24-31,0-24 16,0 0-1,0 0-15,25-25 16,-25 25-16,0-1 16,0 1-1,0 0-15,0 0 31,0 0-31,0-1 32,25 1-32,-25 0 15,24 0 1,-24 0 0,0-1-1,25-24 1,-25 25-16,0 0 15,25-25 1,-25 25-16,0 0 16,25-1-1,-25 1 1,25-25 0,-25 25-1,0 0 1,24 0-1,-24-1 1,25-24 0,-25 25-1,25-25 1,0 25 46,0-25-15,-1 0-15,1 0-1,0 0-16,0 0-15,0 0 16,-1 0 0,1 0-1,0 0 17,0 0-1,0-25-31,0 25 15,-1-25 1,-24 1-16,25-1 16,-25 0-1,25 25 1,-25-50 0,25 1-16,-25 24 15,0 0-15,25 0 16,-25 1-1,0-1-15,0 0 32,0 0-17,0 0 1,0 1 0,0-1 15,0 0 0,0 0 157</inkml:trace>
  <inkml:trace contextRef="#ctx0" brushRef="#br0" timeOffset="-89566.49">13494 11385 0,'0'-24'156,"0"-1"-140,25 0 0,-25 0 15,24 25-31,1-25 31,-25 1-15,25-1-1,0 25 1,0-25 0,-1 25 31,1 0-1,-25 25 17,0 24-63,0-24 16,0 0-1,0 25 1,0-26-1,0 1-15,0 0 16,-25 0 0,25 0-1,-24 24-15,-1-24 16,25 0 0,-25 0-1,0-25 1,25 24-1,0 1 1,-25-25-16,25 25 31,-24-25-15,-1 0 31,50 0 78,-1 0-110,26 0 1,-25 0 0,0 0-16,24 0 15,-24 0-15,0 0 16,24 0 0,-24 0-16,0 0 15,0 0 1,0 0-16,-1 0 31</inkml:trace>
  <inkml:trace contextRef="#ctx0" brushRef="#br0" timeOffset="-88035.44">13915 11162 0,'25'0'125,"0"0"-109,25 0 0,-26 0-1,26 0 1,-25 0-16,0 0 31,-1 0-31,1 0 31,0 0-31,0 0 32,0 0 14,-25 25 48,0 0-78,0 0-1,0-1 1,0 1 0,-25-25-16,0 25 31,0 0-31,0 0 16,1-1-1,24 1-15,-25 25 16,0-50-16,25 49 15,-25-24 1,0 25-16,1-25 16,24-1-1,0 1-15,-25-25 16,25 25 0</inkml:trace>
  <inkml:trace contextRef="#ctx0" brushRef="#br0" timeOffset="-86383.15">13990 11336 0,'25'0'172,"-1"0"-141,1 25-31,0-25 31,-25 24-15,25 1 31,0-25-31,-25 25 15,24-25-16,-24 25 1,25 0 0,-25-1 31,25-24-47,-25 25 62,0 0-31,25-25-31,-25 25 16,25-25 15,-25 25-15</inkml:trace>
  <inkml:trace contextRef="#ctx0" brushRef="#br0" timeOffset="-83908.5">14660 11311 0,'0'-25'140,"0"0"-124,0 1 15,-25 24 16,0 0-31,0 0-1,0 0 1,1 0-1,-1 0 48,0 0-16,0 24 0,25 1-16,0 0 0,0 0-31,0 0 16,0-1 15,0 1-15,0 0-1,0 0-15,0 0 16,0-1 0,0 1 15,0 0-31,0 0 31,0 0-15,0-1 15,0 1 0,25-25-15,0 0 15,0 0 0,-1 0-15,1 0 15,0 0-31,0 0 16,0 0-1,-1 0 48,1 0-16,-25-25-32,0 1 17,0-1-17,0 0 1,0 0 0,0 0 15,0 1-16,0-1-15,0 0 16,0 0 0,0 0-1,0 1 1,0-1 15,0 0-31,0 0 16,0 0 31,0 1 0,0-1-1</inkml:trace>
  <inkml:trace contextRef="#ctx0" brushRef="#br0" timeOffset="-81830.78">15056 11063 0,'-24'0'172,"-1"0"-157,0 0 17,25 25 108,0-1-77,0 1-32,0 0 0,0 0 0,0 0-15,0 0 31,0-1-31,0 1-1,0 0 1,0 0 31,25-25 78,0 0-94,-1-25 31,-24 0-30,25 25-17,-25-25 1,0 1 15,25 24-15,-25-25 15,0 0-15,0 0 15,0 0 31,0 0-30,-25 25 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BA8C-14D0-4480-BEBB-682C9C50A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32B64-C129-4144-B74E-CD90369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03AFB-6CCE-413F-98A8-79F9676D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8C116-317F-41DD-81BB-2202C127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7389F-CC57-4606-B9F7-C83442A8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5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9D2E-E788-41B3-9527-AD809BCE1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F7F8-E6F2-4C40-9A43-FD3709812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AEEC-A529-4343-96CD-1C9EFE30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FADA4-78F7-498F-8190-B7243D07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86CC8-695E-4A31-B6D5-65BC24D5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4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1254-369A-4533-8657-CA1637D7A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F9C0E-3562-4EFA-8F7A-6DD95911E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4DA5-A36C-47DD-96BA-C8D1C1CB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6143-36A0-4970-A363-C3F43CB4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5AB26-1413-4AA1-85AB-4190D921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9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3F4D-3A37-43B6-ACE2-A1D8DB06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6BEA6-F2C2-4A54-BB46-7FF302F9E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B5785-8B9E-47AD-A54B-CBE6C5A7D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3FE73-9E04-46FE-9109-47B7D032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0784C-BEB1-4449-80E1-E12C7425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A2A0C-187F-4EDD-B711-15C40CF0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3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83C4-C42E-4EB3-AA90-23FB52BB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26A37-D690-47EF-8F1F-5F5D4983A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BEAE1-603C-4D04-8544-AF968E699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F3C4D-AF57-49AE-8671-95297CE0E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5B7F7-5817-455A-9DE7-DF3C9C792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7E53A-D814-4AE5-B6AD-D0C83F6C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B0A6C-A1D3-4F91-8ACC-1FA067A1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40B95-6963-4C8D-B05E-333A1F28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8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04D5-B118-4A31-A242-5708247E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E65EA-7EB0-48CF-B3D9-375A1A4B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16474-CA52-441A-B674-0C38D304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C4195-5B70-47D7-B3F5-3ABC7677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3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39113-B990-4D96-8E6C-CE1A3270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FEB4D-8FC0-481D-9647-8694C38B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7EA02-907A-4DA9-AE8A-B7B242EBE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6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E38A-2821-409A-879F-FB0A8D25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DDD6E-39CF-445D-98E8-71C929A33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43C87-EB3E-4A65-9371-DA8B26A06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7B049-DEBF-43B5-9A1B-943C24E4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47A57-6A35-423A-9D68-C7B1B648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CC1FB-FCD7-43F4-8C3F-DC39849E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52CD-C635-4BE3-A981-9C3541812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3D81B-0AB9-4759-9283-1508D512A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2D28C-BF17-4F24-ADE5-E0198B63C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2A281-80D0-4DB3-BD00-224D39EA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711F2-93FD-4751-B5E2-E7D33E3B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1EB99-4F36-446C-8655-A20E712F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2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4180-C9F3-46B7-AE24-21668427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2C611-4F0F-4A04-8FF4-2657BD258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9C88-B36F-4030-B9D3-9ECFB1F5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C693-2167-40B3-86ED-C0EAD3C9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E02F2-F9FB-447A-8A37-FE3C74DC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4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7A1AE-F4B1-4938-B6A3-A3FE1E847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A55DC-7D40-4130-AF04-6A1A4B8AA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5A382-7545-49F8-8212-9CE14BC6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61838-A35C-4360-8EA9-26FA43B6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42F1C-9512-4F26-BBF7-E64F7899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6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D889A-F78D-49C2-9D52-C5B21E47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D3B18-D2C8-4D7D-93E5-1866CC354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97448-FC92-4D04-8208-94BC023AC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13C3B-860D-415E-A358-E42930EB2E2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17F7-ABAD-4D85-9CAA-D361109EC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BFC3F-C502-41A5-9E21-951FAC6DA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B912E-0E24-4ABE-BA09-6733CBE41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2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2C386B-F04D-44BC-ACA5-5C1595939D19}"/>
              </a:ext>
            </a:extLst>
          </p:cNvPr>
          <p:cNvSpPr txBox="1"/>
          <p:nvPr/>
        </p:nvSpPr>
        <p:spPr>
          <a:xfrm>
            <a:off x="5205046" y="520506"/>
            <a:ext cx="1103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QPSK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2A608-76D8-45F7-B845-D30622195509}"/>
              </a:ext>
            </a:extLst>
          </p:cNvPr>
          <p:cNvSpPr txBox="1"/>
          <p:nvPr/>
        </p:nvSpPr>
        <p:spPr>
          <a:xfrm>
            <a:off x="5992836" y="1237957"/>
            <a:ext cx="3030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Quadrature Phase Shift Keying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A0BFC-F0BA-4D88-82C3-FBDA514135CC}"/>
              </a:ext>
            </a:extLst>
          </p:cNvPr>
          <p:cNvSpPr txBox="1"/>
          <p:nvPr/>
        </p:nvSpPr>
        <p:spPr>
          <a:xfrm>
            <a:off x="984738" y="2096086"/>
            <a:ext cx="9837758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form of PSK where two bits are transmitted at a time or two bits are modulated at 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Bandwidth is greater than PSK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is grouped or paired, each pair is called a </a:t>
            </a:r>
            <a:r>
              <a:rPr lang="en-US" sz="2000" dirty="0" err="1"/>
              <a:t>dibit</a:t>
            </a:r>
            <a:r>
              <a:rPr lang="en-US" sz="2000" dirty="0"/>
              <a:t> (00,01,10,11)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00----0 degree or 45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01----90 degree or 135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10----180 degree or 225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11----270 degree or 315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QPSK can carry twice amount of data than BPSK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Applications: Satellite communication, 4G/5G communication, </a:t>
            </a:r>
            <a:r>
              <a:rPr lang="en-US" sz="2000" dirty="0" err="1"/>
              <a:t>WiFi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4D0EF3-E139-4C29-9B37-D86EE3123486}"/>
                  </a:ext>
                </a:extLst>
              </p14:cNvPr>
              <p14:cNvContentPartPr/>
              <p14:nvPr/>
            </p14:nvContentPartPr>
            <p14:xfrm>
              <a:off x="1276920" y="3018240"/>
              <a:ext cx="3402720" cy="1402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4D0EF3-E139-4C29-9B37-D86EE31234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7560" y="3008880"/>
                <a:ext cx="3421440" cy="14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296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adrature Phase Shift Keying : Circuit Diagram &amp; Advantages">
            <a:extLst>
              <a:ext uri="{FF2B5EF4-FFF2-40B4-BE49-F238E27FC236}">
                <a16:creationId xmlns:a16="http://schemas.microsoft.com/office/drawing/2014/main" id="{CF58EF6C-FD5C-4FCF-999F-D8716FF28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395" y="973502"/>
            <a:ext cx="8471390" cy="478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3A5CDA-6DE6-47F7-82BE-6669DF1A4AF8}"/>
              </a:ext>
            </a:extLst>
          </p:cNvPr>
          <p:cNvSpPr txBox="1"/>
          <p:nvPr/>
        </p:nvSpPr>
        <p:spPr>
          <a:xfrm>
            <a:off x="763036" y="3084286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0 1 1 1 0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FBCDF8-E031-4AF6-8E5C-C4C7A4CB6E62}"/>
                  </a:ext>
                </a:extLst>
              </p14:cNvPr>
              <p14:cNvContentPartPr/>
              <p14:nvPr/>
            </p14:nvContentPartPr>
            <p14:xfrm>
              <a:off x="3553920" y="1205640"/>
              <a:ext cx="7885440" cy="4223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FBCDF8-E031-4AF6-8E5C-C4C7A4CB6E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4560" y="1196280"/>
                <a:ext cx="7904160" cy="42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311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3E95F3-4389-458B-80C5-530BF836FAB5}"/>
                  </a:ext>
                </a:extLst>
              </p14:cNvPr>
              <p14:cNvContentPartPr/>
              <p14:nvPr/>
            </p14:nvContentPartPr>
            <p14:xfrm>
              <a:off x="973440" y="714240"/>
              <a:ext cx="8340480" cy="438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3E95F3-4389-458B-80C5-530BF836FA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4080" y="704880"/>
                <a:ext cx="8359200" cy="44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654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09E13E730AE548AF87F5F2D3F47FBD" ma:contentTypeVersion="7" ma:contentTypeDescription="Create a new document." ma:contentTypeScope="" ma:versionID="57f5f5f78570f92e1f3fcfdcc06983c8">
  <xsd:schema xmlns:xsd="http://www.w3.org/2001/XMLSchema" xmlns:xs="http://www.w3.org/2001/XMLSchema" xmlns:p="http://schemas.microsoft.com/office/2006/metadata/properties" xmlns:ns2="6e95f194-7f8f-4e3b-8db0-1093020d8d2b" targetNamespace="http://schemas.microsoft.com/office/2006/metadata/properties" ma:root="true" ma:fieldsID="4c349280f9f68e6b8c7e510fcca1aee5" ns2:_="">
    <xsd:import namespace="6e95f194-7f8f-4e3b-8db0-1093020d8d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5f194-7f8f-4e3b-8db0-1093020d8d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084523-D5B7-42BE-842D-6BC137595F16}"/>
</file>

<file path=customXml/itemProps2.xml><?xml version="1.0" encoding="utf-8"?>
<ds:datastoreItem xmlns:ds="http://schemas.openxmlformats.org/officeDocument/2006/customXml" ds:itemID="{10F7D216-8F45-4518-BA87-93A2D9E217E0}"/>
</file>

<file path=customXml/itemProps3.xml><?xml version="1.0" encoding="utf-8"?>
<ds:datastoreItem xmlns:ds="http://schemas.openxmlformats.org/officeDocument/2006/customXml" ds:itemID="{AA4182E0-792D-44C7-8E90-968A7CFCCFC6}"/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98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zmifta25@outlook.com</dc:creator>
  <cp:lastModifiedBy>zmifta25@outlook.com</cp:lastModifiedBy>
  <cp:revision>2</cp:revision>
  <dcterms:created xsi:type="dcterms:W3CDTF">2026-06-11T13:41:54Z</dcterms:created>
  <dcterms:modified xsi:type="dcterms:W3CDTF">2026-06-12T05:10:44Z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0x0101007809E13E730AE548AF87F5F2D3F47FBD</vt:lpwstr>
  </property>
</Properties>
</file>