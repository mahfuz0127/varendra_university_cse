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5" r:id="rId1"/>
    <p:sldMasterId id="2147483667" r:id="rId2"/>
    <p:sldMasterId id="2147483694" r:id="rId3"/>
    <p:sldMasterId id="2147483707" r:id="rId4"/>
  </p:sldMasterIdLst>
  <p:notesMasterIdLst>
    <p:notesMasterId r:id="rId22"/>
  </p:notesMasterIdLst>
  <p:handoutMasterIdLst>
    <p:handoutMasterId r:id="rId23"/>
  </p:handoutMasterIdLst>
  <p:sldIdLst>
    <p:sldId id="476" r:id="rId5"/>
    <p:sldId id="477" r:id="rId6"/>
    <p:sldId id="268" r:id="rId7"/>
    <p:sldId id="269" r:id="rId8"/>
    <p:sldId id="478" r:id="rId9"/>
    <p:sldId id="479" r:id="rId10"/>
    <p:sldId id="480" r:id="rId11"/>
    <p:sldId id="340" r:id="rId12"/>
    <p:sldId id="482" r:id="rId13"/>
    <p:sldId id="481" r:id="rId14"/>
    <p:sldId id="483" r:id="rId15"/>
    <p:sldId id="484" r:id="rId16"/>
    <p:sldId id="341" r:id="rId17"/>
    <p:sldId id="342" r:id="rId18"/>
    <p:sldId id="347" r:id="rId19"/>
    <p:sldId id="363" r:id="rId20"/>
    <p:sldId id="364" r:id="rId21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Helvetica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Helvetica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Helvetica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88" autoAdjust="0"/>
    <p:restoredTop sz="94746" autoAdjust="0"/>
  </p:normalViewPr>
  <p:slideViewPr>
    <p:cSldViewPr snapToGrid="0">
      <p:cViewPr varScale="1">
        <p:scale>
          <a:sx n="69" d="100"/>
          <a:sy n="69" d="100"/>
        </p:scale>
        <p:origin x="1476" y="66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en-US"/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endParaRPr lang="en-US"/>
          </a:p>
        </p:txBody>
      </p:sp>
      <p:sp>
        <p:nvSpPr>
          <p:cNvPr id="2672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en-US"/>
          </a:p>
        </p:txBody>
      </p:sp>
      <p:sp>
        <p:nvSpPr>
          <p:cNvPr id="2672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C0290C97-E88B-4931-AFA4-E10C9F3B56F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617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en-US"/>
          </a:p>
        </p:txBody>
      </p:sp>
      <p:sp>
        <p:nvSpPr>
          <p:cNvPr id="2406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endParaRPr lang="en-US"/>
          </a:p>
        </p:txBody>
      </p:sp>
      <p:sp>
        <p:nvSpPr>
          <p:cNvPr id="2406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406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06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en-US"/>
          </a:p>
        </p:txBody>
      </p:sp>
      <p:sp>
        <p:nvSpPr>
          <p:cNvPr id="2406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E537AD1A-CBB2-47A8-923D-03123B22C93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3223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35BC30-3665-44FB-87B3-8A62D6D9F912}" type="slidenum">
              <a:rPr lang="en-US"/>
              <a:pPr/>
              <a:t>3</a:t>
            </a:fld>
            <a:endParaRPr lang="en-US"/>
          </a:p>
        </p:txBody>
      </p:sp>
      <p:sp>
        <p:nvSpPr>
          <p:cNvPr id="325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5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59AED2-5B1D-4B57-8946-FCA6E546BB66}" type="slidenum">
              <a:rPr lang="en-US"/>
              <a:pPr/>
              <a:t>4</a:t>
            </a:fld>
            <a:endParaRPr lang="en-US"/>
          </a:p>
        </p:txBody>
      </p:sp>
      <p:sp>
        <p:nvSpPr>
          <p:cNvPr id="326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6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62CC36-EA62-4EDD-BC46-135A9F3A481F}" type="slidenum">
              <a:rPr lang="en-US"/>
              <a:pPr/>
              <a:t>8</a:t>
            </a:fld>
            <a:endParaRPr lang="en-US"/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A62CC36-EA62-4EDD-BC46-135A9F3A481F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55621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A62CC36-EA62-4EDD-BC46-135A9F3A481F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547347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F14405-B729-4D2C-A998-F1EABEBB092C}" type="slidenum">
              <a:rPr lang="en-US"/>
              <a:pPr/>
              <a:t>13</a:t>
            </a:fld>
            <a:endParaRPr lang="en-US"/>
          </a:p>
        </p:txBody>
      </p:sp>
      <p:sp>
        <p:nvSpPr>
          <p:cNvPr id="401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1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E48DD9-1981-417A-9F84-60539556099F}" type="slidenum">
              <a:rPr lang="en-US"/>
              <a:pPr/>
              <a:t>14</a:t>
            </a:fld>
            <a:endParaRPr lang="en-US"/>
          </a:p>
        </p:txBody>
      </p:sp>
      <p:sp>
        <p:nvSpPr>
          <p:cNvPr id="403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3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700">
                <a:solidFill>
                  <a:srgbClr val="003580"/>
                </a:solidFill>
                <a:latin typeface="Arial" charset="0"/>
                <a:cs typeface="Arial" charset="0"/>
              </a:defRPr>
            </a:lvl1pPr>
            <a:lvl2pPr marL="785670" indent="-302181" eaLnBrk="0" hangingPunct="0">
              <a:defRPr sz="2700">
                <a:solidFill>
                  <a:srgbClr val="003580"/>
                </a:solidFill>
                <a:latin typeface="Arial" charset="0"/>
                <a:cs typeface="Arial" charset="0"/>
              </a:defRPr>
            </a:lvl2pPr>
            <a:lvl3pPr marL="1208723" indent="-241745" eaLnBrk="0" hangingPunct="0">
              <a:defRPr sz="2700">
                <a:solidFill>
                  <a:srgbClr val="003580"/>
                </a:solidFill>
                <a:latin typeface="Arial" charset="0"/>
                <a:cs typeface="Arial" charset="0"/>
              </a:defRPr>
            </a:lvl3pPr>
            <a:lvl4pPr marL="1692212" indent="-241745" eaLnBrk="0" hangingPunct="0">
              <a:defRPr sz="2700">
                <a:solidFill>
                  <a:srgbClr val="003580"/>
                </a:solidFill>
                <a:latin typeface="Arial" charset="0"/>
                <a:cs typeface="Arial" charset="0"/>
              </a:defRPr>
            </a:lvl4pPr>
            <a:lvl5pPr marL="2175701" indent="-241745" eaLnBrk="0" hangingPunct="0">
              <a:defRPr sz="2700">
                <a:solidFill>
                  <a:srgbClr val="003580"/>
                </a:solidFill>
                <a:latin typeface="Arial" charset="0"/>
                <a:cs typeface="Arial" charset="0"/>
              </a:defRPr>
            </a:lvl5pPr>
            <a:lvl6pPr marL="2659190" indent="-241745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700">
                <a:solidFill>
                  <a:srgbClr val="003580"/>
                </a:solidFill>
                <a:latin typeface="Arial" charset="0"/>
                <a:cs typeface="Arial" charset="0"/>
              </a:defRPr>
            </a:lvl6pPr>
            <a:lvl7pPr marL="3142679" indent="-241745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700">
                <a:solidFill>
                  <a:srgbClr val="003580"/>
                </a:solidFill>
                <a:latin typeface="Arial" charset="0"/>
                <a:cs typeface="Arial" charset="0"/>
              </a:defRPr>
            </a:lvl7pPr>
            <a:lvl8pPr marL="3626168" indent="-241745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700">
                <a:solidFill>
                  <a:srgbClr val="003580"/>
                </a:solidFill>
                <a:latin typeface="Arial" charset="0"/>
                <a:cs typeface="Arial" charset="0"/>
              </a:defRPr>
            </a:lvl8pPr>
            <a:lvl9pPr marL="4109657" indent="-241745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700">
                <a:solidFill>
                  <a:srgbClr val="00358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100">
                <a:solidFill>
                  <a:prstClr val="black"/>
                </a:solidFill>
              </a:rPr>
              <a:t>Copyright © 2009 EMC Corporation. Do not Copy - All Rights Reserved.</a:t>
            </a: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81050" y="481013"/>
            <a:ext cx="5754688" cy="4314825"/>
          </a:xfrm>
          <a:ln/>
        </p:spPr>
      </p:sp>
      <p:sp>
        <p:nvSpPr>
          <p:cNvPr id="56324" name="Rectangle 3"/>
          <p:cNvSpPr>
            <a:spLocks noGrp="1" noChangeAspect="1" noChangeArrowheads="1"/>
          </p:cNvSpPr>
          <p:nvPr>
            <p:ph type="body" idx="1"/>
          </p:nvPr>
        </p:nvSpPr>
        <p:spPr>
          <a:xfrm>
            <a:off x="399626" y="4960731"/>
            <a:ext cx="6517641" cy="420344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1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700">
                <a:solidFill>
                  <a:srgbClr val="003580"/>
                </a:solidFill>
                <a:latin typeface="Arial" charset="0"/>
                <a:cs typeface="Arial" charset="0"/>
              </a:defRPr>
            </a:lvl1pPr>
            <a:lvl2pPr marL="785670" indent="-302181" eaLnBrk="0" hangingPunct="0">
              <a:defRPr sz="2700">
                <a:solidFill>
                  <a:srgbClr val="003580"/>
                </a:solidFill>
                <a:latin typeface="Arial" charset="0"/>
                <a:cs typeface="Arial" charset="0"/>
              </a:defRPr>
            </a:lvl2pPr>
            <a:lvl3pPr marL="1208723" indent="-241745" eaLnBrk="0" hangingPunct="0">
              <a:defRPr sz="2700">
                <a:solidFill>
                  <a:srgbClr val="003580"/>
                </a:solidFill>
                <a:latin typeface="Arial" charset="0"/>
                <a:cs typeface="Arial" charset="0"/>
              </a:defRPr>
            </a:lvl3pPr>
            <a:lvl4pPr marL="1692212" indent="-241745" eaLnBrk="0" hangingPunct="0">
              <a:defRPr sz="2700">
                <a:solidFill>
                  <a:srgbClr val="003580"/>
                </a:solidFill>
                <a:latin typeface="Arial" charset="0"/>
                <a:cs typeface="Arial" charset="0"/>
              </a:defRPr>
            </a:lvl4pPr>
            <a:lvl5pPr marL="2175701" indent="-241745" eaLnBrk="0" hangingPunct="0">
              <a:defRPr sz="2700">
                <a:solidFill>
                  <a:srgbClr val="003580"/>
                </a:solidFill>
                <a:latin typeface="Arial" charset="0"/>
                <a:cs typeface="Arial" charset="0"/>
              </a:defRPr>
            </a:lvl5pPr>
            <a:lvl6pPr marL="2659190" indent="-241745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700">
                <a:solidFill>
                  <a:srgbClr val="003580"/>
                </a:solidFill>
                <a:latin typeface="Arial" charset="0"/>
                <a:cs typeface="Arial" charset="0"/>
              </a:defRPr>
            </a:lvl6pPr>
            <a:lvl7pPr marL="3142679" indent="-241745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700">
                <a:solidFill>
                  <a:srgbClr val="003580"/>
                </a:solidFill>
                <a:latin typeface="Arial" charset="0"/>
                <a:cs typeface="Arial" charset="0"/>
              </a:defRPr>
            </a:lvl7pPr>
            <a:lvl8pPr marL="3626168" indent="-241745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700">
                <a:solidFill>
                  <a:srgbClr val="003580"/>
                </a:solidFill>
                <a:latin typeface="Arial" charset="0"/>
                <a:cs typeface="Arial" charset="0"/>
              </a:defRPr>
            </a:lvl8pPr>
            <a:lvl9pPr marL="4109657" indent="-241745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700">
                <a:solidFill>
                  <a:srgbClr val="00358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100">
                <a:solidFill>
                  <a:prstClr val="black"/>
                </a:solidFill>
              </a:rPr>
              <a:t>Copyright © 2007 EMC Corporation. Do not Copy - All Rights Reserved.</a:t>
            </a:r>
          </a:p>
        </p:txBody>
      </p:sp>
      <p:sp>
        <p:nvSpPr>
          <p:cNvPr id="71683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7"/>
          <p:cNvSpPr>
            <a:spLocks noGrp="1" noChangeAspect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RAID Level 4 stripes data for high performance and uses parity for improved fault tolerance. Data is striped across all the disks, but one in the array. Parity information is stored on a dedicated disk so that data can be reconstructed if a drive fails. </a:t>
            </a:r>
          </a:p>
          <a:p>
            <a:pPr eaLnBrk="1" hangingPunct="1"/>
            <a:r>
              <a:rPr lang="en-US"/>
              <a:t>The data disks are independently accessible, and multiple reads and writes can occur simultaneously.</a:t>
            </a:r>
          </a:p>
          <a:p>
            <a:pPr lvl="1" eaLnBrk="1" hangingPunct="1"/>
            <a:r>
              <a:rPr lang="en-US"/>
              <a:t>Benefits - the total number of disks is less than in a mirrored solution (e.g., 1.25 times the data disks for group of 5), good read throughput, and reasonable write throughput. </a:t>
            </a:r>
          </a:p>
          <a:p>
            <a:pPr lvl="1" eaLnBrk="1" hangingPunct="1"/>
            <a:r>
              <a:rPr lang="en-US"/>
              <a:t>Drawbacks – the dedicated parity drive can be a bottleneck when handling small data writes. This RAID level is not well suited to transaction processing applications.  Data loss if multiple drives fail within the same RAID 4 Group.</a:t>
            </a:r>
          </a:p>
          <a:p>
            <a:pPr lvl="1" eaLnBrk="1" hangingPunct="1"/>
            <a:r>
              <a:rPr lang="en-US"/>
              <a:t>Performance - high data read transfer rate. Poor to medium write transfer rate. Disk failure has a significant impact on throughput</a:t>
            </a:r>
          </a:p>
          <a:p>
            <a:pPr lvl="1" eaLnBrk="1" hangingPunct="1"/>
            <a:r>
              <a:rPr lang="en-US"/>
              <a:t>Data Protection - uses parity for improved fault tolerance.</a:t>
            </a:r>
          </a:p>
          <a:p>
            <a:pPr lvl="1" eaLnBrk="1" hangingPunct="1"/>
            <a:r>
              <a:rPr lang="en-US"/>
              <a:t>Striping – usually at the block (or block multiple) level</a:t>
            </a:r>
          </a:p>
          <a:p>
            <a:pPr lvl="1" eaLnBrk="1" hangingPunct="1"/>
            <a:r>
              <a:rPr lang="en-US"/>
              <a:t>Applications – general purpose file storage</a:t>
            </a:r>
          </a:p>
          <a:p>
            <a:pPr eaLnBrk="1" hangingPunct="1"/>
            <a:r>
              <a:rPr lang="en-US"/>
              <a:t>RAID 4 is much less commonly used than RAID 5, discussed next. The dedicated parity drive is a bottleneck, especially when a disk failure has occurred.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700">
                <a:solidFill>
                  <a:srgbClr val="003580"/>
                </a:solidFill>
                <a:latin typeface="Arial" charset="0"/>
                <a:cs typeface="Arial" charset="0"/>
              </a:defRPr>
            </a:lvl1pPr>
            <a:lvl2pPr marL="785670" indent="-302181" eaLnBrk="0" hangingPunct="0">
              <a:defRPr sz="2700">
                <a:solidFill>
                  <a:srgbClr val="003580"/>
                </a:solidFill>
                <a:latin typeface="Arial" charset="0"/>
                <a:cs typeface="Arial" charset="0"/>
              </a:defRPr>
            </a:lvl2pPr>
            <a:lvl3pPr marL="1208723" indent="-241745" eaLnBrk="0" hangingPunct="0">
              <a:defRPr sz="2700">
                <a:solidFill>
                  <a:srgbClr val="003580"/>
                </a:solidFill>
                <a:latin typeface="Arial" charset="0"/>
                <a:cs typeface="Arial" charset="0"/>
              </a:defRPr>
            </a:lvl3pPr>
            <a:lvl4pPr marL="1692212" indent="-241745" eaLnBrk="0" hangingPunct="0">
              <a:defRPr sz="2700">
                <a:solidFill>
                  <a:srgbClr val="003580"/>
                </a:solidFill>
                <a:latin typeface="Arial" charset="0"/>
                <a:cs typeface="Arial" charset="0"/>
              </a:defRPr>
            </a:lvl4pPr>
            <a:lvl5pPr marL="2175701" indent="-241745" eaLnBrk="0" hangingPunct="0">
              <a:defRPr sz="2700">
                <a:solidFill>
                  <a:srgbClr val="003580"/>
                </a:solidFill>
                <a:latin typeface="Arial" charset="0"/>
                <a:cs typeface="Arial" charset="0"/>
              </a:defRPr>
            </a:lvl5pPr>
            <a:lvl6pPr marL="2659190" indent="-241745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700">
                <a:solidFill>
                  <a:srgbClr val="003580"/>
                </a:solidFill>
                <a:latin typeface="Arial" charset="0"/>
                <a:cs typeface="Arial" charset="0"/>
              </a:defRPr>
            </a:lvl6pPr>
            <a:lvl7pPr marL="3142679" indent="-241745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700">
                <a:solidFill>
                  <a:srgbClr val="003580"/>
                </a:solidFill>
                <a:latin typeface="Arial" charset="0"/>
                <a:cs typeface="Arial" charset="0"/>
              </a:defRPr>
            </a:lvl7pPr>
            <a:lvl8pPr marL="3626168" indent="-241745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700">
                <a:solidFill>
                  <a:srgbClr val="003580"/>
                </a:solidFill>
                <a:latin typeface="Arial" charset="0"/>
                <a:cs typeface="Arial" charset="0"/>
              </a:defRPr>
            </a:lvl8pPr>
            <a:lvl9pPr marL="4109657" indent="-241745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700">
                <a:solidFill>
                  <a:srgbClr val="00358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100">
                <a:solidFill>
                  <a:prstClr val="black"/>
                </a:solidFill>
              </a:rPr>
              <a:t>Copyright © 2009 EMC Corporation. Do not Copy - All Rights Reserved.</a:t>
            </a: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81050" y="481013"/>
            <a:ext cx="5754688" cy="4314825"/>
          </a:xfrm>
          <a:ln/>
        </p:spPr>
      </p:sp>
      <p:sp>
        <p:nvSpPr>
          <p:cNvPr id="72708" name="Rectangle 3"/>
          <p:cNvSpPr>
            <a:spLocks noGrp="1" noChangeAspect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1603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81604" name="Rectangle 102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600"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endParaRPr lang="pt-PT"/>
          </a:p>
        </p:txBody>
      </p:sp>
      <p:sp>
        <p:nvSpPr>
          <p:cNvPr id="281605" name="Rectangle 1029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fld id="{B59A4E6F-18B7-4508-AE9F-EC85F0D60BF8}" type="slidenum">
              <a:rPr lang="en-US"/>
              <a:pPr/>
              <a:t>‹#›</a:t>
            </a:fld>
            <a:endParaRPr lang="en-US"/>
          </a:p>
        </p:txBody>
      </p:sp>
      <p:graphicFrame>
        <p:nvGraphicFramePr>
          <p:cNvPr id="281606" name="Rectangle 1030"/>
          <p:cNvGraphicFramePr>
            <a:graphicFrameLocks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0" imgH="0" progId="">
                  <p:embed/>
                </p:oleObj>
              </mc:Choice>
              <mc:Fallback>
                <p:oleObj name="Clip" r:id="rId2" imgW="0" imgH="0" progId="">
                  <p:embed/>
                  <p:pic>
                    <p:nvPicPr>
                      <p:cNvPr id="0" name="Rectangle 1030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07" name="Text Box 1031"/>
          <p:cNvSpPr txBox="1">
            <a:spLocks noChangeArrowheads="1"/>
          </p:cNvSpPr>
          <p:nvPr/>
        </p:nvSpPr>
        <p:spPr bwMode="auto">
          <a:xfrm>
            <a:off x="1633538" y="5468938"/>
            <a:ext cx="5795962" cy="116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b="1">
                <a:solidFill>
                  <a:schemeClr val="tx2"/>
                </a:solidFill>
              </a:rPr>
              <a:t>José Alferes</a:t>
            </a:r>
          </a:p>
          <a:p>
            <a:pPr algn="ctr">
              <a:spcBef>
                <a:spcPct val="50000"/>
              </a:spcBef>
            </a:pPr>
            <a:r>
              <a:rPr lang="en-US" sz="1600" b="1">
                <a:solidFill>
                  <a:schemeClr val="tx2"/>
                </a:solidFill>
              </a:rPr>
              <a:t>Versão modificada de Database System Concepts, 5th Ed</a:t>
            </a:r>
            <a:r>
              <a:rPr lang="en-US" sz="1600"/>
              <a:t>.</a:t>
            </a:r>
          </a:p>
          <a:p>
            <a:pPr algn="ctr">
              <a:spcBef>
                <a:spcPct val="50000"/>
              </a:spcBef>
            </a:pPr>
            <a:r>
              <a:rPr lang="en-US" sz="1200" b="1">
                <a:solidFill>
                  <a:schemeClr val="tx2"/>
                </a:solidFill>
              </a:rPr>
              <a:t>©Silberschatz, Korth and Sudarshan</a:t>
            </a:r>
            <a:br>
              <a:rPr lang="en-US" sz="1200" b="1">
                <a:solidFill>
                  <a:schemeClr val="tx2"/>
                </a:solidFill>
              </a:rPr>
            </a:br>
            <a:endParaRPr lang="en-US" sz="12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AA1D39E-E300-48C8-BFAE-FA069D192C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5CDDE88-DC10-4899-8687-1EB0F09EEE9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122363"/>
            <a:ext cx="3754438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1238" y="1122363"/>
            <a:ext cx="3754437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D26634B-D154-4914-BC0A-54850E13B73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093F8D5-28D9-41A5-92C9-74484AEAA4B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256B2DD-04AC-4C2B-8987-93C58999FD8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BA97FD2-A432-4DAF-A63F-5FD41C95A7E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55F04FB-4241-45B3-8844-281E954434D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B7968FE-BFD2-45C7-BD2C-BCEC53F01B3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A3AE4B9-9A43-41E9-ACDC-E5165299E4C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9086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908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74B1EF1-DCA0-4318-B3CE-9E7061449A6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50000"/>
              </a:spcBef>
              <a:buClr>
                <a:srgbClr val="003580"/>
              </a:buClr>
              <a:buFont typeface="Wingdings" pitchFamily="2" charset="2"/>
              <a:buNone/>
              <a:defRPr/>
            </a:pPr>
            <a:endParaRPr lang="en-US" sz="2600">
              <a:solidFill>
                <a:prstClr val="white"/>
              </a:solidFill>
            </a:endParaRPr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  <a:defRPr/>
              </a:pPr>
              <a:endParaRPr lang="en-US" sz="2600">
                <a:solidFill>
                  <a:srgbClr val="00358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" name="Freeform 18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5760 w 5760"/>
                <a:gd name="T3" fmla="*/ 0 h 528"/>
                <a:gd name="T4" fmla="*/ 5760 w 5760"/>
                <a:gd name="T5" fmla="*/ 528 h 528"/>
                <a:gd name="T6" fmla="*/ 48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  <a:defRPr/>
              </a:pPr>
              <a:endParaRPr lang="en-US" sz="2600">
                <a:solidFill>
                  <a:prstClr val="white"/>
                </a:solidFill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CA01E315-1647-4D71-8ADB-6E6773D6085F}" type="datetimeFigureOut">
              <a:rPr lang="en-US"/>
              <a:pPr>
                <a:defRPr/>
              </a:pPr>
              <a:t>5/13/2026</a:t>
            </a:fld>
            <a:endParaRPr lang="en-US" dirty="0"/>
          </a:p>
        </p:txBody>
      </p:sp>
      <p:sp>
        <p:nvSpPr>
          <p:cNvPr id="1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>
              <a:solidFill>
                <a:srgbClr val="2DA2BF">
                  <a:tint val="20000"/>
                </a:srgbClr>
              </a:solidFill>
            </a:endParaRPr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D2F22622-A1B5-4B46-BC37-763C49B7B09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960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16459F-87A3-46F8-897A-07713439C2CF}" type="datetimeFigureOut">
              <a:rPr lang="en-US">
                <a:solidFill>
                  <a:prstClr val="black"/>
                </a:solidFill>
              </a:rPr>
              <a:pPr>
                <a:defRPr/>
              </a:pPr>
              <a:t>5/13/2026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Data Protection: RAID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 - </a:t>
            </a:r>
            <a:fld id="{592868F8-5DB0-46B4-BCAE-A69DEE923B81}" type="slidenum">
              <a:rPr lang="en-US" sz="80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sz="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07427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003580"/>
              </a:buClr>
              <a:buFont typeface="Wingdings" pitchFamily="2" charset="2"/>
              <a:buNone/>
              <a:defRPr/>
            </a:pPr>
            <a:endParaRPr lang="en-US" sz="2600">
              <a:solidFill>
                <a:prstClr val="white"/>
              </a:solidFill>
            </a:endParaRPr>
          </a:p>
        </p:txBody>
      </p:sp>
      <p:sp>
        <p:nvSpPr>
          <p:cNvPr id="5" name="Chevron 4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003580"/>
              </a:buClr>
              <a:buFont typeface="Wingdings" pitchFamily="2" charset="2"/>
              <a:buNone/>
              <a:defRPr/>
            </a:pPr>
            <a:endParaRPr lang="en-US" sz="26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1E82E8B6-11DF-42A6-8241-8910BCA76B52}" type="datetimeFigureOut">
              <a:rPr lang="en-US">
                <a:solidFill>
                  <a:prstClr val="white"/>
                </a:solidFill>
              </a:rPr>
              <a:pPr>
                <a:defRPr/>
              </a:pPr>
              <a:t>5/13/2026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Data Protection: RAID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 - </a:t>
            </a:r>
            <a:fld id="{D2D5728D-1DEB-4C31-8FBF-4A749580CB97}" type="slidenum">
              <a:rPr lang="en-US" sz="800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 sz="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6920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79E1D606-1607-4578-8E00-B5D5F044E69C}" type="datetimeFigureOut">
              <a:rPr lang="en-US">
                <a:solidFill>
                  <a:prstClr val="white"/>
                </a:solidFill>
              </a:rPr>
              <a:pPr>
                <a:defRPr/>
              </a:pPr>
              <a:t>5/13/2026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Data Protection: RAID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 - </a:t>
            </a:r>
            <a:fld id="{720A3598-BDC4-4AA1-9828-5710FB782A9F}" type="slidenum">
              <a:rPr lang="en-US" sz="800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 sz="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47416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EF80E038-24B9-42DF-A0E7-E4A644263FA6}" type="datetimeFigureOut">
              <a:rPr lang="en-US">
                <a:solidFill>
                  <a:prstClr val="black"/>
                </a:solidFill>
              </a:rPr>
              <a:pPr>
                <a:defRPr/>
              </a:pPr>
              <a:t>5/13/2026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Data Protection: RAID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 - </a:t>
            </a:r>
            <a:fld id="{5CD6D381-BB96-45F0-B473-50A79867FB4F}" type="slidenum">
              <a:rPr lang="en-US" sz="80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sz="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67880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26EA34B-89E6-4DA0-9D29-78583EB6EDE7}" type="datetimeFigureOut">
              <a:rPr lang="en-US">
                <a:solidFill>
                  <a:prstClr val="white"/>
                </a:solidFill>
              </a:rPr>
              <a:pPr>
                <a:defRPr/>
              </a:pPr>
              <a:t>5/13/2026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Data Protection: RAID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 - </a:t>
            </a:r>
            <a:fld id="{DBA2D1AE-3C90-4840-82CE-318DF8DA3905}" type="slidenum">
              <a:rPr lang="en-US" sz="800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 sz="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0803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AEC1B3-995D-4915-BF44-16643C4BBBC5}" type="datetimeFigureOut">
              <a:rPr lang="en-US">
                <a:solidFill>
                  <a:prstClr val="black"/>
                </a:solidFill>
              </a:rPr>
              <a:pPr>
                <a:defRPr/>
              </a:pPr>
              <a:t>5/13/2026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Data Protection: RAID</a:t>
            </a: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 - </a:t>
            </a:r>
            <a:fld id="{52858B00-F1D8-43AF-B2BB-273C962B8751}" type="slidenum">
              <a:rPr lang="en-US" sz="80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sz="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07174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3A4B275D-D50F-476F-AEAF-FA28DA60B0E3}" type="datetimeFigureOut">
              <a:rPr lang="en-US">
                <a:solidFill>
                  <a:prstClr val="black"/>
                </a:solidFill>
              </a:rPr>
              <a:pPr>
                <a:defRPr/>
              </a:pPr>
              <a:t>5/13/2026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Data Protection: RAID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 - </a:t>
            </a:r>
            <a:fld id="{4B5BBBE7-0911-42FC-9FB3-A337F4C112C2}" type="slidenum">
              <a:rPr lang="en-US" sz="80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sz="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2720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715963" y="5002213"/>
            <a:ext cx="3802062" cy="14430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spcBef>
                <a:spcPct val="50000"/>
              </a:spcBef>
              <a:buClr>
                <a:srgbClr val="003580"/>
              </a:buClr>
              <a:buFont typeface="Wingdings" pitchFamily="2" charset="2"/>
              <a:buNone/>
              <a:defRPr/>
            </a:pPr>
            <a:endParaRPr lang="en-US" sz="2600">
              <a:solidFill>
                <a:srgbClr val="003580"/>
              </a:solidFill>
              <a:latin typeface="Arial" charset="0"/>
              <a:cs typeface="Arial" charset="0"/>
            </a:endParaRPr>
          </a:p>
        </p:txBody>
      </p:sp>
      <p:sp>
        <p:nvSpPr>
          <p:cNvPr id="6" name="Freeform 15"/>
          <p:cNvSpPr>
            <a:spLocks/>
          </p:cNvSpPr>
          <p:nvPr/>
        </p:nvSpPr>
        <p:spPr bwMode="auto">
          <a:xfrm>
            <a:off x="-53975" y="5784850"/>
            <a:ext cx="3802063" cy="838200"/>
          </a:xfrm>
          <a:custGeom>
            <a:avLst/>
            <a:gdLst>
              <a:gd name="T0" fmla="*/ 0 w 5760"/>
              <a:gd name="T1" fmla="*/ 0 h 528"/>
              <a:gd name="T2" fmla="*/ 5760 w 5760"/>
              <a:gd name="T3" fmla="*/ 0 h 528"/>
              <a:gd name="T4" fmla="*/ 5760 w 5760"/>
              <a:gd name="T5" fmla="*/ 528 h 528"/>
              <a:gd name="T6" fmla="*/ 48 w 5760"/>
              <a:gd name="T7" fmla="*/ 0 h 528"/>
              <a:gd name="T8" fmla="*/ 0 60000 65536"/>
              <a:gd name="T9" fmla="*/ 0 60000 65536"/>
              <a:gd name="T10" fmla="*/ 0 60000 65536"/>
              <a:gd name="T11" fmla="*/ 0 60000 65536"/>
              <a:gd name="T12" fmla="*/ 0 w 5760"/>
              <a:gd name="T13" fmla="*/ 0 h 528"/>
              <a:gd name="T14" fmla="*/ 5760 w 5760"/>
              <a:gd name="T15" fmla="*/ 528 h 5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algn="ctr" eaLnBrk="1" hangingPunct="1">
              <a:spcBef>
                <a:spcPct val="50000"/>
              </a:spcBef>
              <a:buClr>
                <a:srgbClr val="003580"/>
              </a:buClr>
              <a:buFont typeface="Wingdings" pitchFamily="2" charset="2"/>
              <a:buNone/>
            </a:pPr>
            <a:endParaRPr lang="en-US" sz="2600">
              <a:solidFill>
                <a:srgbClr val="003580"/>
              </a:solidFill>
              <a:latin typeface="Arial" charset="0"/>
              <a:cs typeface="Arial" charset="0"/>
            </a:endParaRPr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50000"/>
              </a:spcBef>
              <a:buClr>
                <a:srgbClr val="003580"/>
              </a:buClr>
              <a:buFont typeface="Wingdings" pitchFamily="2" charset="2"/>
              <a:buNone/>
              <a:defRPr/>
            </a:pPr>
            <a:endParaRPr lang="en-US" sz="2600">
              <a:solidFill>
                <a:prstClr val="white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003580"/>
              </a:buClr>
              <a:buFont typeface="Wingdings" pitchFamily="2" charset="2"/>
              <a:buNone/>
              <a:defRPr/>
            </a:pPr>
            <a:endParaRPr lang="en-US" sz="2600">
              <a:solidFill>
                <a:prstClr val="white"/>
              </a:solidFill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003580"/>
              </a:buClr>
              <a:buFont typeface="Wingdings" pitchFamily="2" charset="2"/>
              <a:buNone/>
              <a:defRPr/>
            </a:pPr>
            <a:endParaRPr lang="en-US" sz="2600">
              <a:solidFill>
                <a:prstClr val="white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36BDB14C-FEB0-4106-A742-035D85A7A74B}" type="datetimeFigureOut">
              <a:rPr lang="en-US">
                <a:solidFill>
                  <a:prstClr val="white"/>
                </a:solidFill>
              </a:rPr>
              <a:pPr>
                <a:defRPr/>
              </a:pPr>
              <a:t>5/13/2026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Data Protection: RAID</a:t>
            </a:r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 - </a:t>
            </a:r>
            <a:fld id="{50C5E691-AC26-422E-AEDD-5C01BA8BD88A}" type="slidenum">
              <a:rPr lang="en-US" sz="800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 sz="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79054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D9A258-121D-4B00-9058-686D821AC73C}" type="datetimeFigureOut">
              <a:rPr lang="en-US">
                <a:solidFill>
                  <a:prstClr val="black"/>
                </a:solidFill>
              </a:rPr>
              <a:pPr>
                <a:defRPr/>
              </a:pPr>
              <a:t>5/13/2026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Data Protection: RAID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 - </a:t>
            </a:r>
            <a:fld id="{3159DAEB-A00D-4595-BA0E-1725AE89CEDF}" type="slidenum">
              <a:rPr lang="en-US" sz="80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sz="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46220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13A87-2646-4BD4-9E1D-1B29E165889D}" type="datetimeFigureOut">
              <a:rPr lang="en-US">
                <a:solidFill>
                  <a:prstClr val="black"/>
                </a:solidFill>
              </a:rPr>
              <a:pPr>
                <a:defRPr/>
              </a:pPr>
              <a:t>5/13/2026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Data Protection: RAID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 - </a:t>
            </a:r>
            <a:fld id="{4BEAC7C7-AB4D-446F-9C66-593C4698F1E0}" type="slidenum">
              <a:rPr lang="en-US" sz="80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sz="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9265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gray">
          <a:xfrm>
            <a:off x="304800" y="6705600"/>
            <a:ext cx="2233613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tabLst>
                <a:tab pos="9090025" algn="r"/>
              </a:tabLst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tabLst>
                <a:tab pos="9090025" algn="r"/>
              </a:tabLst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tabLst>
                <a:tab pos="9090025" algn="r"/>
              </a:tabLst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tabLst>
                <a:tab pos="9090025" algn="r"/>
              </a:tabLst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tabLst>
                <a:tab pos="9090025" algn="r"/>
              </a:tabLst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tabLst>
                <a:tab pos="9090025" algn="r"/>
              </a:tabLst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tabLst>
                <a:tab pos="9090025" algn="r"/>
              </a:tabLst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tabLst>
                <a:tab pos="9090025" algn="r"/>
              </a:tabLst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tabLst>
                <a:tab pos="9090025" algn="r"/>
              </a:tabLst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800"/>
              <a:t>© 2008 EMC Corporation. All rights reserved.</a:t>
            </a:r>
          </a:p>
        </p:txBody>
      </p:sp>
      <p:pic>
        <p:nvPicPr>
          <p:cNvPr id="5" name="Picture 5" descr="EES_pptCoverSlide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99299" name="Rectangle 3"/>
          <p:cNvSpPr>
            <a:spLocks noGrp="1" noChangeArrowheads="1"/>
          </p:cNvSpPr>
          <p:nvPr>
            <p:ph type="ctrTitle"/>
          </p:nvPr>
        </p:nvSpPr>
        <p:spPr bwMode="gray">
          <a:xfrm>
            <a:off x="457200" y="757238"/>
            <a:ext cx="8178800" cy="914400"/>
          </a:xfrm>
          <a:ln w="9525"/>
          <a:effectLst>
            <a:outerShdw dist="35921" dir="2700000" algn="ctr" rotWithShape="0">
              <a:schemeClr val="tx1"/>
            </a:outerShdw>
          </a:effectLst>
        </p:spPr>
        <p:txBody>
          <a:bodyPr anchor="b"/>
          <a:lstStyle>
            <a:lvl1pPr>
              <a:defRPr sz="3000" i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999300" name="Rectangle 4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457200" y="4570413"/>
            <a:ext cx="8323263" cy="381000"/>
          </a:xfrm>
          <a:ln w="9525"/>
        </p:spPr>
        <p:txBody>
          <a:bodyPr bIns="47033"/>
          <a:lstStyle>
            <a:lvl1pPr marL="0" indent="0">
              <a:buFont typeface="Wingdings" pitchFamily="2" charset="2"/>
              <a:buNone/>
              <a:defRPr sz="2200" b="1">
                <a:solidFill>
                  <a:srgbClr val="003580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39296956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RAID Arrays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- </a:t>
            </a:r>
            <a:fld id="{24D99F27-E61C-43C6-B856-CB736EAEEA0D}" type="slidenum">
              <a:rPr lang="en-US" sz="800"/>
              <a:pPr>
                <a:defRPr/>
              </a:pPr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378673710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RAID Arrays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- </a:t>
            </a:r>
            <a:fld id="{6E3F91D9-0991-456A-9D99-83FE89F2987E}" type="slidenum">
              <a:rPr lang="en-US" sz="800"/>
              <a:pPr>
                <a:defRPr/>
              </a:pPr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14690871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233488"/>
            <a:ext cx="4276725" cy="53292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725" y="1233488"/>
            <a:ext cx="4276725" cy="53292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RAID Arrays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- </a:t>
            </a:r>
            <a:fld id="{59E7BA36-7297-4C45-846D-C0D33A9C9B70}" type="slidenum">
              <a:rPr lang="en-US" sz="800"/>
              <a:pPr>
                <a:defRPr/>
              </a:pPr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666622013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RAID Arrays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- </a:t>
            </a:r>
            <a:fld id="{5354A2C3-A315-4785-9FF2-18E5BFF51B99}" type="slidenum">
              <a:rPr lang="en-US" sz="800"/>
              <a:pPr>
                <a:defRPr/>
              </a:pPr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335701358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RAID Arrays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- </a:t>
            </a:r>
            <a:fld id="{C305383B-5DAA-41E6-B941-24D687CE3A02}" type="slidenum">
              <a:rPr lang="en-US" sz="800"/>
              <a:pPr>
                <a:defRPr/>
              </a:pPr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3675954484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RAID Arrays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- </a:t>
            </a:r>
            <a:fld id="{51FF106E-B7EE-4E14-9FA7-7AB7A5E2C710}" type="slidenum">
              <a:rPr lang="en-US" sz="800"/>
              <a:pPr>
                <a:defRPr/>
              </a:pPr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576521889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RAID Arrays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- </a:t>
            </a:r>
            <a:fld id="{F5DAE6F0-4366-4D02-807E-0F9BDC834495}" type="slidenum">
              <a:rPr lang="en-US" sz="800"/>
              <a:pPr>
                <a:defRPr/>
              </a:pPr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105601096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RAID Arrays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- </a:t>
            </a:r>
            <a:fld id="{21156DC4-3204-4934-9639-0970AF15B568}" type="slidenum">
              <a:rPr lang="en-US" sz="800"/>
              <a:pPr>
                <a:defRPr/>
              </a:pPr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725294174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RAID Arrays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- </a:t>
            </a:r>
            <a:fld id="{9219648F-45E4-4C0E-A6F6-761832634D9C}" type="slidenum">
              <a:rPr lang="en-US" sz="800"/>
              <a:pPr>
                <a:defRPr/>
              </a:pPr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72774091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57988" y="584200"/>
            <a:ext cx="2176462" cy="5978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5425" y="584200"/>
            <a:ext cx="6380163" cy="5978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RAID Arrays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- </a:t>
            </a:r>
            <a:fld id="{57200532-1735-4B1F-B231-6263087785BE}" type="slidenum">
              <a:rPr lang="en-US" sz="800"/>
              <a:pPr>
                <a:defRPr/>
              </a:pPr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64276493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425" y="584200"/>
            <a:ext cx="8705850" cy="457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233488"/>
            <a:ext cx="4276725" cy="5329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725" y="1233488"/>
            <a:ext cx="4276725" cy="5329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RAID Arrays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- </a:t>
            </a:r>
            <a:fld id="{73C8637B-32DA-462D-9CAD-9232EEA2C0E8}" type="slidenum">
              <a:rPr lang="en-US" sz="800"/>
              <a:pPr>
                <a:defRPr/>
              </a:pPr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490522821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230445E-A660-448A-B4DC-782AD0E5DA6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4893" y="0"/>
            <a:ext cx="6866726" cy="6858000"/>
          </a:xfrm>
          <a:custGeom>
            <a:avLst/>
            <a:gdLst>
              <a:gd name="connsiteX0" fmla="*/ 6450330 w 8969375"/>
              <a:gd name="connsiteY0" fmla="*/ 3511550 h 6858000"/>
              <a:gd name="connsiteX1" fmla="*/ 8969375 w 8969375"/>
              <a:gd name="connsiteY1" fmla="*/ 3511550 h 6858000"/>
              <a:gd name="connsiteX2" fmla="*/ 8969375 w 8969375"/>
              <a:gd name="connsiteY2" fmla="*/ 6858000 h 6858000"/>
              <a:gd name="connsiteX3" fmla="*/ 5010150 w 8969375"/>
              <a:gd name="connsiteY3" fmla="*/ 6858000 h 6858000"/>
              <a:gd name="connsiteX4" fmla="*/ 1915160 w 8969375"/>
              <a:gd name="connsiteY4" fmla="*/ 3511550 h 6858000"/>
              <a:gd name="connsiteX5" fmla="*/ 3404870 w 8969375"/>
              <a:gd name="connsiteY5" fmla="*/ 3511550 h 6858000"/>
              <a:gd name="connsiteX6" fmla="*/ 1964690 w 8969375"/>
              <a:gd name="connsiteY6" fmla="*/ 6858000 h 6858000"/>
              <a:gd name="connsiteX7" fmla="*/ 474980 w 8969375"/>
              <a:gd name="connsiteY7" fmla="*/ 6858000 h 6858000"/>
              <a:gd name="connsiteX8" fmla="*/ 7961630 w 8969375"/>
              <a:gd name="connsiteY8" fmla="*/ 0 h 6858000"/>
              <a:gd name="connsiteX9" fmla="*/ 8969375 w 8969375"/>
              <a:gd name="connsiteY9" fmla="*/ 0 h 6858000"/>
              <a:gd name="connsiteX10" fmla="*/ 8969375 w 8969375"/>
              <a:gd name="connsiteY10" fmla="*/ 3346450 h 6858000"/>
              <a:gd name="connsiteX11" fmla="*/ 6521450 w 8969375"/>
              <a:gd name="connsiteY11" fmla="*/ 3346450 h 6858000"/>
              <a:gd name="connsiteX12" fmla="*/ 5163820 w 8969375"/>
              <a:gd name="connsiteY12" fmla="*/ 0 h 6858000"/>
              <a:gd name="connsiteX13" fmla="*/ 7726680 w 8969375"/>
              <a:gd name="connsiteY13" fmla="*/ 0 h 6858000"/>
              <a:gd name="connsiteX14" fmla="*/ 4775200 w 8969375"/>
              <a:gd name="connsiteY14" fmla="*/ 6858000 h 6858000"/>
              <a:gd name="connsiteX15" fmla="*/ 2213610 w 8969375"/>
              <a:gd name="connsiteY15" fmla="*/ 6858000 h 6858000"/>
              <a:gd name="connsiteX16" fmla="*/ 3426460 w 8969375"/>
              <a:gd name="connsiteY16" fmla="*/ 0 h 6858000"/>
              <a:gd name="connsiteX17" fmla="*/ 4916170 w 8969375"/>
              <a:gd name="connsiteY17" fmla="*/ 0 h 6858000"/>
              <a:gd name="connsiteX18" fmla="*/ 3475990 w 8969375"/>
              <a:gd name="connsiteY18" fmla="*/ 3346450 h 6858000"/>
              <a:gd name="connsiteX19" fmla="*/ 1986280 w 8969375"/>
              <a:gd name="connsiteY19" fmla="*/ 3346450 h 6858000"/>
              <a:gd name="connsiteX20" fmla="*/ 0 w 8969375"/>
              <a:gd name="connsiteY20" fmla="*/ 0 h 6858000"/>
              <a:gd name="connsiteX21" fmla="*/ 3195320 w 8969375"/>
              <a:gd name="connsiteY21" fmla="*/ 0 h 6858000"/>
              <a:gd name="connsiteX22" fmla="*/ 243840 w 8969375"/>
              <a:gd name="connsiteY22" fmla="*/ 6858000 h 6858000"/>
              <a:gd name="connsiteX23" fmla="*/ 0 w 8969375"/>
              <a:gd name="connsiteY23" fmla="*/ 6858000 h 6858000"/>
              <a:gd name="connsiteX0" fmla="*/ 6604567 w 9123612"/>
              <a:gd name="connsiteY0" fmla="*/ 3511550 h 6858000"/>
              <a:gd name="connsiteX1" fmla="*/ 9123612 w 9123612"/>
              <a:gd name="connsiteY1" fmla="*/ 3511550 h 6858000"/>
              <a:gd name="connsiteX2" fmla="*/ 9123612 w 9123612"/>
              <a:gd name="connsiteY2" fmla="*/ 6858000 h 6858000"/>
              <a:gd name="connsiteX3" fmla="*/ 5164387 w 9123612"/>
              <a:gd name="connsiteY3" fmla="*/ 6858000 h 6858000"/>
              <a:gd name="connsiteX4" fmla="*/ 6604567 w 9123612"/>
              <a:gd name="connsiteY4" fmla="*/ 3511550 h 6858000"/>
              <a:gd name="connsiteX5" fmla="*/ 2069397 w 9123612"/>
              <a:gd name="connsiteY5" fmla="*/ 3511550 h 6858000"/>
              <a:gd name="connsiteX6" fmla="*/ 3559107 w 9123612"/>
              <a:gd name="connsiteY6" fmla="*/ 3511550 h 6858000"/>
              <a:gd name="connsiteX7" fmla="*/ 2118927 w 9123612"/>
              <a:gd name="connsiteY7" fmla="*/ 6858000 h 6858000"/>
              <a:gd name="connsiteX8" fmla="*/ 629217 w 9123612"/>
              <a:gd name="connsiteY8" fmla="*/ 6858000 h 6858000"/>
              <a:gd name="connsiteX9" fmla="*/ 2069397 w 9123612"/>
              <a:gd name="connsiteY9" fmla="*/ 3511550 h 6858000"/>
              <a:gd name="connsiteX10" fmla="*/ 8115867 w 9123612"/>
              <a:gd name="connsiteY10" fmla="*/ 0 h 6858000"/>
              <a:gd name="connsiteX11" fmla="*/ 9123612 w 9123612"/>
              <a:gd name="connsiteY11" fmla="*/ 0 h 6858000"/>
              <a:gd name="connsiteX12" fmla="*/ 9123612 w 9123612"/>
              <a:gd name="connsiteY12" fmla="*/ 3346450 h 6858000"/>
              <a:gd name="connsiteX13" fmla="*/ 6675687 w 9123612"/>
              <a:gd name="connsiteY13" fmla="*/ 3346450 h 6858000"/>
              <a:gd name="connsiteX14" fmla="*/ 8115867 w 9123612"/>
              <a:gd name="connsiteY14" fmla="*/ 0 h 6858000"/>
              <a:gd name="connsiteX15" fmla="*/ 5318057 w 9123612"/>
              <a:gd name="connsiteY15" fmla="*/ 0 h 6858000"/>
              <a:gd name="connsiteX16" fmla="*/ 7880917 w 9123612"/>
              <a:gd name="connsiteY16" fmla="*/ 0 h 6858000"/>
              <a:gd name="connsiteX17" fmla="*/ 4929437 w 9123612"/>
              <a:gd name="connsiteY17" fmla="*/ 6858000 h 6858000"/>
              <a:gd name="connsiteX18" fmla="*/ 2367847 w 9123612"/>
              <a:gd name="connsiteY18" fmla="*/ 6858000 h 6858000"/>
              <a:gd name="connsiteX19" fmla="*/ 5318057 w 9123612"/>
              <a:gd name="connsiteY19" fmla="*/ 0 h 6858000"/>
              <a:gd name="connsiteX20" fmla="*/ 3580697 w 9123612"/>
              <a:gd name="connsiteY20" fmla="*/ 0 h 6858000"/>
              <a:gd name="connsiteX21" fmla="*/ 5070407 w 9123612"/>
              <a:gd name="connsiteY21" fmla="*/ 0 h 6858000"/>
              <a:gd name="connsiteX22" fmla="*/ 3630227 w 9123612"/>
              <a:gd name="connsiteY22" fmla="*/ 3346450 h 6858000"/>
              <a:gd name="connsiteX23" fmla="*/ 2140517 w 9123612"/>
              <a:gd name="connsiteY23" fmla="*/ 3346450 h 6858000"/>
              <a:gd name="connsiteX24" fmla="*/ 3580697 w 9123612"/>
              <a:gd name="connsiteY24" fmla="*/ 0 h 6858000"/>
              <a:gd name="connsiteX25" fmla="*/ 154237 w 9123612"/>
              <a:gd name="connsiteY25" fmla="*/ 0 h 6858000"/>
              <a:gd name="connsiteX26" fmla="*/ 3349557 w 9123612"/>
              <a:gd name="connsiteY26" fmla="*/ 0 h 6858000"/>
              <a:gd name="connsiteX27" fmla="*/ 398077 w 9123612"/>
              <a:gd name="connsiteY27" fmla="*/ 6858000 h 6858000"/>
              <a:gd name="connsiteX28" fmla="*/ 0 w 9123612"/>
              <a:gd name="connsiteY28" fmla="*/ 6858000 h 6858000"/>
              <a:gd name="connsiteX29" fmla="*/ 154237 w 9123612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18625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18625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054197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054197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lnTo>
                  <a:pt x="6636589" y="351155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lnTo>
                  <a:pt x="2101419" y="351155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lnTo>
                  <a:pt x="8147889" y="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lnTo>
                  <a:pt x="5350079" y="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lnTo>
                  <a:pt x="3612719" y="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lnTo>
                  <a:pt x="2947249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8139" y="3369468"/>
            <a:ext cx="27918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1096345"/>
            <a:ext cx="7883066" cy="2281355"/>
          </a:xfrm>
        </p:spPr>
        <p:txBody>
          <a:bodyPr>
            <a:noAutofit/>
          </a:bodyPr>
          <a:lstStyle>
            <a:lvl1pPr algn="l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A4843534-A750-4D01-BC62-26CD9AEA6A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516" y="3773555"/>
            <a:ext cx="7567715" cy="1101897"/>
          </a:xfrm>
        </p:spPr>
        <p:txBody>
          <a:bodyPr>
            <a:noAutofit/>
          </a:bodyPr>
          <a:lstStyle>
            <a:lvl1pPr marL="0" indent="0" algn="l">
              <a:buNone/>
              <a:defRPr sz="2625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Tagline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F8E7B25A-0A4A-430B-903E-76193E2954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7516" y="5451785"/>
            <a:ext cx="3275648" cy="324417"/>
          </a:xfrm>
        </p:spPr>
        <p:txBody>
          <a:bodyPr>
            <a:noAutofit/>
          </a:bodyPr>
          <a:lstStyle>
            <a:lvl1pPr marL="0" indent="0" algn="l">
              <a:buNone/>
              <a:defRPr sz="1650" b="1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20XX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B88F3A2A-BD60-4F82-8064-8B157AF4DD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7516" y="5105537"/>
            <a:ext cx="3275648" cy="324417"/>
          </a:xfrm>
        </p:spPr>
        <p:txBody>
          <a:bodyPr>
            <a:noAutofit/>
          </a:bodyPr>
          <a:lstStyle>
            <a:lvl1pPr marL="0" indent="0" algn="l">
              <a:buNone/>
              <a:defRPr sz="16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Month</a:t>
            </a:r>
          </a:p>
        </p:txBody>
      </p:sp>
    </p:spTree>
    <p:extLst>
      <p:ext uri="{BB962C8B-B14F-4D97-AF65-F5344CB8AC3E}">
        <p14:creationId xmlns:p14="http://schemas.microsoft.com/office/powerpoint/2010/main" val="353950328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61FE90B3-361E-4150-BE53-368ADEA27D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130966"/>
            <a:ext cx="9144000" cy="6602574"/>
          </a:xfrm>
          <a:custGeom>
            <a:avLst/>
            <a:gdLst>
              <a:gd name="connsiteX0" fmla="*/ 5864259 w 12192000"/>
              <a:gd name="connsiteY0" fmla="*/ 2895444 h 6602574"/>
              <a:gd name="connsiteX1" fmla="*/ 5864259 w 12192000"/>
              <a:gd name="connsiteY1" fmla="*/ 5383374 h 6602574"/>
              <a:gd name="connsiteX2" fmla="*/ 0 w 12192000"/>
              <a:gd name="connsiteY2" fmla="*/ 6602574 h 6602574"/>
              <a:gd name="connsiteX3" fmla="*/ 0 w 12192000"/>
              <a:gd name="connsiteY3" fmla="*/ 4114644 h 6602574"/>
              <a:gd name="connsiteX4" fmla="*/ 12192000 w 12192000"/>
              <a:gd name="connsiteY4" fmla="*/ 2726690 h 6602574"/>
              <a:gd name="connsiteX5" fmla="*/ 12192000 w 12192000"/>
              <a:gd name="connsiteY5" fmla="*/ 5214620 h 6602574"/>
              <a:gd name="connsiteX6" fmla="*/ 6104805 w 12192000"/>
              <a:gd name="connsiteY6" fmla="*/ 6470494 h 6602574"/>
              <a:gd name="connsiteX7" fmla="*/ 6104805 w 12192000"/>
              <a:gd name="connsiteY7" fmla="*/ 3982564 h 6602574"/>
              <a:gd name="connsiteX8" fmla="*/ 12192000 w 12192000"/>
              <a:gd name="connsiteY8" fmla="*/ 0 h 6602574"/>
              <a:gd name="connsiteX9" fmla="*/ 12192000 w 12192000"/>
              <a:gd name="connsiteY9" fmla="*/ 2487923 h 6602574"/>
              <a:gd name="connsiteX10" fmla="*/ 6104805 w 12192000"/>
              <a:gd name="connsiteY10" fmla="*/ 3742534 h 6602574"/>
              <a:gd name="connsiteX11" fmla="*/ 6104805 w 12192000"/>
              <a:gd name="connsiteY11" fmla="*/ 1255874 h 6602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602574">
                <a:moveTo>
                  <a:pt x="5864259" y="2895444"/>
                </a:moveTo>
                <a:lnTo>
                  <a:pt x="5864259" y="5383374"/>
                </a:lnTo>
                <a:lnTo>
                  <a:pt x="0" y="6602574"/>
                </a:lnTo>
                <a:lnTo>
                  <a:pt x="0" y="4114644"/>
                </a:lnTo>
                <a:close/>
                <a:moveTo>
                  <a:pt x="12192000" y="2726690"/>
                </a:moveTo>
                <a:lnTo>
                  <a:pt x="12192000" y="5214620"/>
                </a:lnTo>
                <a:lnTo>
                  <a:pt x="6104805" y="6470494"/>
                </a:lnTo>
                <a:lnTo>
                  <a:pt x="6104805" y="3982564"/>
                </a:lnTo>
                <a:close/>
                <a:moveTo>
                  <a:pt x="12192000" y="0"/>
                </a:moveTo>
                <a:lnTo>
                  <a:pt x="12192000" y="2487923"/>
                </a:lnTo>
                <a:lnTo>
                  <a:pt x="6104805" y="3742534"/>
                </a:lnTo>
                <a:lnTo>
                  <a:pt x="6104805" y="125587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931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8AF4189-33DF-9B46-9624-C722FCE07D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5393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67513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9D8367A5-C050-47FB-A1BD-54CD13DE3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39804" y="0"/>
            <a:ext cx="4577716" cy="6858000"/>
          </a:xfrm>
          <a:custGeom>
            <a:avLst/>
            <a:gdLst>
              <a:gd name="connsiteX0" fmla="*/ 3914141 w 6103621"/>
              <a:gd name="connsiteY0" fmla="*/ 914400 h 6858000"/>
              <a:gd name="connsiteX1" fmla="*/ 6103621 w 6103621"/>
              <a:gd name="connsiteY1" fmla="*/ 914400 h 6858000"/>
              <a:gd name="connsiteX2" fmla="*/ 4339591 w 6103621"/>
              <a:gd name="connsiteY2" fmla="*/ 6858000 h 6858000"/>
              <a:gd name="connsiteX3" fmla="*/ 2150112 w 6103621"/>
              <a:gd name="connsiteY3" fmla="*/ 6858000 h 6858000"/>
              <a:gd name="connsiteX4" fmla="*/ 1769111 w 6103621"/>
              <a:gd name="connsiteY4" fmla="*/ 0 h 6858000"/>
              <a:gd name="connsiteX5" fmla="*/ 3958591 w 6103621"/>
              <a:gd name="connsiteY5" fmla="*/ 0 h 6858000"/>
              <a:gd name="connsiteX6" fmla="*/ 2189480 w 6103621"/>
              <a:gd name="connsiteY6" fmla="*/ 5943601 h 6858000"/>
              <a:gd name="connsiteX7" fmla="*/ 0 w 6103621"/>
              <a:gd name="connsiteY7" fmla="*/ 594360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3621" h="6858000">
                <a:moveTo>
                  <a:pt x="3914141" y="914400"/>
                </a:moveTo>
                <a:lnTo>
                  <a:pt x="6103621" y="914400"/>
                </a:lnTo>
                <a:lnTo>
                  <a:pt x="4339591" y="6858000"/>
                </a:lnTo>
                <a:lnTo>
                  <a:pt x="2150112" y="6858000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302F0820-F94A-40EF-B3BE-26CD0CB551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524" y="3074530"/>
            <a:ext cx="3316392" cy="2588637"/>
          </a:xfrm>
        </p:spPr>
        <p:txBody>
          <a:bodyPr lIns="0"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3528AEE-54AB-4366-9576-BBA1CE5F3A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2746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1</a:t>
            </a:r>
            <a:endParaRPr lang="ru-RU" dirty="0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A1867536-E941-4FED-8B68-2609143C2A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5393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66626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B2044CCF-605D-4D6E-A41D-D6AED53B223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404811"/>
            <a:ext cx="4581654" cy="5485128"/>
          </a:xfrm>
          <a:custGeom>
            <a:avLst/>
            <a:gdLst>
              <a:gd name="connsiteX0" fmla="*/ 0 w 6108872"/>
              <a:gd name="connsiteY0" fmla="*/ 2203471 h 5485128"/>
              <a:gd name="connsiteX1" fmla="*/ 6108872 w 6108872"/>
              <a:gd name="connsiteY1" fmla="*/ 3505695 h 5485128"/>
              <a:gd name="connsiteX2" fmla="*/ 6108872 w 6108872"/>
              <a:gd name="connsiteY2" fmla="*/ 5485128 h 5485128"/>
              <a:gd name="connsiteX3" fmla="*/ 0 w 6108872"/>
              <a:gd name="connsiteY3" fmla="*/ 4182903 h 5485128"/>
              <a:gd name="connsiteX4" fmla="*/ 0 w 6108872"/>
              <a:gd name="connsiteY4" fmla="*/ 0 h 5485128"/>
              <a:gd name="connsiteX5" fmla="*/ 6108872 w 6108872"/>
              <a:gd name="connsiteY5" fmla="*/ 1302225 h 5485128"/>
              <a:gd name="connsiteX6" fmla="*/ 6108872 w 6108872"/>
              <a:gd name="connsiteY6" fmla="*/ 3281657 h 5485128"/>
              <a:gd name="connsiteX7" fmla="*/ 0 w 6108872"/>
              <a:gd name="connsiteY7" fmla="*/ 1979432 h 5485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8872" h="5485128">
                <a:moveTo>
                  <a:pt x="0" y="2203471"/>
                </a:moveTo>
                <a:lnTo>
                  <a:pt x="6108872" y="3505695"/>
                </a:lnTo>
                <a:lnTo>
                  <a:pt x="6108872" y="5485128"/>
                </a:lnTo>
                <a:lnTo>
                  <a:pt x="0" y="4182903"/>
                </a:lnTo>
                <a:close/>
                <a:moveTo>
                  <a:pt x="0" y="0"/>
                </a:moveTo>
                <a:lnTo>
                  <a:pt x="6108872" y="1302225"/>
                </a:lnTo>
                <a:lnTo>
                  <a:pt x="6108872" y="3281657"/>
                </a:lnTo>
                <a:lnTo>
                  <a:pt x="0" y="197943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E7F180F3-53B1-4A31-82A4-E6F9B5D8D8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60904" y="3090573"/>
            <a:ext cx="3316393" cy="2588637"/>
          </a:xfrm>
        </p:spPr>
        <p:txBody>
          <a:bodyPr lIns="0"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D523330-9E96-4C6E-B5A4-6B543D365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0905" y="1046140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2</a:t>
            </a:r>
            <a:endParaRPr lang="ru-R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A08F6B3-0ADA-4ECF-8D25-7DFE4A3641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0905" y="2241516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Graphic 15">
            <a:extLst>
              <a:ext uri="{FF2B5EF4-FFF2-40B4-BE49-F238E27FC236}">
                <a16:creationId xmlns:a16="http://schemas.microsoft.com/office/drawing/2014/main" id="{5CCECBFE-3C2B-4492-BCDA-1EFEB5E3E092}"/>
              </a:ext>
            </a:extLst>
          </p:cNvPr>
          <p:cNvSpPr/>
          <p:nvPr userDrawn="1"/>
        </p:nvSpPr>
        <p:spPr>
          <a:xfrm flipH="1">
            <a:off x="5235690" y="1947672"/>
            <a:ext cx="3915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3441B044-38F8-49ED-845B-5D926C811447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970866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Sec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3373955-AB5B-4186-8098-9DBA0AB2650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0524" y="2993042"/>
            <a:ext cx="3274219" cy="454353"/>
          </a:xfrm>
        </p:spPr>
        <p:txBody>
          <a:bodyPr>
            <a:noAutofit/>
          </a:bodyPr>
          <a:lstStyle>
            <a:lvl1pPr marL="0" indent="0">
              <a:buNone/>
              <a:defRPr sz="2025" b="1">
                <a:solidFill>
                  <a:schemeClr val="bg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3A3472E-32B4-4CAD-B5D0-420AA3FB4CE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970340" y="2993042"/>
            <a:ext cx="3274219" cy="454353"/>
          </a:xfrm>
        </p:spPr>
        <p:txBody>
          <a:bodyPr>
            <a:noAutofit/>
          </a:bodyPr>
          <a:lstStyle>
            <a:lvl1pPr marL="0" indent="0">
              <a:buNone/>
              <a:defRPr sz="2025" b="1">
                <a:solidFill>
                  <a:schemeClr val="bg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2 title</a:t>
            </a: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1AEED068-3EA0-4BF4-875C-02473E9EB0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0524" y="3563412"/>
            <a:ext cx="3274219" cy="2333625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3590B9DA-A2DF-4AE1-9A98-C7B84F48C3A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70341" y="3563412"/>
            <a:ext cx="3274219" cy="2333625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COMPARISON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1993"/>
            <a:ext cx="7664035" cy="665713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5E78F6F2-1702-E74A-86B2-0C42A30F3378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86032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-9525" y="-12700"/>
            <a:ext cx="9163050" cy="6883400"/>
            <a:chOff x="-12700" y="-12700"/>
            <a:chExt cx="12217400" cy="68834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542021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Chart Placeholder 18">
            <a:extLst>
              <a:ext uri="{FF2B5EF4-FFF2-40B4-BE49-F238E27FC236}">
                <a16:creationId xmlns:a16="http://schemas.microsoft.com/office/drawing/2014/main" id="{68B512F2-EA3E-483F-B5D4-29DFD6C37B36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4572001" y="1246189"/>
            <a:ext cx="3877526" cy="436562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chart</a:t>
            </a:r>
            <a:endParaRPr lang="ru-RU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D58E79F-20BB-644D-8C49-25B57E347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317174"/>
            <a:ext cx="2119122" cy="1524185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CHART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EF8E92E6-C1C9-854A-93EE-FD201AF050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3198229"/>
            <a:ext cx="2119122" cy="2154741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Graphic 15">
            <a:extLst>
              <a:ext uri="{FF2B5EF4-FFF2-40B4-BE49-F238E27FC236}">
                <a16:creationId xmlns:a16="http://schemas.microsoft.com/office/drawing/2014/main" id="{C1F625F0-F98F-D244-9020-86C86C287112}"/>
              </a:ext>
            </a:extLst>
          </p:cNvPr>
          <p:cNvSpPr/>
          <p:nvPr userDrawn="1"/>
        </p:nvSpPr>
        <p:spPr>
          <a:xfrm>
            <a:off x="-8380" y="2899869"/>
            <a:ext cx="1971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70698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317174"/>
            <a:ext cx="2119122" cy="1524185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TABLE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3198229"/>
            <a:ext cx="2119122" cy="2154741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Graphic 15">
            <a:extLst>
              <a:ext uri="{FF2B5EF4-FFF2-40B4-BE49-F238E27FC236}">
                <a16:creationId xmlns:a16="http://schemas.microsoft.com/office/drawing/2014/main" id="{C8EF6174-FF5D-41C2-BF6B-9D6ECB281A1D}"/>
              </a:ext>
            </a:extLst>
          </p:cNvPr>
          <p:cNvSpPr/>
          <p:nvPr userDrawn="1"/>
        </p:nvSpPr>
        <p:spPr>
          <a:xfrm>
            <a:off x="-8380" y="2899869"/>
            <a:ext cx="1971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Table Placeholder 17">
            <a:extLst>
              <a:ext uri="{FF2B5EF4-FFF2-40B4-BE49-F238E27FC236}">
                <a16:creationId xmlns:a16="http://schemas.microsoft.com/office/drawing/2014/main" id="{D45BCEDF-86BB-41E2-9F09-5D3014AD1C45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536843" y="1591500"/>
            <a:ext cx="4920854" cy="3761069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397907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and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694C388-14E9-4848-A715-72B7DC6AF5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26" y="0"/>
            <a:ext cx="9121139" cy="6858000"/>
          </a:xfrm>
          <a:custGeom>
            <a:avLst/>
            <a:gdLst>
              <a:gd name="connsiteX0" fmla="*/ 12161519 w 12161519"/>
              <a:gd name="connsiteY0" fmla="*/ 638810 h 6858000"/>
              <a:gd name="connsiteX1" fmla="*/ 12161519 w 12161519"/>
              <a:gd name="connsiteY1" fmla="*/ 1922780 h 6858000"/>
              <a:gd name="connsiteX2" fmla="*/ 9531350 w 12161519"/>
              <a:gd name="connsiteY2" fmla="*/ 6858000 h 6858000"/>
              <a:gd name="connsiteX3" fmla="*/ 8846819 w 12161519"/>
              <a:gd name="connsiteY3" fmla="*/ 6858000 h 6858000"/>
              <a:gd name="connsiteX4" fmla="*/ 10704830 w 12161519"/>
              <a:gd name="connsiteY4" fmla="*/ 0 h 6858000"/>
              <a:gd name="connsiteX5" fmla="*/ 12161519 w 12161519"/>
              <a:gd name="connsiteY5" fmla="*/ 0 h 6858000"/>
              <a:gd name="connsiteX6" fmla="*/ 12161519 w 12161519"/>
              <a:gd name="connsiteY6" fmla="*/ 234950 h 6858000"/>
              <a:gd name="connsiteX7" fmla="*/ 8632190 w 12161519"/>
              <a:gd name="connsiteY7" fmla="*/ 6858000 h 6858000"/>
              <a:gd name="connsiteX8" fmla="*/ 7049770 w 12161519"/>
              <a:gd name="connsiteY8" fmla="*/ 6858000 h 6858000"/>
              <a:gd name="connsiteX9" fmla="*/ 5320030 w 12161519"/>
              <a:gd name="connsiteY9" fmla="*/ 0 h 6858000"/>
              <a:gd name="connsiteX10" fmla="*/ 10476230 w 12161519"/>
              <a:gd name="connsiteY10" fmla="*/ 0 h 6858000"/>
              <a:gd name="connsiteX11" fmla="*/ 6822440 w 12161519"/>
              <a:gd name="connsiteY11" fmla="*/ 6858000 h 6858000"/>
              <a:gd name="connsiteX12" fmla="*/ 1664970 w 12161519"/>
              <a:gd name="connsiteY12" fmla="*/ 6858000 h 6858000"/>
              <a:gd name="connsiteX13" fmla="*/ 3529330 w 12161519"/>
              <a:gd name="connsiteY13" fmla="*/ 0 h 6858000"/>
              <a:gd name="connsiteX14" fmla="*/ 5111750 w 12161519"/>
              <a:gd name="connsiteY14" fmla="*/ 0 h 6858000"/>
              <a:gd name="connsiteX15" fmla="*/ 1456690 w 12161519"/>
              <a:gd name="connsiteY15" fmla="*/ 6858000 h 6858000"/>
              <a:gd name="connsiteX16" fmla="*/ 0 w 12161519"/>
              <a:gd name="connsiteY16" fmla="*/ 6858000 h 6858000"/>
              <a:gd name="connsiteX17" fmla="*/ 0 w 12161519"/>
              <a:gd name="connsiteY17" fmla="*/ 6623050 h 6858000"/>
              <a:gd name="connsiteX18" fmla="*/ 2630170 w 12161519"/>
              <a:gd name="connsiteY18" fmla="*/ 0 h 6858000"/>
              <a:gd name="connsiteX19" fmla="*/ 3314700 w 12161519"/>
              <a:gd name="connsiteY19" fmla="*/ 0 h 6858000"/>
              <a:gd name="connsiteX20" fmla="*/ 0 w 12161519"/>
              <a:gd name="connsiteY20" fmla="*/ 6219190 h 6858000"/>
              <a:gd name="connsiteX21" fmla="*/ 0 w 12161519"/>
              <a:gd name="connsiteY21" fmla="*/ 493522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61519" h="6858000">
                <a:moveTo>
                  <a:pt x="12161519" y="638810"/>
                </a:moveTo>
                <a:lnTo>
                  <a:pt x="12161519" y="1922780"/>
                </a:lnTo>
                <a:lnTo>
                  <a:pt x="9531350" y="6858000"/>
                </a:lnTo>
                <a:lnTo>
                  <a:pt x="8846819" y="6858000"/>
                </a:lnTo>
                <a:close/>
                <a:moveTo>
                  <a:pt x="10704830" y="0"/>
                </a:moveTo>
                <a:lnTo>
                  <a:pt x="12161519" y="0"/>
                </a:lnTo>
                <a:lnTo>
                  <a:pt x="12161519" y="234950"/>
                </a:lnTo>
                <a:lnTo>
                  <a:pt x="8632190" y="6858000"/>
                </a:lnTo>
                <a:lnTo>
                  <a:pt x="7049770" y="6858000"/>
                </a:lnTo>
                <a:close/>
                <a:moveTo>
                  <a:pt x="5320030" y="0"/>
                </a:moveTo>
                <a:lnTo>
                  <a:pt x="10476230" y="0"/>
                </a:lnTo>
                <a:lnTo>
                  <a:pt x="6822440" y="6858000"/>
                </a:lnTo>
                <a:lnTo>
                  <a:pt x="1664970" y="6858000"/>
                </a:lnTo>
                <a:close/>
                <a:moveTo>
                  <a:pt x="3529330" y="0"/>
                </a:moveTo>
                <a:lnTo>
                  <a:pt x="5111750" y="0"/>
                </a:lnTo>
                <a:lnTo>
                  <a:pt x="1456690" y="6858000"/>
                </a:lnTo>
                <a:lnTo>
                  <a:pt x="0" y="6858000"/>
                </a:lnTo>
                <a:lnTo>
                  <a:pt x="0" y="6623050"/>
                </a:lnTo>
                <a:close/>
                <a:moveTo>
                  <a:pt x="2630170" y="0"/>
                </a:moveTo>
                <a:lnTo>
                  <a:pt x="3314700" y="0"/>
                </a:lnTo>
                <a:lnTo>
                  <a:pt x="0" y="6219190"/>
                </a:lnTo>
                <a:lnTo>
                  <a:pt x="0" y="493522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FD7B55F-CFD3-4921-BB2A-B14EB4E363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033272"/>
            <a:ext cx="7886249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BIG IMAGE 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932204AA-73EE-4F85-898B-E747C5ACC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1880795"/>
            <a:ext cx="7888949" cy="782639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Graphic 4">
            <a:extLst>
              <a:ext uri="{FF2B5EF4-FFF2-40B4-BE49-F238E27FC236}">
                <a16:creationId xmlns:a16="http://schemas.microsoft.com/office/drawing/2014/main" id="{38541361-4795-490E-8165-B4A338F8231D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2E78DA-7F75-294B-AECF-F02F6C41615D}"/>
              </a:ext>
            </a:extLst>
          </p:cNvPr>
          <p:cNvSpPr txBox="1"/>
          <p:nvPr userDrawn="1"/>
        </p:nvSpPr>
        <p:spPr>
          <a:xfrm>
            <a:off x="222569" y="30025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8598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di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F5D581-F5B0-4701-B187-0D4FAB44900C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6"/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ru-RU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E5F41AB-E2B9-45DD-B1C7-9F4DBA4946B9}"/>
              </a:ext>
            </a:extLst>
          </p:cNvPr>
          <p:cNvSpPr/>
          <p:nvPr userDrawn="1"/>
        </p:nvSpPr>
        <p:spPr>
          <a:xfrm>
            <a:off x="1834319" y="-12700"/>
            <a:ext cx="5467350" cy="6883400"/>
          </a:xfrm>
          <a:custGeom>
            <a:avLst/>
            <a:gdLst>
              <a:gd name="connsiteX0" fmla="*/ 5063490 w 7289800"/>
              <a:gd name="connsiteY0" fmla="*/ 12700 h 6883400"/>
              <a:gd name="connsiteX1" fmla="*/ 2499360 w 7289800"/>
              <a:gd name="connsiteY1" fmla="*/ 6870700 h 6883400"/>
              <a:gd name="connsiteX2" fmla="*/ 4721860 w 7289800"/>
              <a:gd name="connsiteY2" fmla="*/ 6870700 h 6883400"/>
              <a:gd name="connsiteX3" fmla="*/ 7285990 w 7289800"/>
              <a:gd name="connsiteY3" fmla="*/ 12700 h 6883400"/>
              <a:gd name="connsiteX4" fmla="*/ 5063490 w 7289800"/>
              <a:gd name="connsiteY4" fmla="*/ 12700 h 6883400"/>
              <a:gd name="connsiteX5" fmla="*/ 12700 w 7289800"/>
              <a:gd name="connsiteY5" fmla="*/ 6870700 h 6883400"/>
              <a:gd name="connsiteX6" fmla="*/ 2235200 w 7289800"/>
              <a:gd name="connsiteY6" fmla="*/ 6870700 h 6883400"/>
              <a:gd name="connsiteX7" fmla="*/ 4799331 w 7289800"/>
              <a:gd name="connsiteY7" fmla="*/ 12700 h 6883400"/>
              <a:gd name="connsiteX8" fmla="*/ 2576830 w 7289800"/>
              <a:gd name="connsiteY8" fmla="*/ 12700 h 6883400"/>
              <a:gd name="connsiteX9" fmla="*/ 12700 w 7289800"/>
              <a:gd name="connsiteY9" fmla="*/ 6870700 h 68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89800" h="6883400">
                <a:moveTo>
                  <a:pt x="5063490" y="12700"/>
                </a:moveTo>
                <a:lnTo>
                  <a:pt x="2499360" y="6870700"/>
                </a:lnTo>
                <a:lnTo>
                  <a:pt x="4721860" y="6870700"/>
                </a:lnTo>
                <a:lnTo>
                  <a:pt x="7285990" y="12700"/>
                </a:lnTo>
                <a:lnTo>
                  <a:pt x="5063490" y="12700"/>
                </a:lnTo>
                <a:close/>
                <a:moveTo>
                  <a:pt x="12700" y="6870700"/>
                </a:moveTo>
                <a:lnTo>
                  <a:pt x="2235200" y="6870700"/>
                </a:lnTo>
                <a:lnTo>
                  <a:pt x="4799331" y="12700"/>
                </a:lnTo>
                <a:lnTo>
                  <a:pt x="2576830" y="12700"/>
                </a:lnTo>
                <a:lnTo>
                  <a:pt x="12700" y="68707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156580"/>
            <a:ext cx="7886700" cy="1325563"/>
          </a:xfrm>
        </p:spPr>
        <p:txBody>
          <a:bodyPr lIns="0" rIns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VIDEO SLIDE</a:t>
            </a:r>
            <a:endParaRPr lang="ru-RU" dirty="0"/>
          </a:p>
        </p:txBody>
      </p:sp>
      <p:sp>
        <p:nvSpPr>
          <p:cNvPr id="16" name="Media Placeholder 7">
            <a:extLst>
              <a:ext uri="{FF2B5EF4-FFF2-40B4-BE49-F238E27FC236}">
                <a16:creationId xmlns:a16="http://schemas.microsoft.com/office/drawing/2014/main" id="{A11F77F4-4B16-4503-B9B6-AE22C686E3E3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1046988" y="1497770"/>
            <a:ext cx="7050024" cy="4215384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media</a:t>
            </a:r>
            <a:endParaRPr lang="ru-RU" dirty="0"/>
          </a:p>
        </p:txBody>
      </p:sp>
      <p:sp>
        <p:nvSpPr>
          <p:cNvPr id="12" name="Graphic 4">
            <a:extLst>
              <a:ext uri="{FF2B5EF4-FFF2-40B4-BE49-F238E27FC236}">
                <a16:creationId xmlns:a16="http://schemas.microsoft.com/office/drawing/2014/main" id="{C7654E36-50FF-425E-B595-F3957610B5D8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64381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8BA6D96-EFE3-4743-8FB5-544E9692D11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" y="0"/>
            <a:ext cx="6866572" cy="6858000"/>
          </a:xfrm>
          <a:custGeom>
            <a:avLst/>
            <a:gdLst>
              <a:gd name="connsiteX0" fmla="*/ 5490209 w 9155429"/>
              <a:gd name="connsiteY0" fmla="*/ 3511550 h 6858000"/>
              <a:gd name="connsiteX1" fmla="*/ 6979919 w 9155429"/>
              <a:gd name="connsiteY1" fmla="*/ 3511550 h 6858000"/>
              <a:gd name="connsiteX2" fmla="*/ 5541009 w 9155429"/>
              <a:gd name="connsiteY2" fmla="*/ 6858000 h 6858000"/>
              <a:gd name="connsiteX3" fmla="*/ 4050029 w 9155429"/>
              <a:gd name="connsiteY3" fmla="*/ 6858000 h 6858000"/>
              <a:gd name="connsiteX4" fmla="*/ 0 w 9155429"/>
              <a:gd name="connsiteY4" fmla="*/ 3511550 h 6858000"/>
              <a:gd name="connsiteX5" fmla="*/ 2444750 w 9155429"/>
              <a:gd name="connsiteY5" fmla="*/ 3511550 h 6858000"/>
              <a:gd name="connsiteX6" fmla="*/ 1004570 w 9155429"/>
              <a:gd name="connsiteY6" fmla="*/ 6858000 h 6858000"/>
              <a:gd name="connsiteX7" fmla="*/ 0 w 9155429"/>
              <a:gd name="connsiteY7" fmla="*/ 6858000 h 6858000"/>
              <a:gd name="connsiteX8" fmla="*/ 7001509 w 9155429"/>
              <a:gd name="connsiteY8" fmla="*/ 1 h 6858000"/>
              <a:gd name="connsiteX9" fmla="*/ 8491219 w 9155429"/>
              <a:gd name="connsiteY9" fmla="*/ 1 h 6858000"/>
              <a:gd name="connsiteX10" fmla="*/ 7051039 w 9155429"/>
              <a:gd name="connsiteY10" fmla="*/ 3346450 h 6858000"/>
              <a:gd name="connsiteX11" fmla="*/ 5561329 w 9155429"/>
              <a:gd name="connsiteY11" fmla="*/ 3346450 h 6858000"/>
              <a:gd name="connsiteX12" fmla="*/ 8722359 w 9155429"/>
              <a:gd name="connsiteY12" fmla="*/ 0 h 6858000"/>
              <a:gd name="connsiteX13" fmla="*/ 9155429 w 9155429"/>
              <a:gd name="connsiteY13" fmla="*/ 0 h 6858000"/>
              <a:gd name="connsiteX14" fmla="*/ 6203949 w 9155429"/>
              <a:gd name="connsiteY14" fmla="*/ 6858000 h 6858000"/>
              <a:gd name="connsiteX15" fmla="*/ 5772149 w 9155429"/>
              <a:gd name="connsiteY15" fmla="*/ 6858000 h 6858000"/>
              <a:gd name="connsiteX16" fmla="*/ 4190999 w 9155429"/>
              <a:gd name="connsiteY16" fmla="*/ 0 h 6858000"/>
              <a:gd name="connsiteX17" fmla="*/ 6753859 w 9155429"/>
              <a:gd name="connsiteY17" fmla="*/ 0 h 6858000"/>
              <a:gd name="connsiteX18" fmla="*/ 3802379 w 9155429"/>
              <a:gd name="connsiteY18" fmla="*/ 6858000 h 6858000"/>
              <a:gd name="connsiteX19" fmla="*/ 1239520 w 9155429"/>
              <a:gd name="connsiteY19" fmla="*/ 6858000 h 6858000"/>
              <a:gd name="connsiteX20" fmla="*/ 0 w 9155429"/>
              <a:gd name="connsiteY20" fmla="*/ 0 h 6858000"/>
              <a:gd name="connsiteX21" fmla="*/ 3956050 w 9155429"/>
              <a:gd name="connsiteY21" fmla="*/ 0 h 6858000"/>
              <a:gd name="connsiteX22" fmla="*/ 2515869 w 9155429"/>
              <a:gd name="connsiteY22" fmla="*/ 3346450 h 6858000"/>
              <a:gd name="connsiteX23" fmla="*/ 0 w 9155429"/>
              <a:gd name="connsiteY23" fmla="*/ 33464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429" h="6858000">
                <a:moveTo>
                  <a:pt x="5490209" y="3511550"/>
                </a:moveTo>
                <a:lnTo>
                  <a:pt x="6979919" y="3511550"/>
                </a:lnTo>
                <a:lnTo>
                  <a:pt x="5541009" y="6858000"/>
                </a:lnTo>
                <a:lnTo>
                  <a:pt x="4050029" y="6858000"/>
                </a:lnTo>
                <a:close/>
                <a:moveTo>
                  <a:pt x="0" y="3511550"/>
                </a:moveTo>
                <a:lnTo>
                  <a:pt x="2444750" y="3511550"/>
                </a:lnTo>
                <a:lnTo>
                  <a:pt x="1004570" y="6858000"/>
                </a:lnTo>
                <a:lnTo>
                  <a:pt x="0" y="6858000"/>
                </a:lnTo>
                <a:close/>
                <a:moveTo>
                  <a:pt x="7001509" y="1"/>
                </a:moveTo>
                <a:lnTo>
                  <a:pt x="8491219" y="1"/>
                </a:lnTo>
                <a:lnTo>
                  <a:pt x="7051039" y="3346450"/>
                </a:lnTo>
                <a:lnTo>
                  <a:pt x="5561329" y="3346450"/>
                </a:lnTo>
                <a:close/>
                <a:moveTo>
                  <a:pt x="8722359" y="0"/>
                </a:moveTo>
                <a:lnTo>
                  <a:pt x="9155429" y="0"/>
                </a:lnTo>
                <a:lnTo>
                  <a:pt x="6203949" y="6858000"/>
                </a:lnTo>
                <a:lnTo>
                  <a:pt x="5772149" y="6858000"/>
                </a:lnTo>
                <a:close/>
                <a:moveTo>
                  <a:pt x="4190999" y="0"/>
                </a:moveTo>
                <a:lnTo>
                  <a:pt x="6753859" y="0"/>
                </a:lnTo>
                <a:lnTo>
                  <a:pt x="3802379" y="6858000"/>
                </a:lnTo>
                <a:lnTo>
                  <a:pt x="1239520" y="6858000"/>
                </a:lnTo>
                <a:close/>
                <a:moveTo>
                  <a:pt x="0" y="0"/>
                </a:moveTo>
                <a:lnTo>
                  <a:pt x="3956050" y="0"/>
                </a:lnTo>
                <a:lnTo>
                  <a:pt x="2515869" y="3346450"/>
                </a:lnTo>
                <a:lnTo>
                  <a:pt x="0" y="334645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14" name="Graphic 19">
            <a:extLst>
              <a:ext uri="{FF2B5EF4-FFF2-40B4-BE49-F238E27FC236}">
                <a16:creationId xmlns:a16="http://schemas.microsoft.com/office/drawing/2014/main" id="{97347B99-304D-468D-B6F0-9D59E6077A64}"/>
              </a:ext>
            </a:extLst>
          </p:cNvPr>
          <p:cNvSpPr/>
          <p:nvPr userDrawn="1"/>
        </p:nvSpPr>
        <p:spPr>
          <a:xfrm flipH="1">
            <a:off x="6753290" y="3285679"/>
            <a:ext cx="2393442" cy="146304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B615286-AF88-4751-9BF6-3F030092F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280" y="973513"/>
            <a:ext cx="3137954" cy="2281355"/>
          </a:xfrm>
        </p:spPr>
        <p:txBody>
          <a:bodyPr>
            <a:noAutofit/>
          </a:bodyPr>
          <a:lstStyle>
            <a:lvl1pPr algn="r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YOU!</a:t>
            </a:r>
            <a:endParaRPr lang="ru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5E15D97E-2723-48C3-B835-65DB0286DB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0406" y="3675709"/>
            <a:ext cx="2351828" cy="1101897"/>
          </a:xfrm>
        </p:spPr>
        <p:txBody>
          <a:bodyPr>
            <a:noAutofit/>
          </a:bodyPr>
          <a:lstStyle>
            <a:lvl1pPr marL="0" indent="0" algn="r">
              <a:buNone/>
              <a:defRPr sz="2625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Alexander</a:t>
            </a:r>
            <a:br>
              <a:rPr lang="en-US" dirty="0"/>
            </a:br>
            <a:r>
              <a:rPr lang="en-US" dirty="0" err="1"/>
              <a:t>Martensson</a:t>
            </a:r>
            <a:endParaRPr lang="en-US" dirty="0"/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4D45CEBA-121A-426A-897A-9E3CDC5F5C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56586" y="5019265"/>
            <a:ext cx="3275648" cy="474519"/>
          </a:xfrm>
        </p:spPr>
        <p:txBody>
          <a:bodyPr>
            <a:noAutofit/>
          </a:bodyPr>
          <a:lstStyle>
            <a:lvl1pPr marL="0" indent="0" algn="r">
              <a:buNone/>
              <a:defRPr sz="1650" b="0" i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678-555-0128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767B0C7-7BD9-4BF1-8D3D-91DED23803E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56586" y="4805882"/>
            <a:ext cx="3275648" cy="288000"/>
          </a:xfrm>
        </p:spPr>
        <p:txBody>
          <a:bodyPr>
            <a:noAutofit/>
          </a:bodyPr>
          <a:lstStyle>
            <a:lvl1pPr marL="0" indent="0" algn="r">
              <a:buNone/>
              <a:defRPr sz="10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6B74744-5435-47DD-B65F-16D8E7AC15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91816" y="5685823"/>
            <a:ext cx="4440417" cy="474519"/>
          </a:xfrm>
        </p:spPr>
        <p:txBody>
          <a:bodyPr>
            <a:noAutofit/>
          </a:bodyPr>
          <a:lstStyle>
            <a:lvl1pPr marL="0" indent="0" algn="r">
              <a:buNone/>
              <a:defRPr sz="1650" b="0" i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martensson@example.com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20815411-0E43-4B6B-92C7-6E312091AB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56586" y="5466001"/>
            <a:ext cx="3275648" cy="288000"/>
          </a:xfrm>
        </p:spPr>
        <p:txBody>
          <a:bodyPr>
            <a:noAutofit/>
          </a:bodyPr>
          <a:lstStyle>
            <a:lvl1pPr marL="0" indent="0" algn="r">
              <a:buNone/>
              <a:defRPr sz="10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222942718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43AF0D-28CB-4D3A-A944-CE3DCAAC5657}"/>
              </a:ext>
            </a:extLst>
          </p:cNvPr>
          <p:cNvSpPr/>
          <p:nvPr userDrawn="1"/>
        </p:nvSpPr>
        <p:spPr>
          <a:xfrm>
            <a:off x="2274893" y="0"/>
            <a:ext cx="6866726" cy="6858000"/>
          </a:xfrm>
          <a:custGeom>
            <a:avLst/>
            <a:gdLst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2101419 w 9155634"/>
              <a:gd name="connsiteY4" fmla="*/ 3511550 h 6858000"/>
              <a:gd name="connsiteX5" fmla="*/ 3591129 w 9155634"/>
              <a:gd name="connsiteY5" fmla="*/ 3511550 h 6858000"/>
              <a:gd name="connsiteX6" fmla="*/ 2150949 w 9155634"/>
              <a:gd name="connsiteY6" fmla="*/ 6858000 h 6858000"/>
              <a:gd name="connsiteX7" fmla="*/ 661239 w 9155634"/>
              <a:gd name="connsiteY7" fmla="*/ 6858000 h 6858000"/>
              <a:gd name="connsiteX8" fmla="*/ 8147889 w 9155634"/>
              <a:gd name="connsiteY8" fmla="*/ 0 h 6858000"/>
              <a:gd name="connsiteX9" fmla="*/ 9155634 w 9155634"/>
              <a:gd name="connsiteY9" fmla="*/ 0 h 6858000"/>
              <a:gd name="connsiteX10" fmla="*/ 9155634 w 9155634"/>
              <a:gd name="connsiteY10" fmla="*/ 3346450 h 6858000"/>
              <a:gd name="connsiteX11" fmla="*/ 6707709 w 9155634"/>
              <a:gd name="connsiteY11" fmla="*/ 3346450 h 6858000"/>
              <a:gd name="connsiteX12" fmla="*/ 5350079 w 9155634"/>
              <a:gd name="connsiteY12" fmla="*/ 0 h 6858000"/>
              <a:gd name="connsiteX13" fmla="*/ 7912939 w 9155634"/>
              <a:gd name="connsiteY13" fmla="*/ 0 h 6858000"/>
              <a:gd name="connsiteX14" fmla="*/ 4961459 w 9155634"/>
              <a:gd name="connsiteY14" fmla="*/ 6858000 h 6858000"/>
              <a:gd name="connsiteX15" fmla="*/ 2399869 w 9155634"/>
              <a:gd name="connsiteY15" fmla="*/ 6858000 h 6858000"/>
              <a:gd name="connsiteX16" fmla="*/ 3612719 w 9155634"/>
              <a:gd name="connsiteY16" fmla="*/ 0 h 6858000"/>
              <a:gd name="connsiteX17" fmla="*/ 5102429 w 9155634"/>
              <a:gd name="connsiteY17" fmla="*/ 0 h 6858000"/>
              <a:gd name="connsiteX18" fmla="*/ 3662249 w 9155634"/>
              <a:gd name="connsiteY18" fmla="*/ 3346450 h 6858000"/>
              <a:gd name="connsiteX19" fmla="*/ 2172539 w 9155634"/>
              <a:gd name="connsiteY19" fmla="*/ 3346450 h 6858000"/>
              <a:gd name="connsiteX20" fmla="*/ 2947249 w 9155634"/>
              <a:gd name="connsiteY20" fmla="*/ 0 h 6858000"/>
              <a:gd name="connsiteX21" fmla="*/ 3381579 w 9155634"/>
              <a:gd name="connsiteY21" fmla="*/ 0 h 6858000"/>
              <a:gd name="connsiteX22" fmla="*/ 430099 w 9155634"/>
              <a:gd name="connsiteY22" fmla="*/ 6858000 h 6858000"/>
              <a:gd name="connsiteX23" fmla="*/ 0 w 9155634"/>
              <a:gd name="connsiteY2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8139" y="3369468"/>
            <a:ext cx="27918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1096345"/>
            <a:ext cx="7883066" cy="2281355"/>
          </a:xfrm>
        </p:spPr>
        <p:txBody>
          <a:bodyPr>
            <a:noAutofit/>
          </a:bodyPr>
          <a:lstStyle>
            <a:lvl1pPr algn="l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046DF3F-8EBA-4583-9F19-45C979FDA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6" y="3773555"/>
            <a:ext cx="7567715" cy="110189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625" b="0" i="0"/>
            </a:lvl1pPr>
          </a:lstStyle>
          <a:p>
            <a:pPr marL="171450" lvl="0" indent="-17145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0362105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82713AA-FAF7-4D64-AB9D-53ACFDBF8B5B}"/>
              </a:ext>
            </a:extLst>
          </p:cNvPr>
          <p:cNvSpPr/>
          <p:nvPr userDrawn="1"/>
        </p:nvSpPr>
        <p:spPr>
          <a:xfrm>
            <a:off x="-1" y="172278"/>
            <a:ext cx="9144000" cy="6559826"/>
          </a:xfrm>
          <a:custGeom>
            <a:avLst/>
            <a:gdLst>
              <a:gd name="connsiteX0" fmla="*/ 5864259 w 12192000"/>
              <a:gd name="connsiteY0" fmla="*/ 2854132 h 6559826"/>
              <a:gd name="connsiteX1" fmla="*/ 5864259 w 12192000"/>
              <a:gd name="connsiteY1" fmla="*/ 5342062 h 6559826"/>
              <a:gd name="connsiteX2" fmla="*/ 6907 w 12192000"/>
              <a:gd name="connsiteY2" fmla="*/ 6559826 h 6559826"/>
              <a:gd name="connsiteX3" fmla="*/ 0 w 12192000"/>
              <a:gd name="connsiteY3" fmla="*/ 6559826 h 6559826"/>
              <a:gd name="connsiteX4" fmla="*/ 0 w 12192000"/>
              <a:gd name="connsiteY4" fmla="*/ 4073332 h 6559826"/>
              <a:gd name="connsiteX5" fmla="*/ 12192000 w 12192000"/>
              <a:gd name="connsiteY5" fmla="*/ 2685378 h 6559826"/>
              <a:gd name="connsiteX6" fmla="*/ 12192000 w 12192000"/>
              <a:gd name="connsiteY6" fmla="*/ 5173308 h 6559826"/>
              <a:gd name="connsiteX7" fmla="*/ 6104805 w 12192000"/>
              <a:gd name="connsiteY7" fmla="*/ 6429182 h 6559826"/>
              <a:gd name="connsiteX8" fmla="*/ 6104805 w 12192000"/>
              <a:gd name="connsiteY8" fmla="*/ 3941252 h 6559826"/>
              <a:gd name="connsiteX9" fmla="*/ 11991762 w 12192000"/>
              <a:gd name="connsiteY9" fmla="*/ 0 h 6559826"/>
              <a:gd name="connsiteX10" fmla="*/ 12192000 w 12192000"/>
              <a:gd name="connsiteY10" fmla="*/ 0 h 6559826"/>
              <a:gd name="connsiteX11" fmla="*/ 12192000 w 12192000"/>
              <a:gd name="connsiteY11" fmla="*/ 2446611 h 6559826"/>
              <a:gd name="connsiteX12" fmla="*/ 6104805 w 12192000"/>
              <a:gd name="connsiteY12" fmla="*/ 3701222 h 6559826"/>
              <a:gd name="connsiteX13" fmla="*/ 6104805 w 12192000"/>
              <a:gd name="connsiteY13" fmla="*/ 1214562 h 6559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559826">
                <a:moveTo>
                  <a:pt x="5864259" y="2854132"/>
                </a:moveTo>
                <a:lnTo>
                  <a:pt x="5864259" y="5342062"/>
                </a:lnTo>
                <a:lnTo>
                  <a:pt x="6907" y="6559826"/>
                </a:lnTo>
                <a:lnTo>
                  <a:pt x="0" y="6559826"/>
                </a:lnTo>
                <a:lnTo>
                  <a:pt x="0" y="4073332"/>
                </a:lnTo>
                <a:close/>
                <a:moveTo>
                  <a:pt x="12192000" y="2685378"/>
                </a:moveTo>
                <a:lnTo>
                  <a:pt x="12192000" y="5173308"/>
                </a:lnTo>
                <a:lnTo>
                  <a:pt x="6104805" y="6429182"/>
                </a:lnTo>
                <a:lnTo>
                  <a:pt x="6104805" y="3941252"/>
                </a:lnTo>
                <a:close/>
                <a:moveTo>
                  <a:pt x="11991762" y="0"/>
                </a:moveTo>
                <a:lnTo>
                  <a:pt x="12192000" y="0"/>
                </a:lnTo>
                <a:lnTo>
                  <a:pt x="12192000" y="2446611"/>
                </a:lnTo>
                <a:lnTo>
                  <a:pt x="6104805" y="3701222"/>
                </a:lnTo>
                <a:lnTo>
                  <a:pt x="6104805" y="1214562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931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3B87DE7-6A4B-4A0E-8622-C9BA93F0B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930" y="2225393"/>
            <a:ext cx="3833020" cy="78263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50"/>
            </a:lvl1pPr>
          </a:lstStyle>
          <a:p>
            <a:pPr marL="171450" lvl="0" indent="-17145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2106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799919-7F2B-44B7-BF0B-B0CE733AC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77756"/>
            <a:ext cx="7886700" cy="389920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3099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460D6CB-9BA0-4BA9-9CF5-9D21E9F570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2277756"/>
            <a:ext cx="3886200" cy="3899207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B0DDB5D-8949-4E45-A7CD-0402580BB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2277755"/>
            <a:ext cx="3886200" cy="389920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496373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2C817C4-D92F-4269-B22D-5C2E52241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2068513"/>
            <a:ext cx="3868340" cy="436562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C61514A7-2DEE-47E3-BCB4-FB81E9981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455C9D3-0938-4236-8E64-BBF582FCD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2068512"/>
            <a:ext cx="3887391" cy="436563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7331E254-1410-4989-81DE-84B684ACC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7733866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8ABD79-6AF5-4911-BEC2-A492F3EC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34509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489A680-EBE7-45A3-B520-2C50F59C7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166148"/>
            <a:ext cx="2949178" cy="370284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2EEB9F-D255-46E9-AFBB-FCC4D93BE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500">
                <a:solidFill>
                  <a:schemeClr val="bg1"/>
                </a:solidFill>
              </a:defRPr>
            </a:lvl4pPr>
            <a:lvl5pPr>
              <a:defRPr sz="1500">
                <a:solidFill>
                  <a:schemeClr val="bg1"/>
                </a:solidFill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F729341-632E-4151-9863-D40D91A16F84}"/>
              </a:ext>
            </a:extLst>
          </p:cNvPr>
          <p:cNvSpPr/>
          <p:nvPr userDrawn="1"/>
        </p:nvSpPr>
        <p:spPr>
          <a:xfrm>
            <a:off x="-8381" y="1947672"/>
            <a:ext cx="370332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788504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4469CAF-CD13-4CCC-9569-14C8070A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38074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6D4C583-322D-4347-807F-F6D6AF885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130500"/>
            <a:ext cx="2949178" cy="37384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138DBAD-2265-4E62-AB5B-F66A60D53F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39804" y="1"/>
            <a:ext cx="4577715" cy="6857999"/>
          </a:xfrm>
          <a:custGeom>
            <a:avLst/>
            <a:gdLst>
              <a:gd name="connsiteX0" fmla="*/ 3914141 w 6103620"/>
              <a:gd name="connsiteY0" fmla="*/ 914400 h 6857999"/>
              <a:gd name="connsiteX1" fmla="*/ 6103620 w 6103620"/>
              <a:gd name="connsiteY1" fmla="*/ 914400 h 6857999"/>
              <a:gd name="connsiteX2" fmla="*/ 6103620 w 6103620"/>
              <a:gd name="connsiteY2" fmla="*/ 914404 h 6857999"/>
              <a:gd name="connsiteX3" fmla="*/ 4339591 w 6103620"/>
              <a:gd name="connsiteY3" fmla="*/ 6857999 h 6857999"/>
              <a:gd name="connsiteX4" fmla="*/ 2150113 w 6103620"/>
              <a:gd name="connsiteY4" fmla="*/ 6857999 h 6857999"/>
              <a:gd name="connsiteX5" fmla="*/ 1769111 w 6103620"/>
              <a:gd name="connsiteY5" fmla="*/ 0 h 6857999"/>
              <a:gd name="connsiteX6" fmla="*/ 3958591 w 6103620"/>
              <a:gd name="connsiteY6" fmla="*/ 0 h 6857999"/>
              <a:gd name="connsiteX7" fmla="*/ 2189480 w 6103620"/>
              <a:gd name="connsiteY7" fmla="*/ 5943601 h 6857999"/>
              <a:gd name="connsiteX8" fmla="*/ 0 w 6103620"/>
              <a:gd name="connsiteY8" fmla="*/ 594360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3620" h="6857999">
                <a:moveTo>
                  <a:pt x="3914141" y="914400"/>
                </a:moveTo>
                <a:lnTo>
                  <a:pt x="6103620" y="914400"/>
                </a:lnTo>
                <a:lnTo>
                  <a:pt x="6103620" y="914404"/>
                </a:lnTo>
                <a:lnTo>
                  <a:pt x="4339591" y="6857999"/>
                </a:lnTo>
                <a:lnTo>
                  <a:pt x="2150113" y="6857999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94093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D7B9076-7693-4C5F-8305-D5529FF80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EMPTY SLIDE</a:t>
            </a:r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005931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353469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n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10000CCD-6AFF-4E65-8858-5502306E58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683" y="1974209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  <a:endParaRPr lang="ru-RU" dirty="0"/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5D777E5-98F6-416A-8D23-3399269D85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81901" y="1998210"/>
            <a:ext cx="2327333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C979BADF-99B5-4C91-AAE5-FC2C4DBEDE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5481" y="1974209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  <a:endParaRPr lang="ru-RU" dirty="0"/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6706F6A2-1599-4D73-9288-3ECEACDDCA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08454" y="1998210"/>
            <a:ext cx="1682939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BAE5E245-1702-4722-895D-0808BB0A86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30066" y="1991988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endParaRPr lang="ru-RU" dirty="0"/>
          </a:p>
        </p:txBody>
      </p:sp>
      <p:sp>
        <p:nvSpPr>
          <p:cNvPr id="36" name="Text Placeholder 24">
            <a:extLst>
              <a:ext uri="{FF2B5EF4-FFF2-40B4-BE49-F238E27FC236}">
                <a16:creationId xmlns:a16="http://schemas.microsoft.com/office/drawing/2014/main" id="{3701E665-3CED-413C-BAC6-CE003B1494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23039" y="2015989"/>
            <a:ext cx="2219337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4">
            <a:extLst>
              <a:ext uri="{FF2B5EF4-FFF2-40B4-BE49-F238E27FC236}">
                <a16:creationId xmlns:a16="http://schemas.microsoft.com/office/drawing/2014/main" id="{E01406B4-D44B-4D1E-91F3-D87541EAD4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5045" y="2927531"/>
            <a:ext cx="1273969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9AAD5CF9-9A59-4C5F-8C29-B92AD60121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039013" y="2927531"/>
            <a:ext cx="1273969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4">
            <a:extLst>
              <a:ext uri="{FF2B5EF4-FFF2-40B4-BE49-F238E27FC236}">
                <a16:creationId xmlns:a16="http://schemas.microsoft.com/office/drawing/2014/main" id="{C6725172-65CC-4645-B23F-E77886468F3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96095" y="2927531"/>
            <a:ext cx="1949398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4">
            <a:extLst>
              <a:ext uri="{FF2B5EF4-FFF2-40B4-BE49-F238E27FC236}">
                <a16:creationId xmlns:a16="http://schemas.microsoft.com/office/drawing/2014/main" id="{0EA5E6CA-5C78-4B75-BA22-59750E7D45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907717" y="2925988"/>
            <a:ext cx="2794817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4">
            <a:extLst>
              <a:ext uri="{FF2B5EF4-FFF2-40B4-BE49-F238E27FC236}">
                <a16:creationId xmlns:a16="http://schemas.microsoft.com/office/drawing/2014/main" id="{E1C61752-F57C-4FBF-93F3-06F43CCA43C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3100" y="5751926"/>
            <a:ext cx="7217801" cy="470478"/>
          </a:xfrm>
        </p:spPr>
        <p:txBody>
          <a:bodyPr>
            <a:normAutofit/>
          </a:bodyPr>
          <a:lstStyle>
            <a:lvl1pPr marL="0" indent="0" algn="ctr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4">
            <a:extLst>
              <a:ext uri="{FF2B5EF4-FFF2-40B4-BE49-F238E27FC236}">
                <a16:creationId xmlns:a16="http://schemas.microsoft.com/office/drawing/2014/main" id="{E0232175-FB97-4039-8136-B9DD27441C0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96094" y="4893792"/>
            <a:ext cx="1949399" cy="615026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4">
            <a:extLst>
              <a:ext uri="{FF2B5EF4-FFF2-40B4-BE49-F238E27FC236}">
                <a16:creationId xmlns:a16="http://schemas.microsoft.com/office/drawing/2014/main" id="{6E5262C3-0603-403F-AB36-FB4EB9FC7BC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18035" y="4893792"/>
            <a:ext cx="2784499" cy="615026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Picture Placeholder 12">
            <a:extLst>
              <a:ext uri="{FF2B5EF4-FFF2-40B4-BE49-F238E27FC236}">
                <a16:creationId xmlns:a16="http://schemas.microsoft.com/office/drawing/2014/main" id="{D2FBACFC-8B68-4A37-95A4-26BE5A23D75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65044" y="3800404"/>
            <a:ext cx="2455164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6" name="Picture Placeholder 12">
            <a:extLst>
              <a:ext uri="{FF2B5EF4-FFF2-40B4-BE49-F238E27FC236}">
                <a16:creationId xmlns:a16="http://schemas.microsoft.com/office/drawing/2014/main" id="{5A6A36C6-8489-4333-927A-141D8F98AE50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596095" y="3864572"/>
            <a:ext cx="1949399" cy="8961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BB2DF986-C446-4302-9099-B1512AD5D8CA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5907716" y="3864572"/>
            <a:ext cx="1949400" cy="896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BB58C539-3FDE-4755-BEB4-C953AA292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741320"/>
            <a:ext cx="7880057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HOW TO USE THIS TEMPALTE</a:t>
            </a:r>
            <a:endParaRPr lang="ru-RU" dirty="0"/>
          </a:p>
        </p:txBody>
      </p:sp>
      <p:sp>
        <p:nvSpPr>
          <p:cNvPr id="23" name="Graphic 15">
            <a:extLst>
              <a:ext uri="{FF2B5EF4-FFF2-40B4-BE49-F238E27FC236}">
                <a16:creationId xmlns:a16="http://schemas.microsoft.com/office/drawing/2014/main" id="{8EDA54DA-ED01-4416-96BF-C8968F4684B4}"/>
              </a:ext>
            </a:extLst>
          </p:cNvPr>
          <p:cNvSpPr/>
          <p:nvPr userDrawn="1"/>
        </p:nvSpPr>
        <p:spPr>
          <a:xfrm>
            <a:off x="-8380" y="1610268"/>
            <a:ext cx="6939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0047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37.xml"/><Relationship Id="rId21" Type="http://schemas.openxmlformats.org/officeDocument/2006/relationships/theme" Target="../theme/theme4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2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53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DDDDD"/>
            </a:gs>
            <a:gs pos="100000">
              <a:srgbClr val="F8F8F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122363"/>
            <a:ext cx="7661275" cy="4903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057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chemeClr val="bg2"/>
                </a:solidFill>
                <a:latin typeface="Times New Roman" pitchFamily="18" charset="0"/>
              </a:defRPr>
            </a:lvl1pPr>
          </a:lstStyle>
          <a:p>
            <a:fld id="{9970D765-C83F-4CF5-B378-74CB68636BC2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80581" name="Text Box 5"/>
          <p:cNvSpPr txBox="1">
            <a:spLocks noChangeArrowheads="1"/>
          </p:cNvSpPr>
          <p:nvPr/>
        </p:nvSpPr>
        <p:spPr bwMode="auto">
          <a:xfrm>
            <a:off x="4446588" y="6613525"/>
            <a:ext cx="5143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000" b="1">
                <a:solidFill>
                  <a:schemeClr val="tx2"/>
                </a:solidFill>
              </a:rPr>
              <a:t>11.</a:t>
            </a:r>
            <a:fld id="{A776F21C-3DD9-43D4-822E-808492AD4290}" type="slidenum">
              <a:rPr lang="en-US" sz="1000" b="1">
                <a:solidFill>
                  <a:schemeClr val="tx2"/>
                </a:solidFill>
              </a:rPr>
              <a:pPr algn="ctr">
                <a:spcBef>
                  <a:spcPct val="50000"/>
                </a:spcBef>
              </a:pPr>
              <a:t>‹#›</a:t>
            </a:fld>
            <a:endParaRPr lang="en-US" sz="1000" b="1">
              <a:solidFill>
                <a:schemeClr val="tx2"/>
              </a:solidFill>
            </a:endParaRPr>
          </a:p>
        </p:txBody>
      </p:sp>
      <p:sp>
        <p:nvSpPr>
          <p:cNvPr id="280582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80583" name="Text Box 7"/>
          <p:cNvSpPr txBox="1">
            <a:spLocks noChangeArrowheads="1"/>
          </p:cNvSpPr>
          <p:nvPr/>
        </p:nvSpPr>
        <p:spPr bwMode="auto">
          <a:xfrm>
            <a:off x="0" y="6613525"/>
            <a:ext cx="4241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b="1">
                <a:solidFill>
                  <a:schemeClr val="tx2"/>
                </a:solidFill>
              </a:rPr>
              <a:t>José Alferes - Adaptado de Database System Concepts - 5</a:t>
            </a:r>
            <a:r>
              <a:rPr lang="en-US" sz="1000" b="1" baseline="30000">
                <a:solidFill>
                  <a:schemeClr val="tx2"/>
                </a:solidFill>
              </a:rPr>
              <a:t>th</a:t>
            </a:r>
            <a:r>
              <a:rPr lang="en-US" sz="1000" b="1">
                <a:solidFill>
                  <a:schemeClr val="tx2"/>
                </a:solidFill>
              </a:rPr>
              <a:t> Edition</a:t>
            </a:r>
          </a:p>
        </p:txBody>
      </p:sp>
      <p:sp>
        <p:nvSpPr>
          <p:cNvPr id="280584" name="Freeform 8"/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/>
            <a:ahLst/>
            <a:cxnLst>
              <a:cxn ang="0">
                <a:pos x="0" y="59"/>
              </a:cxn>
              <a:cxn ang="0">
                <a:pos x="2" y="48"/>
              </a:cxn>
              <a:cxn ang="0">
                <a:pos x="9" y="34"/>
              </a:cxn>
              <a:cxn ang="0">
                <a:pos x="17" y="25"/>
              </a:cxn>
              <a:cxn ang="0">
                <a:pos x="30" y="17"/>
              </a:cxn>
              <a:cxn ang="0">
                <a:pos x="45" y="10"/>
              </a:cxn>
              <a:cxn ang="0">
                <a:pos x="57" y="6"/>
              </a:cxn>
              <a:cxn ang="0">
                <a:pos x="70" y="2"/>
              </a:cxn>
              <a:cxn ang="0">
                <a:pos x="85" y="0"/>
              </a:cxn>
              <a:cxn ang="0">
                <a:pos x="100" y="0"/>
              </a:cxn>
              <a:cxn ang="0">
                <a:pos x="118" y="0"/>
              </a:cxn>
              <a:cxn ang="0">
                <a:pos x="137" y="0"/>
              </a:cxn>
              <a:cxn ang="0">
                <a:pos x="154" y="2"/>
              </a:cxn>
              <a:cxn ang="0">
                <a:pos x="173" y="6"/>
              </a:cxn>
              <a:cxn ang="0">
                <a:pos x="192" y="8"/>
              </a:cxn>
              <a:cxn ang="0">
                <a:pos x="209" y="12"/>
              </a:cxn>
              <a:cxn ang="0">
                <a:pos x="224" y="15"/>
              </a:cxn>
              <a:cxn ang="0">
                <a:pos x="239" y="19"/>
              </a:cxn>
              <a:cxn ang="0">
                <a:pos x="254" y="23"/>
              </a:cxn>
              <a:cxn ang="0">
                <a:pos x="266" y="25"/>
              </a:cxn>
              <a:cxn ang="0">
                <a:pos x="273" y="27"/>
              </a:cxn>
              <a:cxn ang="0">
                <a:pos x="283" y="31"/>
              </a:cxn>
              <a:cxn ang="0">
                <a:pos x="279" y="44"/>
              </a:cxn>
              <a:cxn ang="0">
                <a:pos x="273" y="42"/>
              </a:cxn>
              <a:cxn ang="0">
                <a:pos x="260" y="40"/>
              </a:cxn>
              <a:cxn ang="0">
                <a:pos x="241" y="36"/>
              </a:cxn>
              <a:cxn ang="0">
                <a:pos x="230" y="34"/>
              </a:cxn>
              <a:cxn ang="0">
                <a:pos x="218" y="32"/>
              </a:cxn>
              <a:cxn ang="0">
                <a:pos x="207" y="31"/>
              </a:cxn>
              <a:cxn ang="0">
                <a:pos x="196" y="29"/>
              </a:cxn>
              <a:cxn ang="0">
                <a:pos x="182" y="27"/>
              </a:cxn>
              <a:cxn ang="0">
                <a:pos x="173" y="25"/>
              </a:cxn>
              <a:cxn ang="0">
                <a:pos x="163" y="23"/>
              </a:cxn>
              <a:cxn ang="0">
                <a:pos x="154" y="21"/>
              </a:cxn>
              <a:cxn ang="0">
                <a:pos x="142" y="19"/>
              </a:cxn>
              <a:cxn ang="0">
                <a:pos x="110" y="15"/>
              </a:cxn>
              <a:cxn ang="0">
                <a:pos x="83" y="21"/>
              </a:cxn>
              <a:cxn ang="0">
                <a:pos x="59" y="29"/>
              </a:cxn>
              <a:cxn ang="0">
                <a:pos x="53" y="31"/>
              </a:cxn>
              <a:cxn ang="0">
                <a:pos x="43" y="34"/>
              </a:cxn>
              <a:cxn ang="0">
                <a:pos x="32" y="38"/>
              </a:cxn>
              <a:cxn ang="0">
                <a:pos x="23" y="44"/>
              </a:cxn>
              <a:cxn ang="0">
                <a:pos x="7" y="55"/>
              </a:cxn>
              <a:cxn ang="0">
                <a:pos x="2" y="61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pitchFamily="2" charset="2"/>
        <a:buChar char="n"/>
        <a:defRPr kumimoji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80000"/>
        <a:buFont typeface="Monotype Sorts" pitchFamily="2" charset="2"/>
        <a:buChar char="l"/>
        <a:defRPr kumimoji="1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75000"/>
        <a:buFont typeface="Webdings" pitchFamily="18" charset="2"/>
        <a:buChar char="4"/>
        <a:defRPr kumimoji="1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Char char="–"/>
        <a:defRPr kumimoji="1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5963" y="5002213"/>
            <a:ext cx="3802062" cy="14430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spcBef>
                <a:spcPct val="50000"/>
              </a:spcBef>
              <a:buClr>
                <a:srgbClr val="003580"/>
              </a:buClr>
              <a:buFont typeface="Wingdings" pitchFamily="2" charset="2"/>
              <a:buNone/>
              <a:defRPr/>
            </a:pPr>
            <a:endParaRPr lang="en-US" sz="2600">
              <a:solidFill>
                <a:srgbClr val="003580"/>
              </a:solidFill>
              <a:latin typeface="Arial" charset="0"/>
              <a:cs typeface="Arial" charset="0"/>
            </a:endParaRPr>
          </a:p>
        </p:txBody>
      </p:sp>
      <p:sp>
        <p:nvSpPr>
          <p:cNvPr id="3075" name="Freeform 11"/>
          <p:cNvSpPr>
            <a:spLocks/>
          </p:cNvSpPr>
          <p:nvPr/>
        </p:nvSpPr>
        <p:spPr bwMode="auto">
          <a:xfrm>
            <a:off x="-53975" y="5784850"/>
            <a:ext cx="3802063" cy="838200"/>
          </a:xfrm>
          <a:custGeom>
            <a:avLst/>
            <a:gdLst>
              <a:gd name="T0" fmla="*/ 0 w 5760"/>
              <a:gd name="T1" fmla="*/ 0 h 528"/>
              <a:gd name="T2" fmla="*/ 5760 w 5760"/>
              <a:gd name="T3" fmla="*/ 0 h 528"/>
              <a:gd name="T4" fmla="*/ 5760 w 5760"/>
              <a:gd name="T5" fmla="*/ 528 h 528"/>
              <a:gd name="T6" fmla="*/ 48 w 5760"/>
              <a:gd name="T7" fmla="*/ 0 h 528"/>
              <a:gd name="T8" fmla="*/ 0 60000 65536"/>
              <a:gd name="T9" fmla="*/ 0 60000 65536"/>
              <a:gd name="T10" fmla="*/ 0 60000 65536"/>
              <a:gd name="T11" fmla="*/ 0 60000 65536"/>
              <a:gd name="T12" fmla="*/ 0 w 5760"/>
              <a:gd name="T13" fmla="*/ 0 h 528"/>
              <a:gd name="T14" fmla="*/ 5760 w 5760"/>
              <a:gd name="T15" fmla="*/ 528 h 5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algn="ctr" eaLnBrk="1" hangingPunct="1">
              <a:spcBef>
                <a:spcPct val="50000"/>
              </a:spcBef>
              <a:buClr>
                <a:srgbClr val="003580"/>
              </a:buClr>
              <a:buFont typeface="Wingdings" pitchFamily="2" charset="2"/>
              <a:buNone/>
            </a:pPr>
            <a:endParaRPr lang="en-US" sz="2600">
              <a:solidFill>
                <a:srgbClr val="003580"/>
              </a:solidFill>
              <a:latin typeface="Arial" charset="0"/>
              <a:cs typeface="Arial" charset="0"/>
            </a:endParaRPr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50000"/>
              </a:spcBef>
              <a:buClr>
                <a:srgbClr val="003580"/>
              </a:buClr>
              <a:buFont typeface="Wingdings" pitchFamily="2" charset="2"/>
              <a:buNone/>
              <a:defRPr/>
            </a:pPr>
            <a:endParaRPr lang="en-US" sz="2600">
              <a:solidFill>
                <a:prstClr val="white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081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spcBef>
                <a:spcPct val="50000"/>
              </a:spcBef>
              <a:buClr>
                <a:srgbClr val="003580"/>
              </a:buClr>
              <a:buFont typeface="Wingdings" pitchFamily="2" charset="2"/>
              <a:buNone/>
              <a:defRPr/>
            </a:pPr>
            <a:fld id="{8BC08FF6-2C8C-4065-80F3-FED208D03AB4}" type="datetimeFigureOut">
              <a:rPr lang="en-US">
                <a:solidFill>
                  <a:prstClr val="black"/>
                </a:solidFill>
                <a:latin typeface="Arial" charset="0"/>
                <a:cs typeface="Arial" charset="0"/>
              </a:rPr>
              <a:pPr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  <a:defRPr/>
              </a:pPr>
              <a:t>5/13/2026</a:t>
            </a:fld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spcBef>
                <a:spcPct val="50000"/>
              </a:spcBef>
              <a:buClr>
                <a:srgbClr val="003580"/>
              </a:buClr>
              <a:buFont typeface="Wingdings" pitchFamily="2" charset="2"/>
              <a:buNone/>
              <a:defRPr/>
            </a:pPr>
            <a:r>
              <a:rPr lang="en-US">
                <a:solidFill>
                  <a:prstClr val="black"/>
                </a:solidFill>
                <a:latin typeface="Arial" charset="0"/>
                <a:cs typeface="Arial" charset="0"/>
              </a:rPr>
              <a:t>Data Protection: RAID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>
              <a:spcBef>
                <a:spcPct val="50000"/>
              </a:spcBef>
              <a:buClr>
                <a:srgbClr val="003580"/>
              </a:buClr>
              <a:buFont typeface="Wingdings" pitchFamily="2" charset="2"/>
              <a:buNone/>
              <a:defRPr/>
            </a:pPr>
            <a:r>
              <a:rPr lang="en-US">
                <a:solidFill>
                  <a:prstClr val="black"/>
                </a:solidFill>
                <a:latin typeface="Arial" charset="0"/>
                <a:cs typeface="Arial" charset="0"/>
              </a:rPr>
              <a:t> - </a:t>
            </a:r>
            <a:fld id="{1A2AE3C2-BB85-4381-985B-D4F831EAA9F8}" type="slidenum">
              <a:rPr lang="en-US" sz="800">
                <a:solidFill>
                  <a:prstClr val="black"/>
                </a:solidFill>
                <a:latin typeface="Arial" charset="0"/>
                <a:cs typeface="Arial" charset="0"/>
              </a:rPr>
              <a:pPr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  <a:defRPr/>
              </a:pPr>
              <a:t>‹#›</a:t>
            </a:fld>
            <a:endParaRPr lang="en-US" sz="80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86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5425" y="584200"/>
            <a:ext cx="8705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4724400" y="5487988"/>
            <a:ext cx="1938338" cy="23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47033" anchor="b"/>
          <a:lstStyle/>
          <a:p>
            <a:pPr algn="r" defTabSz="941388"/>
            <a:endParaRPr lang="en-US" sz="900">
              <a:solidFill>
                <a:srgbClr val="003580"/>
              </a:solidFill>
              <a:latin typeface="Arial" charset="0"/>
            </a:endParaRP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33488"/>
            <a:ext cx="8705850" cy="532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53" name="Text Box 5"/>
          <p:cNvSpPr txBox="1">
            <a:spLocks noChangeArrowheads="1"/>
          </p:cNvSpPr>
          <p:nvPr/>
        </p:nvSpPr>
        <p:spPr bwMode="gray">
          <a:xfrm>
            <a:off x="304800" y="6705600"/>
            <a:ext cx="2233613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tabLst>
                <a:tab pos="9090025" algn="r"/>
              </a:tabLst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tabLst>
                <a:tab pos="9090025" algn="r"/>
              </a:tabLst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tabLst>
                <a:tab pos="9090025" algn="r"/>
              </a:tabLst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tabLst>
                <a:tab pos="9090025" algn="r"/>
              </a:tabLst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tabLst>
                <a:tab pos="9090025" algn="r"/>
              </a:tabLst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tabLst>
                <a:tab pos="9090025" algn="r"/>
              </a:tabLst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tabLst>
                <a:tab pos="9090025" algn="r"/>
              </a:tabLst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tabLst>
                <a:tab pos="9090025" algn="r"/>
              </a:tabLst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tabLst>
                <a:tab pos="9090025" algn="r"/>
              </a:tabLst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800"/>
              <a:t>© 2008 EMC Corporation. All rights reserved.</a:t>
            </a:r>
          </a:p>
        </p:txBody>
      </p:sp>
      <p:sp>
        <p:nvSpPr>
          <p:cNvPr id="299827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43400" y="6677025"/>
            <a:ext cx="38401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800">
                <a:solidFill>
                  <a:srgbClr val="003580"/>
                </a:solidFill>
              </a:defRPr>
            </a:lvl1pPr>
          </a:lstStyle>
          <a:p>
            <a:pPr eaLnBrk="1" hangingPunct="1">
              <a:defRPr/>
            </a:pPr>
            <a:r>
              <a:rPr lang="en-US">
                <a:latin typeface="Arial" charset="0"/>
              </a:rPr>
              <a:t>RAID Arrays</a:t>
            </a:r>
          </a:p>
        </p:txBody>
      </p:sp>
      <p:sp>
        <p:nvSpPr>
          <p:cNvPr id="299827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08938" y="6662738"/>
            <a:ext cx="2135187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FontTx/>
              <a:buNone/>
              <a:defRPr sz="900">
                <a:solidFill>
                  <a:srgbClr val="003580"/>
                </a:solidFill>
              </a:defRPr>
            </a:lvl1pPr>
          </a:lstStyle>
          <a:p>
            <a:pPr eaLnBrk="1" hangingPunct="1">
              <a:defRPr/>
            </a:pPr>
            <a:r>
              <a:rPr lang="en-US">
                <a:latin typeface="Arial" charset="0"/>
              </a:rPr>
              <a:t> - </a:t>
            </a:r>
            <a:fld id="{BB07F47A-D826-41C5-A1C7-9C9129CA256D}" type="slidenum">
              <a:rPr lang="en-US" sz="800">
                <a:latin typeface="Arial" charset="0"/>
              </a:rPr>
              <a:pPr eaLnBrk="1" hangingPunct="1">
                <a:defRPr/>
              </a:pPr>
              <a:t>‹#›</a:t>
            </a:fld>
            <a:endParaRPr lang="en-US" sz="800">
              <a:latin typeface="Arial" charset="0"/>
            </a:endParaRPr>
          </a:p>
        </p:txBody>
      </p:sp>
      <p:pic>
        <p:nvPicPr>
          <p:cNvPr id="2056" name="Picture 8" descr="EES_banner0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88"/>
            <a:ext cx="9144000" cy="561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7" name="Picture 9" descr="mr_logo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1050" y="6680200"/>
            <a:ext cx="666750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1152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</p:sldLayoutIdLst>
  <p:transition/>
  <p:hf hdr="0" dt="0"/>
  <p:txStyles>
    <p:titleStyle>
      <a:lvl1pPr algn="l" defTabSz="941388" rtl="0" eaLnBrk="0" fontAlgn="base" hangingPunct="0">
        <a:spcBef>
          <a:spcPct val="0"/>
        </a:spcBef>
        <a:spcAft>
          <a:spcPct val="0"/>
        </a:spcAft>
        <a:defRPr sz="2800" b="1" i="1">
          <a:solidFill>
            <a:srgbClr val="003580"/>
          </a:solidFill>
          <a:latin typeface="+mj-lt"/>
          <a:ea typeface="+mj-ea"/>
          <a:cs typeface="+mj-cs"/>
        </a:defRPr>
      </a:lvl1pPr>
      <a:lvl2pPr algn="l" defTabSz="941388" rtl="0" eaLnBrk="0" fontAlgn="base" hangingPunct="0">
        <a:spcBef>
          <a:spcPct val="0"/>
        </a:spcBef>
        <a:spcAft>
          <a:spcPct val="0"/>
        </a:spcAft>
        <a:defRPr sz="2800" b="1" i="1">
          <a:solidFill>
            <a:srgbClr val="003580"/>
          </a:solidFill>
          <a:latin typeface="Arial" charset="0"/>
          <a:cs typeface="Arial" charset="0"/>
        </a:defRPr>
      </a:lvl2pPr>
      <a:lvl3pPr algn="l" defTabSz="941388" rtl="0" eaLnBrk="0" fontAlgn="base" hangingPunct="0">
        <a:spcBef>
          <a:spcPct val="0"/>
        </a:spcBef>
        <a:spcAft>
          <a:spcPct val="0"/>
        </a:spcAft>
        <a:defRPr sz="2800" b="1" i="1">
          <a:solidFill>
            <a:srgbClr val="003580"/>
          </a:solidFill>
          <a:latin typeface="Arial" charset="0"/>
          <a:cs typeface="Arial" charset="0"/>
        </a:defRPr>
      </a:lvl3pPr>
      <a:lvl4pPr algn="l" defTabSz="941388" rtl="0" eaLnBrk="0" fontAlgn="base" hangingPunct="0">
        <a:spcBef>
          <a:spcPct val="0"/>
        </a:spcBef>
        <a:spcAft>
          <a:spcPct val="0"/>
        </a:spcAft>
        <a:defRPr sz="2800" b="1" i="1">
          <a:solidFill>
            <a:srgbClr val="003580"/>
          </a:solidFill>
          <a:latin typeface="Arial" charset="0"/>
          <a:cs typeface="Arial" charset="0"/>
        </a:defRPr>
      </a:lvl4pPr>
      <a:lvl5pPr algn="l" defTabSz="941388" rtl="0" eaLnBrk="0" fontAlgn="base" hangingPunct="0">
        <a:spcBef>
          <a:spcPct val="0"/>
        </a:spcBef>
        <a:spcAft>
          <a:spcPct val="0"/>
        </a:spcAft>
        <a:defRPr sz="2800" b="1" i="1">
          <a:solidFill>
            <a:srgbClr val="003580"/>
          </a:solidFill>
          <a:latin typeface="Arial" charset="0"/>
          <a:cs typeface="Arial" charset="0"/>
        </a:defRPr>
      </a:lvl5pPr>
      <a:lvl6pPr marL="457200" algn="l" defTabSz="941388" rtl="0" fontAlgn="base">
        <a:spcBef>
          <a:spcPct val="0"/>
        </a:spcBef>
        <a:spcAft>
          <a:spcPct val="0"/>
        </a:spcAft>
        <a:defRPr sz="2800" b="1" i="1">
          <a:solidFill>
            <a:srgbClr val="003580"/>
          </a:solidFill>
          <a:latin typeface="Arial" charset="0"/>
          <a:cs typeface="Arial" charset="0"/>
        </a:defRPr>
      </a:lvl6pPr>
      <a:lvl7pPr marL="914400" algn="l" defTabSz="941388" rtl="0" fontAlgn="base">
        <a:spcBef>
          <a:spcPct val="0"/>
        </a:spcBef>
        <a:spcAft>
          <a:spcPct val="0"/>
        </a:spcAft>
        <a:defRPr sz="2800" b="1" i="1">
          <a:solidFill>
            <a:srgbClr val="003580"/>
          </a:solidFill>
          <a:latin typeface="Arial" charset="0"/>
          <a:cs typeface="Arial" charset="0"/>
        </a:defRPr>
      </a:lvl7pPr>
      <a:lvl8pPr marL="1371600" algn="l" defTabSz="941388" rtl="0" fontAlgn="base">
        <a:spcBef>
          <a:spcPct val="0"/>
        </a:spcBef>
        <a:spcAft>
          <a:spcPct val="0"/>
        </a:spcAft>
        <a:defRPr sz="2800" b="1" i="1">
          <a:solidFill>
            <a:srgbClr val="003580"/>
          </a:solidFill>
          <a:latin typeface="Arial" charset="0"/>
          <a:cs typeface="Arial" charset="0"/>
        </a:defRPr>
      </a:lvl8pPr>
      <a:lvl9pPr marL="1828800" algn="l" defTabSz="941388" rtl="0" fontAlgn="base">
        <a:spcBef>
          <a:spcPct val="0"/>
        </a:spcBef>
        <a:spcAft>
          <a:spcPct val="0"/>
        </a:spcAft>
        <a:defRPr sz="2800" b="1" i="1">
          <a:solidFill>
            <a:srgbClr val="003580"/>
          </a:solidFill>
          <a:latin typeface="Arial" charset="0"/>
          <a:cs typeface="Arial" charset="0"/>
        </a:defRPr>
      </a:lvl9pPr>
    </p:titleStyle>
    <p:bodyStyle>
      <a:lvl1pPr marL="234950" indent="-234950" algn="l" defTabSz="890588" rtl="0" eaLnBrk="0" fontAlgn="base" hangingPunct="0">
        <a:spcBef>
          <a:spcPct val="50000"/>
        </a:spcBef>
        <a:spcAft>
          <a:spcPct val="0"/>
        </a:spcAft>
        <a:buClr>
          <a:srgbClr val="003580"/>
        </a:buClr>
        <a:buFont typeface="Wingdings" pitchFamily="2" charset="2"/>
        <a:buChar char=""/>
        <a:tabLst>
          <a:tab pos="6985000" algn="l"/>
          <a:tab pos="7185025" algn="l"/>
          <a:tab pos="7837488" algn="l"/>
        </a:tabLst>
        <a:defRPr sz="2600">
          <a:solidFill>
            <a:schemeClr val="tx2"/>
          </a:solidFill>
          <a:latin typeface="+mn-lt"/>
          <a:ea typeface="+mn-ea"/>
          <a:cs typeface="+mn-cs"/>
        </a:defRPr>
      </a:lvl1pPr>
      <a:lvl2pPr marL="568325" indent="-219075" algn="l" defTabSz="890588" rtl="0" eaLnBrk="0" fontAlgn="base" hangingPunct="0">
        <a:spcBef>
          <a:spcPct val="25000"/>
        </a:spcBef>
        <a:spcAft>
          <a:spcPct val="0"/>
        </a:spcAft>
        <a:buClr>
          <a:srgbClr val="003580"/>
        </a:buClr>
        <a:buFont typeface="Times New Roman" pitchFamily="18" charset="0"/>
        <a:buChar char="–"/>
        <a:tabLst>
          <a:tab pos="6985000" algn="l"/>
          <a:tab pos="7185025" algn="l"/>
          <a:tab pos="7837488" algn="l"/>
        </a:tabLst>
        <a:defRPr sz="2100">
          <a:solidFill>
            <a:schemeClr val="tx2"/>
          </a:solidFill>
          <a:latin typeface="+mn-lt"/>
          <a:cs typeface="+mn-cs"/>
        </a:defRPr>
      </a:lvl2pPr>
      <a:lvl3pPr marL="908050" indent="-222250" algn="l" defTabSz="890588" rtl="0" eaLnBrk="0" fontAlgn="base" hangingPunct="0">
        <a:spcBef>
          <a:spcPct val="25000"/>
        </a:spcBef>
        <a:spcAft>
          <a:spcPct val="0"/>
        </a:spcAft>
        <a:buClr>
          <a:srgbClr val="003580"/>
        </a:buClr>
        <a:buFont typeface="Wingdings" pitchFamily="2" charset="2"/>
        <a:buChar char="Ø"/>
        <a:tabLst>
          <a:tab pos="6985000" algn="l"/>
          <a:tab pos="7185025" algn="l"/>
          <a:tab pos="7837488" algn="l"/>
        </a:tabLst>
        <a:defRPr sz="1900">
          <a:solidFill>
            <a:schemeClr val="tx2"/>
          </a:solidFill>
          <a:latin typeface="+mn-lt"/>
          <a:cs typeface="+mn-cs"/>
        </a:defRPr>
      </a:lvl3pPr>
      <a:lvl4pPr marL="1257300" indent="-234950" algn="l" defTabSz="890588" rtl="0" eaLnBrk="0" fontAlgn="base" hangingPunct="0">
        <a:spcBef>
          <a:spcPct val="25000"/>
        </a:spcBef>
        <a:spcAft>
          <a:spcPct val="0"/>
        </a:spcAft>
        <a:buClr>
          <a:srgbClr val="003580"/>
        </a:buClr>
        <a:buFont typeface="Wingdings" pitchFamily="2" charset="2"/>
        <a:buChar char="v"/>
        <a:tabLst>
          <a:tab pos="6985000" algn="l"/>
          <a:tab pos="7185025" algn="l"/>
          <a:tab pos="7837488" algn="l"/>
        </a:tabLst>
        <a:defRPr sz="1600">
          <a:solidFill>
            <a:schemeClr val="tx2"/>
          </a:solidFill>
          <a:latin typeface="+mn-lt"/>
          <a:cs typeface="+mn-cs"/>
        </a:defRPr>
      </a:lvl4pPr>
      <a:lvl5pPr marL="1606550" indent="-234950" algn="l" defTabSz="890588" rtl="0" eaLnBrk="0" fontAlgn="base" hangingPunct="0">
        <a:spcBef>
          <a:spcPct val="25000"/>
        </a:spcBef>
        <a:spcAft>
          <a:spcPct val="0"/>
        </a:spcAft>
        <a:buClr>
          <a:srgbClr val="003580"/>
        </a:buClr>
        <a:buFont typeface="Wingdings" pitchFamily="2" charset="2"/>
        <a:buChar char="«"/>
        <a:tabLst>
          <a:tab pos="6985000" algn="l"/>
          <a:tab pos="7185025" algn="l"/>
          <a:tab pos="7837488" algn="l"/>
        </a:tabLst>
        <a:defRPr sz="1400">
          <a:solidFill>
            <a:schemeClr val="tx2"/>
          </a:solidFill>
          <a:latin typeface="+mn-lt"/>
          <a:cs typeface="+mn-cs"/>
        </a:defRPr>
      </a:lvl5pPr>
      <a:lvl6pPr marL="2063750" indent="-234950" algn="l" defTabSz="890588" rtl="0" eaLnBrk="0" fontAlgn="base" hangingPunct="0">
        <a:spcBef>
          <a:spcPct val="25000"/>
        </a:spcBef>
        <a:spcAft>
          <a:spcPct val="0"/>
        </a:spcAft>
        <a:buClr>
          <a:srgbClr val="003580"/>
        </a:buClr>
        <a:buFont typeface="Wingdings" pitchFamily="2" charset="2"/>
        <a:buChar char="«"/>
        <a:tabLst>
          <a:tab pos="6985000" algn="l"/>
          <a:tab pos="7185025" algn="l"/>
          <a:tab pos="7837488" algn="l"/>
        </a:tabLst>
        <a:defRPr sz="1400">
          <a:solidFill>
            <a:schemeClr val="tx2"/>
          </a:solidFill>
          <a:latin typeface="+mn-lt"/>
          <a:cs typeface="+mn-cs"/>
        </a:defRPr>
      </a:lvl6pPr>
      <a:lvl7pPr marL="2520950" indent="-234950" algn="l" defTabSz="890588" rtl="0" eaLnBrk="0" fontAlgn="base" hangingPunct="0">
        <a:spcBef>
          <a:spcPct val="25000"/>
        </a:spcBef>
        <a:spcAft>
          <a:spcPct val="0"/>
        </a:spcAft>
        <a:buClr>
          <a:srgbClr val="003580"/>
        </a:buClr>
        <a:buFont typeface="Wingdings" pitchFamily="2" charset="2"/>
        <a:buChar char="«"/>
        <a:tabLst>
          <a:tab pos="6985000" algn="l"/>
          <a:tab pos="7185025" algn="l"/>
          <a:tab pos="7837488" algn="l"/>
        </a:tabLst>
        <a:defRPr sz="1400">
          <a:solidFill>
            <a:schemeClr val="tx2"/>
          </a:solidFill>
          <a:latin typeface="+mn-lt"/>
          <a:cs typeface="+mn-cs"/>
        </a:defRPr>
      </a:lvl7pPr>
      <a:lvl8pPr marL="2978150" indent="-234950" algn="l" defTabSz="890588" rtl="0" eaLnBrk="0" fontAlgn="base" hangingPunct="0">
        <a:spcBef>
          <a:spcPct val="25000"/>
        </a:spcBef>
        <a:spcAft>
          <a:spcPct val="0"/>
        </a:spcAft>
        <a:buClr>
          <a:srgbClr val="003580"/>
        </a:buClr>
        <a:buFont typeface="Wingdings" pitchFamily="2" charset="2"/>
        <a:buChar char="«"/>
        <a:tabLst>
          <a:tab pos="6985000" algn="l"/>
          <a:tab pos="7185025" algn="l"/>
          <a:tab pos="7837488" algn="l"/>
        </a:tabLst>
        <a:defRPr sz="1400">
          <a:solidFill>
            <a:schemeClr val="tx2"/>
          </a:solidFill>
          <a:latin typeface="+mn-lt"/>
          <a:cs typeface="+mn-cs"/>
        </a:defRPr>
      </a:lvl8pPr>
      <a:lvl9pPr marL="3435350" indent="-234950" algn="l" defTabSz="890588" rtl="0" eaLnBrk="0" fontAlgn="base" hangingPunct="0">
        <a:spcBef>
          <a:spcPct val="25000"/>
        </a:spcBef>
        <a:spcAft>
          <a:spcPct val="0"/>
        </a:spcAft>
        <a:buClr>
          <a:srgbClr val="003580"/>
        </a:buClr>
        <a:buFont typeface="Wingdings" pitchFamily="2" charset="2"/>
        <a:buChar char="«"/>
        <a:tabLst>
          <a:tab pos="6985000" algn="l"/>
          <a:tab pos="7185025" algn="l"/>
          <a:tab pos="7837488" algn="l"/>
        </a:tabLst>
        <a:defRPr sz="1400">
          <a:solidFill>
            <a:schemeClr val="tx2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47621" y="6002373"/>
            <a:ext cx="412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  <a:latin typeface="+mn-lt"/>
              </a:defRPr>
            </a:lvl1pPr>
          </a:lstStyle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3300" y="600237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MM.DD.20XX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8651" y="6002373"/>
            <a:ext cx="2549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ADD A FOOTER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6844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  <p:sldLayoutId id="2147483725" r:id="rId18"/>
    <p:sldLayoutId id="2147483726" r:id="rId19"/>
    <p:sldLayoutId id="2147483727" r:id="rId20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2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>
          <p15:clr>
            <a:srgbClr val="F26B43"/>
          </p15:clr>
        </p15:guide>
        <p15:guide id="2" pos="574">
          <p15:clr>
            <a:srgbClr val="F26B43"/>
          </p15:clr>
        </p15:guide>
        <p15:guide id="3" pos="7106">
          <p15:clr>
            <a:srgbClr val="F26B43"/>
          </p15:clr>
        </p15:guide>
        <p15:guide id="4" orient="horz" pos="3748">
          <p15:clr>
            <a:srgbClr val="F26B43"/>
          </p15:clr>
        </p15:guide>
        <p15:guide id="5" pos="4407">
          <p15:clr>
            <a:srgbClr val="F26B43"/>
          </p15:clr>
        </p15:guide>
        <p15:guide id="6" pos="3273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8" descr="Building glass walls and sky">
            <a:extLst>
              <a:ext uri="{FF2B5EF4-FFF2-40B4-BE49-F238E27FC236}">
                <a16:creationId xmlns:a16="http://schemas.microsoft.com/office/drawing/2014/main" id="{873751CF-C490-45B5-B248-BF86A59ECF2E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2"/>
          <a:srcRect l="-48" t="6766" r="19843" b="3091"/>
          <a:stretch/>
        </p:blipFill>
        <p:spPr>
          <a:xfrm>
            <a:off x="2277274" y="818774"/>
            <a:ext cx="6866726" cy="51435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6E9371-6E05-45E0-803B-4C39AC28C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950" dirty="0"/>
              <a:t>Database Management Systems</a:t>
            </a:r>
            <a:endParaRPr lang="ru-RU" sz="49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0FE25-038A-4A14-B11A-432FECB7FA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Shamim Ahmad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2683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009FF-FBCD-48E9-9C14-6EF6F8136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RAID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969D17-17D2-48E8-B3DE-4852C46DF0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0731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RAID</a:t>
            </a:r>
          </a:p>
        </p:txBody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122363"/>
            <a:ext cx="7218363" cy="517683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600" dirty="0"/>
              <a:t>The choice of </a:t>
            </a:r>
            <a:r>
              <a:rPr lang="en-US" sz="1600" b="1" dirty="0"/>
              <a:t>disk structure </a:t>
            </a:r>
            <a:r>
              <a:rPr lang="en-US" sz="1600" dirty="0"/>
              <a:t>is very important in databases. Important factors, besides price, are:</a:t>
            </a:r>
          </a:p>
          <a:p>
            <a:pPr lvl="1">
              <a:lnSpc>
                <a:spcPct val="80000"/>
              </a:lnSpc>
            </a:pPr>
            <a:r>
              <a:rPr lang="en-US" sz="1600" b="1" dirty="0"/>
              <a:t>Capacity</a:t>
            </a:r>
          </a:p>
          <a:p>
            <a:pPr lvl="1">
              <a:lnSpc>
                <a:spcPct val="80000"/>
              </a:lnSpc>
            </a:pPr>
            <a:r>
              <a:rPr lang="en-US" sz="1600" b="1" dirty="0"/>
              <a:t>Speed</a:t>
            </a:r>
          </a:p>
          <a:p>
            <a:pPr lvl="1">
              <a:lnSpc>
                <a:spcPct val="80000"/>
              </a:lnSpc>
            </a:pPr>
            <a:r>
              <a:rPr lang="en-US" sz="1600" b="1" dirty="0"/>
              <a:t>Reliability</a:t>
            </a:r>
          </a:p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tx2"/>
                </a:solidFill>
              </a:rPr>
              <a:t>RAID: Redundant Arrays of Independent Disks</a:t>
            </a:r>
            <a:r>
              <a:rPr lang="en-US" b="1" dirty="0"/>
              <a:t> </a:t>
            </a:r>
            <a:endParaRPr lang="en-US" dirty="0"/>
          </a:p>
          <a:p>
            <a:pPr lvl="1">
              <a:lnSpc>
                <a:spcPct val="80000"/>
              </a:lnSpc>
            </a:pPr>
            <a:r>
              <a:rPr lang="en-US" sz="1600" dirty="0"/>
              <a:t>disk organization techniques that manage a large numbers of disks, providing a view of a single disk of </a:t>
            </a:r>
          </a:p>
          <a:p>
            <a:pPr lvl="2">
              <a:lnSpc>
                <a:spcPct val="80000"/>
              </a:lnSpc>
            </a:pPr>
            <a:r>
              <a:rPr lang="en-US" sz="1600" dirty="0">
                <a:solidFill>
                  <a:schemeClr val="tx2"/>
                </a:solidFill>
              </a:rPr>
              <a:t>high capacity</a:t>
            </a:r>
            <a:r>
              <a:rPr lang="en-US" sz="1600" dirty="0"/>
              <a:t> and </a:t>
            </a:r>
            <a:r>
              <a:rPr lang="en-US" sz="1600" dirty="0">
                <a:solidFill>
                  <a:schemeClr val="tx2"/>
                </a:solidFill>
              </a:rPr>
              <a:t>high speed</a:t>
            </a:r>
            <a:r>
              <a:rPr lang="en-US" sz="1600" dirty="0"/>
              <a:t>  by using multiple disks in parallel, and </a:t>
            </a:r>
          </a:p>
          <a:p>
            <a:pPr lvl="2">
              <a:lnSpc>
                <a:spcPct val="80000"/>
              </a:lnSpc>
            </a:pPr>
            <a:r>
              <a:rPr lang="en-US" sz="1600" dirty="0">
                <a:solidFill>
                  <a:schemeClr val="tx2"/>
                </a:solidFill>
              </a:rPr>
              <a:t>high reliability</a:t>
            </a:r>
            <a:r>
              <a:rPr lang="en-US" sz="1600" dirty="0"/>
              <a:t> by storing data redundantly, so that data can be recovered even if  a disk fails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>
          <a:xfrm>
            <a:off x="550863" y="306388"/>
            <a:ext cx="8593137" cy="457200"/>
          </a:xfrm>
        </p:spPr>
        <p:txBody>
          <a:bodyPr/>
          <a:lstStyle/>
          <a:p>
            <a:r>
              <a:rPr lang="en-US" sz="2800"/>
              <a:t>Improvement of Reliability via Redundancy</a:t>
            </a:r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208088"/>
            <a:ext cx="7259638" cy="52641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tx2"/>
                </a:solidFill>
              </a:rPr>
              <a:t>Redundancy</a:t>
            </a:r>
            <a:r>
              <a:rPr lang="en-US" sz="1600" dirty="0"/>
              <a:t> – store extra information that can be used to rebuild information lost in a disk failure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E.g., </a:t>
            </a:r>
            <a:r>
              <a:rPr lang="en-US" sz="1600" b="1" dirty="0">
                <a:solidFill>
                  <a:schemeClr val="tx2"/>
                </a:solidFill>
              </a:rPr>
              <a:t>Mirroring</a:t>
            </a:r>
            <a:r>
              <a:rPr lang="en-US" sz="1600" b="1" dirty="0"/>
              <a:t> </a:t>
            </a:r>
            <a:r>
              <a:rPr lang="en-US" sz="1600" dirty="0"/>
              <a:t>(or</a:t>
            </a:r>
            <a:r>
              <a:rPr lang="en-US" sz="1600" b="1" dirty="0"/>
              <a:t> shadowing</a:t>
            </a:r>
            <a:r>
              <a:rPr lang="en-US" sz="1600" dirty="0"/>
              <a:t>) – </a:t>
            </a:r>
            <a:r>
              <a:rPr lang="en-US" sz="1600" b="1" dirty="0">
                <a:solidFill>
                  <a:schemeClr val="tx2"/>
                </a:solidFill>
              </a:rPr>
              <a:t>RAID level 1</a:t>
            </a:r>
            <a:r>
              <a:rPr lang="en-US" sz="1600" b="1" dirty="0"/>
              <a:t> </a:t>
            </a:r>
            <a:endParaRPr lang="en-US" sz="1600" dirty="0"/>
          </a:p>
          <a:p>
            <a:pPr lvl="1">
              <a:lnSpc>
                <a:spcPct val="90000"/>
              </a:lnSpc>
            </a:pPr>
            <a:r>
              <a:rPr lang="en-US" sz="1600" dirty="0"/>
              <a:t>Duplicate every disk.  Logical disk consists of two physical disks.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Every write is carried out on both disks</a:t>
            </a:r>
          </a:p>
          <a:p>
            <a:pPr lvl="2">
              <a:lnSpc>
                <a:spcPct val="90000"/>
              </a:lnSpc>
            </a:pPr>
            <a:r>
              <a:rPr lang="en-US" sz="1600" dirty="0"/>
              <a:t>Reads can take place from either disk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If one disk in a pair fails, data still available in the other</a:t>
            </a:r>
          </a:p>
          <a:p>
            <a:pPr lvl="2">
              <a:lnSpc>
                <a:spcPct val="90000"/>
              </a:lnSpc>
            </a:pPr>
            <a:r>
              <a:rPr lang="en-US" sz="1600" dirty="0"/>
              <a:t>Data loss would occur only if a disk fails, and its mirror disk also fails before the system is repaired</a:t>
            </a:r>
          </a:p>
          <a:p>
            <a:pPr lvl="3">
              <a:lnSpc>
                <a:spcPct val="90000"/>
              </a:lnSpc>
            </a:pPr>
            <a:r>
              <a:rPr lang="en-US" sz="1600" dirty="0"/>
              <a:t>Probability of combined event is very small, (except for dependent failure modes such as fire or building collapse or electrical power surges)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Mean time to data loss</a:t>
            </a:r>
            <a:r>
              <a:rPr lang="en-US" sz="1600" dirty="0"/>
              <a:t> depends on mean time to failure, </a:t>
            </a:r>
            <a:br>
              <a:rPr lang="en-US" sz="1600" dirty="0"/>
            </a:br>
            <a:r>
              <a:rPr lang="en-US" sz="1600" dirty="0"/>
              <a:t>and </a:t>
            </a:r>
            <a:r>
              <a:rPr lang="en-US" sz="1600" dirty="0">
                <a:solidFill>
                  <a:schemeClr val="tx2"/>
                </a:solidFill>
              </a:rPr>
              <a:t>mean time to repair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1600" dirty="0"/>
          </a:p>
          <a:p>
            <a:pPr lvl="4">
              <a:lnSpc>
                <a:spcPct val="90000"/>
              </a:lnSpc>
            </a:pP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080442-556C-488C-B687-EDB07134692E}"/>
              </a:ext>
            </a:extLst>
          </p:cNvPr>
          <p:cNvSpPr txBox="1"/>
          <p:nvPr/>
        </p:nvSpPr>
        <p:spPr>
          <a:xfrm>
            <a:off x="609600" y="419395"/>
            <a:ext cx="85344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Mean Time to Failure (MTTF)</a:t>
            </a:r>
          </a:p>
          <a:p>
            <a:endParaRPr lang="en-US" sz="2400" b="1" dirty="0"/>
          </a:p>
          <a:p>
            <a:r>
              <a:rPr lang="en-US" sz="2400" b="1" dirty="0"/>
              <a:t>Definition</a:t>
            </a:r>
          </a:p>
          <a:p>
            <a:r>
              <a:rPr lang="en-US" sz="2400" dirty="0"/>
              <a:t>MTTF is the </a:t>
            </a:r>
            <a:r>
              <a:rPr lang="en-US" sz="2400" b="1" dirty="0"/>
              <a:t>average time a disk or system operates before it fails</a:t>
            </a:r>
            <a:r>
              <a:rPr lang="en-US" sz="2400" dirty="0"/>
              <a:t>.</a:t>
            </a:r>
          </a:p>
          <a:p>
            <a:r>
              <a:rPr lang="en-US" sz="2400" dirty="0"/>
              <a:t>It is usually measured in:</a:t>
            </a:r>
          </a:p>
          <a:p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Hours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Days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Years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/>
              <a:t>For hard disks, manufacturers often specify values like: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1,000,000 hours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1.5 million hours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2 million hours</a:t>
            </a:r>
          </a:p>
        </p:txBody>
      </p:sp>
    </p:spTree>
    <p:extLst>
      <p:ext uri="{BB962C8B-B14F-4D97-AF65-F5344CB8AC3E}">
        <p14:creationId xmlns:p14="http://schemas.microsoft.com/office/powerpoint/2010/main" val="3797559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2BD51A06-F3AA-4C99-BF79-F3FF02803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982" y="1032854"/>
            <a:ext cx="7426036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Suppose: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HDD has an MTTF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1,000,000 hours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means: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 average, the disk is expected to fail once every 1,000,000 operating hours.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does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mean the disk will definitely last 1,000,000 hours.</a:t>
            </a:r>
          </a:p>
        </p:txBody>
      </p:sp>
    </p:spTree>
    <p:extLst>
      <p:ext uri="{BB962C8B-B14F-4D97-AF65-F5344CB8AC3E}">
        <p14:creationId xmlns:p14="http://schemas.microsoft.com/office/powerpoint/2010/main" val="1064456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390949F-8319-4289-A4CB-3EE8A03E2055}"/>
              </a:ext>
            </a:extLst>
          </p:cNvPr>
          <p:cNvSpPr txBox="1"/>
          <p:nvPr/>
        </p:nvSpPr>
        <p:spPr>
          <a:xfrm>
            <a:off x="789709" y="1074510"/>
            <a:ext cx="807719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RAID Example</a:t>
            </a:r>
          </a:p>
          <a:p>
            <a:r>
              <a:rPr lang="en-US" dirty="0"/>
              <a:t>Assume: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RAID 1 contains </a:t>
            </a:r>
            <a:r>
              <a:rPr lang="en-US" b="1" dirty="0"/>
              <a:t>2 disks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disk MTTF = 1,000,000 hours </a:t>
            </a:r>
          </a:p>
          <a:p>
            <a:r>
              <a:rPr lang="en-US" dirty="0"/>
              <a:t>Since either disk can fail, the RAID experiences a disk failure more frequently.</a:t>
            </a:r>
          </a:p>
          <a:p>
            <a:endParaRPr lang="en-US" dirty="0"/>
          </a:p>
          <a:p>
            <a:r>
              <a:rPr lang="en-US" dirty="0"/>
              <a:t>Approximate RAID failure rate: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RAID with more disks,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chance of one disk failing increases.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9562FF-BCAA-4AF5-86B0-45EDEAAF3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4120188"/>
            <a:ext cx="3181350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386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92113" y="260350"/>
            <a:ext cx="8923337" cy="457200"/>
          </a:xfrm>
        </p:spPr>
        <p:txBody>
          <a:bodyPr/>
          <a:lstStyle/>
          <a:p>
            <a:r>
              <a:rPr lang="en-US" sz="2800"/>
              <a:t>Improvement in Performance via Parallelism</a:t>
            </a:r>
          </a:p>
        </p:txBody>
      </p:sp>
      <p:sp>
        <p:nvSpPr>
          <p:cNvPr id="398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7081" y="1058862"/>
            <a:ext cx="7589838" cy="4740275"/>
          </a:xfrm>
        </p:spPr>
        <p:txBody>
          <a:bodyPr/>
          <a:lstStyle/>
          <a:p>
            <a:r>
              <a:rPr lang="en-US" sz="1600" dirty="0"/>
              <a:t>Two main goals of parallelism in a disk system: </a:t>
            </a:r>
          </a:p>
          <a:p>
            <a:pPr lvl="1">
              <a:buFont typeface="Monotype Sorts" pitchFamily="2" charset="2"/>
              <a:buNone/>
            </a:pPr>
            <a:r>
              <a:rPr lang="en-US" sz="1600" dirty="0"/>
              <a:t>1.	Load balance multiple </a:t>
            </a:r>
            <a:r>
              <a:rPr lang="en-US" sz="1600" b="1" dirty="0"/>
              <a:t>small accesses </a:t>
            </a:r>
            <a:r>
              <a:rPr lang="en-US" sz="1600" dirty="0"/>
              <a:t>to increase throughput</a:t>
            </a:r>
          </a:p>
          <a:p>
            <a:pPr lvl="1">
              <a:buFont typeface="Monotype Sorts" pitchFamily="2" charset="2"/>
              <a:buNone/>
            </a:pPr>
            <a:r>
              <a:rPr lang="en-US" sz="1600" dirty="0"/>
              <a:t>2.	Parallelize large accesses to reduce response time.</a:t>
            </a:r>
          </a:p>
          <a:p>
            <a:r>
              <a:rPr lang="en-US" sz="1600" dirty="0"/>
              <a:t>Improve transfer rate by </a:t>
            </a:r>
            <a:r>
              <a:rPr lang="en-US" sz="1600" b="1" dirty="0"/>
              <a:t>striping data </a:t>
            </a:r>
            <a:r>
              <a:rPr lang="en-US" sz="1600" dirty="0"/>
              <a:t>across multiple disks.</a:t>
            </a:r>
          </a:p>
          <a:p>
            <a:endParaRPr lang="en-US" sz="1600" b="1" dirty="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42DEFF-796E-476C-B156-A1BF8E8B0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113" y="2520496"/>
            <a:ext cx="8765372" cy="18170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DE54A5-1B5E-4096-BEC2-0BB6810CEC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766" y="4506345"/>
            <a:ext cx="4956062" cy="22411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92113" y="260350"/>
            <a:ext cx="8923337" cy="457200"/>
          </a:xfrm>
        </p:spPr>
        <p:txBody>
          <a:bodyPr/>
          <a:lstStyle/>
          <a:p>
            <a:r>
              <a:rPr lang="en-US" sz="2800"/>
              <a:t>Improvement in Performance via Parallelism</a:t>
            </a:r>
          </a:p>
        </p:txBody>
      </p:sp>
      <p:sp>
        <p:nvSpPr>
          <p:cNvPr id="398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7081" y="1058862"/>
            <a:ext cx="7589838" cy="4740275"/>
          </a:xfrm>
        </p:spPr>
        <p:txBody>
          <a:bodyPr/>
          <a:lstStyle/>
          <a:p>
            <a:r>
              <a:rPr lang="en-US" sz="1600" dirty="0"/>
              <a:t>Improve transfer rate by </a:t>
            </a:r>
            <a:r>
              <a:rPr lang="en-US" sz="1600" b="1" dirty="0"/>
              <a:t>striping data </a:t>
            </a:r>
            <a:r>
              <a:rPr lang="en-US" sz="1600" dirty="0"/>
              <a:t>across multiple disks.</a:t>
            </a:r>
          </a:p>
          <a:p>
            <a:r>
              <a:rPr lang="en-US" sz="1600" b="1" dirty="0">
                <a:solidFill>
                  <a:schemeClr val="tx2"/>
                </a:solidFill>
              </a:rPr>
              <a:t>Bit-level striping</a:t>
            </a:r>
            <a:r>
              <a:rPr lang="en-US" sz="1600" dirty="0"/>
              <a:t> – split the bits of each byte across multiple disks</a:t>
            </a:r>
          </a:p>
          <a:p>
            <a:pPr lvl="1"/>
            <a:r>
              <a:rPr lang="en-US" sz="1600" dirty="0"/>
              <a:t>In an array of eight disks, write bit </a:t>
            </a:r>
            <a:r>
              <a:rPr lang="en-US" sz="1600" b="1" i="1" dirty="0" err="1"/>
              <a:t>i</a:t>
            </a:r>
            <a:r>
              <a:rPr lang="en-US" sz="1600" b="1" dirty="0"/>
              <a:t> of each byte to disk </a:t>
            </a:r>
            <a:r>
              <a:rPr lang="en-US" sz="1600" b="1" i="1" dirty="0" err="1"/>
              <a:t>i</a:t>
            </a:r>
            <a:r>
              <a:rPr lang="en-US" sz="1600" b="1" i="1" dirty="0"/>
              <a:t>.</a:t>
            </a:r>
            <a:endParaRPr lang="en-US" sz="1600" b="1" dirty="0"/>
          </a:p>
          <a:p>
            <a:pPr lvl="1"/>
            <a:r>
              <a:rPr lang="en-US" sz="1600" dirty="0"/>
              <a:t>Each access can read </a:t>
            </a:r>
            <a:r>
              <a:rPr lang="en-US" sz="1600" b="1" dirty="0"/>
              <a:t>data at eight times the rate of a single disk.</a:t>
            </a:r>
          </a:p>
          <a:p>
            <a:pPr lvl="1"/>
            <a:r>
              <a:rPr lang="en-US" sz="1600" dirty="0"/>
              <a:t>But seek/access time worse than for a single disk</a:t>
            </a:r>
          </a:p>
          <a:p>
            <a:pPr lvl="2"/>
            <a:r>
              <a:rPr lang="en-US" sz="1600" dirty="0"/>
              <a:t>Bit level striping is not used much any more</a:t>
            </a:r>
          </a:p>
        </p:txBody>
      </p:sp>
    </p:spTree>
    <p:extLst>
      <p:ext uri="{BB962C8B-B14F-4D97-AF65-F5344CB8AC3E}">
        <p14:creationId xmlns:p14="http://schemas.microsoft.com/office/powerpoint/2010/main" val="3309692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92113" y="260350"/>
            <a:ext cx="8923337" cy="457200"/>
          </a:xfrm>
        </p:spPr>
        <p:txBody>
          <a:bodyPr/>
          <a:lstStyle/>
          <a:p>
            <a:r>
              <a:rPr lang="en-US" sz="2800"/>
              <a:t>Improvement in Performance via Parallelism</a:t>
            </a:r>
          </a:p>
        </p:txBody>
      </p:sp>
      <p:sp>
        <p:nvSpPr>
          <p:cNvPr id="398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7081" y="1058862"/>
            <a:ext cx="7589838" cy="4740275"/>
          </a:xfrm>
        </p:spPr>
        <p:txBody>
          <a:bodyPr/>
          <a:lstStyle/>
          <a:p>
            <a:r>
              <a:rPr lang="en-US" sz="1600" b="1" dirty="0">
                <a:solidFill>
                  <a:schemeClr val="tx2"/>
                </a:solidFill>
              </a:rPr>
              <a:t>Block-level striping</a:t>
            </a:r>
            <a:r>
              <a:rPr lang="en-US" sz="1600" b="1" dirty="0"/>
              <a:t> </a:t>
            </a:r>
            <a:r>
              <a:rPr lang="en-US" sz="1600" dirty="0"/>
              <a:t>– with </a:t>
            </a:r>
            <a:r>
              <a:rPr lang="en-US" sz="1600" i="1" dirty="0"/>
              <a:t>n</a:t>
            </a:r>
            <a:r>
              <a:rPr lang="en-US" sz="1600" dirty="0"/>
              <a:t> disks, block </a:t>
            </a:r>
            <a:r>
              <a:rPr lang="en-US" sz="1600" b="1" i="1" dirty="0" err="1"/>
              <a:t>i</a:t>
            </a:r>
            <a:r>
              <a:rPr lang="en-US" sz="1600" b="1" dirty="0"/>
              <a:t> of a file goes to disk (</a:t>
            </a:r>
            <a:r>
              <a:rPr lang="en-US" sz="1600" b="1" i="1" dirty="0" err="1"/>
              <a:t>i</a:t>
            </a:r>
            <a:r>
              <a:rPr lang="en-US" sz="1600" b="1" dirty="0"/>
              <a:t> mod </a:t>
            </a:r>
            <a:r>
              <a:rPr lang="en-US" sz="1600" b="1" i="1" dirty="0"/>
              <a:t>n</a:t>
            </a:r>
            <a:r>
              <a:rPr lang="en-US" sz="1600" b="1" dirty="0"/>
              <a:t>) </a:t>
            </a:r>
            <a:r>
              <a:rPr lang="en-US" sz="1600" dirty="0"/>
              <a:t>+ 1</a:t>
            </a:r>
          </a:p>
          <a:p>
            <a:pPr lvl="1"/>
            <a:r>
              <a:rPr lang="en-US" sz="1600" dirty="0"/>
              <a:t>Requests for different blocks can run in parallel if the blocks reside on different disks</a:t>
            </a:r>
          </a:p>
          <a:p>
            <a:pPr lvl="1"/>
            <a:r>
              <a:rPr lang="en-US" sz="1600" dirty="0"/>
              <a:t>A request for </a:t>
            </a:r>
            <a:r>
              <a:rPr lang="en-US" sz="1600" b="1" dirty="0"/>
              <a:t>a long sequence of blocks can utilize all disks in parallel</a:t>
            </a:r>
          </a:p>
          <a:p>
            <a:pPr lvl="1"/>
            <a:r>
              <a:rPr lang="en-US" sz="1600" dirty="0"/>
              <a:t>Usually called </a:t>
            </a:r>
            <a:r>
              <a:rPr lang="en-US" sz="1600" b="1" dirty="0">
                <a:solidFill>
                  <a:schemeClr val="tx2"/>
                </a:solidFill>
              </a:rPr>
              <a:t>RAID level 0</a:t>
            </a:r>
          </a:p>
        </p:txBody>
      </p:sp>
    </p:spTree>
    <p:extLst>
      <p:ext uri="{BB962C8B-B14F-4D97-AF65-F5344CB8AC3E}">
        <p14:creationId xmlns:p14="http://schemas.microsoft.com/office/powerpoint/2010/main" val="1615030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B02615-973D-4854-BEAD-46AAF36A8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342899"/>
            <a:ext cx="7741606" cy="568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982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7C28B9A-13BD-409B-A81E-2E6696813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614" y="520699"/>
            <a:ext cx="8107673" cy="516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768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RAID Levels 2 and 3</a:t>
            </a:r>
          </a:p>
        </p:txBody>
      </p:sp>
      <p:sp>
        <p:nvSpPr>
          <p:cNvPr id="400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122363"/>
            <a:ext cx="7504113" cy="2798762"/>
          </a:xfrm>
        </p:spPr>
        <p:txBody>
          <a:bodyPr/>
          <a:lstStyle/>
          <a:p>
            <a:r>
              <a:rPr lang="en-US" sz="1600" b="1" dirty="0">
                <a:solidFill>
                  <a:schemeClr val="tx2"/>
                </a:solidFill>
              </a:rPr>
              <a:t>RAID Level 2</a:t>
            </a:r>
            <a:r>
              <a:rPr lang="en-US" sz="1600" dirty="0"/>
              <a:t>:  </a:t>
            </a:r>
            <a:r>
              <a:rPr lang="en-US" sz="1600" dirty="0">
                <a:solidFill>
                  <a:schemeClr val="tx2"/>
                </a:solidFill>
              </a:rPr>
              <a:t>Memory-Style Error-Correcting-Codes</a:t>
            </a:r>
            <a:r>
              <a:rPr lang="en-US" sz="1600" dirty="0"/>
              <a:t> (ECC) with bit striping.</a:t>
            </a:r>
          </a:p>
          <a:p>
            <a:r>
              <a:rPr lang="en-US" sz="1600" b="1" dirty="0">
                <a:solidFill>
                  <a:schemeClr val="tx2"/>
                </a:solidFill>
              </a:rPr>
              <a:t>RAID Level 3</a:t>
            </a:r>
            <a:r>
              <a:rPr lang="en-US" sz="1600" dirty="0"/>
              <a:t>: </a:t>
            </a:r>
            <a:r>
              <a:rPr lang="en-US" sz="1600" dirty="0">
                <a:solidFill>
                  <a:schemeClr val="tx2"/>
                </a:solidFill>
              </a:rPr>
              <a:t>Bit-Interleaved Parity</a:t>
            </a:r>
            <a:endParaRPr lang="en-US" sz="1600" dirty="0"/>
          </a:p>
          <a:p>
            <a:pPr lvl="1"/>
            <a:r>
              <a:rPr lang="en-US" sz="1600" dirty="0"/>
              <a:t> a single parity bit is enough for error correction, not just detection, since we know which disk has failed</a:t>
            </a:r>
          </a:p>
          <a:p>
            <a:pPr lvl="2"/>
            <a:r>
              <a:rPr lang="en-US" sz="1600" dirty="0"/>
              <a:t>When writing data, corresponding parity bits must also be computed and written to a parity bit disk</a:t>
            </a:r>
          </a:p>
          <a:p>
            <a:pPr lvl="2"/>
            <a:r>
              <a:rPr lang="en-US" sz="1600" dirty="0"/>
              <a:t>To recover data in a damaged disk, compute XOR of bits from other disks (including parity bit disk) </a:t>
            </a:r>
          </a:p>
        </p:txBody>
      </p:sp>
      <p:pic>
        <p:nvPicPr>
          <p:cNvPr id="400388" name="Picture 4"/>
          <p:cNvPicPr>
            <a:picLocks noChangeAspect="1" noChangeArrowheads="1"/>
          </p:cNvPicPr>
          <p:nvPr/>
        </p:nvPicPr>
        <p:blipFill>
          <a:blip r:embed="rId3"/>
          <a:srcRect l="29118" t="27538" r="29886" b="45334"/>
          <a:stretch>
            <a:fillRect/>
          </a:stretch>
        </p:blipFill>
        <p:spPr bwMode="auto">
          <a:xfrm>
            <a:off x="914400" y="3921125"/>
            <a:ext cx="4508500" cy="2238375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7C9D36B-D08C-4492-ABBE-C38E81B9E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3912" y="3921125"/>
            <a:ext cx="2847975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title"/>
          </p:nvPr>
        </p:nvSpPr>
        <p:spPr>
          <a:xfrm>
            <a:off x="396875" y="301625"/>
            <a:ext cx="8077200" cy="609600"/>
          </a:xfrm>
        </p:spPr>
        <p:txBody>
          <a:bodyPr/>
          <a:lstStyle/>
          <a:p>
            <a:r>
              <a:rPr lang="en-US" dirty="0"/>
              <a:t>Choice of RAID Level</a:t>
            </a:r>
          </a:p>
        </p:txBody>
      </p:sp>
      <p:sp>
        <p:nvSpPr>
          <p:cNvPr id="402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122363"/>
            <a:ext cx="7559675" cy="5129212"/>
          </a:xfrm>
        </p:spPr>
        <p:txBody>
          <a:bodyPr/>
          <a:lstStyle/>
          <a:p>
            <a:r>
              <a:rPr lang="en-US" sz="1600"/>
              <a:t>Mirroring provides much better write performance than Parity</a:t>
            </a:r>
          </a:p>
          <a:p>
            <a:pPr lvl="1"/>
            <a:r>
              <a:rPr lang="en-US" sz="1600"/>
              <a:t>For Parity read operations are needed before a write, whereas Mirroring only requires 2 writes</a:t>
            </a:r>
          </a:p>
          <a:p>
            <a:pPr lvl="1"/>
            <a:r>
              <a:rPr lang="en-US" sz="1600"/>
              <a:t>Mirroring preferred for high update environments such as log disks</a:t>
            </a:r>
          </a:p>
          <a:p>
            <a:r>
              <a:rPr lang="en-US" sz="1600"/>
              <a:t>Mirroring needs more disks for the same capacity</a:t>
            </a:r>
          </a:p>
          <a:p>
            <a:pPr lvl="1"/>
            <a:r>
              <a:rPr lang="en-US" sz="1600"/>
              <a:t>Higher cost per capacity unit</a:t>
            </a:r>
          </a:p>
          <a:p>
            <a:pPr lvl="2"/>
            <a:r>
              <a:rPr lang="en-US" sz="1600"/>
              <a:t>But price of storage capacity is already low and decreasing</a:t>
            </a:r>
          </a:p>
          <a:p>
            <a:endParaRPr lang="en-US" sz="1600"/>
          </a:p>
          <a:p>
            <a:r>
              <a:rPr lang="en-US" sz="1600"/>
              <a:t>Nowadays, for database systems</a:t>
            </a:r>
          </a:p>
          <a:p>
            <a:pPr lvl="1"/>
            <a:r>
              <a:rPr lang="en-US" sz="1600"/>
              <a:t>(Distributed) Parity, with RAID Level 5, is preferred for applications with low update rate, and large amounts of data</a:t>
            </a:r>
          </a:p>
          <a:p>
            <a:pPr lvl="1"/>
            <a:r>
              <a:rPr lang="en-US" sz="1600"/>
              <a:t>Mirroring is preferred for all other applications</a:t>
            </a:r>
          </a:p>
          <a:p>
            <a:endParaRPr lang="en-US" sz="1600"/>
          </a:p>
          <a:p>
            <a:r>
              <a:rPr lang="en-US" sz="1600"/>
              <a:t>The choice of the storage structure is an important first step when designing a real database!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>
          <a:xfrm>
            <a:off x="670142" y="1417638"/>
            <a:ext cx="8229600" cy="4525962"/>
          </a:xfrm>
        </p:spPr>
        <p:txBody>
          <a:bodyPr/>
          <a:lstStyle/>
          <a:p>
            <a:pPr eaLnBrk="1" hangingPunct="1"/>
            <a:r>
              <a:rPr lang="en-US"/>
              <a:t>Hardware (usually a specialized disk controller card)</a:t>
            </a:r>
          </a:p>
          <a:p>
            <a:pPr lvl="1" eaLnBrk="1" hangingPunct="1"/>
            <a:r>
              <a:rPr lang="en-US"/>
              <a:t>Controls all drives attached to it</a:t>
            </a:r>
          </a:p>
          <a:p>
            <a:pPr lvl="1" eaLnBrk="1" hangingPunct="1"/>
            <a:r>
              <a:rPr lang="en-US"/>
              <a:t>Array(s) appear to host operating system as a regular disk drive</a:t>
            </a:r>
          </a:p>
          <a:p>
            <a:pPr lvl="1" eaLnBrk="1" hangingPunct="1"/>
            <a:r>
              <a:rPr lang="en-US"/>
              <a:t>Provided with administrative software </a:t>
            </a:r>
          </a:p>
          <a:p>
            <a:pPr eaLnBrk="1" hangingPunct="1"/>
            <a:r>
              <a:rPr lang="en-US"/>
              <a:t>Software </a:t>
            </a:r>
          </a:p>
          <a:p>
            <a:pPr lvl="1" eaLnBrk="1" hangingPunct="1"/>
            <a:r>
              <a:rPr lang="en-US"/>
              <a:t>Runs as part of the operating system </a:t>
            </a:r>
          </a:p>
          <a:p>
            <a:pPr lvl="1" eaLnBrk="1" hangingPunct="1"/>
            <a:r>
              <a:rPr lang="en-US"/>
              <a:t>Performance is dependent on CPU workload</a:t>
            </a:r>
          </a:p>
          <a:p>
            <a:pPr lvl="1" eaLnBrk="1" hangingPunct="1"/>
            <a:r>
              <a:rPr lang="en-US"/>
              <a:t>Does not support all RAID levels</a:t>
            </a:r>
          </a:p>
        </p:txBody>
      </p:sp>
      <p:sp>
        <p:nvSpPr>
          <p:cNvPr id="21507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000">
                <a:solidFill>
                  <a:prstClr val="black"/>
                </a:solidFill>
              </a:rPr>
              <a:t>Data Protection: RAID</a:t>
            </a:r>
          </a:p>
        </p:txBody>
      </p:sp>
      <p:sp>
        <p:nvSpPr>
          <p:cNvPr id="21508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000">
                <a:solidFill>
                  <a:prstClr val="black"/>
                </a:solidFill>
              </a:rPr>
              <a:t> - </a:t>
            </a:r>
            <a:fld id="{CFAC060F-A840-48C0-9739-2D467763BA86}" type="slidenum">
              <a:rPr lang="en-US" sz="800" smtClean="0">
                <a:solidFill>
                  <a:prstClr val="black"/>
                </a:solidFill>
              </a:rPr>
              <a:pPr eaLnBrk="1" hangingPunct="1"/>
              <a:t>15</a:t>
            </a:fld>
            <a:endParaRPr lang="en-US" sz="800">
              <a:solidFill>
                <a:prstClr val="black"/>
              </a:solidFill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RAID Implementations </a:t>
            </a:r>
          </a:p>
        </p:txBody>
      </p:sp>
    </p:spTree>
    <p:extLst>
      <p:ext uri="{BB962C8B-B14F-4D97-AF65-F5344CB8AC3E}">
        <p14:creationId xmlns:p14="http://schemas.microsoft.com/office/powerpoint/2010/main" val="581445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800"/>
              <a:t>RAID Arrays</a:t>
            </a:r>
          </a:p>
        </p:txBody>
      </p:sp>
      <p:sp>
        <p:nvSpPr>
          <p:cNvPr id="3891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900"/>
              <a:t> - </a:t>
            </a:r>
            <a:fld id="{A04EB7AF-6154-48A1-BC7D-129A8C25C7BB}" type="slidenum">
              <a:rPr lang="en-US" sz="800" smtClean="0"/>
              <a:pPr eaLnBrk="1" hangingPunct="1"/>
              <a:t>16</a:t>
            </a:fld>
            <a:endParaRPr lang="en-US" sz="800"/>
          </a:p>
        </p:txBody>
      </p:sp>
      <p:sp>
        <p:nvSpPr>
          <p:cNvPr id="38917" name="Line 3"/>
          <p:cNvSpPr>
            <a:spLocks noChangeShapeType="1"/>
          </p:cNvSpPr>
          <p:nvPr/>
        </p:nvSpPr>
        <p:spPr bwMode="auto">
          <a:xfrm>
            <a:off x="1400175" y="3765550"/>
            <a:ext cx="49212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>
              <a:spcBef>
                <a:spcPct val="50000"/>
              </a:spcBef>
              <a:buClr>
                <a:srgbClr val="003580"/>
              </a:buClr>
              <a:buFont typeface="Wingdings" pitchFamily="2" charset="2"/>
              <a:buNone/>
            </a:pPr>
            <a:endParaRPr lang="en-US" sz="2600">
              <a:solidFill>
                <a:srgbClr val="003580"/>
              </a:solidFill>
              <a:latin typeface="Arial" charset="0"/>
            </a:endParaRPr>
          </a:p>
        </p:txBody>
      </p:sp>
      <p:sp>
        <p:nvSpPr>
          <p:cNvPr id="38918" name="Freeform 4"/>
          <p:cNvSpPr>
            <a:spLocks/>
          </p:cNvSpPr>
          <p:nvPr/>
        </p:nvSpPr>
        <p:spPr bwMode="auto">
          <a:xfrm>
            <a:off x="5392738" y="1817688"/>
            <a:ext cx="641350" cy="3919537"/>
          </a:xfrm>
          <a:custGeom>
            <a:avLst/>
            <a:gdLst>
              <a:gd name="T0" fmla="*/ 2147483647 w 404"/>
              <a:gd name="T1" fmla="*/ 0 h 2488"/>
              <a:gd name="T2" fmla="*/ 0 w 404"/>
              <a:gd name="T3" fmla="*/ 0 h 2488"/>
              <a:gd name="T4" fmla="*/ 0 w 404"/>
              <a:gd name="T5" fmla="*/ 2147483647 h 2488"/>
              <a:gd name="T6" fmla="*/ 2147483647 w 404"/>
              <a:gd name="T7" fmla="*/ 2147483647 h 2488"/>
              <a:gd name="T8" fmla="*/ 0 60000 65536"/>
              <a:gd name="T9" fmla="*/ 0 60000 65536"/>
              <a:gd name="T10" fmla="*/ 0 60000 65536"/>
              <a:gd name="T11" fmla="*/ 0 60000 65536"/>
              <a:gd name="T12" fmla="*/ 0 w 404"/>
              <a:gd name="T13" fmla="*/ 0 h 2488"/>
              <a:gd name="T14" fmla="*/ 404 w 404"/>
              <a:gd name="T15" fmla="*/ 2488 h 24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4" h="2488">
                <a:moveTo>
                  <a:pt x="380" y="0"/>
                </a:moveTo>
                <a:lnTo>
                  <a:pt x="0" y="0"/>
                </a:lnTo>
                <a:lnTo>
                  <a:pt x="0" y="2488"/>
                </a:lnTo>
                <a:lnTo>
                  <a:pt x="404" y="2488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>
              <a:spcBef>
                <a:spcPct val="50000"/>
              </a:spcBef>
              <a:buClr>
                <a:srgbClr val="003580"/>
              </a:buClr>
              <a:buFont typeface="Wingdings" pitchFamily="2" charset="2"/>
              <a:buNone/>
            </a:pPr>
            <a:endParaRPr lang="en-US" sz="2600">
              <a:solidFill>
                <a:srgbClr val="003580"/>
              </a:solidFill>
              <a:latin typeface="Arial" charset="0"/>
            </a:endParaRPr>
          </a:p>
        </p:txBody>
      </p:sp>
      <p:sp>
        <p:nvSpPr>
          <p:cNvPr id="38919" name="Line 5"/>
          <p:cNvSpPr>
            <a:spLocks noChangeShapeType="1"/>
          </p:cNvSpPr>
          <p:nvPr/>
        </p:nvSpPr>
        <p:spPr bwMode="auto">
          <a:xfrm>
            <a:off x="5392738" y="2794000"/>
            <a:ext cx="55403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 eaLnBrk="1" hangingPunct="1">
              <a:spcBef>
                <a:spcPct val="50000"/>
              </a:spcBef>
              <a:buClr>
                <a:srgbClr val="003580"/>
              </a:buClr>
              <a:buFont typeface="Wingdings" pitchFamily="2" charset="2"/>
              <a:buNone/>
            </a:pPr>
            <a:endParaRPr lang="en-US" sz="2600">
              <a:solidFill>
                <a:srgbClr val="003580"/>
              </a:solidFill>
              <a:latin typeface="Arial" charset="0"/>
            </a:endParaRPr>
          </a:p>
        </p:txBody>
      </p:sp>
      <p:sp>
        <p:nvSpPr>
          <p:cNvPr id="38920" name="Line 6"/>
          <p:cNvSpPr>
            <a:spLocks noChangeShapeType="1"/>
          </p:cNvSpPr>
          <p:nvPr/>
        </p:nvSpPr>
        <p:spPr bwMode="auto">
          <a:xfrm>
            <a:off x="5392738" y="4756150"/>
            <a:ext cx="55403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 eaLnBrk="1" hangingPunct="1">
              <a:spcBef>
                <a:spcPct val="50000"/>
              </a:spcBef>
              <a:buClr>
                <a:srgbClr val="003580"/>
              </a:buClr>
              <a:buFont typeface="Wingdings" pitchFamily="2" charset="2"/>
              <a:buNone/>
            </a:pPr>
            <a:endParaRPr lang="en-US" sz="2600">
              <a:solidFill>
                <a:srgbClr val="003580"/>
              </a:solidFill>
              <a:latin typeface="Arial" charset="0"/>
            </a:endParaRPr>
          </a:p>
        </p:txBody>
      </p:sp>
      <p:grpSp>
        <p:nvGrpSpPr>
          <p:cNvPr id="38921" name="Group 7"/>
          <p:cNvGrpSpPr>
            <a:grpSpLocks/>
          </p:cNvGrpSpPr>
          <p:nvPr/>
        </p:nvGrpSpPr>
        <p:grpSpPr bwMode="auto">
          <a:xfrm>
            <a:off x="5867400" y="3382963"/>
            <a:ext cx="920750" cy="784225"/>
            <a:chOff x="3751" y="2208"/>
            <a:chExt cx="470" cy="400"/>
          </a:xfrm>
        </p:grpSpPr>
        <p:grpSp>
          <p:nvGrpSpPr>
            <p:cNvPr id="39047" name="Group 8"/>
            <p:cNvGrpSpPr>
              <a:grpSpLocks/>
            </p:cNvGrpSpPr>
            <p:nvPr/>
          </p:nvGrpSpPr>
          <p:grpSpPr bwMode="auto">
            <a:xfrm>
              <a:off x="3751" y="2403"/>
              <a:ext cx="470" cy="205"/>
              <a:chOff x="1594" y="3360"/>
              <a:chExt cx="364" cy="159"/>
            </a:xfrm>
          </p:grpSpPr>
          <p:sp>
            <p:nvSpPr>
              <p:cNvPr id="39061" name="Oval 9"/>
              <p:cNvSpPr>
                <a:spLocks noChangeArrowheads="1"/>
              </p:cNvSpPr>
              <p:nvPr/>
            </p:nvSpPr>
            <p:spPr bwMode="auto">
              <a:xfrm>
                <a:off x="1594" y="3392"/>
                <a:ext cx="364" cy="127"/>
              </a:xfrm>
              <a:prstGeom prst="ellipse">
                <a:avLst/>
              </a:prstGeom>
              <a:gradFill rotWithShape="1">
                <a:gsLst>
                  <a:gs pos="0">
                    <a:srgbClr val="79372E"/>
                  </a:gs>
                  <a:gs pos="50000">
                    <a:srgbClr val="CB5C4D"/>
                  </a:gs>
                  <a:gs pos="100000">
                    <a:srgbClr val="79372E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med"/>
                  </a14:hiddenLine>
                </a:ext>
              </a:extLst>
            </p:spPr>
            <p:txBody>
              <a:bodyPr wrap="none" lIns="0" tIns="0" rIns="0" bIns="0" anchor="ctr"/>
              <a:lstStyle/>
              <a:p>
                <a:pPr algn="ctr" eaLnBrk="1" hangingPunct="1">
                  <a:spcBef>
                    <a:spcPct val="50000"/>
                  </a:spcBef>
                  <a:buClr>
                    <a:srgbClr val="003580"/>
                  </a:buClr>
                  <a:buFont typeface="Wingdings" pitchFamily="2" charset="2"/>
                  <a:buNone/>
                </a:pPr>
                <a:endParaRPr lang="en-US" sz="2600">
                  <a:solidFill>
                    <a:srgbClr val="003580"/>
                  </a:solidFill>
                  <a:latin typeface="Arial" charset="0"/>
                </a:endParaRPr>
              </a:p>
            </p:txBody>
          </p:sp>
          <p:sp>
            <p:nvSpPr>
              <p:cNvPr id="39062" name="Rectangle 10"/>
              <p:cNvSpPr>
                <a:spLocks noChangeArrowheads="1"/>
              </p:cNvSpPr>
              <p:nvPr/>
            </p:nvSpPr>
            <p:spPr bwMode="auto">
              <a:xfrm>
                <a:off x="1594" y="3424"/>
                <a:ext cx="364" cy="31"/>
              </a:xfrm>
              <a:prstGeom prst="rect">
                <a:avLst/>
              </a:prstGeom>
              <a:gradFill rotWithShape="1">
                <a:gsLst>
                  <a:gs pos="0">
                    <a:srgbClr val="79372E"/>
                  </a:gs>
                  <a:gs pos="50000">
                    <a:srgbClr val="CB5C4D"/>
                  </a:gs>
                  <a:gs pos="100000">
                    <a:srgbClr val="79372E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/>
              <a:lstStyle/>
              <a:p>
                <a:pPr algn="ctr" eaLnBrk="1" hangingPunct="1">
                  <a:spcBef>
                    <a:spcPct val="50000"/>
                  </a:spcBef>
                  <a:buClr>
                    <a:srgbClr val="003580"/>
                  </a:buClr>
                  <a:buFont typeface="Wingdings" pitchFamily="2" charset="2"/>
                  <a:buNone/>
                </a:pPr>
                <a:endParaRPr lang="en-US" sz="2600">
                  <a:solidFill>
                    <a:srgbClr val="003580"/>
                  </a:solidFill>
                  <a:latin typeface="Arial" charset="0"/>
                </a:endParaRPr>
              </a:p>
            </p:txBody>
          </p:sp>
          <p:sp>
            <p:nvSpPr>
              <p:cNvPr id="39063" name="Oval 11"/>
              <p:cNvSpPr>
                <a:spLocks noChangeArrowheads="1"/>
              </p:cNvSpPr>
              <p:nvPr/>
            </p:nvSpPr>
            <p:spPr bwMode="auto">
              <a:xfrm>
                <a:off x="1594" y="3360"/>
                <a:ext cx="364" cy="127"/>
              </a:xfrm>
              <a:prstGeom prst="ellipse">
                <a:avLst/>
              </a:prstGeom>
              <a:gradFill rotWithShape="1">
                <a:gsLst>
                  <a:gs pos="0">
                    <a:srgbClr val="D4786C"/>
                  </a:gs>
                  <a:gs pos="100000">
                    <a:srgbClr val="E5ACA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med"/>
                  </a14:hiddenLine>
                </a:ext>
              </a:extLst>
            </p:spPr>
            <p:txBody>
              <a:bodyPr wrap="none" lIns="0" tIns="0" rIns="0" bIns="0" anchor="ctr"/>
              <a:lstStyle/>
              <a:p>
                <a:pPr algn="ctr" eaLnBrk="1" hangingPunct="1">
                  <a:spcBef>
                    <a:spcPct val="50000"/>
                  </a:spcBef>
                  <a:buClr>
                    <a:srgbClr val="003580"/>
                  </a:buClr>
                  <a:buFont typeface="Wingdings" pitchFamily="2" charset="2"/>
                  <a:buNone/>
                </a:pPr>
                <a:endParaRPr lang="en-US" sz="2600">
                  <a:solidFill>
                    <a:srgbClr val="003580"/>
                  </a:solidFill>
                  <a:latin typeface="Arial" charset="0"/>
                </a:endParaRPr>
              </a:p>
            </p:txBody>
          </p:sp>
        </p:grpSp>
        <p:sp>
          <p:nvSpPr>
            <p:cNvPr id="2962444" name="Oval 12"/>
            <p:cNvSpPr>
              <a:spLocks noChangeArrowheads="1"/>
            </p:cNvSpPr>
            <p:nvPr/>
          </p:nvSpPr>
          <p:spPr bwMode="auto">
            <a:xfrm>
              <a:off x="3751" y="2396"/>
              <a:ext cx="470" cy="164"/>
            </a:xfrm>
            <a:prstGeom prst="ellipse">
              <a:avLst/>
            </a:prstGeom>
            <a:gradFill rotWithShape="1">
              <a:gsLst>
                <a:gs pos="0">
                  <a:schemeClr val="tx1">
                    <a:gamma/>
                    <a:shade val="59608"/>
                    <a:invGamma/>
                  </a:schemeClr>
                </a:gs>
                <a:gs pos="50000">
                  <a:schemeClr val="tx1"/>
                </a:gs>
                <a:gs pos="100000">
                  <a:schemeClr val="tx1">
                    <a:gamma/>
                    <a:shade val="59608"/>
                    <a:invGamma/>
                  </a:schemeClr>
                </a:gs>
              </a:gsLst>
              <a:lin ang="0" scaled="1"/>
            </a:gradFill>
            <a:ln w="12700" algn="ctr">
              <a:noFill/>
              <a:round/>
              <a:headEnd/>
              <a:tailEnd type="none" w="lg" len="med"/>
            </a:ln>
            <a:effectLst/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  <a:defRPr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9049" name="Rectangle 13"/>
            <p:cNvSpPr>
              <a:spLocks noChangeArrowheads="1"/>
            </p:cNvSpPr>
            <p:nvPr/>
          </p:nvSpPr>
          <p:spPr bwMode="auto">
            <a:xfrm>
              <a:off x="3751" y="2438"/>
              <a:ext cx="470" cy="39"/>
            </a:xfrm>
            <a:prstGeom prst="rect">
              <a:avLst/>
            </a:prstGeom>
            <a:solidFill>
              <a:srgbClr val="0035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9050" name="Oval 14"/>
            <p:cNvSpPr>
              <a:spLocks noChangeArrowheads="1"/>
            </p:cNvSpPr>
            <p:nvPr/>
          </p:nvSpPr>
          <p:spPr bwMode="auto">
            <a:xfrm>
              <a:off x="3751" y="2355"/>
              <a:ext cx="470" cy="164"/>
            </a:xfrm>
            <a:prstGeom prst="ellipse">
              <a:avLst/>
            </a:prstGeom>
            <a:gradFill rotWithShape="1">
              <a:gsLst>
                <a:gs pos="0">
                  <a:srgbClr val="D4786C"/>
                </a:gs>
                <a:gs pos="100000">
                  <a:srgbClr val="E5ACA5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9051" name="Oval 15"/>
            <p:cNvSpPr>
              <a:spLocks noChangeArrowheads="1"/>
            </p:cNvSpPr>
            <p:nvPr/>
          </p:nvSpPr>
          <p:spPr bwMode="auto">
            <a:xfrm>
              <a:off x="3751" y="2347"/>
              <a:ext cx="470" cy="164"/>
            </a:xfrm>
            <a:prstGeom prst="ellipse">
              <a:avLst/>
            </a:prstGeom>
            <a:gradFill rotWithShape="1">
              <a:gsLst>
                <a:gs pos="0">
                  <a:srgbClr val="983D00"/>
                </a:gs>
                <a:gs pos="50000">
                  <a:srgbClr val="FF6600"/>
                </a:gs>
                <a:gs pos="100000">
                  <a:srgbClr val="983D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9052" name="Rectangle 16"/>
            <p:cNvSpPr>
              <a:spLocks noChangeArrowheads="1"/>
            </p:cNvSpPr>
            <p:nvPr/>
          </p:nvSpPr>
          <p:spPr bwMode="auto">
            <a:xfrm>
              <a:off x="3751" y="2389"/>
              <a:ext cx="470" cy="39"/>
            </a:xfrm>
            <a:prstGeom prst="rect">
              <a:avLst/>
            </a:prstGeom>
            <a:gradFill rotWithShape="1">
              <a:gsLst>
                <a:gs pos="0">
                  <a:srgbClr val="983D00"/>
                </a:gs>
                <a:gs pos="50000">
                  <a:srgbClr val="FF6600"/>
                </a:gs>
                <a:gs pos="100000">
                  <a:srgbClr val="983D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9053" name="Oval 17"/>
            <p:cNvSpPr>
              <a:spLocks noChangeArrowheads="1"/>
            </p:cNvSpPr>
            <p:nvPr/>
          </p:nvSpPr>
          <p:spPr bwMode="auto">
            <a:xfrm>
              <a:off x="3751" y="2306"/>
              <a:ext cx="470" cy="164"/>
            </a:xfrm>
            <a:prstGeom prst="ellipse">
              <a:avLst/>
            </a:prstGeom>
            <a:gradFill rotWithShape="1">
              <a:gsLst>
                <a:gs pos="0">
                  <a:srgbClr val="D4786C"/>
                </a:gs>
                <a:gs pos="100000">
                  <a:srgbClr val="E5ACA5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9054" name="Oval 18"/>
            <p:cNvSpPr>
              <a:spLocks noChangeArrowheads="1"/>
            </p:cNvSpPr>
            <p:nvPr/>
          </p:nvSpPr>
          <p:spPr bwMode="auto">
            <a:xfrm>
              <a:off x="3751" y="2298"/>
              <a:ext cx="470" cy="164"/>
            </a:xfrm>
            <a:prstGeom prst="ellipse">
              <a:avLst/>
            </a:prstGeom>
            <a:gradFill rotWithShape="1">
              <a:gsLst>
                <a:gs pos="0">
                  <a:srgbClr val="245335"/>
                </a:gs>
                <a:gs pos="50000">
                  <a:srgbClr val="3D8B59"/>
                </a:gs>
                <a:gs pos="100000">
                  <a:srgbClr val="245335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9055" name="Rectangle 19"/>
            <p:cNvSpPr>
              <a:spLocks noChangeArrowheads="1"/>
            </p:cNvSpPr>
            <p:nvPr/>
          </p:nvSpPr>
          <p:spPr bwMode="auto">
            <a:xfrm>
              <a:off x="3751" y="2340"/>
              <a:ext cx="470" cy="39"/>
            </a:xfrm>
            <a:prstGeom prst="rect">
              <a:avLst/>
            </a:prstGeom>
            <a:gradFill rotWithShape="1">
              <a:gsLst>
                <a:gs pos="0">
                  <a:srgbClr val="245335"/>
                </a:gs>
                <a:gs pos="50000">
                  <a:srgbClr val="3D8B59"/>
                </a:gs>
                <a:gs pos="100000">
                  <a:srgbClr val="245335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9056" name="Oval 20"/>
            <p:cNvSpPr>
              <a:spLocks noChangeArrowheads="1"/>
            </p:cNvSpPr>
            <p:nvPr/>
          </p:nvSpPr>
          <p:spPr bwMode="auto">
            <a:xfrm>
              <a:off x="3751" y="2257"/>
              <a:ext cx="470" cy="164"/>
            </a:xfrm>
            <a:prstGeom prst="ellipse">
              <a:avLst/>
            </a:prstGeom>
            <a:gradFill rotWithShape="1">
              <a:gsLst>
                <a:gs pos="0">
                  <a:srgbClr val="D4786C"/>
                </a:gs>
                <a:gs pos="100000">
                  <a:srgbClr val="E5ACA5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grpSp>
          <p:nvGrpSpPr>
            <p:cNvPr id="39057" name="Group 21"/>
            <p:cNvGrpSpPr>
              <a:grpSpLocks/>
            </p:cNvGrpSpPr>
            <p:nvPr/>
          </p:nvGrpSpPr>
          <p:grpSpPr bwMode="auto">
            <a:xfrm>
              <a:off x="3751" y="2208"/>
              <a:ext cx="470" cy="205"/>
              <a:chOff x="1594" y="3360"/>
              <a:chExt cx="364" cy="159"/>
            </a:xfrm>
          </p:grpSpPr>
          <p:sp>
            <p:nvSpPr>
              <p:cNvPr id="39058" name="Oval 22"/>
              <p:cNvSpPr>
                <a:spLocks noChangeArrowheads="1"/>
              </p:cNvSpPr>
              <p:nvPr/>
            </p:nvSpPr>
            <p:spPr bwMode="auto">
              <a:xfrm>
                <a:off x="1594" y="3392"/>
                <a:ext cx="364" cy="127"/>
              </a:xfrm>
              <a:prstGeom prst="ellipse">
                <a:avLst/>
              </a:prstGeom>
              <a:gradFill rotWithShape="1">
                <a:gsLst>
                  <a:gs pos="0">
                    <a:srgbClr val="79372E"/>
                  </a:gs>
                  <a:gs pos="50000">
                    <a:srgbClr val="CB5C4D"/>
                  </a:gs>
                  <a:gs pos="100000">
                    <a:srgbClr val="79372E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med"/>
                  </a14:hiddenLine>
                </a:ext>
              </a:extLst>
            </p:spPr>
            <p:txBody>
              <a:bodyPr wrap="none" lIns="0" tIns="0" rIns="0" bIns="0" anchor="ctr"/>
              <a:lstStyle/>
              <a:p>
                <a:pPr algn="ctr" eaLnBrk="1" hangingPunct="1">
                  <a:spcBef>
                    <a:spcPct val="50000"/>
                  </a:spcBef>
                  <a:buClr>
                    <a:srgbClr val="003580"/>
                  </a:buClr>
                  <a:buFont typeface="Wingdings" pitchFamily="2" charset="2"/>
                  <a:buNone/>
                </a:pPr>
                <a:endParaRPr lang="en-US" sz="2600">
                  <a:solidFill>
                    <a:srgbClr val="003580"/>
                  </a:solidFill>
                  <a:latin typeface="Arial" charset="0"/>
                </a:endParaRPr>
              </a:p>
            </p:txBody>
          </p:sp>
          <p:sp>
            <p:nvSpPr>
              <p:cNvPr id="39059" name="Rectangle 23"/>
              <p:cNvSpPr>
                <a:spLocks noChangeArrowheads="1"/>
              </p:cNvSpPr>
              <p:nvPr/>
            </p:nvSpPr>
            <p:spPr bwMode="auto">
              <a:xfrm>
                <a:off x="1594" y="3424"/>
                <a:ext cx="364" cy="31"/>
              </a:xfrm>
              <a:prstGeom prst="rect">
                <a:avLst/>
              </a:prstGeom>
              <a:gradFill rotWithShape="1">
                <a:gsLst>
                  <a:gs pos="0">
                    <a:srgbClr val="79372E"/>
                  </a:gs>
                  <a:gs pos="50000">
                    <a:srgbClr val="CB5C4D"/>
                  </a:gs>
                  <a:gs pos="100000">
                    <a:srgbClr val="79372E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/>
              <a:lstStyle/>
              <a:p>
                <a:pPr algn="ctr" eaLnBrk="1" hangingPunct="1">
                  <a:spcBef>
                    <a:spcPct val="50000"/>
                  </a:spcBef>
                  <a:buClr>
                    <a:srgbClr val="003580"/>
                  </a:buClr>
                  <a:buFont typeface="Wingdings" pitchFamily="2" charset="2"/>
                  <a:buNone/>
                </a:pPr>
                <a:endParaRPr lang="en-US" sz="2600">
                  <a:solidFill>
                    <a:srgbClr val="003580"/>
                  </a:solidFill>
                  <a:latin typeface="Arial" charset="0"/>
                </a:endParaRPr>
              </a:p>
            </p:txBody>
          </p:sp>
          <p:sp>
            <p:nvSpPr>
              <p:cNvPr id="39060" name="Oval 24"/>
              <p:cNvSpPr>
                <a:spLocks noChangeArrowheads="1"/>
              </p:cNvSpPr>
              <p:nvPr/>
            </p:nvSpPr>
            <p:spPr bwMode="auto">
              <a:xfrm>
                <a:off x="1594" y="3360"/>
                <a:ext cx="364" cy="127"/>
              </a:xfrm>
              <a:prstGeom prst="ellipse">
                <a:avLst/>
              </a:prstGeom>
              <a:gradFill rotWithShape="1">
                <a:gsLst>
                  <a:gs pos="0">
                    <a:srgbClr val="D4786C"/>
                  </a:gs>
                  <a:gs pos="100000">
                    <a:srgbClr val="E5ACA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med"/>
                  </a14:hiddenLine>
                </a:ext>
              </a:extLst>
            </p:spPr>
            <p:txBody>
              <a:bodyPr wrap="none" lIns="0" tIns="0" rIns="0" bIns="0" anchor="ctr"/>
              <a:lstStyle/>
              <a:p>
                <a:pPr algn="ctr" eaLnBrk="1" hangingPunct="1">
                  <a:spcBef>
                    <a:spcPct val="50000"/>
                  </a:spcBef>
                  <a:buClr>
                    <a:srgbClr val="003580"/>
                  </a:buClr>
                  <a:buFont typeface="Wingdings" pitchFamily="2" charset="2"/>
                  <a:buNone/>
                </a:pPr>
                <a:endParaRPr lang="en-US" sz="2600">
                  <a:solidFill>
                    <a:srgbClr val="003580"/>
                  </a:solidFill>
                  <a:latin typeface="Arial" charset="0"/>
                </a:endParaRPr>
              </a:p>
            </p:txBody>
          </p:sp>
        </p:grpSp>
      </p:grpSp>
      <p:grpSp>
        <p:nvGrpSpPr>
          <p:cNvPr id="38922" name="Group 25"/>
          <p:cNvGrpSpPr>
            <a:grpSpLocks/>
          </p:cNvGrpSpPr>
          <p:nvPr/>
        </p:nvGrpSpPr>
        <p:grpSpPr bwMode="auto">
          <a:xfrm>
            <a:off x="5867400" y="4364038"/>
            <a:ext cx="920750" cy="784225"/>
            <a:chOff x="3751" y="2786"/>
            <a:chExt cx="470" cy="400"/>
          </a:xfrm>
        </p:grpSpPr>
        <p:grpSp>
          <p:nvGrpSpPr>
            <p:cNvPr id="39030" name="Group 26"/>
            <p:cNvGrpSpPr>
              <a:grpSpLocks/>
            </p:cNvGrpSpPr>
            <p:nvPr/>
          </p:nvGrpSpPr>
          <p:grpSpPr bwMode="auto">
            <a:xfrm>
              <a:off x="3751" y="2981"/>
              <a:ext cx="470" cy="205"/>
              <a:chOff x="1594" y="3360"/>
              <a:chExt cx="364" cy="159"/>
            </a:xfrm>
          </p:grpSpPr>
          <p:sp>
            <p:nvSpPr>
              <p:cNvPr id="39044" name="Oval 27"/>
              <p:cNvSpPr>
                <a:spLocks noChangeArrowheads="1"/>
              </p:cNvSpPr>
              <p:nvPr/>
            </p:nvSpPr>
            <p:spPr bwMode="auto">
              <a:xfrm>
                <a:off x="1594" y="3392"/>
                <a:ext cx="364" cy="127"/>
              </a:xfrm>
              <a:prstGeom prst="ellipse">
                <a:avLst/>
              </a:prstGeom>
              <a:gradFill rotWithShape="1">
                <a:gsLst>
                  <a:gs pos="0">
                    <a:srgbClr val="79372E"/>
                  </a:gs>
                  <a:gs pos="50000">
                    <a:srgbClr val="CB5C4D"/>
                  </a:gs>
                  <a:gs pos="100000">
                    <a:srgbClr val="79372E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med"/>
                  </a14:hiddenLine>
                </a:ext>
              </a:extLst>
            </p:spPr>
            <p:txBody>
              <a:bodyPr wrap="none" lIns="0" tIns="0" rIns="0" bIns="0" anchor="ctr"/>
              <a:lstStyle/>
              <a:p>
                <a:pPr algn="ctr" eaLnBrk="1" hangingPunct="1">
                  <a:spcBef>
                    <a:spcPct val="50000"/>
                  </a:spcBef>
                  <a:buClr>
                    <a:srgbClr val="003580"/>
                  </a:buClr>
                  <a:buFont typeface="Wingdings" pitchFamily="2" charset="2"/>
                  <a:buNone/>
                </a:pPr>
                <a:endParaRPr lang="en-US" sz="2600">
                  <a:solidFill>
                    <a:srgbClr val="003580"/>
                  </a:solidFill>
                  <a:latin typeface="Arial" charset="0"/>
                </a:endParaRPr>
              </a:p>
            </p:txBody>
          </p:sp>
          <p:sp>
            <p:nvSpPr>
              <p:cNvPr id="39045" name="Rectangle 28"/>
              <p:cNvSpPr>
                <a:spLocks noChangeArrowheads="1"/>
              </p:cNvSpPr>
              <p:nvPr/>
            </p:nvSpPr>
            <p:spPr bwMode="auto">
              <a:xfrm>
                <a:off x="1594" y="3424"/>
                <a:ext cx="364" cy="31"/>
              </a:xfrm>
              <a:prstGeom prst="rect">
                <a:avLst/>
              </a:prstGeom>
              <a:gradFill rotWithShape="1">
                <a:gsLst>
                  <a:gs pos="0">
                    <a:srgbClr val="79372E"/>
                  </a:gs>
                  <a:gs pos="50000">
                    <a:srgbClr val="CB5C4D"/>
                  </a:gs>
                  <a:gs pos="100000">
                    <a:srgbClr val="79372E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/>
              <a:lstStyle/>
              <a:p>
                <a:pPr algn="ctr" eaLnBrk="1" hangingPunct="1">
                  <a:spcBef>
                    <a:spcPct val="50000"/>
                  </a:spcBef>
                  <a:buClr>
                    <a:srgbClr val="003580"/>
                  </a:buClr>
                  <a:buFont typeface="Wingdings" pitchFamily="2" charset="2"/>
                  <a:buNone/>
                </a:pPr>
                <a:endParaRPr lang="en-US" sz="2600">
                  <a:solidFill>
                    <a:srgbClr val="003580"/>
                  </a:solidFill>
                  <a:latin typeface="Arial" charset="0"/>
                </a:endParaRPr>
              </a:p>
            </p:txBody>
          </p:sp>
          <p:sp>
            <p:nvSpPr>
              <p:cNvPr id="39046" name="Oval 29"/>
              <p:cNvSpPr>
                <a:spLocks noChangeArrowheads="1"/>
              </p:cNvSpPr>
              <p:nvPr/>
            </p:nvSpPr>
            <p:spPr bwMode="auto">
              <a:xfrm>
                <a:off x="1594" y="3360"/>
                <a:ext cx="364" cy="127"/>
              </a:xfrm>
              <a:prstGeom prst="ellipse">
                <a:avLst/>
              </a:prstGeom>
              <a:gradFill rotWithShape="1">
                <a:gsLst>
                  <a:gs pos="0">
                    <a:srgbClr val="D4786C"/>
                  </a:gs>
                  <a:gs pos="100000">
                    <a:srgbClr val="E5ACA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med"/>
                  </a14:hiddenLine>
                </a:ext>
              </a:extLst>
            </p:spPr>
            <p:txBody>
              <a:bodyPr wrap="none" lIns="0" tIns="0" rIns="0" bIns="0" anchor="ctr"/>
              <a:lstStyle/>
              <a:p>
                <a:pPr algn="ctr" eaLnBrk="1" hangingPunct="1">
                  <a:spcBef>
                    <a:spcPct val="50000"/>
                  </a:spcBef>
                  <a:buClr>
                    <a:srgbClr val="003580"/>
                  </a:buClr>
                  <a:buFont typeface="Wingdings" pitchFamily="2" charset="2"/>
                  <a:buNone/>
                </a:pPr>
                <a:endParaRPr lang="en-US" sz="2600">
                  <a:solidFill>
                    <a:srgbClr val="003580"/>
                  </a:solidFill>
                  <a:latin typeface="Arial" charset="0"/>
                </a:endParaRPr>
              </a:p>
            </p:txBody>
          </p:sp>
        </p:grpSp>
        <p:sp>
          <p:nvSpPr>
            <p:cNvPr id="2962462" name="Oval 30"/>
            <p:cNvSpPr>
              <a:spLocks noChangeArrowheads="1"/>
            </p:cNvSpPr>
            <p:nvPr/>
          </p:nvSpPr>
          <p:spPr bwMode="auto">
            <a:xfrm>
              <a:off x="3751" y="2974"/>
              <a:ext cx="470" cy="164"/>
            </a:xfrm>
            <a:prstGeom prst="ellipse">
              <a:avLst/>
            </a:prstGeom>
            <a:gradFill rotWithShape="1">
              <a:gsLst>
                <a:gs pos="0">
                  <a:schemeClr val="tx1">
                    <a:gamma/>
                    <a:shade val="59608"/>
                    <a:invGamma/>
                  </a:schemeClr>
                </a:gs>
                <a:gs pos="50000">
                  <a:schemeClr val="tx1"/>
                </a:gs>
                <a:gs pos="100000">
                  <a:schemeClr val="tx1">
                    <a:gamma/>
                    <a:shade val="59608"/>
                    <a:invGamma/>
                  </a:schemeClr>
                </a:gs>
              </a:gsLst>
              <a:lin ang="0" scaled="1"/>
            </a:gradFill>
            <a:ln w="12700" algn="ctr">
              <a:noFill/>
              <a:round/>
              <a:headEnd/>
              <a:tailEnd type="none" w="lg" len="med"/>
            </a:ln>
            <a:effectLst/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  <a:defRPr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9032" name="Rectangle 31"/>
            <p:cNvSpPr>
              <a:spLocks noChangeArrowheads="1"/>
            </p:cNvSpPr>
            <p:nvPr/>
          </p:nvSpPr>
          <p:spPr bwMode="auto">
            <a:xfrm>
              <a:off x="3751" y="3016"/>
              <a:ext cx="470" cy="39"/>
            </a:xfrm>
            <a:prstGeom prst="rect">
              <a:avLst/>
            </a:prstGeom>
            <a:solidFill>
              <a:srgbClr val="0035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9033" name="Oval 32"/>
            <p:cNvSpPr>
              <a:spLocks noChangeArrowheads="1"/>
            </p:cNvSpPr>
            <p:nvPr/>
          </p:nvSpPr>
          <p:spPr bwMode="auto">
            <a:xfrm>
              <a:off x="3751" y="2933"/>
              <a:ext cx="470" cy="164"/>
            </a:xfrm>
            <a:prstGeom prst="ellipse">
              <a:avLst/>
            </a:prstGeom>
            <a:gradFill rotWithShape="1">
              <a:gsLst>
                <a:gs pos="0">
                  <a:srgbClr val="D4786C"/>
                </a:gs>
                <a:gs pos="100000">
                  <a:srgbClr val="E5ACA5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9034" name="Oval 33"/>
            <p:cNvSpPr>
              <a:spLocks noChangeArrowheads="1"/>
            </p:cNvSpPr>
            <p:nvPr/>
          </p:nvSpPr>
          <p:spPr bwMode="auto">
            <a:xfrm>
              <a:off x="3751" y="2925"/>
              <a:ext cx="470" cy="164"/>
            </a:xfrm>
            <a:prstGeom prst="ellipse">
              <a:avLst/>
            </a:prstGeom>
            <a:gradFill rotWithShape="1">
              <a:gsLst>
                <a:gs pos="0">
                  <a:srgbClr val="983D00"/>
                </a:gs>
                <a:gs pos="50000">
                  <a:srgbClr val="FF6600"/>
                </a:gs>
                <a:gs pos="100000">
                  <a:srgbClr val="983D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9035" name="Rectangle 34"/>
            <p:cNvSpPr>
              <a:spLocks noChangeArrowheads="1"/>
            </p:cNvSpPr>
            <p:nvPr/>
          </p:nvSpPr>
          <p:spPr bwMode="auto">
            <a:xfrm>
              <a:off x="3751" y="2967"/>
              <a:ext cx="470" cy="39"/>
            </a:xfrm>
            <a:prstGeom prst="rect">
              <a:avLst/>
            </a:prstGeom>
            <a:gradFill rotWithShape="1">
              <a:gsLst>
                <a:gs pos="0">
                  <a:srgbClr val="983D00"/>
                </a:gs>
                <a:gs pos="50000">
                  <a:srgbClr val="FF6600"/>
                </a:gs>
                <a:gs pos="100000">
                  <a:srgbClr val="983D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9036" name="Oval 35"/>
            <p:cNvSpPr>
              <a:spLocks noChangeArrowheads="1"/>
            </p:cNvSpPr>
            <p:nvPr/>
          </p:nvSpPr>
          <p:spPr bwMode="auto">
            <a:xfrm>
              <a:off x="3751" y="2884"/>
              <a:ext cx="470" cy="164"/>
            </a:xfrm>
            <a:prstGeom prst="ellipse">
              <a:avLst/>
            </a:prstGeom>
            <a:gradFill rotWithShape="1">
              <a:gsLst>
                <a:gs pos="0">
                  <a:srgbClr val="D4786C"/>
                </a:gs>
                <a:gs pos="100000">
                  <a:srgbClr val="E5ACA5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9037" name="Oval 36"/>
            <p:cNvSpPr>
              <a:spLocks noChangeArrowheads="1"/>
            </p:cNvSpPr>
            <p:nvPr/>
          </p:nvSpPr>
          <p:spPr bwMode="auto">
            <a:xfrm>
              <a:off x="3751" y="2876"/>
              <a:ext cx="470" cy="164"/>
            </a:xfrm>
            <a:prstGeom prst="ellipse">
              <a:avLst/>
            </a:prstGeom>
            <a:gradFill rotWithShape="1">
              <a:gsLst>
                <a:gs pos="0">
                  <a:srgbClr val="245335"/>
                </a:gs>
                <a:gs pos="50000">
                  <a:srgbClr val="3D8B59"/>
                </a:gs>
                <a:gs pos="100000">
                  <a:srgbClr val="245335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9038" name="Rectangle 37"/>
            <p:cNvSpPr>
              <a:spLocks noChangeArrowheads="1"/>
            </p:cNvSpPr>
            <p:nvPr/>
          </p:nvSpPr>
          <p:spPr bwMode="auto">
            <a:xfrm>
              <a:off x="3751" y="2918"/>
              <a:ext cx="470" cy="39"/>
            </a:xfrm>
            <a:prstGeom prst="rect">
              <a:avLst/>
            </a:prstGeom>
            <a:gradFill rotWithShape="1">
              <a:gsLst>
                <a:gs pos="0">
                  <a:srgbClr val="245335"/>
                </a:gs>
                <a:gs pos="50000">
                  <a:srgbClr val="3D8B59"/>
                </a:gs>
                <a:gs pos="100000">
                  <a:srgbClr val="245335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9039" name="Oval 38"/>
            <p:cNvSpPr>
              <a:spLocks noChangeArrowheads="1"/>
            </p:cNvSpPr>
            <p:nvPr/>
          </p:nvSpPr>
          <p:spPr bwMode="auto">
            <a:xfrm>
              <a:off x="3751" y="2835"/>
              <a:ext cx="470" cy="164"/>
            </a:xfrm>
            <a:prstGeom prst="ellipse">
              <a:avLst/>
            </a:prstGeom>
            <a:gradFill rotWithShape="1">
              <a:gsLst>
                <a:gs pos="0">
                  <a:srgbClr val="D4786C"/>
                </a:gs>
                <a:gs pos="100000">
                  <a:srgbClr val="E5ACA5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grpSp>
          <p:nvGrpSpPr>
            <p:cNvPr id="39040" name="Group 39"/>
            <p:cNvGrpSpPr>
              <a:grpSpLocks/>
            </p:cNvGrpSpPr>
            <p:nvPr/>
          </p:nvGrpSpPr>
          <p:grpSpPr bwMode="auto">
            <a:xfrm>
              <a:off x="3751" y="2786"/>
              <a:ext cx="470" cy="205"/>
              <a:chOff x="1594" y="3360"/>
              <a:chExt cx="364" cy="159"/>
            </a:xfrm>
          </p:grpSpPr>
          <p:sp>
            <p:nvSpPr>
              <p:cNvPr id="39041" name="Oval 40"/>
              <p:cNvSpPr>
                <a:spLocks noChangeArrowheads="1"/>
              </p:cNvSpPr>
              <p:nvPr/>
            </p:nvSpPr>
            <p:spPr bwMode="auto">
              <a:xfrm>
                <a:off x="1594" y="3392"/>
                <a:ext cx="364" cy="127"/>
              </a:xfrm>
              <a:prstGeom prst="ellipse">
                <a:avLst/>
              </a:prstGeom>
              <a:gradFill rotWithShape="1">
                <a:gsLst>
                  <a:gs pos="0">
                    <a:srgbClr val="79372E"/>
                  </a:gs>
                  <a:gs pos="50000">
                    <a:srgbClr val="CB5C4D"/>
                  </a:gs>
                  <a:gs pos="100000">
                    <a:srgbClr val="79372E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med"/>
                  </a14:hiddenLine>
                </a:ext>
              </a:extLst>
            </p:spPr>
            <p:txBody>
              <a:bodyPr wrap="none" lIns="0" tIns="0" rIns="0" bIns="0" anchor="ctr"/>
              <a:lstStyle/>
              <a:p>
                <a:pPr algn="ctr" eaLnBrk="1" hangingPunct="1">
                  <a:spcBef>
                    <a:spcPct val="50000"/>
                  </a:spcBef>
                  <a:buClr>
                    <a:srgbClr val="003580"/>
                  </a:buClr>
                  <a:buFont typeface="Wingdings" pitchFamily="2" charset="2"/>
                  <a:buNone/>
                </a:pPr>
                <a:endParaRPr lang="en-US" sz="2600">
                  <a:solidFill>
                    <a:srgbClr val="003580"/>
                  </a:solidFill>
                  <a:latin typeface="Arial" charset="0"/>
                </a:endParaRPr>
              </a:p>
            </p:txBody>
          </p:sp>
          <p:sp>
            <p:nvSpPr>
              <p:cNvPr id="39042" name="Rectangle 41"/>
              <p:cNvSpPr>
                <a:spLocks noChangeArrowheads="1"/>
              </p:cNvSpPr>
              <p:nvPr/>
            </p:nvSpPr>
            <p:spPr bwMode="auto">
              <a:xfrm>
                <a:off x="1594" y="3424"/>
                <a:ext cx="364" cy="31"/>
              </a:xfrm>
              <a:prstGeom prst="rect">
                <a:avLst/>
              </a:prstGeom>
              <a:gradFill rotWithShape="1">
                <a:gsLst>
                  <a:gs pos="0">
                    <a:srgbClr val="79372E"/>
                  </a:gs>
                  <a:gs pos="50000">
                    <a:srgbClr val="CB5C4D"/>
                  </a:gs>
                  <a:gs pos="100000">
                    <a:srgbClr val="79372E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/>
              <a:lstStyle/>
              <a:p>
                <a:pPr algn="ctr" eaLnBrk="1" hangingPunct="1">
                  <a:spcBef>
                    <a:spcPct val="50000"/>
                  </a:spcBef>
                  <a:buClr>
                    <a:srgbClr val="003580"/>
                  </a:buClr>
                  <a:buFont typeface="Wingdings" pitchFamily="2" charset="2"/>
                  <a:buNone/>
                </a:pPr>
                <a:endParaRPr lang="en-US" sz="2600">
                  <a:solidFill>
                    <a:srgbClr val="003580"/>
                  </a:solidFill>
                  <a:latin typeface="Arial" charset="0"/>
                </a:endParaRPr>
              </a:p>
            </p:txBody>
          </p:sp>
          <p:sp>
            <p:nvSpPr>
              <p:cNvPr id="39043" name="Oval 42"/>
              <p:cNvSpPr>
                <a:spLocks noChangeArrowheads="1"/>
              </p:cNvSpPr>
              <p:nvPr/>
            </p:nvSpPr>
            <p:spPr bwMode="auto">
              <a:xfrm>
                <a:off x="1594" y="3360"/>
                <a:ext cx="364" cy="127"/>
              </a:xfrm>
              <a:prstGeom prst="ellipse">
                <a:avLst/>
              </a:prstGeom>
              <a:gradFill rotWithShape="1">
                <a:gsLst>
                  <a:gs pos="0">
                    <a:srgbClr val="D4786C"/>
                  </a:gs>
                  <a:gs pos="100000">
                    <a:srgbClr val="E5ACA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med"/>
                  </a14:hiddenLine>
                </a:ext>
              </a:extLst>
            </p:spPr>
            <p:txBody>
              <a:bodyPr wrap="none" lIns="0" tIns="0" rIns="0" bIns="0" anchor="ctr"/>
              <a:lstStyle/>
              <a:p>
                <a:pPr algn="ctr" eaLnBrk="1" hangingPunct="1">
                  <a:spcBef>
                    <a:spcPct val="50000"/>
                  </a:spcBef>
                  <a:buClr>
                    <a:srgbClr val="003580"/>
                  </a:buClr>
                  <a:buFont typeface="Wingdings" pitchFamily="2" charset="2"/>
                  <a:buNone/>
                </a:pPr>
                <a:endParaRPr lang="en-US" sz="2600">
                  <a:solidFill>
                    <a:srgbClr val="003580"/>
                  </a:solidFill>
                  <a:latin typeface="Arial" charset="0"/>
                </a:endParaRPr>
              </a:p>
            </p:txBody>
          </p:sp>
        </p:grpSp>
      </p:grpSp>
      <p:grpSp>
        <p:nvGrpSpPr>
          <p:cNvPr id="38923" name="Group 43"/>
          <p:cNvGrpSpPr>
            <a:grpSpLocks/>
          </p:cNvGrpSpPr>
          <p:nvPr/>
        </p:nvGrpSpPr>
        <p:grpSpPr bwMode="auto">
          <a:xfrm>
            <a:off x="5867400" y="5345113"/>
            <a:ext cx="920750" cy="784225"/>
            <a:chOff x="3751" y="3414"/>
            <a:chExt cx="470" cy="400"/>
          </a:xfrm>
        </p:grpSpPr>
        <p:grpSp>
          <p:nvGrpSpPr>
            <p:cNvPr id="2" name="Group 44"/>
            <p:cNvGrpSpPr>
              <a:grpSpLocks/>
            </p:cNvGrpSpPr>
            <p:nvPr/>
          </p:nvGrpSpPr>
          <p:grpSpPr bwMode="auto">
            <a:xfrm>
              <a:off x="3751" y="3609"/>
              <a:ext cx="470" cy="205"/>
              <a:chOff x="1594" y="3360"/>
              <a:chExt cx="364" cy="159"/>
            </a:xfrm>
          </p:grpSpPr>
          <p:sp>
            <p:nvSpPr>
              <p:cNvPr id="39027" name="Oval 45"/>
              <p:cNvSpPr>
                <a:spLocks noChangeArrowheads="1"/>
              </p:cNvSpPr>
              <p:nvPr/>
            </p:nvSpPr>
            <p:spPr bwMode="auto">
              <a:xfrm>
                <a:off x="1594" y="3392"/>
                <a:ext cx="364" cy="127"/>
              </a:xfrm>
              <a:prstGeom prst="ellipse">
                <a:avLst/>
              </a:prstGeom>
              <a:gradFill rotWithShape="1">
                <a:gsLst>
                  <a:gs pos="0">
                    <a:srgbClr val="79372E"/>
                  </a:gs>
                  <a:gs pos="50000">
                    <a:srgbClr val="CB5C4D"/>
                  </a:gs>
                  <a:gs pos="100000">
                    <a:srgbClr val="79372E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med"/>
                  </a14:hiddenLine>
                </a:ext>
              </a:extLst>
            </p:spPr>
            <p:txBody>
              <a:bodyPr wrap="none" lIns="0" tIns="0" rIns="0" bIns="0" anchor="ctr"/>
              <a:lstStyle/>
              <a:p>
                <a:pPr algn="ctr" eaLnBrk="1" hangingPunct="1">
                  <a:spcBef>
                    <a:spcPct val="50000"/>
                  </a:spcBef>
                  <a:buClr>
                    <a:srgbClr val="003580"/>
                  </a:buClr>
                  <a:buFont typeface="Wingdings" pitchFamily="2" charset="2"/>
                  <a:buNone/>
                </a:pPr>
                <a:endParaRPr lang="en-US" sz="2600">
                  <a:solidFill>
                    <a:srgbClr val="003580"/>
                  </a:solidFill>
                  <a:latin typeface="Arial" charset="0"/>
                </a:endParaRPr>
              </a:p>
            </p:txBody>
          </p:sp>
          <p:sp>
            <p:nvSpPr>
              <p:cNvPr id="39028" name="Rectangle 46"/>
              <p:cNvSpPr>
                <a:spLocks noChangeArrowheads="1"/>
              </p:cNvSpPr>
              <p:nvPr/>
            </p:nvSpPr>
            <p:spPr bwMode="auto">
              <a:xfrm>
                <a:off x="1594" y="3424"/>
                <a:ext cx="364" cy="31"/>
              </a:xfrm>
              <a:prstGeom prst="rect">
                <a:avLst/>
              </a:prstGeom>
              <a:gradFill rotWithShape="1">
                <a:gsLst>
                  <a:gs pos="0">
                    <a:srgbClr val="79372E"/>
                  </a:gs>
                  <a:gs pos="50000">
                    <a:srgbClr val="CB5C4D"/>
                  </a:gs>
                  <a:gs pos="100000">
                    <a:srgbClr val="79372E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/>
              <a:lstStyle/>
              <a:p>
                <a:pPr algn="ctr" eaLnBrk="1" hangingPunct="1">
                  <a:spcBef>
                    <a:spcPct val="50000"/>
                  </a:spcBef>
                  <a:buClr>
                    <a:srgbClr val="003580"/>
                  </a:buClr>
                  <a:buFont typeface="Wingdings" pitchFamily="2" charset="2"/>
                  <a:buNone/>
                </a:pPr>
                <a:endParaRPr lang="en-US" sz="2600">
                  <a:solidFill>
                    <a:srgbClr val="003580"/>
                  </a:solidFill>
                  <a:latin typeface="Arial" charset="0"/>
                </a:endParaRPr>
              </a:p>
            </p:txBody>
          </p:sp>
          <p:sp>
            <p:nvSpPr>
              <p:cNvPr id="39029" name="Oval 47"/>
              <p:cNvSpPr>
                <a:spLocks noChangeArrowheads="1"/>
              </p:cNvSpPr>
              <p:nvPr/>
            </p:nvSpPr>
            <p:spPr bwMode="auto">
              <a:xfrm>
                <a:off x="1594" y="3360"/>
                <a:ext cx="364" cy="127"/>
              </a:xfrm>
              <a:prstGeom prst="ellipse">
                <a:avLst/>
              </a:prstGeom>
              <a:gradFill rotWithShape="1">
                <a:gsLst>
                  <a:gs pos="0">
                    <a:srgbClr val="D4786C"/>
                  </a:gs>
                  <a:gs pos="100000">
                    <a:srgbClr val="E5ACA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med"/>
                  </a14:hiddenLine>
                </a:ext>
              </a:extLst>
            </p:spPr>
            <p:txBody>
              <a:bodyPr wrap="none" lIns="0" tIns="0" rIns="0" bIns="0" anchor="ctr"/>
              <a:lstStyle/>
              <a:p>
                <a:pPr algn="ctr" eaLnBrk="1" hangingPunct="1">
                  <a:spcBef>
                    <a:spcPct val="50000"/>
                  </a:spcBef>
                  <a:buClr>
                    <a:srgbClr val="003580"/>
                  </a:buClr>
                  <a:buFont typeface="Wingdings" pitchFamily="2" charset="2"/>
                  <a:buNone/>
                </a:pPr>
                <a:endParaRPr lang="en-US" sz="2600">
                  <a:solidFill>
                    <a:srgbClr val="003580"/>
                  </a:solidFill>
                  <a:latin typeface="Arial" charset="0"/>
                </a:endParaRPr>
              </a:p>
            </p:txBody>
          </p:sp>
        </p:grpSp>
        <p:sp>
          <p:nvSpPr>
            <p:cNvPr id="2962480" name="Oval 48"/>
            <p:cNvSpPr>
              <a:spLocks noChangeArrowheads="1"/>
            </p:cNvSpPr>
            <p:nvPr/>
          </p:nvSpPr>
          <p:spPr bwMode="auto">
            <a:xfrm>
              <a:off x="3751" y="3602"/>
              <a:ext cx="470" cy="164"/>
            </a:xfrm>
            <a:prstGeom prst="ellipse">
              <a:avLst/>
            </a:prstGeom>
            <a:gradFill rotWithShape="1">
              <a:gsLst>
                <a:gs pos="0">
                  <a:schemeClr val="tx1">
                    <a:gamma/>
                    <a:shade val="59608"/>
                    <a:invGamma/>
                  </a:schemeClr>
                </a:gs>
                <a:gs pos="50000">
                  <a:schemeClr val="tx1"/>
                </a:gs>
                <a:gs pos="100000">
                  <a:schemeClr val="tx1">
                    <a:gamma/>
                    <a:shade val="59608"/>
                    <a:invGamma/>
                  </a:schemeClr>
                </a:gs>
              </a:gsLst>
              <a:lin ang="0" scaled="1"/>
            </a:gradFill>
            <a:ln w="12700" algn="ctr">
              <a:noFill/>
              <a:round/>
              <a:headEnd/>
              <a:tailEnd type="none" w="lg" len="med"/>
            </a:ln>
            <a:effectLst/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  <a:defRPr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9015" name="Rectangle 49"/>
            <p:cNvSpPr>
              <a:spLocks noChangeArrowheads="1"/>
            </p:cNvSpPr>
            <p:nvPr/>
          </p:nvSpPr>
          <p:spPr bwMode="auto">
            <a:xfrm>
              <a:off x="3751" y="3644"/>
              <a:ext cx="470" cy="39"/>
            </a:xfrm>
            <a:prstGeom prst="rect">
              <a:avLst/>
            </a:prstGeom>
            <a:solidFill>
              <a:srgbClr val="0035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9016" name="Oval 50"/>
            <p:cNvSpPr>
              <a:spLocks noChangeArrowheads="1"/>
            </p:cNvSpPr>
            <p:nvPr/>
          </p:nvSpPr>
          <p:spPr bwMode="auto">
            <a:xfrm>
              <a:off x="3751" y="3561"/>
              <a:ext cx="470" cy="164"/>
            </a:xfrm>
            <a:prstGeom prst="ellipse">
              <a:avLst/>
            </a:prstGeom>
            <a:gradFill rotWithShape="1">
              <a:gsLst>
                <a:gs pos="0">
                  <a:srgbClr val="D4786C"/>
                </a:gs>
                <a:gs pos="100000">
                  <a:srgbClr val="E5ACA5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9017" name="Oval 51"/>
            <p:cNvSpPr>
              <a:spLocks noChangeArrowheads="1"/>
            </p:cNvSpPr>
            <p:nvPr/>
          </p:nvSpPr>
          <p:spPr bwMode="auto">
            <a:xfrm>
              <a:off x="3751" y="3553"/>
              <a:ext cx="470" cy="164"/>
            </a:xfrm>
            <a:prstGeom prst="ellipse">
              <a:avLst/>
            </a:prstGeom>
            <a:gradFill rotWithShape="1">
              <a:gsLst>
                <a:gs pos="0">
                  <a:srgbClr val="983D00"/>
                </a:gs>
                <a:gs pos="50000">
                  <a:srgbClr val="FF6600"/>
                </a:gs>
                <a:gs pos="100000">
                  <a:srgbClr val="983D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9018" name="Rectangle 52"/>
            <p:cNvSpPr>
              <a:spLocks noChangeArrowheads="1"/>
            </p:cNvSpPr>
            <p:nvPr/>
          </p:nvSpPr>
          <p:spPr bwMode="auto">
            <a:xfrm>
              <a:off x="3751" y="3595"/>
              <a:ext cx="470" cy="39"/>
            </a:xfrm>
            <a:prstGeom prst="rect">
              <a:avLst/>
            </a:prstGeom>
            <a:gradFill rotWithShape="1">
              <a:gsLst>
                <a:gs pos="0">
                  <a:srgbClr val="983D00"/>
                </a:gs>
                <a:gs pos="50000">
                  <a:srgbClr val="FF6600"/>
                </a:gs>
                <a:gs pos="100000">
                  <a:srgbClr val="983D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9019" name="Oval 53"/>
            <p:cNvSpPr>
              <a:spLocks noChangeArrowheads="1"/>
            </p:cNvSpPr>
            <p:nvPr/>
          </p:nvSpPr>
          <p:spPr bwMode="auto">
            <a:xfrm>
              <a:off x="3751" y="3512"/>
              <a:ext cx="470" cy="164"/>
            </a:xfrm>
            <a:prstGeom prst="ellipse">
              <a:avLst/>
            </a:prstGeom>
            <a:gradFill rotWithShape="1">
              <a:gsLst>
                <a:gs pos="0">
                  <a:srgbClr val="D4786C"/>
                </a:gs>
                <a:gs pos="100000">
                  <a:srgbClr val="E5ACA5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9020" name="Oval 54"/>
            <p:cNvSpPr>
              <a:spLocks noChangeArrowheads="1"/>
            </p:cNvSpPr>
            <p:nvPr/>
          </p:nvSpPr>
          <p:spPr bwMode="auto">
            <a:xfrm>
              <a:off x="3751" y="3504"/>
              <a:ext cx="470" cy="164"/>
            </a:xfrm>
            <a:prstGeom prst="ellipse">
              <a:avLst/>
            </a:prstGeom>
            <a:gradFill rotWithShape="1">
              <a:gsLst>
                <a:gs pos="0">
                  <a:srgbClr val="245335"/>
                </a:gs>
                <a:gs pos="50000">
                  <a:srgbClr val="3D8B59"/>
                </a:gs>
                <a:gs pos="100000">
                  <a:srgbClr val="245335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9021" name="Rectangle 55"/>
            <p:cNvSpPr>
              <a:spLocks noChangeArrowheads="1"/>
            </p:cNvSpPr>
            <p:nvPr/>
          </p:nvSpPr>
          <p:spPr bwMode="auto">
            <a:xfrm>
              <a:off x="3751" y="3546"/>
              <a:ext cx="470" cy="39"/>
            </a:xfrm>
            <a:prstGeom prst="rect">
              <a:avLst/>
            </a:prstGeom>
            <a:gradFill rotWithShape="1">
              <a:gsLst>
                <a:gs pos="0">
                  <a:srgbClr val="245335"/>
                </a:gs>
                <a:gs pos="50000">
                  <a:srgbClr val="3D8B59"/>
                </a:gs>
                <a:gs pos="100000">
                  <a:srgbClr val="245335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9022" name="Oval 56"/>
            <p:cNvSpPr>
              <a:spLocks noChangeArrowheads="1"/>
            </p:cNvSpPr>
            <p:nvPr/>
          </p:nvSpPr>
          <p:spPr bwMode="auto">
            <a:xfrm>
              <a:off x="3751" y="3463"/>
              <a:ext cx="470" cy="164"/>
            </a:xfrm>
            <a:prstGeom prst="ellipse">
              <a:avLst/>
            </a:prstGeom>
            <a:gradFill rotWithShape="1">
              <a:gsLst>
                <a:gs pos="0">
                  <a:srgbClr val="D4786C"/>
                </a:gs>
                <a:gs pos="100000">
                  <a:srgbClr val="E5ACA5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grpSp>
          <p:nvGrpSpPr>
            <p:cNvPr id="39023" name="Group 57"/>
            <p:cNvGrpSpPr>
              <a:grpSpLocks/>
            </p:cNvGrpSpPr>
            <p:nvPr/>
          </p:nvGrpSpPr>
          <p:grpSpPr bwMode="auto">
            <a:xfrm>
              <a:off x="3751" y="3414"/>
              <a:ext cx="470" cy="205"/>
              <a:chOff x="1594" y="3360"/>
              <a:chExt cx="364" cy="159"/>
            </a:xfrm>
          </p:grpSpPr>
          <p:sp>
            <p:nvSpPr>
              <p:cNvPr id="39024" name="Oval 58"/>
              <p:cNvSpPr>
                <a:spLocks noChangeArrowheads="1"/>
              </p:cNvSpPr>
              <p:nvPr/>
            </p:nvSpPr>
            <p:spPr bwMode="auto">
              <a:xfrm>
                <a:off x="1594" y="3392"/>
                <a:ext cx="364" cy="127"/>
              </a:xfrm>
              <a:prstGeom prst="ellipse">
                <a:avLst/>
              </a:prstGeom>
              <a:gradFill rotWithShape="1">
                <a:gsLst>
                  <a:gs pos="0">
                    <a:srgbClr val="79372E"/>
                  </a:gs>
                  <a:gs pos="50000">
                    <a:srgbClr val="CB5C4D"/>
                  </a:gs>
                  <a:gs pos="100000">
                    <a:srgbClr val="79372E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med"/>
                  </a14:hiddenLine>
                </a:ext>
              </a:extLst>
            </p:spPr>
            <p:txBody>
              <a:bodyPr wrap="none" lIns="0" tIns="0" rIns="0" bIns="0" anchor="ctr"/>
              <a:lstStyle/>
              <a:p>
                <a:pPr algn="ctr" eaLnBrk="1" hangingPunct="1">
                  <a:spcBef>
                    <a:spcPct val="50000"/>
                  </a:spcBef>
                  <a:buClr>
                    <a:srgbClr val="003580"/>
                  </a:buClr>
                  <a:buFont typeface="Wingdings" pitchFamily="2" charset="2"/>
                  <a:buNone/>
                </a:pPr>
                <a:endParaRPr lang="en-US" sz="2600">
                  <a:solidFill>
                    <a:srgbClr val="003580"/>
                  </a:solidFill>
                  <a:latin typeface="Arial" charset="0"/>
                </a:endParaRPr>
              </a:p>
            </p:txBody>
          </p:sp>
          <p:sp>
            <p:nvSpPr>
              <p:cNvPr id="39025" name="Rectangle 59"/>
              <p:cNvSpPr>
                <a:spLocks noChangeArrowheads="1"/>
              </p:cNvSpPr>
              <p:nvPr/>
            </p:nvSpPr>
            <p:spPr bwMode="auto">
              <a:xfrm>
                <a:off x="1594" y="3424"/>
                <a:ext cx="364" cy="31"/>
              </a:xfrm>
              <a:prstGeom prst="rect">
                <a:avLst/>
              </a:prstGeom>
              <a:gradFill rotWithShape="1">
                <a:gsLst>
                  <a:gs pos="0">
                    <a:srgbClr val="79372E"/>
                  </a:gs>
                  <a:gs pos="50000">
                    <a:srgbClr val="CB5C4D"/>
                  </a:gs>
                  <a:gs pos="100000">
                    <a:srgbClr val="79372E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/>
              <a:lstStyle/>
              <a:p>
                <a:pPr algn="ctr" eaLnBrk="1" hangingPunct="1">
                  <a:spcBef>
                    <a:spcPct val="50000"/>
                  </a:spcBef>
                  <a:buClr>
                    <a:srgbClr val="003580"/>
                  </a:buClr>
                  <a:buFont typeface="Wingdings" pitchFamily="2" charset="2"/>
                  <a:buNone/>
                </a:pPr>
                <a:endParaRPr lang="en-US" sz="2600">
                  <a:solidFill>
                    <a:srgbClr val="003580"/>
                  </a:solidFill>
                  <a:latin typeface="Arial" charset="0"/>
                </a:endParaRPr>
              </a:p>
            </p:txBody>
          </p:sp>
          <p:sp>
            <p:nvSpPr>
              <p:cNvPr id="39026" name="Oval 60"/>
              <p:cNvSpPr>
                <a:spLocks noChangeArrowheads="1"/>
              </p:cNvSpPr>
              <p:nvPr/>
            </p:nvSpPr>
            <p:spPr bwMode="auto">
              <a:xfrm>
                <a:off x="1594" y="3360"/>
                <a:ext cx="364" cy="127"/>
              </a:xfrm>
              <a:prstGeom prst="ellipse">
                <a:avLst/>
              </a:prstGeom>
              <a:gradFill rotWithShape="1">
                <a:gsLst>
                  <a:gs pos="0">
                    <a:srgbClr val="D4786C"/>
                  </a:gs>
                  <a:gs pos="100000">
                    <a:srgbClr val="E5ACA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med"/>
                  </a14:hiddenLine>
                </a:ext>
              </a:extLst>
            </p:spPr>
            <p:txBody>
              <a:bodyPr wrap="none" lIns="0" tIns="0" rIns="0" bIns="0" anchor="ctr"/>
              <a:lstStyle/>
              <a:p>
                <a:pPr algn="ctr" eaLnBrk="1" hangingPunct="1">
                  <a:spcBef>
                    <a:spcPct val="50000"/>
                  </a:spcBef>
                  <a:buClr>
                    <a:srgbClr val="003580"/>
                  </a:buClr>
                  <a:buFont typeface="Wingdings" pitchFamily="2" charset="2"/>
                  <a:buNone/>
                </a:pPr>
                <a:endParaRPr lang="en-US" sz="2600">
                  <a:solidFill>
                    <a:srgbClr val="003580"/>
                  </a:solidFill>
                  <a:latin typeface="Arial" charset="0"/>
                </a:endParaRPr>
              </a:p>
            </p:txBody>
          </p:sp>
        </p:grpSp>
      </p:grpSp>
      <p:grpSp>
        <p:nvGrpSpPr>
          <p:cNvPr id="38924" name="Group 61"/>
          <p:cNvGrpSpPr>
            <a:grpSpLocks/>
          </p:cNvGrpSpPr>
          <p:nvPr/>
        </p:nvGrpSpPr>
        <p:grpSpPr bwMode="auto">
          <a:xfrm>
            <a:off x="5867400" y="2401888"/>
            <a:ext cx="920750" cy="784225"/>
            <a:chOff x="3751" y="1560"/>
            <a:chExt cx="470" cy="400"/>
          </a:xfrm>
        </p:grpSpPr>
        <p:grpSp>
          <p:nvGrpSpPr>
            <p:cNvPr id="38996" name="Group 62"/>
            <p:cNvGrpSpPr>
              <a:grpSpLocks/>
            </p:cNvGrpSpPr>
            <p:nvPr/>
          </p:nvGrpSpPr>
          <p:grpSpPr bwMode="auto">
            <a:xfrm>
              <a:off x="3751" y="1755"/>
              <a:ext cx="470" cy="205"/>
              <a:chOff x="1594" y="3360"/>
              <a:chExt cx="364" cy="159"/>
            </a:xfrm>
          </p:grpSpPr>
          <p:sp>
            <p:nvSpPr>
              <p:cNvPr id="39010" name="Oval 63"/>
              <p:cNvSpPr>
                <a:spLocks noChangeArrowheads="1"/>
              </p:cNvSpPr>
              <p:nvPr/>
            </p:nvSpPr>
            <p:spPr bwMode="auto">
              <a:xfrm>
                <a:off x="1594" y="3392"/>
                <a:ext cx="364" cy="127"/>
              </a:xfrm>
              <a:prstGeom prst="ellipse">
                <a:avLst/>
              </a:prstGeom>
              <a:gradFill rotWithShape="1">
                <a:gsLst>
                  <a:gs pos="0">
                    <a:srgbClr val="79372E"/>
                  </a:gs>
                  <a:gs pos="50000">
                    <a:srgbClr val="CB5C4D"/>
                  </a:gs>
                  <a:gs pos="100000">
                    <a:srgbClr val="79372E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med"/>
                  </a14:hiddenLine>
                </a:ext>
              </a:extLst>
            </p:spPr>
            <p:txBody>
              <a:bodyPr wrap="none" lIns="0" tIns="0" rIns="0" bIns="0" anchor="ctr"/>
              <a:lstStyle/>
              <a:p>
                <a:pPr algn="ctr" eaLnBrk="1" hangingPunct="1">
                  <a:spcBef>
                    <a:spcPct val="50000"/>
                  </a:spcBef>
                  <a:buClr>
                    <a:srgbClr val="003580"/>
                  </a:buClr>
                  <a:buFont typeface="Wingdings" pitchFamily="2" charset="2"/>
                  <a:buNone/>
                </a:pPr>
                <a:endParaRPr lang="en-US" sz="2600">
                  <a:solidFill>
                    <a:srgbClr val="003580"/>
                  </a:solidFill>
                  <a:latin typeface="Arial" charset="0"/>
                </a:endParaRPr>
              </a:p>
            </p:txBody>
          </p:sp>
          <p:sp>
            <p:nvSpPr>
              <p:cNvPr id="39011" name="Rectangle 64"/>
              <p:cNvSpPr>
                <a:spLocks noChangeArrowheads="1"/>
              </p:cNvSpPr>
              <p:nvPr/>
            </p:nvSpPr>
            <p:spPr bwMode="auto">
              <a:xfrm>
                <a:off x="1594" y="3424"/>
                <a:ext cx="364" cy="31"/>
              </a:xfrm>
              <a:prstGeom prst="rect">
                <a:avLst/>
              </a:prstGeom>
              <a:gradFill rotWithShape="1">
                <a:gsLst>
                  <a:gs pos="0">
                    <a:srgbClr val="79372E"/>
                  </a:gs>
                  <a:gs pos="50000">
                    <a:srgbClr val="CB5C4D"/>
                  </a:gs>
                  <a:gs pos="100000">
                    <a:srgbClr val="79372E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/>
              <a:lstStyle/>
              <a:p>
                <a:pPr algn="ctr" eaLnBrk="1" hangingPunct="1">
                  <a:spcBef>
                    <a:spcPct val="50000"/>
                  </a:spcBef>
                  <a:buClr>
                    <a:srgbClr val="003580"/>
                  </a:buClr>
                  <a:buFont typeface="Wingdings" pitchFamily="2" charset="2"/>
                  <a:buNone/>
                </a:pPr>
                <a:endParaRPr lang="en-US" sz="2600">
                  <a:solidFill>
                    <a:srgbClr val="003580"/>
                  </a:solidFill>
                  <a:latin typeface="Arial" charset="0"/>
                </a:endParaRPr>
              </a:p>
            </p:txBody>
          </p:sp>
          <p:sp>
            <p:nvSpPr>
              <p:cNvPr id="39012" name="Oval 65"/>
              <p:cNvSpPr>
                <a:spLocks noChangeArrowheads="1"/>
              </p:cNvSpPr>
              <p:nvPr/>
            </p:nvSpPr>
            <p:spPr bwMode="auto">
              <a:xfrm>
                <a:off x="1594" y="3360"/>
                <a:ext cx="364" cy="127"/>
              </a:xfrm>
              <a:prstGeom prst="ellipse">
                <a:avLst/>
              </a:prstGeom>
              <a:gradFill rotWithShape="1">
                <a:gsLst>
                  <a:gs pos="0">
                    <a:srgbClr val="D4786C"/>
                  </a:gs>
                  <a:gs pos="100000">
                    <a:srgbClr val="E5ACA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med"/>
                  </a14:hiddenLine>
                </a:ext>
              </a:extLst>
            </p:spPr>
            <p:txBody>
              <a:bodyPr wrap="none" lIns="0" tIns="0" rIns="0" bIns="0" anchor="ctr"/>
              <a:lstStyle/>
              <a:p>
                <a:pPr algn="ctr" eaLnBrk="1" hangingPunct="1">
                  <a:spcBef>
                    <a:spcPct val="50000"/>
                  </a:spcBef>
                  <a:buClr>
                    <a:srgbClr val="003580"/>
                  </a:buClr>
                  <a:buFont typeface="Wingdings" pitchFamily="2" charset="2"/>
                  <a:buNone/>
                </a:pPr>
                <a:endParaRPr lang="en-US" sz="2600">
                  <a:solidFill>
                    <a:srgbClr val="003580"/>
                  </a:solidFill>
                  <a:latin typeface="Arial" charset="0"/>
                </a:endParaRPr>
              </a:p>
            </p:txBody>
          </p:sp>
        </p:grpSp>
        <p:sp>
          <p:nvSpPr>
            <p:cNvPr id="2962498" name="Oval 66"/>
            <p:cNvSpPr>
              <a:spLocks noChangeArrowheads="1"/>
            </p:cNvSpPr>
            <p:nvPr/>
          </p:nvSpPr>
          <p:spPr bwMode="auto">
            <a:xfrm>
              <a:off x="3751" y="1748"/>
              <a:ext cx="470" cy="164"/>
            </a:xfrm>
            <a:prstGeom prst="ellipse">
              <a:avLst/>
            </a:prstGeom>
            <a:gradFill rotWithShape="1">
              <a:gsLst>
                <a:gs pos="0">
                  <a:schemeClr val="tx1">
                    <a:gamma/>
                    <a:shade val="59608"/>
                    <a:invGamma/>
                  </a:schemeClr>
                </a:gs>
                <a:gs pos="50000">
                  <a:schemeClr val="tx1"/>
                </a:gs>
                <a:gs pos="100000">
                  <a:schemeClr val="tx1">
                    <a:gamma/>
                    <a:shade val="59608"/>
                    <a:invGamma/>
                  </a:schemeClr>
                </a:gs>
              </a:gsLst>
              <a:lin ang="0" scaled="1"/>
            </a:gradFill>
            <a:ln w="12700" algn="ctr">
              <a:noFill/>
              <a:round/>
              <a:headEnd/>
              <a:tailEnd type="none" w="lg" len="med"/>
            </a:ln>
            <a:effectLst/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  <a:defRPr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8998" name="Rectangle 67"/>
            <p:cNvSpPr>
              <a:spLocks noChangeArrowheads="1"/>
            </p:cNvSpPr>
            <p:nvPr/>
          </p:nvSpPr>
          <p:spPr bwMode="auto">
            <a:xfrm>
              <a:off x="3751" y="1790"/>
              <a:ext cx="470" cy="39"/>
            </a:xfrm>
            <a:prstGeom prst="rect">
              <a:avLst/>
            </a:prstGeom>
            <a:solidFill>
              <a:srgbClr val="0035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8999" name="Oval 68"/>
            <p:cNvSpPr>
              <a:spLocks noChangeArrowheads="1"/>
            </p:cNvSpPr>
            <p:nvPr/>
          </p:nvSpPr>
          <p:spPr bwMode="auto">
            <a:xfrm>
              <a:off x="3751" y="1707"/>
              <a:ext cx="470" cy="164"/>
            </a:xfrm>
            <a:prstGeom prst="ellipse">
              <a:avLst/>
            </a:prstGeom>
            <a:gradFill rotWithShape="1">
              <a:gsLst>
                <a:gs pos="0">
                  <a:srgbClr val="D4786C"/>
                </a:gs>
                <a:gs pos="100000">
                  <a:srgbClr val="E5ACA5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9000" name="Oval 69"/>
            <p:cNvSpPr>
              <a:spLocks noChangeArrowheads="1"/>
            </p:cNvSpPr>
            <p:nvPr/>
          </p:nvSpPr>
          <p:spPr bwMode="auto">
            <a:xfrm>
              <a:off x="3751" y="1699"/>
              <a:ext cx="470" cy="164"/>
            </a:xfrm>
            <a:prstGeom prst="ellipse">
              <a:avLst/>
            </a:prstGeom>
            <a:gradFill rotWithShape="1">
              <a:gsLst>
                <a:gs pos="0">
                  <a:srgbClr val="983D00"/>
                </a:gs>
                <a:gs pos="50000">
                  <a:srgbClr val="FF6600"/>
                </a:gs>
                <a:gs pos="100000">
                  <a:srgbClr val="983D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9001" name="Rectangle 70"/>
            <p:cNvSpPr>
              <a:spLocks noChangeArrowheads="1"/>
            </p:cNvSpPr>
            <p:nvPr/>
          </p:nvSpPr>
          <p:spPr bwMode="auto">
            <a:xfrm>
              <a:off x="3751" y="1741"/>
              <a:ext cx="470" cy="39"/>
            </a:xfrm>
            <a:prstGeom prst="rect">
              <a:avLst/>
            </a:prstGeom>
            <a:gradFill rotWithShape="1">
              <a:gsLst>
                <a:gs pos="0">
                  <a:srgbClr val="983D00"/>
                </a:gs>
                <a:gs pos="50000">
                  <a:srgbClr val="FF6600"/>
                </a:gs>
                <a:gs pos="100000">
                  <a:srgbClr val="983D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9002" name="Oval 71"/>
            <p:cNvSpPr>
              <a:spLocks noChangeArrowheads="1"/>
            </p:cNvSpPr>
            <p:nvPr/>
          </p:nvSpPr>
          <p:spPr bwMode="auto">
            <a:xfrm>
              <a:off x="3751" y="1658"/>
              <a:ext cx="470" cy="164"/>
            </a:xfrm>
            <a:prstGeom prst="ellipse">
              <a:avLst/>
            </a:prstGeom>
            <a:gradFill rotWithShape="1">
              <a:gsLst>
                <a:gs pos="0">
                  <a:srgbClr val="D4786C"/>
                </a:gs>
                <a:gs pos="100000">
                  <a:srgbClr val="E5ACA5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9003" name="Oval 72"/>
            <p:cNvSpPr>
              <a:spLocks noChangeArrowheads="1"/>
            </p:cNvSpPr>
            <p:nvPr/>
          </p:nvSpPr>
          <p:spPr bwMode="auto">
            <a:xfrm>
              <a:off x="3751" y="1650"/>
              <a:ext cx="470" cy="164"/>
            </a:xfrm>
            <a:prstGeom prst="ellipse">
              <a:avLst/>
            </a:prstGeom>
            <a:gradFill rotWithShape="1">
              <a:gsLst>
                <a:gs pos="0">
                  <a:srgbClr val="245335"/>
                </a:gs>
                <a:gs pos="50000">
                  <a:srgbClr val="3D8B59"/>
                </a:gs>
                <a:gs pos="100000">
                  <a:srgbClr val="245335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9004" name="Rectangle 73"/>
            <p:cNvSpPr>
              <a:spLocks noChangeArrowheads="1"/>
            </p:cNvSpPr>
            <p:nvPr/>
          </p:nvSpPr>
          <p:spPr bwMode="auto">
            <a:xfrm>
              <a:off x="3751" y="1692"/>
              <a:ext cx="470" cy="39"/>
            </a:xfrm>
            <a:prstGeom prst="rect">
              <a:avLst/>
            </a:prstGeom>
            <a:gradFill rotWithShape="1">
              <a:gsLst>
                <a:gs pos="0">
                  <a:srgbClr val="245335"/>
                </a:gs>
                <a:gs pos="50000">
                  <a:srgbClr val="3D8B59"/>
                </a:gs>
                <a:gs pos="100000">
                  <a:srgbClr val="245335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9005" name="Oval 74"/>
            <p:cNvSpPr>
              <a:spLocks noChangeArrowheads="1"/>
            </p:cNvSpPr>
            <p:nvPr/>
          </p:nvSpPr>
          <p:spPr bwMode="auto">
            <a:xfrm>
              <a:off x="3751" y="1609"/>
              <a:ext cx="470" cy="164"/>
            </a:xfrm>
            <a:prstGeom prst="ellipse">
              <a:avLst/>
            </a:prstGeom>
            <a:gradFill rotWithShape="1">
              <a:gsLst>
                <a:gs pos="0">
                  <a:srgbClr val="D4786C"/>
                </a:gs>
                <a:gs pos="100000">
                  <a:srgbClr val="E5ACA5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grpSp>
          <p:nvGrpSpPr>
            <p:cNvPr id="39006" name="Group 75"/>
            <p:cNvGrpSpPr>
              <a:grpSpLocks/>
            </p:cNvGrpSpPr>
            <p:nvPr/>
          </p:nvGrpSpPr>
          <p:grpSpPr bwMode="auto">
            <a:xfrm>
              <a:off x="3751" y="1560"/>
              <a:ext cx="470" cy="205"/>
              <a:chOff x="1594" y="3360"/>
              <a:chExt cx="364" cy="159"/>
            </a:xfrm>
          </p:grpSpPr>
          <p:sp>
            <p:nvSpPr>
              <p:cNvPr id="39007" name="Oval 76"/>
              <p:cNvSpPr>
                <a:spLocks noChangeArrowheads="1"/>
              </p:cNvSpPr>
              <p:nvPr/>
            </p:nvSpPr>
            <p:spPr bwMode="auto">
              <a:xfrm>
                <a:off x="1594" y="3392"/>
                <a:ext cx="364" cy="127"/>
              </a:xfrm>
              <a:prstGeom prst="ellipse">
                <a:avLst/>
              </a:prstGeom>
              <a:gradFill rotWithShape="1">
                <a:gsLst>
                  <a:gs pos="0">
                    <a:srgbClr val="79372E"/>
                  </a:gs>
                  <a:gs pos="50000">
                    <a:srgbClr val="CB5C4D"/>
                  </a:gs>
                  <a:gs pos="100000">
                    <a:srgbClr val="79372E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med"/>
                  </a14:hiddenLine>
                </a:ext>
              </a:extLst>
            </p:spPr>
            <p:txBody>
              <a:bodyPr wrap="none" lIns="0" tIns="0" rIns="0" bIns="0" anchor="ctr"/>
              <a:lstStyle/>
              <a:p>
                <a:pPr algn="ctr" eaLnBrk="1" hangingPunct="1">
                  <a:spcBef>
                    <a:spcPct val="50000"/>
                  </a:spcBef>
                  <a:buClr>
                    <a:srgbClr val="003580"/>
                  </a:buClr>
                  <a:buFont typeface="Wingdings" pitchFamily="2" charset="2"/>
                  <a:buNone/>
                </a:pPr>
                <a:endParaRPr lang="en-US" sz="2600">
                  <a:solidFill>
                    <a:srgbClr val="003580"/>
                  </a:solidFill>
                  <a:latin typeface="Arial" charset="0"/>
                </a:endParaRPr>
              </a:p>
            </p:txBody>
          </p:sp>
          <p:sp>
            <p:nvSpPr>
              <p:cNvPr id="39008" name="Rectangle 77"/>
              <p:cNvSpPr>
                <a:spLocks noChangeArrowheads="1"/>
              </p:cNvSpPr>
              <p:nvPr/>
            </p:nvSpPr>
            <p:spPr bwMode="auto">
              <a:xfrm>
                <a:off x="1594" y="3424"/>
                <a:ext cx="364" cy="31"/>
              </a:xfrm>
              <a:prstGeom prst="rect">
                <a:avLst/>
              </a:prstGeom>
              <a:gradFill rotWithShape="1">
                <a:gsLst>
                  <a:gs pos="0">
                    <a:srgbClr val="79372E"/>
                  </a:gs>
                  <a:gs pos="50000">
                    <a:srgbClr val="CB5C4D"/>
                  </a:gs>
                  <a:gs pos="100000">
                    <a:srgbClr val="79372E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/>
              <a:lstStyle/>
              <a:p>
                <a:pPr algn="ctr" eaLnBrk="1" hangingPunct="1">
                  <a:spcBef>
                    <a:spcPct val="50000"/>
                  </a:spcBef>
                  <a:buClr>
                    <a:srgbClr val="003580"/>
                  </a:buClr>
                  <a:buFont typeface="Wingdings" pitchFamily="2" charset="2"/>
                  <a:buNone/>
                </a:pPr>
                <a:endParaRPr lang="en-US" sz="2600">
                  <a:solidFill>
                    <a:srgbClr val="003580"/>
                  </a:solidFill>
                  <a:latin typeface="Arial" charset="0"/>
                </a:endParaRPr>
              </a:p>
            </p:txBody>
          </p:sp>
          <p:sp>
            <p:nvSpPr>
              <p:cNvPr id="39009" name="Oval 78"/>
              <p:cNvSpPr>
                <a:spLocks noChangeArrowheads="1"/>
              </p:cNvSpPr>
              <p:nvPr/>
            </p:nvSpPr>
            <p:spPr bwMode="auto">
              <a:xfrm>
                <a:off x="1594" y="3360"/>
                <a:ext cx="364" cy="127"/>
              </a:xfrm>
              <a:prstGeom prst="ellipse">
                <a:avLst/>
              </a:prstGeom>
              <a:gradFill rotWithShape="1">
                <a:gsLst>
                  <a:gs pos="0">
                    <a:srgbClr val="D4786C"/>
                  </a:gs>
                  <a:gs pos="100000">
                    <a:srgbClr val="E5ACA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med"/>
                  </a14:hiddenLine>
                </a:ext>
              </a:extLst>
            </p:spPr>
            <p:txBody>
              <a:bodyPr wrap="none" lIns="0" tIns="0" rIns="0" bIns="0" anchor="ctr"/>
              <a:lstStyle/>
              <a:p>
                <a:pPr algn="ctr" eaLnBrk="1" hangingPunct="1">
                  <a:spcBef>
                    <a:spcPct val="50000"/>
                  </a:spcBef>
                  <a:buClr>
                    <a:srgbClr val="003580"/>
                  </a:buClr>
                  <a:buFont typeface="Wingdings" pitchFamily="2" charset="2"/>
                  <a:buNone/>
                </a:pPr>
                <a:endParaRPr lang="en-US" sz="2600">
                  <a:solidFill>
                    <a:srgbClr val="003580"/>
                  </a:solidFill>
                  <a:latin typeface="Arial" charset="0"/>
                </a:endParaRPr>
              </a:p>
            </p:txBody>
          </p:sp>
        </p:grpSp>
      </p:grpSp>
      <p:grpSp>
        <p:nvGrpSpPr>
          <p:cNvPr id="38925" name="Group 79"/>
          <p:cNvGrpSpPr>
            <a:grpSpLocks/>
          </p:cNvGrpSpPr>
          <p:nvPr/>
        </p:nvGrpSpPr>
        <p:grpSpPr bwMode="auto">
          <a:xfrm>
            <a:off x="5867400" y="1420813"/>
            <a:ext cx="920750" cy="784225"/>
            <a:chOff x="3751" y="942"/>
            <a:chExt cx="470" cy="400"/>
          </a:xfrm>
        </p:grpSpPr>
        <p:grpSp>
          <p:nvGrpSpPr>
            <p:cNvPr id="38979" name="Group 80"/>
            <p:cNvGrpSpPr>
              <a:grpSpLocks/>
            </p:cNvGrpSpPr>
            <p:nvPr/>
          </p:nvGrpSpPr>
          <p:grpSpPr bwMode="auto">
            <a:xfrm>
              <a:off x="3751" y="1137"/>
              <a:ext cx="470" cy="205"/>
              <a:chOff x="1594" y="3360"/>
              <a:chExt cx="364" cy="159"/>
            </a:xfrm>
          </p:grpSpPr>
          <p:sp>
            <p:nvSpPr>
              <p:cNvPr id="38993" name="Oval 81"/>
              <p:cNvSpPr>
                <a:spLocks noChangeArrowheads="1"/>
              </p:cNvSpPr>
              <p:nvPr/>
            </p:nvSpPr>
            <p:spPr bwMode="auto">
              <a:xfrm>
                <a:off x="1594" y="3392"/>
                <a:ext cx="364" cy="127"/>
              </a:xfrm>
              <a:prstGeom prst="ellipse">
                <a:avLst/>
              </a:prstGeom>
              <a:gradFill rotWithShape="1">
                <a:gsLst>
                  <a:gs pos="0">
                    <a:srgbClr val="79372E"/>
                  </a:gs>
                  <a:gs pos="50000">
                    <a:srgbClr val="CB5C4D"/>
                  </a:gs>
                  <a:gs pos="100000">
                    <a:srgbClr val="79372E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med"/>
                  </a14:hiddenLine>
                </a:ext>
              </a:extLst>
            </p:spPr>
            <p:txBody>
              <a:bodyPr wrap="none" lIns="0" tIns="0" rIns="0" bIns="0" anchor="ctr"/>
              <a:lstStyle/>
              <a:p>
                <a:pPr algn="ctr" eaLnBrk="1" hangingPunct="1">
                  <a:spcBef>
                    <a:spcPct val="50000"/>
                  </a:spcBef>
                  <a:buClr>
                    <a:srgbClr val="003580"/>
                  </a:buClr>
                  <a:buFont typeface="Wingdings" pitchFamily="2" charset="2"/>
                  <a:buNone/>
                </a:pPr>
                <a:endParaRPr lang="en-US" sz="2600">
                  <a:solidFill>
                    <a:srgbClr val="003580"/>
                  </a:solidFill>
                  <a:latin typeface="Arial" charset="0"/>
                </a:endParaRPr>
              </a:p>
            </p:txBody>
          </p:sp>
          <p:sp>
            <p:nvSpPr>
              <p:cNvPr id="38994" name="Rectangle 82"/>
              <p:cNvSpPr>
                <a:spLocks noChangeArrowheads="1"/>
              </p:cNvSpPr>
              <p:nvPr/>
            </p:nvSpPr>
            <p:spPr bwMode="auto">
              <a:xfrm>
                <a:off x="1594" y="3424"/>
                <a:ext cx="364" cy="31"/>
              </a:xfrm>
              <a:prstGeom prst="rect">
                <a:avLst/>
              </a:prstGeom>
              <a:gradFill rotWithShape="1">
                <a:gsLst>
                  <a:gs pos="0">
                    <a:srgbClr val="79372E"/>
                  </a:gs>
                  <a:gs pos="50000">
                    <a:srgbClr val="CB5C4D"/>
                  </a:gs>
                  <a:gs pos="100000">
                    <a:srgbClr val="79372E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/>
              <a:lstStyle/>
              <a:p>
                <a:pPr algn="ctr" eaLnBrk="1" hangingPunct="1">
                  <a:spcBef>
                    <a:spcPct val="50000"/>
                  </a:spcBef>
                  <a:buClr>
                    <a:srgbClr val="003580"/>
                  </a:buClr>
                  <a:buFont typeface="Wingdings" pitchFamily="2" charset="2"/>
                  <a:buNone/>
                </a:pPr>
                <a:endParaRPr lang="en-US" sz="2600">
                  <a:solidFill>
                    <a:srgbClr val="003580"/>
                  </a:solidFill>
                  <a:latin typeface="Arial" charset="0"/>
                </a:endParaRPr>
              </a:p>
            </p:txBody>
          </p:sp>
          <p:sp>
            <p:nvSpPr>
              <p:cNvPr id="38995" name="Oval 83"/>
              <p:cNvSpPr>
                <a:spLocks noChangeArrowheads="1"/>
              </p:cNvSpPr>
              <p:nvPr/>
            </p:nvSpPr>
            <p:spPr bwMode="auto">
              <a:xfrm>
                <a:off x="1594" y="3360"/>
                <a:ext cx="364" cy="127"/>
              </a:xfrm>
              <a:prstGeom prst="ellipse">
                <a:avLst/>
              </a:prstGeom>
              <a:gradFill rotWithShape="1">
                <a:gsLst>
                  <a:gs pos="0">
                    <a:srgbClr val="D4786C"/>
                  </a:gs>
                  <a:gs pos="100000">
                    <a:srgbClr val="E5ACA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med"/>
                  </a14:hiddenLine>
                </a:ext>
              </a:extLst>
            </p:spPr>
            <p:txBody>
              <a:bodyPr wrap="none" lIns="0" tIns="0" rIns="0" bIns="0" anchor="ctr"/>
              <a:lstStyle/>
              <a:p>
                <a:pPr algn="ctr" eaLnBrk="1" hangingPunct="1">
                  <a:spcBef>
                    <a:spcPct val="50000"/>
                  </a:spcBef>
                  <a:buClr>
                    <a:srgbClr val="003580"/>
                  </a:buClr>
                  <a:buFont typeface="Wingdings" pitchFamily="2" charset="2"/>
                  <a:buNone/>
                </a:pPr>
                <a:endParaRPr lang="en-US" sz="2600">
                  <a:solidFill>
                    <a:srgbClr val="003580"/>
                  </a:solidFill>
                  <a:latin typeface="Arial" charset="0"/>
                </a:endParaRPr>
              </a:p>
            </p:txBody>
          </p:sp>
        </p:grpSp>
        <p:sp>
          <p:nvSpPr>
            <p:cNvPr id="2962516" name="Oval 84"/>
            <p:cNvSpPr>
              <a:spLocks noChangeArrowheads="1"/>
            </p:cNvSpPr>
            <p:nvPr/>
          </p:nvSpPr>
          <p:spPr bwMode="auto">
            <a:xfrm>
              <a:off x="3751" y="1130"/>
              <a:ext cx="470" cy="164"/>
            </a:xfrm>
            <a:prstGeom prst="ellipse">
              <a:avLst/>
            </a:prstGeom>
            <a:gradFill rotWithShape="1">
              <a:gsLst>
                <a:gs pos="0">
                  <a:schemeClr val="tx1">
                    <a:gamma/>
                    <a:shade val="59608"/>
                    <a:invGamma/>
                  </a:schemeClr>
                </a:gs>
                <a:gs pos="50000">
                  <a:schemeClr val="tx1"/>
                </a:gs>
                <a:gs pos="100000">
                  <a:schemeClr val="tx1">
                    <a:gamma/>
                    <a:shade val="59608"/>
                    <a:invGamma/>
                  </a:schemeClr>
                </a:gs>
              </a:gsLst>
              <a:lin ang="0" scaled="1"/>
            </a:gradFill>
            <a:ln w="12700" algn="ctr">
              <a:noFill/>
              <a:round/>
              <a:headEnd/>
              <a:tailEnd type="none" w="lg" len="med"/>
            </a:ln>
            <a:effectLst/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  <a:defRPr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8981" name="Rectangle 85"/>
            <p:cNvSpPr>
              <a:spLocks noChangeArrowheads="1"/>
            </p:cNvSpPr>
            <p:nvPr/>
          </p:nvSpPr>
          <p:spPr bwMode="auto">
            <a:xfrm>
              <a:off x="3751" y="1172"/>
              <a:ext cx="470" cy="39"/>
            </a:xfrm>
            <a:prstGeom prst="rect">
              <a:avLst/>
            </a:prstGeom>
            <a:solidFill>
              <a:srgbClr val="0035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8982" name="Oval 86"/>
            <p:cNvSpPr>
              <a:spLocks noChangeArrowheads="1"/>
            </p:cNvSpPr>
            <p:nvPr/>
          </p:nvSpPr>
          <p:spPr bwMode="auto">
            <a:xfrm>
              <a:off x="3751" y="1089"/>
              <a:ext cx="470" cy="164"/>
            </a:xfrm>
            <a:prstGeom prst="ellipse">
              <a:avLst/>
            </a:prstGeom>
            <a:gradFill rotWithShape="1">
              <a:gsLst>
                <a:gs pos="0">
                  <a:srgbClr val="D4786C"/>
                </a:gs>
                <a:gs pos="100000">
                  <a:srgbClr val="E5ACA5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8983" name="Oval 87"/>
            <p:cNvSpPr>
              <a:spLocks noChangeArrowheads="1"/>
            </p:cNvSpPr>
            <p:nvPr/>
          </p:nvSpPr>
          <p:spPr bwMode="auto">
            <a:xfrm>
              <a:off x="3751" y="1081"/>
              <a:ext cx="470" cy="164"/>
            </a:xfrm>
            <a:prstGeom prst="ellipse">
              <a:avLst/>
            </a:prstGeom>
            <a:gradFill rotWithShape="1">
              <a:gsLst>
                <a:gs pos="0">
                  <a:srgbClr val="983D00"/>
                </a:gs>
                <a:gs pos="50000">
                  <a:srgbClr val="FF6600"/>
                </a:gs>
                <a:gs pos="100000">
                  <a:srgbClr val="983D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8984" name="Rectangle 88"/>
            <p:cNvSpPr>
              <a:spLocks noChangeArrowheads="1"/>
            </p:cNvSpPr>
            <p:nvPr/>
          </p:nvSpPr>
          <p:spPr bwMode="auto">
            <a:xfrm>
              <a:off x="3751" y="1123"/>
              <a:ext cx="470" cy="39"/>
            </a:xfrm>
            <a:prstGeom prst="rect">
              <a:avLst/>
            </a:prstGeom>
            <a:gradFill rotWithShape="1">
              <a:gsLst>
                <a:gs pos="0">
                  <a:srgbClr val="983D00"/>
                </a:gs>
                <a:gs pos="50000">
                  <a:srgbClr val="FF6600"/>
                </a:gs>
                <a:gs pos="100000">
                  <a:srgbClr val="983D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8985" name="Oval 89"/>
            <p:cNvSpPr>
              <a:spLocks noChangeArrowheads="1"/>
            </p:cNvSpPr>
            <p:nvPr/>
          </p:nvSpPr>
          <p:spPr bwMode="auto">
            <a:xfrm>
              <a:off x="3751" y="1040"/>
              <a:ext cx="470" cy="164"/>
            </a:xfrm>
            <a:prstGeom prst="ellipse">
              <a:avLst/>
            </a:prstGeom>
            <a:gradFill rotWithShape="1">
              <a:gsLst>
                <a:gs pos="0">
                  <a:srgbClr val="D4786C"/>
                </a:gs>
                <a:gs pos="100000">
                  <a:srgbClr val="E5ACA5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8986" name="Oval 90"/>
            <p:cNvSpPr>
              <a:spLocks noChangeArrowheads="1"/>
            </p:cNvSpPr>
            <p:nvPr/>
          </p:nvSpPr>
          <p:spPr bwMode="auto">
            <a:xfrm>
              <a:off x="3751" y="1032"/>
              <a:ext cx="470" cy="164"/>
            </a:xfrm>
            <a:prstGeom prst="ellipse">
              <a:avLst/>
            </a:prstGeom>
            <a:gradFill rotWithShape="1">
              <a:gsLst>
                <a:gs pos="0">
                  <a:srgbClr val="245335"/>
                </a:gs>
                <a:gs pos="50000">
                  <a:srgbClr val="3D8B59"/>
                </a:gs>
                <a:gs pos="100000">
                  <a:srgbClr val="245335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8987" name="Rectangle 91"/>
            <p:cNvSpPr>
              <a:spLocks noChangeArrowheads="1"/>
            </p:cNvSpPr>
            <p:nvPr/>
          </p:nvSpPr>
          <p:spPr bwMode="auto">
            <a:xfrm>
              <a:off x="3751" y="1074"/>
              <a:ext cx="470" cy="39"/>
            </a:xfrm>
            <a:prstGeom prst="rect">
              <a:avLst/>
            </a:prstGeom>
            <a:gradFill rotWithShape="1">
              <a:gsLst>
                <a:gs pos="0">
                  <a:srgbClr val="245335"/>
                </a:gs>
                <a:gs pos="50000">
                  <a:srgbClr val="3D8B59"/>
                </a:gs>
                <a:gs pos="100000">
                  <a:srgbClr val="245335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8988" name="Oval 92"/>
            <p:cNvSpPr>
              <a:spLocks noChangeArrowheads="1"/>
            </p:cNvSpPr>
            <p:nvPr/>
          </p:nvSpPr>
          <p:spPr bwMode="auto">
            <a:xfrm>
              <a:off x="3751" y="991"/>
              <a:ext cx="470" cy="164"/>
            </a:xfrm>
            <a:prstGeom prst="ellipse">
              <a:avLst/>
            </a:prstGeom>
            <a:gradFill rotWithShape="1">
              <a:gsLst>
                <a:gs pos="0">
                  <a:srgbClr val="D4786C"/>
                </a:gs>
                <a:gs pos="100000">
                  <a:srgbClr val="E5ACA5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grpSp>
          <p:nvGrpSpPr>
            <p:cNvPr id="38989" name="Group 93"/>
            <p:cNvGrpSpPr>
              <a:grpSpLocks/>
            </p:cNvGrpSpPr>
            <p:nvPr/>
          </p:nvGrpSpPr>
          <p:grpSpPr bwMode="auto">
            <a:xfrm>
              <a:off x="3751" y="942"/>
              <a:ext cx="470" cy="205"/>
              <a:chOff x="1594" y="3360"/>
              <a:chExt cx="364" cy="159"/>
            </a:xfrm>
          </p:grpSpPr>
          <p:sp>
            <p:nvSpPr>
              <p:cNvPr id="38990" name="Oval 94"/>
              <p:cNvSpPr>
                <a:spLocks noChangeArrowheads="1"/>
              </p:cNvSpPr>
              <p:nvPr/>
            </p:nvSpPr>
            <p:spPr bwMode="auto">
              <a:xfrm>
                <a:off x="1594" y="3392"/>
                <a:ext cx="364" cy="127"/>
              </a:xfrm>
              <a:prstGeom prst="ellipse">
                <a:avLst/>
              </a:prstGeom>
              <a:gradFill rotWithShape="1">
                <a:gsLst>
                  <a:gs pos="0">
                    <a:srgbClr val="79372E"/>
                  </a:gs>
                  <a:gs pos="50000">
                    <a:srgbClr val="CB5C4D"/>
                  </a:gs>
                  <a:gs pos="100000">
                    <a:srgbClr val="79372E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med"/>
                  </a14:hiddenLine>
                </a:ext>
              </a:extLst>
            </p:spPr>
            <p:txBody>
              <a:bodyPr wrap="none" lIns="0" tIns="0" rIns="0" bIns="0" anchor="ctr"/>
              <a:lstStyle/>
              <a:p>
                <a:pPr algn="ctr" eaLnBrk="1" hangingPunct="1">
                  <a:spcBef>
                    <a:spcPct val="50000"/>
                  </a:spcBef>
                  <a:buClr>
                    <a:srgbClr val="003580"/>
                  </a:buClr>
                  <a:buFont typeface="Wingdings" pitchFamily="2" charset="2"/>
                  <a:buNone/>
                </a:pPr>
                <a:endParaRPr lang="en-US" sz="2600">
                  <a:solidFill>
                    <a:srgbClr val="003580"/>
                  </a:solidFill>
                  <a:latin typeface="Arial" charset="0"/>
                </a:endParaRPr>
              </a:p>
            </p:txBody>
          </p:sp>
          <p:sp>
            <p:nvSpPr>
              <p:cNvPr id="38991" name="Rectangle 95"/>
              <p:cNvSpPr>
                <a:spLocks noChangeArrowheads="1"/>
              </p:cNvSpPr>
              <p:nvPr/>
            </p:nvSpPr>
            <p:spPr bwMode="auto">
              <a:xfrm>
                <a:off x="1594" y="3424"/>
                <a:ext cx="364" cy="31"/>
              </a:xfrm>
              <a:prstGeom prst="rect">
                <a:avLst/>
              </a:prstGeom>
              <a:gradFill rotWithShape="1">
                <a:gsLst>
                  <a:gs pos="0">
                    <a:srgbClr val="79372E"/>
                  </a:gs>
                  <a:gs pos="50000">
                    <a:srgbClr val="CB5C4D"/>
                  </a:gs>
                  <a:gs pos="100000">
                    <a:srgbClr val="79372E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/>
              <a:lstStyle/>
              <a:p>
                <a:pPr algn="ctr" eaLnBrk="1" hangingPunct="1">
                  <a:spcBef>
                    <a:spcPct val="50000"/>
                  </a:spcBef>
                  <a:buClr>
                    <a:srgbClr val="003580"/>
                  </a:buClr>
                  <a:buFont typeface="Wingdings" pitchFamily="2" charset="2"/>
                  <a:buNone/>
                </a:pPr>
                <a:endParaRPr lang="en-US" sz="2600">
                  <a:solidFill>
                    <a:srgbClr val="003580"/>
                  </a:solidFill>
                  <a:latin typeface="Arial" charset="0"/>
                </a:endParaRPr>
              </a:p>
            </p:txBody>
          </p:sp>
          <p:sp>
            <p:nvSpPr>
              <p:cNvPr id="38992" name="Oval 96"/>
              <p:cNvSpPr>
                <a:spLocks noChangeArrowheads="1"/>
              </p:cNvSpPr>
              <p:nvPr/>
            </p:nvSpPr>
            <p:spPr bwMode="auto">
              <a:xfrm>
                <a:off x="1594" y="3360"/>
                <a:ext cx="364" cy="127"/>
              </a:xfrm>
              <a:prstGeom prst="ellipse">
                <a:avLst/>
              </a:prstGeom>
              <a:gradFill rotWithShape="1">
                <a:gsLst>
                  <a:gs pos="0">
                    <a:srgbClr val="D4786C"/>
                  </a:gs>
                  <a:gs pos="100000">
                    <a:srgbClr val="E5ACA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med"/>
                  </a14:hiddenLine>
                </a:ext>
              </a:extLst>
            </p:spPr>
            <p:txBody>
              <a:bodyPr wrap="none" lIns="0" tIns="0" rIns="0" bIns="0" anchor="ctr"/>
              <a:lstStyle/>
              <a:p>
                <a:pPr algn="ctr" eaLnBrk="1" hangingPunct="1">
                  <a:spcBef>
                    <a:spcPct val="50000"/>
                  </a:spcBef>
                  <a:buClr>
                    <a:srgbClr val="003580"/>
                  </a:buClr>
                  <a:buFont typeface="Wingdings" pitchFamily="2" charset="2"/>
                  <a:buNone/>
                </a:pPr>
                <a:endParaRPr lang="en-US" sz="2600">
                  <a:solidFill>
                    <a:srgbClr val="003580"/>
                  </a:solidFill>
                  <a:latin typeface="Arial" charset="0"/>
                </a:endParaRPr>
              </a:p>
            </p:txBody>
          </p:sp>
        </p:grpSp>
      </p:grpSp>
      <p:pic>
        <p:nvPicPr>
          <p:cNvPr id="38926" name="Picture 97" descr="host_ic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13" y="3009900"/>
            <a:ext cx="1617662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8927" name="Group 98"/>
          <p:cNvGrpSpPr>
            <a:grpSpLocks/>
          </p:cNvGrpSpPr>
          <p:nvPr/>
        </p:nvGrpSpPr>
        <p:grpSpPr bwMode="auto">
          <a:xfrm>
            <a:off x="2955925" y="3425825"/>
            <a:ext cx="1358900" cy="720725"/>
            <a:chOff x="2166" y="2158"/>
            <a:chExt cx="856" cy="454"/>
          </a:xfrm>
        </p:grpSpPr>
        <p:sp>
          <p:nvSpPr>
            <p:cNvPr id="38977" name="Rectangle 99"/>
            <p:cNvSpPr>
              <a:spLocks noChangeArrowheads="1"/>
            </p:cNvSpPr>
            <p:nvPr/>
          </p:nvSpPr>
          <p:spPr bwMode="auto">
            <a:xfrm>
              <a:off x="2166" y="2158"/>
              <a:ext cx="856" cy="454"/>
            </a:xfrm>
            <a:prstGeom prst="rect">
              <a:avLst/>
            </a:prstGeom>
            <a:gradFill rotWithShape="1">
              <a:gsLst>
                <a:gs pos="0">
                  <a:srgbClr val="86BAB5"/>
                </a:gs>
                <a:gs pos="100000">
                  <a:srgbClr val="5B7E7B"/>
                </a:gs>
              </a:gsLst>
              <a:lin ang="2700000" scaled="1"/>
            </a:gradFill>
            <a:ln w="12700" algn="ctr">
              <a:solidFill>
                <a:srgbClr val="88B8B6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8978" name="Text Box 100"/>
            <p:cNvSpPr txBox="1">
              <a:spLocks noChangeArrowheads="1"/>
            </p:cNvSpPr>
            <p:nvPr/>
          </p:nvSpPr>
          <p:spPr bwMode="auto">
            <a:xfrm>
              <a:off x="2288" y="2246"/>
              <a:ext cx="612" cy="278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rgbClr val="00000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srgbClr val="FFFFFF"/>
                  </a:solidFill>
                </a:rPr>
                <a:t>RAID</a:t>
              </a:r>
              <a:br>
                <a:rPr lang="en-US" sz="1600" b="1">
                  <a:solidFill>
                    <a:srgbClr val="FFFFFF"/>
                  </a:solidFill>
                </a:rPr>
              </a:br>
              <a:r>
                <a:rPr lang="en-US" sz="1600" b="1">
                  <a:solidFill>
                    <a:srgbClr val="FFFFFF"/>
                  </a:solidFill>
                </a:rPr>
                <a:t>Controller</a:t>
              </a:r>
            </a:p>
          </p:txBody>
        </p:sp>
      </p:grpSp>
      <p:grpSp>
        <p:nvGrpSpPr>
          <p:cNvPr id="18" name="Group 101"/>
          <p:cNvGrpSpPr>
            <a:grpSpLocks/>
          </p:cNvGrpSpPr>
          <p:nvPr/>
        </p:nvGrpSpPr>
        <p:grpSpPr bwMode="auto">
          <a:xfrm>
            <a:off x="3144838" y="4046538"/>
            <a:ext cx="981075" cy="325437"/>
            <a:chOff x="1981" y="3277"/>
            <a:chExt cx="618" cy="205"/>
          </a:xfrm>
        </p:grpSpPr>
        <p:sp>
          <p:nvSpPr>
            <p:cNvPr id="38975" name="Rectangle 102"/>
            <p:cNvSpPr>
              <a:spLocks noChangeArrowheads="1"/>
            </p:cNvSpPr>
            <p:nvPr/>
          </p:nvSpPr>
          <p:spPr bwMode="auto">
            <a:xfrm>
              <a:off x="1981" y="3277"/>
              <a:ext cx="618" cy="205"/>
            </a:xfrm>
            <a:prstGeom prst="rect">
              <a:avLst/>
            </a:prstGeom>
            <a:solidFill>
              <a:srgbClr val="B2DEC7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8976" name="Text Box 103"/>
            <p:cNvSpPr txBox="1">
              <a:spLocks noChangeArrowheads="1"/>
            </p:cNvSpPr>
            <p:nvPr/>
          </p:nvSpPr>
          <p:spPr bwMode="auto">
            <a:xfrm>
              <a:off x="2035" y="3310"/>
              <a:ext cx="513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srgbClr val="000000"/>
                  </a:solidFill>
                </a:rPr>
                <a:t>P 0 1 2 3</a:t>
              </a:r>
            </a:p>
          </p:txBody>
        </p:sp>
      </p:grpSp>
      <p:grpSp>
        <p:nvGrpSpPr>
          <p:cNvPr id="19" name="Group 104"/>
          <p:cNvGrpSpPr>
            <a:grpSpLocks/>
          </p:cNvGrpSpPr>
          <p:nvPr/>
        </p:nvGrpSpPr>
        <p:grpSpPr bwMode="auto">
          <a:xfrm>
            <a:off x="3144838" y="3613150"/>
            <a:ext cx="981075" cy="325438"/>
            <a:chOff x="1981" y="2276"/>
            <a:chExt cx="618" cy="205"/>
          </a:xfrm>
        </p:grpSpPr>
        <p:sp>
          <p:nvSpPr>
            <p:cNvPr id="38973" name="Rectangle 105"/>
            <p:cNvSpPr>
              <a:spLocks noChangeArrowheads="1"/>
            </p:cNvSpPr>
            <p:nvPr/>
          </p:nvSpPr>
          <p:spPr bwMode="auto">
            <a:xfrm>
              <a:off x="1981" y="2276"/>
              <a:ext cx="618" cy="205"/>
            </a:xfrm>
            <a:prstGeom prst="rect">
              <a:avLst/>
            </a:prstGeom>
            <a:solidFill>
              <a:srgbClr val="B2DEC7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8974" name="Text Box 106"/>
            <p:cNvSpPr txBox="1">
              <a:spLocks noChangeArrowheads="1"/>
            </p:cNvSpPr>
            <p:nvPr/>
          </p:nvSpPr>
          <p:spPr bwMode="auto">
            <a:xfrm>
              <a:off x="2063" y="2309"/>
              <a:ext cx="455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srgbClr val="000000"/>
                  </a:solidFill>
                </a:rPr>
                <a:t>Block 0</a:t>
              </a:r>
            </a:p>
          </p:txBody>
        </p:sp>
      </p:grpSp>
      <p:grpSp>
        <p:nvGrpSpPr>
          <p:cNvPr id="20" name="Group 107"/>
          <p:cNvGrpSpPr>
            <a:grpSpLocks/>
          </p:cNvGrpSpPr>
          <p:nvPr/>
        </p:nvGrpSpPr>
        <p:grpSpPr bwMode="auto">
          <a:xfrm>
            <a:off x="698500" y="3613150"/>
            <a:ext cx="981075" cy="325438"/>
            <a:chOff x="440" y="2276"/>
            <a:chExt cx="618" cy="205"/>
          </a:xfrm>
        </p:grpSpPr>
        <p:sp>
          <p:nvSpPr>
            <p:cNvPr id="38971" name="Rectangle 108"/>
            <p:cNvSpPr>
              <a:spLocks noChangeArrowheads="1"/>
            </p:cNvSpPr>
            <p:nvPr/>
          </p:nvSpPr>
          <p:spPr bwMode="auto">
            <a:xfrm>
              <a:off x="440" y="2276"/>
              <a:ext cx="618" cy="205"/>
            </a:xfrm>
            <a:prstGeom prst="rect">
              <a:avLst/>
            </a:prstGeom>
            <a:solidFill>
              <a:srgbClr val="B2DEC7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8972" name="Text Box 109"/>
            <p:cNvSpPr txBox="1">
              <a:spLocks noChangeArrowheads="1"/>
            </p:cNvSpPr>
            <p:nvPr/>
          </p:nvSpPr>
          <p:spPr bwMode="auto">
            <a:xfrm>
              <a:off x="522" y="2309"/>
              <a:ext cx="455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srgbClr val="000000"/>
                  </a:solidFill>
                </a:rPr>
                <a:t>Block 0</a:t>
              </a:r>
            </a:p>
          </p:txBody>
        </p:sp>
      </p:grpSp>
      <p:grpSp>
        <p:nvGrpSpPr>
          <p:cNvPr id="21" name="Group 110"/>
          <p:cNvGrpSpPr>
            <a:grpSpLocks/>
          </p:cNvGrpSpPr>
          <p:nvPr/>
        </p:nvGrpSpPr>
        <p:grpSpPr bwMode="auto">
          <a:xfrm>
            <a:off x="6927850" y="1460500"/>
            <a:ext cx="981075" cy="325438"/>
            <a:chOff x="4364" y="926"/>
            <a:chExt cx="618" cy="205"/>
          </a:xfrm>
        </p:grpSpPr>
        <p:sp>
          <p:nvSpPr>
            <p:cNvPr id="38969" name="Rectangle 111"/>
            <p:cNvSpPr>
              <a:spLocks noChangeArrowheads="1"/>
            </p:cNvSpPr>
            <p:nvPr/>
          </p:nvSpPr>
          <p:spPr bwMode="auto">
            <a:xfrm>
              <a:off x="4364" y="926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8970" name="Text Box 112"/>
            <p:cNvSpPr txBox="1">
              <a:spLocks noChangeArrowheads="1"/>
            </p:cNvSpPr>
            <p:nvPr/>
          </p:nvSpPr>
          <p:spPr bwMode="auto">
            <a:xfrm>
              <a:off x="4446" y="959"/>
              <a:ext cx="455" cy="139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rgbClr val="00000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srgbClr val="FFFFFF"/>
                  </a:solidFill>
                </a:rPr>
                <a:t>Block 0</a:t>
              </a:r>
            </a:p>
          </p:txBody>
        </p:sp>
      </p:grpSp>
      <p:grpSp>
        <p:nvGrpSpPr>
          <p:cNvPr id="38932" name="Group 113"/>
          <p:cNvGrpSpPr>
            <a:grpSpLocks/>
          </p:cNvGrpSpPr>
          <p:nvPr/>
        </p:nvGrpSpPr>
        <p:grpSpPr bwMode="auto">
          <a:xfrm>
            <a:off x="6927850" y="1841500"/>
            <a:ext cx="981075" cy="325438"/>
            <a:chOff x="4364" y="1154"/>
            <a:chExt cx="618" cy="205"/>
          </a:xfrm>
        </p:grpSpPr>
        <p:sp>
          <p:nvSpPr>
            <p:cNvPr id="38967" name="Rectangle 114"/>
            <p:cNvSpPr>
              <a:spLocks noChangeArrowheads="1"/>
            </p:cNvSpPr>
            <p:nvPr/>
          </p:nvSpPr>
          <p:spPr bwMode="auto">
            <a:xfrm>
              <a:off x="4364" y="1154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8968" name="Text Box 115"/>
            <p:cNvSpPr txBox="1">
              <a:spLocks noChangeArrowheads="1"/>
            </p:cNvSpPr>
            <p:nvPr/>
          </p:nvSpPr>
          <p:spPr bwMode="auto">
            <a:xfrm>
              <a:off x="4446" y="1187"/>
              <a:ext cx="455" cy="139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rgbClr val="00000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srgbClr val="FFFFFF"/>
                  </a:solidFill>
                </a:rPr>
                <a:t>Block 4</a:t>
              </a:r>
            </a:p>
          </p:txBody>
        </p:sp>
      </p:grpSp>
      <p:grpSp>
        <p:nvGrpSpPr>
          <p:cNvPr id="38933" name="Group 116"/>
          <p:cNvGrpSpPr>
            <a:grpSpLocks/>
          </p:cNvGrpSpPr>
          <p:nvPr/>
        </p:nvGrpSpPr>
        <p:grpSpPr bwMode="auto">
          <a:xfrm>
            <a:off x="6927850" y="2441575"/>
            <a:ext cx="981075" cy="325438"/>
            <a:chOff x="4364" y="926"/>
            <a:chExt cx="618" cy="205"/>
          </a:xfrm>
        </p:grpSpPr>
        <p:sp>
          <p:nvSpPr>
            <p:cNvPr id="38965" name="Rectangle 117"/>
            <p:cNvSpPr>
              <a:spLocks noChangeArrowheads="1"/>
            </p:cNvSpPr>
            <p:nvPr/>
          </p:nvSpPr>
          <p:spPr bwMode="auto">
            <a:xfrm>
              <a:off x="4364" y="926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8966" name="Text Box 118"/>
            <p:cNvSpPr txBox="1">
              <a:spLocks noChangeArrowheads="1"/>
            </p:cNvSpPr>
            <p:nvPr/>
          </p:nvSpPr>
          <p:spPr bwMode="auto">
            <a:xfrm>
              <a:off x="4446" y="959"/>
              <a:ext cx="455" cy="139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rgbClr val="00000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srgbClr val="FFFFFF"/>
                  </a:solidFill>
                </a:rPr>
                <a:t>Block 1</a:t>
              </a:r>
            </a:p>
          </p:txBody>
        </p:sp>
      </p:grpSp>
      <p:grpSp>
        <p:nvGrpSpPr>
          <p:cNvPr id="38934" name="Group 119"/>
          <p:cNvGrpSpPr>
            <a:grpSpLocks/>
          </p:cNvGrpSpPr>
          <p:nvPr/>
        </p:nvGrpSpPr>
        <p:grpSpPr bwMode="auto">
          <a:xfrm>
            <a:off x="6927850" y="2822575"/>
            <a:ext cx="981075" cy="325438"/>
            <a:chOff x="4364" y="1154"/>
            <a:chExt cx="618" cy="205"/>
          </a:xfrm>
        </p:grpSpPr>
        <p:sp>
          <p:nvSpPr>
            <p:cNvPr id="38963" name="Rectangle 120"/>
            <p:cNvSpPr>
              <a:spLocks noChangeArrowheads="1"/>
            </p:cNvSpPr>
            <p:nvPr/>
          </p:nvSpPr>
          <p:spPr bwMode="auto">
            <a:xfrm>
              <a:off x="4364" y="1154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8964" name="Text Box 121"/>
            <p:cNvSpPr txBox="1">
              <a:spLocks noChangeArrowheads="1"/>
            </p:cNvSpPr>
            <p:nvPr/>
          </p:nvSpPr>
          <p:spPr bwMode="auto">
            <a:xfrm>
              <a:off x="4446" y="1187"/>
              <a:ext cx="455" cy="139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rgbClr val="00000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srgbClr val="FFFFFF"/>
                  </a:solidFill>
                </a:rPr>
                <a:t>Block 5</a:t>
              </a:r>
            </a:p>
          </p:txBody>
        </p:sp>
      </p:grpSp>
      <p:grpSp>
        <p:nvGrpSpPr>
          <p:cNvPr id="38935" name="Group 122"/>
          <p:cNvGrpSpPr>
            <a:grpSpLocks/>
          </p:cNvGrpSpPr>
          <p:nvPr/>
        </p:nvGrpSpPr>
        <p:grpSpPr bwMode="auto">
          <a:xfrm>
            <a:off x="6927850" y="3422650"/>
            <a:ext cx="981075" cy="325438"/>
            <a:chOff x="4364" y="926"/>
            <a:chExt cx="618" cy="205"/>
          </a:xfrm>
        </p:grpSpPr>
        <p:sp>
          <p:nvSpPr>
            <p:cNvPr id="38961" name="Rectangle 123"/>
            <p:cNvSpPr>
              <a:spLocks noChangeArrowheads="1"/>
            </p:cNvSpPr>
            <p:nvPr/>
          </p:nvSpPr>
          <p:spPr bwMode="auto">
            <a:xfrm>
              <a:off x="4364" y="926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8962" name="Text Box 124"/>
            <p:cNvSpPr txBox="1">
              <a:spLocks noChangeArrowheads="1"/>
            </p:cNvSpPr>
            <p:nvPr/>
          </p:nvSpPr>
          <p:spPr bwMode="auto">
            <a:xfrm>
              <a:off x="4446" y="959"/>
              <a:ext cx="455" cy="139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rgbClr val="00000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srgbClr val="FFFFFF"/>
                  </a:solidFill>
                </a:rPr>
                <a:t>Block 2</a:t>
              </a:r>
            </a:p>
          </p:txBody>
        </p:sp>
      </p:grpSp>
      <p:grpSp>
        <p:nvGrpSpPr>
          <p:cNvPr id="38936" name="Group 125"/>
          <p:cNvGrpSpPr>
            <a:grpSpLocks/>
          </p:cNvGrpSpPr>
          <p:nvPr/>
        </p:nvGrpSpPr>
        <p:grpSpPr bwMode="auto">
          <a:xfrm>
            <a:off x="6927850" y="3803650"/>
            <a:ext cx="981075" cy="325438"/>
            <a:chOff x="4364" y="1154"/>
            <a:chExt cx="618" cy="205"/>
          </a:xfrm>
        </p:grpSpPr>
        <p:sp>
          <p:nvSpPr>
            <p:cNvPr id="38959" name="Rectangle 126"/>
            <p:cNvSpPr>
              <a:spLocks noChangeArrowheads="1"/>
            </p:cNvSpPr>
            <p:nvPr/>
          </p:nvSpPr>
          <p:spPr bwMode="auto">
            <a:xfrm>
              <a:off x="4364" y="1154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8960" name="Text Box 127"/>
            <p:cNvSpPr txBox="1">
              <a:spLocks noChangeArrowheads="1"/>
            </p:cNvSpPr>
            <p:nvPr/>
          </p:nvSpPr>
          <p:spPr bwMode="auto">
            <a:xfrm>
              <a:off x="4446" y="1187"/>
              <a:ext cx="455" cy="139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rgbClr val="00000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srgbClr val="FFFFFF"/>
                  </a:solidFill>
                </a:rPr>
                <a:t>Block 6</a:t>
              </a:r>
            </a:p>
          </p:txBody>
        </p:sp>
      </p:grpSp>
      <p:grpSp>
        <p:nvGrpSpPr>
          <p:cNvPr id="38937" name="Group 128"/>
          <p:cNvGrpSpPr>
            <a:grpSpLocks/>
          </p:cNvGrpSpPr>
          <p:nvPr/>
        </p:nvGrpSpPr>
        <p:grpSpPr bwMode="auto">
          <a:xfrm>
            <a:off x="6927850" y="4403725"/>
            <a:ext cx="981075" cy="325438"/>
            <a:chOff x="4364" y="926"/>
            <a:chExt cx="618" cy="205"/>
          </a:xfrm>
        </p:grpSpPr>
        <p:sp>
          <p:nvSpPr>
            <p:cNvPr id="38957" name="Rectangle 129"/>
            <p:cNvSpPr>
              <a:spLocks noChangeArrowheads="1"/>
            </p:cNvSpPr>
            <p:nvPr/>
          </p:nvSpPr>
          <p:spPr bwMode="auto">
            <a:xfrm>
              <a:off x="4364" y="926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8958" name="Text Box 130"/>
            <p:cNvSpPr txBox="1">
              <a:spLocks noChangeArrowheads="1"/>
            </p:cNvSpPr>
            <p:nvPr/>
          </p:nvSpPr>
          <p:spPr bwMode="auto">
            <a:xfrm>
              <a:off x="4446" y="959"/>
              <a:ext cx="455" cy="139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rgbClr val="00000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srgbClr val="FFFFFF"/>
                  </a:solidFill>
                </a:rPr>
                <a:t>Block 3</a:t>
              </a:r>
            </a:p>
          </p:txBody>
        </p:sp>
      </p:grpSp>
      <p:grpSp>
        <p:nvGrpSpPr>
          <p:cNvPr id="38938" name="Group 131"/>
          <p:cNvGrpSpPr>
            <a:grpSpLocks/>
          </p:cNvGrpSpPr>
          <p:nvPr/>
        </p:nvGrpSpPr>
        <p:grpSpPr bwMode="auto">
          <a:xfrm>
            <a:off x="6927850" y="4784725"/>
            <a:ext cx="981075" cy="325438"/>
            <a:chOff x="4364" y="1154"/>
            <a:chExt cx="618" cy="205"/>
          </a:xfrm>
        </p:grpSpPr>
        <p:sp>
          <p:nvSpPr>
            <p:cNvPr id="38955" name="Rectangle 132"/>
            <p:cNvSpPr>
              <a:spLocks noChangeArrowheads="1"/>
            </p:cNvSpPr>
            <p:nvPr/>
          </p:nvSpPr>
          <p:spPr bwMode="auto">
            <a:xfrm>
              <a:off x="4364" y="1154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8956" name="Text Box 133"/>
            <p:cNvSpPr txBox="1">
              <a:spLocks noChangeArrowheads="1"/>
            </p:cNvSpPr>
            <p:nvPr/>
          </p:nvSpPr>
          <p:spPr bwMode="auto">
            <a:xfrm>
              <a:off x="4446" y="1187"/>
              <a:ext cx="455" cy="139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rgbClr val="00000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srgbClr val="FFFFFF"/>
                  </a:solidFill>
                </a:rPr>
                <a:t>Block 7</a:t>
              </a:r>
            </a:p>
          </p:txBody>
        </p:sp>
      </p:grpSp>
      <p:grpSp>
        <p:nvGrpSpPr>
          <p:cNvPr id="29" name="Group 134"/>
          <p:cNvGrpSpPr>
            <a:grpSpLocks/>
          </p:cNvGrpSpPr>
          <p:nvPr/>
        </p:nvGrpSpPr>
        <p:grpSpPr bwMode="auto">
          <a:xfrm>
            <a:off x="6927850" y="5384800"/>
            <a:ext cx="981075" cy="325438"/>
            <a:chOff x="4364" y="926"/>
            <a:chExt cx="618" cy="205"/>
          </a:xfrm>
        </p:grpSpPr>
        <p:sp>
          <p:nvSpPr>
            <p:cNvPr id="38953" name="Rectangle 135"/>
            <p:cNvSpPr>
              <a:spLocks noChangeArrowheads="1"/>
            </p:cNvSpPr>
            <p:nvPr/>
          </p:nvSpPr>
          <p:spPr bwMode="auto">
            <a:xfrm>
              <a:off x="4364" y="926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8954" name="Text Box 136"/>
            <p:cNvSpPr txBox="1">
              <a:spLocks noChangeArrowheads="1"/>
            </p:cNvSpPr>
            <p:nvPr/>
          </p:nvSpPr>
          <p:spPr bwMode="auto">
            <a:xfrm>
              <a:off x="4419" y="959"/>
              <a:ext cx="513" cy="139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rgbClr val="00000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srgbClr val="FFFFFF"/>
                  </a:solidFill>
                </a:rPr>
                <a:t>P 0 1 2 3</a:t>
              </a:r>
            </a:p>
          </p:txBody>
        </p:sp>
      </p:grpSp>
      <p:grpSp>
        <p:nvGrpSpPr>
          <p:cNvPr id="38940" name="Group 137"/>
          <p:cNvGrpSpPr>
            <a:grpSpLocks/>
          </p:cNvGrpSpPr>
          <p:nvPr/>
        </p:nvGrpSpPr>
        <p:grpSpPr bwMode="auto">
          <a:xfrm>
            <a:off x="6927850" y="5765800"/>
            <a:ext cx="981075" cy="325438"/>
            <a:chOff x="4364" y="1154"/>
            <a:chExt cx="618" cy="205"/>
          </a:xfrm>
        </p:grpSpPr>
        <p:sp>
          <p:nvSpPr>
            <p:cNvPr id="38951" name="Rectangle 138"/>
            <p:cNvSpPr>
              <a:spLocks noChangeArrowheads="1"/>
            </p:cNvSpPr>
            <p:nvPr/>
          </p:nvSpPr>
          <p:spPr bwMode="auto">
            <a:xfrm>
              <a:off x="4364" y="1154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8952" name="Text Box 139"/>
            <p:cNvSpPr txBox="1">
              <a:spLocks noChangeArrowheads="1"/>
            </p:cNvSpPr>
            <p:nvPr/>
          </p:nvSpPr>
          <p:spPr bwMode="auto">
            <a:xfrm>
              <a:off x="4418" y="1187"/>
              <a:ext cx="513" cy="139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rgbClr val="00000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srgbClr val="FFFFFF"/>
                  </a:solidFill>
                </a:rPr>
                <a:t>P 4 5 6 7</a:t>
              </a:r>
            </a:p>
          </p:txBody>
        </p:sp>
      </p:grpSp>
      <p:grpSp>
        <p:nvGrpSpPr>
          <p:cNvPr id="31" name="Group 140"/>
          <p:cNvGrpSpPr>
            <a:grpSpLocks/>
          </p:cNvGrpSpPr>
          <p:nvPr/>
        </p:nvGrpSpPr>
        <p:grpSpPr bwMode="auto">
          <a:xfrm>
            <a:off x="2994025" y="2965450"/>
            <a:ext cx="1281113" cy="1630363"/>
            <a:chOff x="1886" y="2228"/>
            <a:chExt cx="807" cy="1027"/>
          </a:xfrm>
        </p:grpSpPr>
        <p:sp>
          <p:nvSpPr>
            <p:cNvPr id="38949" name="AutoShape 141"/>
            <p:cNvSpPr>
              <a:spLocks noChangeArrowheads="1"/>
            </p:cNvSpPr>
            <p:nvPr/>
          </p:nvSpPr>
          <p:spPr bwMode="auto">
            <a:xfrm>
              <a:off x="1886" y="2228"/>
              <a:ext cx="807" cy="1027"/>
            </a:xfrm>
            <a:prstGeom prst="roundRect">
              <a:avLst>
                <a:gd name="adj" fmla="val 12019"/>
              </a:avLst>
            </a:prstGeom>
            <a:solidFill>
              <a:srgbClr val="B2DEC7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8950" name="Text Box 142"/>
            <p:cNvSpPr txBox="1">
              <a:spLocks noChangeArrowheads="1"/>
            </p:cNvSpPr>
            <p:nvPr/>
          </p:nvSpPr>
          <p:spPr bwMode="auto">
            <a:xfrm>
              <a:off x="1973" y="2603"/>
              <a:ext cx="633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srgbClr val="000000"/>
                  </a:solidFill>
                </a:rPr>
                <a:t>Parity</a:t>
              </a:r>
              <a:br>
                <a:rPr lang="en-US" sz="1600" b="1">
                  <a:solidFill>
                    <a:srgbClr val="000000"/>
                  </a:solidFill>
                </a:rPr>
              </a:br>
              <a:r>
                <a:rPr lang="en-US" sz="1600" b="1">
                  <a:solidFill>
                    <a:srgbClr val="000000"/>
                  </a:solidFill>
                </a:rPr>
                <a:t>Generated</a:t>
              </a:r>
            </a:p>
          </p:txBody>
        </p:sp>
      </p:grpSp>
      <p:grpSp>
        <p:nvGrpSpPr>
          <p:cNvPr id="39013" name="Group 143"/>
          <p:cNvGrpSpPr>
            <a:grpSpLocks/>
          </p:cNvGrpSpPr>
          <p:nvPr/>
        </p:nvGrpSpPr>
        <p:grpSpPr bwMode="auto">
          <a:xfrm>
            <a:off x="6927850" y="1460500"/>
            <a:ext cx="981075" cy="325438"/>
            <a:chOff x="4364" y="926"/>
            <a:chExt cx="618" cy="205"/>
          </a:xfrm>
        </p:grpSpPr>
        <p:sp>
          <p:nvSpPr>
            <p:cNvPr id="38947" name="Rectangle 144"/>
            <p:cNvSpPr>
              <a:spLocks noChangeArrowheads="1"/>
            </p:cNvSpPr>
            <p:nvPr/>
          </p:nvSpPr>
          <p:spPr bwMode="auto">
            <a:xfrm>
              <a:off x="4364" y="926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8948" name="Text Box 145"/>
            <p:cNvSpPr txBox="1">
              <a:spLocks noChangeArrowheads="1"/>
            </p:cNvSpPr>
            <p:nvPr/>
          </p:nvSpPr>
          <p:spPr bwMode="auto">
            <a:xfrm>
              <a:off x="4446" y="959"/>
              <a:ext cx="455" cy="139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rgbClr val="00000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srgbClr val="FFFFFF"/>
                  </a:solidFill>
                </a:rPr>
                <a:t>Block 0</a:t>
              </a:r>
            </a:p>
          </p:txBody>
        </p:sp>
      </p:grpSp>
      <p:grpSp>
        <p:nvGrpSpPr>
          <p:cNvPr id="39014" name="Group 146"/>
          <p:cNvGrpSpPr>
            <a:grpSpLocks/>
          </p:cNvGrpSpPr>
          <p:nvPr/>
        </p:nvGrpSpPr>
        <p:grpSpPr bwMode="auto">
          <a:xfrm>
            <a:off x="6927850" y="5384800"/>
            <a:ext cx="981075" cy="325438"/>
            <a:chOff x="4364" y="926"/>
            <a:chExt cx="618" cy="205"/>
          </a:xfrm>
        </p:grpSpPr>
        <p:sp>
          <p:nvSpPr>
            <p:cNvPr id="38945" name="Rectangle 147"/>
            <p:cNvSpPr>
              <a:spLocks noChangeArrowheads="1"/>
            </p:cNvSpPr>
            <p:nvPr/>
          </p:nvSpPr>
          <p:spPr bwMode="auto">
            <a:xfrm>
              <a:off x="4364" y="926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</a:endParaRPr>
            </a:p>
          </p:txBody>
        </p:sp>
        <p:sp>
          <p:nvSpPr>
            <p:cNvPr id="38946" name="Text Box 148"/>
            <p:cNvSpPr txBox="1">
              <a:spLocks noChangeArrowheads="1"/>
            </p:cNvSpPr>
            <p:nvPr/>
          </p:nvSpPr>
          <p:spPr bwMode="auto">
            <a:xfrm>
              <a:off x="4419" y="959"/>
              <a:ext cx="513" cy="139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rgbClr val="00000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srgbClr val="FFFFFF"/>
                  </a:solidFill>
                </a:rPr>
                <a:t>P 0 1 2 3</a:t>
              </a:r>
            </a:p>
          </p:txBody>
        </p:sp>
      </p:grpSp>
      <p:sp>
        <p:nvSpPr>
          <p:cNvPr id="38944" name="Text Box 149"/>
          <p:cNvSpPr txBox="1">
            <a:spLocks noChangeArrowheads="1"/>
          </p:cNvSpPr>
          <p:nvPr/>
        </p:nvSpPr>
        <p:spPr bwMode="auto">
          <a:xfrm>
            <a:off x="933450" y="4705350"/>
            <a:ext cx="565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 wrap="none" lIns="0" tIns="0" rIns="0" bIns="0">
            <a:spAutoFit/>
          </a:bodyPr>
          <a:lstStyle>
            <a:lvl1pPr marL="354013" indent="-354013" defTabSz="941388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1pPr>
            <a:lvl2pPr marL="742950" indent="-285750" defTabSz="941388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2pPr>
            <a:lvl3pPr marL="1143000" indent="-228600" defTabSz="941388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3pPr>
            <a:lvl4pPr marL="1600200" indent="-228600" defTabSz="941388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4pPr>
            <a:lvl5pPr marL="2057400" indent="-228600" defTabSz="941388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5pPr>
            <a:lvl6pPr marL="2514600" indent="-228600" algn="ctr" defTabSz="941388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6pPr>
            <a:lvl7pPr marL="2971800" indent="-228600" algn="ctr" defTabSz="941388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7pPr>
            <a:lvl8pPr marL="3429000" indent="-228600" algn="ctr" defTabSz="941388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8pPr>
            <a:lvl9pPr marL="3886200" indent="-228600" algn="ctr" defTabSz="941388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3580"/>
              </a:buClr>
              <a:buFont typeface="Wingdings" pitchFamily="2" charset="2"/>
              <a:buNone/>
            </a:pPr>
            <a:r>
              <a:rPr lang="en-US" sz="2000" b="1">
                <a:solidFill>
                  <a:srgbClr val="000610"/>
                </a:solidFill>
              </a:rPr>
              <a:t>Host</a:t>
            </a:r>
          </a:p>
        </p:txBody>
      </p:sp>
    </p:spTree>
    <p:extLst>
      <p:ext uri="{BB962C8B-B14F-4D97-AF65-F5344CB8AC3E}">
        <p14:creationId xmlns:p14="http://schemas.microsoft.com/office/powerpoint/2010/main" val="2949260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2.96296E-6 L 0.26789 -2.96296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38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-0.00047 L -0.2217 -0.00047 L -0.2217 -0.19491 L -0.4144 -0.19491 " pathEditMode="relative" rAng="0" ptsTypes="AAAA">
                                      <p:cBhvr>
                                        <p:cTn id="9" dur="2000" fill="hold"/>
                                        <p:tgtEl>
                                          <p:spTgt spid="390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729" y="-9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86 -0.00046 L -0.2217 -0.00046 L -0.2217 0.25093 L -0.4144 0.25093 " pathEditMode="relative" ptsTypes="AAAA">
                                      <p:cBhvr>
                                        <p:cTn id="12" dur="2000" fill="hold"/>
                                        <p:tgtEl>
                                          <p:spTgt spid="390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9 0.00023 L 0.19201 0.00023 L 0.19201 0.19467 L 0.41371 0.19467 " pathEditMode="relative" rAng="0" ptsTypes="AAAA">
                                      <p:cBhvr>
                                        <p:cTn id="3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712" y="9722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2.96296E-6 L 0.19305 2.96296E-6 L 0.19305 -0.31389 L 0.41389 -0.31389 " pathEditMode="relative" ptsTypes="AAAA">
                                      <p:cBhvr>
                                        <p:cTn id="4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000">
                <a:solidFill>
                  <a:prstClr val="black"/>
                </a:solidFill>
              </a:rPr>
              <a:t>Data Protection: RAID</a:t>
            </a:r>
          </a:p>
        </p:txBody>
      </p:sp>
      <p:sp>
        <p:nvSpPr>
          <p:cNvPr id="39939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000">
                <a:solidFill>
                  <a:prstClr val="black"/>
                </a:solidFill>
              </a:rPr>
              <a:t> - </a:t>
            </a:r>
            <a:fld id="{41D8116D-33E3-4FE5-8F6D-C1E0345054A8}" type="slidenum">
              <a:rPr lang="en-US" sz="800" smtClean="0">
                <a:solidFill>
                  <a:prstClr val="black"/>
                </a:solidFill>
              </a:rPr>
              <a:pPr eaLnBrk="1" hangingPunct="1"/>
              <a:t>17</a:t>
            </a:fld>
            <a:endParaRPr lang="en-US" sz="800">
              <a:solidFill>
                <a:prstClr val="black"/>
              </a:solidFill>
            </a:endParaRPr>
          </a:p>
        </p:txBody>
      </p:sp>
      <p:sp>
        <p:nvSpPr>
          <p:cNvPr id="39941" name="Line 2"/>
          <p:cNvSpPr>
            <a:spLocks noChangeShapeType="1"/>
          </p:cNvSpPr>
          <p:nvPr/>
        </p:nvSpPr>
        <p:spPr bwMode="auto">
          <a:xfrm>
            <a:off x="1400175" y="3765550"/>
            <a:ext cx="49212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>
              <a:spcBef>
                <a:spcPct val="50000"/>
              </a:spcBef>
              <a:buClr>
                <a:srgbClr val="003580"/>
              </a:buClr>
              <a:buFont typeface="Wingdings" pitchFamily="2" charset="2"/>
              <a:buNone/>
            </a:pPr>
            <a:endParaRPr lang="en-US" sz="2600">
              <a:solidFill>
                <a:srgbClr val="003580"/>
              </a:solidFill>
              <a:latin typeface="Arial" charset="0"/>
              <a:cs typeface="Arial" charset="0"/>
            </a:endParaRPr>
          </a:p>
        </p:txBody>
      </p:sp>
      <p:grpSp>
        <p:nvGrpSpPr>
          <p:cNvPr id="39942" name="Group 3"/>
          <p:cNvGrpSpPr>
            <a:grpSpLocks/>
          </p:cNvGrpSpPr>
          <p:nvPr/>
        </p:nvGrpSpPr>
        <p:grpSpPr bwMode="auto">
          <a:xfrm>
            <a:off x="533400" y="2819400"/>
            <a:ext cx="1228725" cy="2133600"/>
            <a:chOff x="336" y="1776"/>
            <a:chExt cx="774" cy="1344"/>
          </a:xfrm>
        </p:grpSpPr>
        <p:pic>
          <p:nvPicPr>
            <p:cNvPr id="40020" name="Picture 4" descr="host1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" y="1776"/>
              <a:ext cx="774" cy="1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021" name="Text Box 5"/>
            <p:cNvSpPr txBox="1">
              <a:spLocks noChangeArrowheads="1"/>
            </p:cNvSpPr>
            <p:nvPr/>
          </p:nvSpPr>
          <p:spPr bwMode="auto">
            <a:xfrm>
              <a:off x="672" y="2986"/>
              <a:ext cx="288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54013" indent="-354013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400" b="1">
                  <a:solidFill>
                    <a:srgbClr val="000610"/>
                  </a:solidFill>
                  <a:latin typeface="Verdana" pitchFamily="34" charset="0"/>
                </a:rPr>
                <a:t>Host</a:t>
              </a:r>
            </a:p>
          </p:txBody>
        </p:sp>
      </p:grpSp>
      <p:sp>
        <p:nvSpPr>
          <p:cNvPr id="39943" name="Freeform 6"/>
          <p:cNvSpPr>
            <a:spLocks/>
          </p:cNvSpPr>
          <p:nvPr/>
        </p:nvSpPr>
        <p:spPr bwMode="auto">
          <a:xfrm>
            <a:off x="5392738" y="1817688"/>
            <a:ext cx="641350" cy="3919537"/>
          </a:xfrm>
          <a:custGeom>
            <a:avLst/>
            <a:gdLst>
              <a:gd name="T0" fmla="*/ 2147483647 w 404"/>
              <a:gd name="T1" fmla="*/ 0 h 2488"/>
              <a:gd name="T2" fmla="*/ 0 w 404"/>
              <a:gd name="T3" fmla="*/ 0 h 2488"/>
              <a:gd name="T4" fmla="*/ 0 w 404"/>
              <a:gd name="T5" fmla="*/ 2147483647 h 2488"/>
              <a:gd name="T6" fmla="*/ 2147483647 w 404"/>
              <a:gd name="T7" fmla="*/ 2147483647 h 2488"/>
              <a:gd name="T8" fmla="*/ 0 60000 65536"/>
              <a:gd name="T9" fmla="*/ 0 60000 65536"/>
              <a:gd name="T10" fmla="*/ 0 60000 65536"/>
              <a:gd name="T11" fmla="*/ 0 60000 65536"/>
              <a:gd name="T12" fmla="*/ 0 w 404"/>
              <a:gd name="T13" fmla="*/ 0 h 2488"/>
              <a:gd name="T14" fmla="*/ 404 w 404"/>
              <a:gd name="T15" fmla="*/ 2488 h 24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4" h="2488">
                <a:moveTo>
                  <a:pt x="380" y="0"/>
                </a:moveTo>
                <a:lnTo>
                  <a:pt x="0" y="0"/>
                </a:lnTo>
                <a:lnTo>
                  <a:pt x="0" y="2488"/>
                </a:lnTo>
                <a:lnTo>
                  <a:pt x="404" y="2488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>
              <a:spcBef>
                <a:spcPct val="50000"/>
              </a:spcBef>
              <a:buClr>
                <a:srgbClr val="003580"/>
              </a:buClr>
              <a:buFont typeface="Wingdings" pitchFamily="2" charset="2"/>
              <a:buNone/>
            </a:pPr>
            <a:endParaRPr lang="en-US" sz="2600">
              <a:solidFill>
                <a:srgbClr val="003580"/>
              </a:solidFill>
              <a:latin typeface="Arial" charset="0"/>
              <a:cs typeface="Arial" charset="0"/>
            </a:endParaRPr>
          </a:p>
        </p:txBody>
      </p: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6927850" y="1460500"/>
            <a:ext cx="981075" cy="325438"/>
            <a:chOff x="4364" y="926"/>
            <a:chExt cx="618" cy="205"/>
          </a:xfrm>
        </p:grpSpPr>
        <p:sp>
          <p:nvSpPr>
            <p:cNvPr id="40018" name="Rectangle 8"/>
            <p:cNvSpPr>
              <a:spLocks noChangeArrowheads="1"/>
            </p:cNvSpPr>
            <p:nvPr/>
          </p:nvSpPr>
          <p:spPr bwMode="auto">
            <a:xfrm>
              <a:off x="4364" y="926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0019" name="Text Box 9"/>
            <p:cNvSpPr txBox="1">
              <a:spLocks noChangeArrowheads="1"/>
            </p:cNvSpPr>
            <p:nvPr/>
          </p:nvSpPr>
          <p:spPr bwMode="auto">
            <a:xfrm>
              <a:off x="4446" y="959"/>
              <a:ext cx="455" cy="139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rgbClr val="00000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prstClr val="white"/>
                  </a:solidFill>
                </a:rPr>
                <a:t>Block 0</a:t>
              </a: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6927850" y="5384800"/>
            <a:ext cx="981075" cy="325438"/>
            <a:chOff x="4364" y="926"/>
            <a:chExt cx="618" cy="205"/>
          </a:xfrm>
        </p:grpSpPr>
        <p:sp>
          <p:nvSpPr>
            <p:cNvPr id="40016" name="Rectangle 11"/>
            <p:cNvSpPr>
              <a:spLocks noChangeArrowheads="1"/>
            </p:cNvSpPr>
            <p:nvPr/>
          </p:nvSpPr>
          <p:spPr bwMode="auto">
            <a:xfrm>
              <a:off x="4364" y="926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0017" name="Text Box 12"/>
            <p:cNvSpPr txBox="1">
              <a:spLocks noChangeArrowheads="1"/>
            </p:cNvSpPr>
            <p:nvPr/>
          </p:nvSpPr>
          <p:spPr bwMode="auto">
            <a:xfrm>
              <a:off x="4419" y="959"/>
              <a:ext cx="513" cy="139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rgbClr val="00000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prstClr val="white"/>
                  </a:solidFill>
                </a:rPr>
                <a:t>P 0 1 2 3</a:t>
              </a:r>
            </a:p>
          </p:txBody>
        </p:sp>
      </p:grpSp>
      <p:grpSp>
        <p:nvGrpSpPr>
          <p:cNvPr id="39946" name="Group 13"/>
          <p:cNvGrpSpPr>
            <a:grpSpLocks/>
          </p:cNvGrpSpPr>
          <p:nvPr/>
        </p:nvGrpSpPr>
        <p:grpSpPr bwMode="auto">
          <a:xfrm>
            <a:off x="6927850" y="5765800"/>
            <a:ext cx="981075" cy="325438"/>
            <a:chOff x="4364" y="1154"/>
            <a:chExt cx="618" cy="205"/>
          </a:xfrm>
        </p:grpSpPr>
        <p:sp>
          <p:nvSpPr>
            <p:cNvPr id="40014" name="Rectangle 14"/>
            <p:cNvSpPr>
              <a:spLocks noChangeArrowheads="1"/>
            </p:cNvSpPr>
            <p:nvPr/>
          </p:nvSpPr>
          <p:spPr bwMode="auto">
            <a:xfrm>
              <a:off x="4364" y="1154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0015" name="Text Box 15"/>
            <p:cNvSpPr txBox="1">
              <a:spLocks noChangeArrowheads="1"/>
            </p:cNvSpPr>
            <p:nvPr/>
          </p:nvSpPr>
          <p:spPr bwMode="auto">
            <a:xfrm>
              <a:off x="4448" y="1187"/>
              <a:ext cx="455" cy="139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rgbClr val="00000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prstClr val="white"/>
                  </a:solidFill>
                </a:rPr>
                <a:t>Block 7</a:t>
              </a:r>
            </a:p>
          </p:txBody>
        </p:sp>
      </p:grpSp>
      <p:sp>
        <p:nvSpPr>
          <p:cNvPr id="39947" name="Line 16"/>
          <p:cNvSpPr>
            <a:spLocks noChangeShapeType="1"/>
          </p:cNvSpPr>
          <p:nvPr/>
        </p:nvSpPr>
        <p:spPr bwMode="auto">
          <a:xfrm>
            <a:off x="5392738" y="2794000"/>
            <a:ext cx="55403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 eaLnBrk="1" hangingPunct="1">
              <a:spcBef>
                <a:spcPct val="50000"/>
              </a:spcBef>
              <a:buClr>
                <a:srgbClr val="003580"/>
              </a:buClr>
              <a:buFont typeface="Wingdings" pitchFamily="2" charset="2"/>
              <a:buNone/>
            </a:pPr>
            <a:endParaRPr lang="en-US" sz="2600">
              <a:solidFill>
                <a:srgbClr val="003580"/>
              </a:solidFill>
              <a:latin typeface="Arial" charset="0"/>
              <a:cs typeface="Arial" charset="0"/>
            </a:endParaRPr>
          </a:p>
        </p:txBody>
      </p:sp>
      <p:sp>
        <p:nvSpPr>
          <p:cNvPr id="39948" name="Line 17"/>
          <p:cNvSpPr>
            <a:spLocks noChangeShapeType="1"/>
          </p:cNvSpPr>
          <p:nvPr/>
        </p:nvSpPr>
        <p:spPr bwMode="auto">
          <a:xfrm>
            <a:off x="5392738" y="4756150"/>
            <a:ext cx="55403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 eaLnBrk="1" hangingPunct="1">
              <a:spcBef>
                <a:spcPct val="50000"/>
              </a:spcBef>
              <a:buClr>
                <a:srgbClr val="003580"/>
              </a:buClr>
              <a:buFont typeface="Wingdings" pitchFamily="2" charset="2"/>
              <a:buNone/>
            </a:pPr>
            <a:endParaRPr lang="en-US" sz="2600">
              <a:solidFill>
                <a:srgbClr val="003580"/>
              </a:solidFill>
              <a:latin typeface="Arial" charset="0"/>
              <a:cs typeface="Arial" charset="0"/>
            </a:endParaRPr>
          </a:p>
        </p:txBody>
      </p:sp>
      <p:grpSp>
        <p:nvGrpSpPr>
          <p:cNvPr id="39949" name="Group 18"/>
          <p:cNvGrpSpPr>
            <a:grpSpLocks/>
          </p:cNvGrpSpPr>
          <p:nvPr/>
        </p:nvGrpSpPr>
        <p:grpSpPr bwMode="auto">
          <a:xfrm>
            <a:off x="2955925" y="3425825"/>
            <a:ext cx="1358900" cy="720725"/>
            <a:chOff x="2166" y="2158"/>
            <a:chExt cx="856" cy="454"/>
          </a:xfrm>
        </p:grpSpPr>
        <p:sp>
          <p:nvSpPr>
            <p:cNvPr id="40012" name="Rectangle 19"/>
            <p:cNvSpPr>
              <a:spLocks noChangeArrowheads="1"/>
            </p:cNvSpPr>
            <p:nvPr/>
          </p:nvSpPr>
          <p:spPr bwMode="auto">
            <a:xfrm>
              <a:off x="2166" y="2158"/>
              <a:ext cx="856" cy="454"/>
            </a:xfrm>
            <a:prstGeom prst="rect">
              <a:avLst/>
            </a:prstGeom>
            <a:gradFill rotWithShape="1">
              <a:gsLst>
                <a:gs pos="0">
                  <a:srgbClr val="86BAB5"/>
                </a:gs>
                <a:gs pos="100000">
                  <a:srgbClr val="5B7E7B"/>
                </a:gs>
              </a:gsLst>
              <a:lin ang="2700000" scaled="1"/>
            </a:gradFill>
            <a:ln w="12700" algn="ctr">
              <a:solidFill>
                <a:srgbClr val="88B8B6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0013" name="Text Box 20"/>
            <p:cNvSpPr txBox="1">
              <a:spLocks noChangeArrowheads="1"/>
            </p:cNvSpPr>
            <p:nvPr/>
          </p:nvSpPr>
          <p:spPr bwMode="auto">
            <a:xfrm>
              <a:off x="2288" y="2246"/>
              <a:ext cx="612" cy="278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rgbClr val="00000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prstClr val="white"/>
                  </a:solidFill>
                </a:rPr>
                <a:t>RAID</a:t>
              </a:r>
              <a:br>
                <a:rPr lang="en-US" sz="1600" b="1">
                  <a:solidFill>
                    <a:prstClr val="white"/>
                  </a:solidFill>
                </a:rPr>
              </a:br>
              <a:r>
                <a:rPr lang="en-US" sz="1600" b="1">
                  <a:solidFill>
                    <a:prstClr val="white"/>
                  </a:solidFill>
                </a:rPr>
                <a:t>Controller</a:t>
              </a:r>
            </a:p>
          </p:txBody>
        </p:sp>
      </p:grpSp>
      <p:grpSp>
        <p:nvGrpSpPr>
          <p:cNvPr id="7" name="Group 21"/>
          <p:cNvGrpSpPr>
            <a:grpSpLocks/>
          </p:cNvGrpSpPr>
          <p:nvPr/>
        </p:nvGrpSpPr>
        <p:grpSpPr bwMode="auto">
          <a:xfrm>
            <a:off x="3144838" y="4046538"/>
            <a:ext cx="981075" cy="325437"/>
            <a:chOff x="1981" y="3277"/>
            <a:chExt cx="618" cy="205"/>
          </a:xfrm>
        </p:grpSpPr>
        <p:sp>
          <p:nvSpPr>
            <p:cNvPr id="40010" name="Rectangle 22"/>
            <p:cNvSpPr>
              <a:spLocks noChangeArrowheads="1"/>
            </p:cNvSpPr>
            <p:nvPr/>
          </p:nvSpPr>
          <p:spPr bwMode="auto">
            <a:xfrm>
              <a:off x="1981" y="3277"/>
              <a:ext cx="618" cy="205"/>
            </a:xfrm>
            <a:prstGeom prst="rect">
              <a:avLst/>
            </a:prstGeom>
            <a:solidFill>
              <a:srgbClr val="B2DEC7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0011" name="Text Box 23"/>
            <p:cNvSpPr txBox="1">
              <a:spLocks noChangeArrowheads="1"/>
            </p:cNvSpPr>
            <p:nvPr/>
          </p:nvSpPr>
          <p:spPr bwMode="auto">
            <a:xfrm>
              <a:off x="2035" y="3310"/>
              <a:ext cx="513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srgbClr val="000000"/>
                  </a:solidFill>
                </a:rPr>
                <a:t>P 0 1 2 3</a:t>
              </a: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3144838" y="3613150"/>
            <a:ext cx="981075" cy="325438"/>
            <a:chOff x="1981" y="2276"/>
            <a:chExt cx="618" cy="205"/>
          </a:xfrm>
        </p:grpSpPr>
        <p:sp>
          <p:nvSpPr>
            <p:cNvPr id="40008" name="Rectangle 25"/>
            <p:cNvSpPr>
              <a:spLocks noChangeArrowheads="1"/>
            </p:cNvSpPr>
            <p:nvPr/>
          </p:nvSpPr>
          <p:spPr bwMode="auto">
            <a:xfrm>
              <a:off x="1981" y="2276"/>
              <a:ext cx="618" cy="205"/>
            </a:xfrm>
            <a:prstGeom prst="rect">
              <a:avLst/>
            </a:prstGeom>
            <a:solidFill>
              <a:srgbClr val="B2DEC7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0009" name="Text Box 26"/>
            <p:cNvSpPr txBox="1">
              <a:spLocks noChangeArrowheads="1"/>
            </p:cNvSpPr>
            <p:nvPr/>
          </p:nvSpPr>
          <p:spPr bwMode="auto">
            <a:xfrm>
              <a:off x="2063" y="2309"/>
              <a:ext cx="455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srgbClr val="000000"/>
                  </a:solidFill>
                </a:rPr>
                <a:t>Block 0</a:t>
              </a:r>
            </a:p>
          </p:txBody>
        </p:sp>
      </p:grpSp>
      <p:grpSp>
        <p:nvGrpSpPr>
          <p:cNvPr id="9" name="Group 27"/>
          <p:cNvGrpSpPr>
            <a:grpSpLocks/>
          </p:cNvGrpSpPr>
          <p:nvPr/>
        </p:nvGrpSpPr>
        <p:grpSpPr bwMode="auto">
          <a:xfrm>
            <a:off x="698500" y="3613150"/>
            <a:ext cx="981075" cy="325438"/>
            <a:chOff x="440" y="2276"/>
            <a:chExt cx="618" cy="205"/>
          </a:xfrm>
        </p:grpSpPr>
        <p:sp>
          <p:nvSpPr>
            <p:cNvPr id="40006" name="Rectangle 28"/>
            <p:cNvSpPr>
              <a:spLocks noChangeArrowheads="1"/>
            </p:cNvSpPr>
            <p:nvPr/>
          </p:nvSpPr>
          <p:spPr bwMode="auto">
            <a:xfrm>
              <a:off x="440" y="2276"/>
              <a:ext cx="618" cy="205"/>
            </a:xfrm>
            <a:prstGeom prst="rect">
              <a:avLst/>
            </a:prstGeom>
            <a:solidFill>
              <a:srgbClr val="FCB994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0007" name="Text Box 29"/>
            <p:cNvSpPr txBox="1">
              <a:spLocks noChangeArrowheads="1"/>
            </p:cNvSpPr>
            <p:nvPr/>
          </p:nvSpPr>
          <p:spPr bwMode="auto">
            <a:xfrm>
              <a:off x="522" y="2309"/>
              <a:ext cx="455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srgbClr val="000000"/>
                  </a:solidFill>
                </a:rPr>
                <a:t>Block 4</a:t>
              </a:r>
            </a:p>
          </p:txBody>
        </p:sp>
      </p:grpSp>
      <p:grpSp>
        <p:nvGrpSpPr>
          <p:cNvPr id="10" name="Group 30"/>
          <p:cNvGrpSpPr>
            <a:grpSpLocks/>
          </p:cNvGrpSpPr>
          <p:nvPr/>
        </p:nvGrpSpPr>
        <p:grpSpPr bwMode="auto">
          <a:xfrm>
            <a:off x="698500" y="3613150"/>
            <a:ext cx="981075" cy="325438"/>
            <a:chOff x="440" y="2276"/>
            <a:chExt cx="618" cy="205"/>
          </a:xfrm>
        </p:grpSpPr>
        <p:sp>
          <p:nvSpPr>
            <p:cNvPr id="40004" name="Rectangle 31"/>
            <p:cNvSpPr>
              <a:spLocks noChangeArrowheads="1"/>
            </p:cNvSpPr>
            <p:nvPr/>
          </p:nvSpPr>
          <p:spPr bwMode="auto">
            <a:xfrm>
              <a:off x="440" y="2276"/>
              <a:ext cx="618" cy="205"/>
            </a:xfrm>
            <a:prstGeom prst="rect">
              <a:avLst/>
            </a:prstGeom>
            <a:solidFill>
              <a:srgbClr val="B2DEC7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0005" name="Text Box 32"/>
            <p:cNvSpPr txBox="1">
              <a:spLocks noChangeArrowheads="1"/>
            </p:cNvSpPr>
            <p:nvPr/>
          </p:nvSpPr>
          <p:spPr bwMode="auto">
            <a:xfrm>
              <a:off x="522" y="2309"/>
              <a:ext cx="455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srgbClr val="000000"/>
                  </a:solidFill>
                </a:rPr>
                <a:t>Block 0</a:t>
              </a:r>
            </a:p>
          </p:txBody>
        </p:sp>
      </p:grpSp>
      <p:grpSp>
        <p:nvGrpSpPr>
          <p:cNvPr id="39954" name="Group 33"/>
          <p:cNvGrpSpPr>
            <a:grpSpLocks/>
          </p:cNvGrpSpPr>
          <p:nvPr/>
        </p:nvGrpSpPr>
        <p:grpSpPr bwMode="auto">
          <a:xfrm>
            <a:off x="6927850" y="2441575"/>
            <a:ext cx="981075" cy="325438"/>
            <a:chOff x="4364" y="926"/>
            <a:chExt cx="618" cy="205"/>
          </a:xfrm>
        </p:grpSpPr>
        <p:sp>
          <p:nvSpPr>
            <p:cNvPr id="40002" name="Rectangle 34"/>
            <p:cNvSpPr>
              <a:spLocks noChangeArrowheads="1"/>
            </p:cNvSpPr>
            <p:nvPr/>
          </p:nvSpPr>
          <p:spPr bwMode="auto">
            <a:xfrm>
              <a:off x="4364" y="926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0003" name="Text Box 35"/>
            <p:cNvSpPr txBox="1">
              <a:spLocks noChangeArrowheads="1"/>
            </p:cNvSpPr>
            <p:nvPr/>
          </p:nvSpPr>
          <p:spPr bwMode="auto">
            <a:xfrm>
              <a:off x="4446" y="959"/>
              <a:ext cx="455" cy="139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rgbClr val="00000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prstClr val="white"/>
                  </a:solidFill>
                </a:rPr>
                <a:t>Block 1</a:t>
              </a:r>
            </a:p>
          </p:txBody>
        </p:sp>
      </p:grpSp>
      <p:grpSp>
        <p:nvGrpSpPr>
          <p:cNvPr id="39955" name="Group 36"/>
          <p:cNvGrpSpPr>
            <a:grpSpLocks/>
          </p:cNvGrpSpPr>
          <p:nvPr/>
        </p:nvGrpSpPr>
        <p:grpSpPr bwMode="auto">
          <a:xfrm>
            <a:off x="6927850" y="2822575"/>
            <a:ext cx="981075" cy="325438"/>
            <a:chOff x="4364" y="1154"/>
            <a:chExt cx="618" cy="205"/>
          </a:xfrm>
        </p:grpSpPr>
        <p:sp>
          <p:nvSpPr>
            <p:cNvPr id="40000" name="Rectangle 37"/>
            <p:cNvSpPr>
              <a:spLocks noChangeArrowheads="1"/>
            </p:cNvSpPr>
            <p:nvPr/>
          </p:nvSpPr>
          <p:spPr bwMode="auto">
            <a:xfrm>
              <a:off x="4364" y="1154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0001" name="Text Box 38"/>
            <p:cNvSpPr txBox="1">
              <a:spLocks noChangeArrowheads="1"/>
            </p:cNvSpPr>
            <p:nvPr/>
          </p:nvSpPr>
          <p:spPr bwMode="auto">
            <a:xfrm>
              <a:off x="4446" y="1187"/>
              <a:ext cx="455" cy="139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rgbClr val="00000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prstClr val="white"/>
                  </a:solidFill>
                </a:rPr>
                <a:t>Block 5</a:t>
              </a:r>
            </a:p>
          </p:txBody>
        </p:sp>
      </p:grpSp>
      <p:grpSp>
        <p:nvGrpSpPr>
          <p:cNvPr id="39956" name="Group 39"/>
          <p:cNvGrpSpPr>
            <a:grpSpLocks/>
          </p:cNvGrpSpPr>
          <p:nvPr/>
        </p:nvGrpSpPr>
        <p:grpSpPr bwMode="auto">
          <a:xfrm>
            <a:off x="6927850" y="3422650"/>
            <a:ext cx="981075" cy="325438"/>
            <a:chOff x="4364" y="926"/>
            <a:chExt cx="618" cy="205"/>
          </a:xfrm>
        </p:grpSpPr>
        <p:sp>
          <p:nvSpPr>
            <p:cNvPr id="39998" name="Rectangle 40"/>
            <p:cNvSpPr>
              <a:spLocks noChangeArrowheads="1"/>
            </p:cNvSpPr>
            <p:nvPr/>
          </p:nvSpPr>
          <p:spPr bwMode="auto">
            <a:xfrm>
              <a:off x="4364" y="926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39999" name="Text Box 41"/>
            <p:cNvSpPr txBox="1">
              <a:spLocks noChangeArrowheads="1"/>
            </p:cNvSpPr>
            <p:nvPr/>
          </p:nvSpPr>
          <p:spPr bwMode="auto">
            <a:xfrm>
              <a:off x="4446" y="959"/>
              <a:ext cx="455" cy="139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rgbClr val="00000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prstClr val="white"/>
                  </a:solidFill>
                </a:rPr>
                <a:t>Block 2</a:t>
              </a:r>
            </a:p>
          </p:txBody>
        </p:sp>
      </p:grpSp>
      <p:grpSp>
        <p:nvGrpSpPr>
          <p:cNvPr id="39957" name="Group 42"/>
          <p:cNvGrpSpPr>
            <a:grpSpLocks/>
          </p:cNvGrpSpPr>
          <p:nvPr/>
        </p:nvGrpSpPr>
        <p:grpSpPr bwMode="auto">
          <a:xfrm>
            <a:off x="6927850" y="3803650"/>
            <a:ext cx="981075" cy="325438"/>
            <a:chOff x="4364" y="1154"/>
            <a:chExt cx="618" cy="205"/>
          </a:xfrm>
        </p:grpSpPr>
        <p:sp>
          <p:nvSpPr>
            <p:cNvPr id="39996" name="Rectangle 43"/>
            <p:cNvSpPr>
              <a:spLocks noChangeArrowheads="1"/>
            </p:cNvSpPr>
            <p:nvPr/>
          </p:nvSpPr>
          <p:spPr bwMode="auto">
            <a:xfrm>
              <a:off x="4364" y="1154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39997" name="Text Box 44"/>
            <p:cNvSpPr txBox="1">
              <a:spLocks noChangeArrowheads="1"/>
            </p:cNvSpPr>
            <p:nvPr/>
          </p:nvSpPr>
          <p:spPr bwMode="auto">
            <a:xfrm>
              <a:off x="4446" y="1187"/>
              <a:ext cx="455" cy="139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rgbClr val="00000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prstClr val="white"/>
                  </a:solidFill>
                </a:rPr>
                <a:t>Block 6</a:t>
              </a:r>
            </a:p>
          </p:txBody>
        </p:sp>
      </p:grpSp>
      <p:grpSp>
        <p:nvGrpSpPr>
          <p:cNvPr id="39958" name="Group 45"/>
          <p:cNvGrpSpPr>
            <a:grpSpLocks/>
          </p:cNvGrpSpPr>
          <p:nvPr/>
        </p:nvGrpSpPr>
        <p:grpSpPr bwMode="auto">
          <a:xfrm>
            <a:off x="6927850" y="4403725"/>
            <a:ext cx="981075" cy="325438"/>
            <a:chOff x="4364" y="926"/>
            <a:chExt cx="618" cy="205"/>
          </a:xfrm>
        </p:grpSpPr>
        <p:sp>
          <p:nvSpPr>
            <p:cNvPr id="39994" name="Rectangle 46"/>
            <p:cNvSpPr>
              <a:spLocks noChangeArrowheads="1"/>
            </p:cNvSpPr>
            <p:nvPr/>
          </p:nvSpPr>
          <p:spPr bwMode="auto">
            <a:xfrm>
              <a:off x="4364" y="926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39995" name="Text Box 47"/>
            <p:cNvSpPr txBox="1">
              <a:spLocks noChangeArrowheads="1"/>
            </p:cNvSpPr>
            <p:nvPr/>
          </p:nvSpPr>
          <p:spPr bwMode="auto">
            <a:xfrm>
              <a:off x="4446" y="959"/>
              <a:ext cx="455" cy="139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rgbClr val="00000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prstClr val="white"/>
                  </a:solidFill>
                </a:rPr>
                <a:t>Block 3</a:t>
              </a:r>
            </a:p>
          </p:txBody>
        </p:sp>
      </p:grpSp>
      <p:grpSp>
        <p:nvGrpSpPr>
          <p:cNvPr id="16" name="Group 48"/>
          <p:cNvGrpSpPr>
            <a:grpSpLocks/>
          </p:cNvGrpSpPr>
          <p:nvPr/>
        </p:nvGrpSpPr>
        <p:grpSpPr bwMode="auto">
          <a:xfrm>
            <a:off x="2994025" y="2965450"/>
            <a:ext cx="1281113" cy="1630363"/>
            <a:chOff x="1886" y="2228"/>
            <a:chExt cx="807" cy="1027"/>
          </a:xfrm>
        </p:grpSpPr>
        <p:sp>
          <p:nvSpPr>
            <p:cNvPr id="39992" name="AutoShape 49"/>
            <p:cNvSpPr>
              <a:spLocks noChangeArrowheads="1"/>
            </p:cNvSpPr>
            <p:nvPr/>
          </p:nvSpPr>
          <p:spPr bwMode="auto">
            <a:xfrm>
              <a:off x="1886" y="2228"/>
              <a:ext cx="807" cy="1027"/>
            </a:xfrm>
            <a:prstGeom prst="roundRect">
              <a:avLst>
                <a:gd name="adj" fmla="val 12019"/>
              </a:avLst>
            </a:prstGeom>
            <a:solidFill>
              <a:srgbClr val="B2DEC7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39993" name="Text Box 50"/>
            <p:cNvSpPr txBox="1">
              <a:spLocks noChangeArrowheads="1"/>
            </p:cNvSpPr>
            <p:nvPr/>
          </p:nvSpPr>
          <p:spPr bwMode="auto">
            <a:xfrm>
              <a:off x="1973" y="2603"/>
              <a:ext cx="633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srgbClr val="000000"/>
                  </a:solidFill>
                </a:rPr>
                <a:t>Parity</a:t>
              </a:r>
              <a:br>
                <a:rPr lang="en-US" sz="1600" b="1">
                  <a:solidFill>
                    <a:srgbClr val="000000"/>
                  </a:solidFill>
                </a:rPr>
              </a:br>
              <a:r>
                <a:rPr lang="en-US" sz="1600" b="1">
                  <a:solidFill>
                    <a:srgbClr val="000000"/>
                  </a:solidFill>
                </a:rPr>
                <a:t>Generated</a:t>
              </a:r>
            </a:p>
          </p:txBody>
        </p:sp>
      </p:grpSp>
      <p:grpSp>
        <p:nvGrpSpPr>
          <p:cNvPr id="17" name="Group 51"/>
          <p:cNvGrpSpPr>
            <a:grpSpLocks/>
          </p:cNvGrpSpPr>
          <p:nvPr/>
        </p:nvGrpSpPr>
        <p:grpSpPr bwMode="auto">
          <a:xfrm>
            <a:off x="6927850" y="1460500"/>
            <a:ext cx="981075" cy="325438"/>
            <a:chOff x="4364" y="926"/>
            <a:chExt cx="618" cy="205"/>
          </a:xfrm>
        </p:grpSpPr>
        <p:sp>
          <p:nvSpPr>
            <p:cNvPr id="39990" name="Rectangle 52"/>
            <p:cNvSpPr>
              <a:spLocks noChangeArrowheads="1"/>
            </p:cNvSpPr>
            <p:nvPr/>
          </p:nvSpPr>
          <p:spPr bwMode="auto">
            <a:xfrm>
              <a:off x="4364" y="926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39991" name="Text Box 53"/>
            <p:cNvSpPr txBox="1">
              <a:spLocks noChangeArrowheads="1"/>
            </p:cNvSpPr>
            <p:nvPr/>
          </p:nvSpPr>
          <p:spPr bwMode="auto">
            <a:xfrm>
              <a:off x="4446" y="959"/>
              <a:ext cx="455" cy="139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rgbClr val="00000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prstClr val="white"/>
                  </a:solidFill>
                </a:rPr>
                <a:t>Block 0</a:t>
              </a:r>
            </a:p>
          </p:txBody>
        </p:sp>
      </p:grpSp>
      <p:grpSp>
        <p:nvGrpSpPr>
          <p:cNvPr id="18" name="Group 54"/>
          <p:cNvGrpSpPr>
            <a:grpSpLocks/>
          </p:cNvGrpSpPr>
          <p:nvPr/>
        </p:nvGrpSpPr>
        <p:grpSpPr bwMode="auto">
          <a:xfrm>
            <a:off x="6927850" y="5384800"/>
            <a:ext cx="981075" cy="325438"/>
            <a:chOff x="4364" y="926"/>
            <a:chExt cx="618" cy="205"/>
          </a:xfrm>
        </p:grpSpPr>
        <p:sp>
          <p:nvSpPr>
            <p:cNvPr id="39988" name="Rectangle 55"/>
            <p:cNvSpPr>
              <a:spLocks noChangeArrowheads="1"/>
            </p:cNvSpPr>
            <p:nvPr/>
          </p:nvSpPr>
          <p:spPr bwMode="auto">
            <a:xfrm>
              <a:off x="4364" y="926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39989" name="Text Box 56"/>
            <p:cNvSpPr txBox="1">
              <a:spLocks noChangeArrowheads="1"/>
            </p:cNvSpPr>
            <p:nvPr/>
          </p:nvSpPr>
          <p:spPr bwMode="auto">
            <a:xfrm>
              <a:off x="4419" y="959"/>
              <a:ext cx="513" cy="139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rgbClr val="00000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prstClr val="white"/>
                  </a:solidFill>
                </a:rPr>
                <a:t>P 0 1 2 3</a:t>
              </a:r>
            </a:p>
          </p:txBody>
        </p:sp>
      </p:grpSp>
      <p:grpSp>
        <p:nvGrpSpPr>
          <p:cNvPr id="19" name="Group 57"/>
          <p:cNvGrpSpPr>
            <a:grpSpLocks/>
          </p:cNvGrpSpPr>
          <p:nvPr/>
        </p:nvGrpSpPr>
        <p:grpSpPr bwMode="auto">
          <a:xfrm>
            <a:off x="6927850" y="1841500"/>
            <a:ext cx="981075" cy="325438"/>
            <a:chOff x="4364" y="1154"/>
            <a:chExt cx="618" cy="205"/>
          </a:xfrm>
        </p:grpSpPr>
        <p:sp>
          <p:nvSpPr>
            <p:cNvPr id="39986" name="Rectangle 58"/>
            <p:cNvSpPr>
              <a:spLocks noChangeArrowheads="1"/>
            </p:cNvSpPr>
            <p:nvPr/>
          </p:nvSpPr>
          <p:spPr bwMode="auto">
            <a:xfrm>
              <a:off x="4364" y="1154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39987" name="Text Box 59"/>
            <p:cNvSpPr txBox="1">
              <a:spLocks noChangeArrowheads="1"/>
            </p:cNvSpPr>
            <p:nvPr/>
          </p:nvSpPr>
          <p:spPr bwMode="auto">
            <a:xfrm>
              <a:off x="4446" y="1187"/>
              <a:ext cx="455" cy="139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rgbClr val="00000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prstClr val="white"/>
                  </a:solidFill>
                </a:rPr>
                <a:t>Block 4</a:t>
              </a:r>
            </a:p>
          </p:txBody>
        </p:sp>
      </p:grpSp>
      <p:grpSp>
        <p:nvGrpSpPr>
          <p:cNvPr id="20" name="Group 60"/>
          <p:cNvGrpSpPr>
            <a:grpSpLocks/>
          </p:cNvGrpSpPr>
          <p:nvPr/>
        </p:nvGrpSpPr>
        <p:grpSpPr bwMode="auto">
          <a:xfrm>
            <a:off x="6927850" y="4784725"/>
            <a:ext cx="981075" cy="325438"/>
            <a:chOff x="4364" y="1154"/>
            <a:chExt cx="618" cy="205"/>
          </a:xfrm>
        </p:grpSpPr>
        <p:sp>
          <p:nvSpPr>
            <p:cNvPr id="39984" name="Rectangle 61"/>
            <p:cNvSpPr>
              <a:spLocks noChangeArrowheads="1"/>
            </p:cNvSpPr>
            <p:nvPr/>
          </p:nvSpPr>
          <p:spPr bwMode="auto">
            <a:xfrm>
              <a:off x="4364" y="1154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39985" name="Text Box 62"/>
            <p:cNvSpPr txBox="1">
              <a:spLocks noChangeArrowheads="1"/>
            </p:cNvSpPr>
            <p:nvPr/>
          </p:nvSpPr>
          <p:spPr bwMode="auto">
            <a:xfrm>
              <a:off x="4417" y="1187"/>
              <a:ext cx="513" cy="139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rgbClr val="00000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prstClr val="white"/>
                  </a:solidFill>
                </a:rPr>
                <a:t>P 4 5 6 7</a:t>
              </a:r>
            </a:p>
          </p:txBody>
        </p:sp>
      </p:grpSp>
      <p:grpSp>
        <p:nvGrpSpPr>
          <p:cNvPr id="21" name="Group 63"/>
          <p:cNvGrpSpPr>
            <a:grpSpLocks/>
          </p:cNvGrpSpPr>
          <p:nvPr/>
        </p:nvGrpSpPr>
        <p:grpSpPr bwMode="auto">
          <a:xfrm>
            <a:off x="6927850" y="4784725"/>
            <a:ext cx="981075" cy="325438"/>
            <a:chOff x="4364" y="1154"/>
            <a:chExt cx="618" cy="205"/>
          </a:xfrm>
        </p:grpSpPr>
        <p:sp>
          <p:nvSpPr>
            <p:cNvPr id="39982" name="Rectangle 64"/>
            <p:cNvSpPr>
              <a:spLocks noChangeArrowheads="1"/>
            </p:cNvSpPr>
            <p:nvPr/>
          </p:nvSpPr>
          <p:spPr bwMode="auto">
            <a:xfrm>
              <a:off x="4364" y="1154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39983" name="Text Box 65"/>
            <p:cNvSpPr txBox="1">
              <a:spLocks noChangeArrowheads="1"/>
            </p:cNvSpPr>
            <p:nvPr/>
          </p:nvSpPr>
          <p:spPr bwMode="auto">
            <a:xfrm>
              <a:off x="4417" y="1187"/>
              <a:ext cx="513" cy="139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rgbClr val="00000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prstClr val="white"/>
                  </a:solidFill>
                </a:rPr>
                <a:t>P 4 5 6 7</a:t>
              </a:r>
            </a:p>
          </p:txBody>
        </p:sp>
      </p:grpSp>
      <p:grpSp>
        <p:nvGrpSpPr>
          <p:cNvPr id="22" name="Group 66"/>
          <p:cNvGrpSpPr>
            <a:grpSpLocks/>
          </p:cNvGrpSpPr>
          <p:nvPr/>
        </p:nvGrpSpPr>
        <p:grpSpPr bwMode="auto">
          <a:xfrm>
            <a:off x="6927850" y="1841500"/>
            <a:ext cx="981075" cy="325438"/>
            <a:chOff x="4364" y="1154"/>
            <a:chExt cx="618" cy="205"/>
          </a:xfrm>
        </p:grpSpPr>
        <p:sp>
          <p:nvSpPr>
            <p:cNvPr id="39980" name="Rectangle 67"/>
            <p:cNvSpPr>
              <a:spLocks noChangeArrowheads="1"/>
            </p:cNvSpPr>
            <p:nvPr/>
          </p:nvSpPr>
          <p:spPr bwMode="auto">
            <a:xfrm>
              <a:off x="4364" y="1154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39981" name="Text Box 68"/>
            <p:cNvSpPr txBox="1">
              <a:spLocks noChangeArrowheads="1"/>
            </p:cNvSpPr>
            <p:nvPr/>
          </p:nvSpPr>
          <p:spPr bwMode="auto">
            <a:xfrm>
              <a:off x="4446" y="1187"/>
              <a:ext cx="455" cy="139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rgbClr val="00000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prstClr val="white"/>
                  </a:solidFill>
                </a:rPr>
                <a:t>Block 4</a:t>
              </a:r>
            </a:p>
          </p:txBody>
        </p:sp>
      </p:grpSp>
      <p:grpSp>
        <p:nvGrpSpPr>
          <p:cNvPr id="23" name="Group 69"/>
          <p:cNvGrpSpPr>
            <a:grpSpLocks/>
          </p:cNvGrpSpPr>
          <p:nvPr/>
        </p:nvGrpSpPr>
        <p:grpSpPr bwMode="auto">
          <a:xfrm>
            <a:off x="3144838" y="4046538"/>
            <a:ext cx="981075" cy="325437"/>
            <a:chOff x="1981" y="2549"/>
            <a:chExt cx="618" cy="205"/>
          </a:xfrm>
        </p:grpSpPr>
        <p:sp>
          <p:nvSpPr>
            <p:cNvPr id="39978" name="Rectangle 70"/>
            <p:cNvSpPr>
              <a:spLocks noChangeArrowheads="1"/>
            </p:cNvSpPr>
            <p:nvPr/>
          </p:nvSpPr>
          <p:spPr bwMode="auto">
            <a:xfrm>
              <a:off x="1981" y="2549"/>
              <a:ext cx="618" cy="205"/>
            </a:xfrm>
            <a:prstGeom prst="rect">
              <a:avLst/>
            </a:prstGeom>
            <a:solidFill>
              <a:srgbClr val="FCB994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39979" name="Text Box 71"/>
            <p:cNvSpPr txBox="1">
              <a:spLocks noChangeArrowheads="1"/>
            </p:cNvSpPr>
            <p:nvPr/>
          </p:nvSpPr>
          <p:spPr bwMode="auto">
            <a:xfrm>
              <a:off x="2035" y="2582"/>
              <a:ext cx="513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srgbClr val="000000"/>
                  </a:solidFill>
                </a:rPr>
                <a:t>P 4 5 6 7</a:t>
              </a:r>
            </a:p>
          </p:txBody>
        </p:sp>
      </p:grpSp>
      <p:grpSp>
        <p:nvGrpSpPr>
          <p:cNvPr id="24" name="Group 72"/>
          <p:cNvGrpSpPr>
            <a:grpSpLocks/>
          </p:cNvGrpSpPr>
          <p:nvPr/>
        </p:nvGrpSpPr>
        <p:grpSpPr bwMode="auto">
          <a:xfrm>
            <a:off x="3144838" y="3613150"/>
            <a:ext cx="981075" cy="325438"/>
            <a:chOff x="1981" y="2276"/>
            <a:chExt cx="618" cy="205"/>
          </a:xfrm>
        </p:grpSpPr>
        <p:sp>
          <p:nvSpPr>
            <p:cNvPr id="39976" name="Rectangle 73"/>
            <p:cNvSpPr>
              <a:spLocks noChangeArrowheads="1"/>
            </p:cNvSpPr>
            <p:nvPr/>
          </p:nvSpPr>
          <p:spPr bwMode="auto">
            <a:xfrm>
              <a:off x="1981" y="2276"/>
              <a:ext cx="618" cy="205"/>
            </a:xfrm>
            <a:prstGeom prst="rect">
              <a:avLst/>
            </a:prstGeom>
            <a:solidFill>
              <a:srgbClr val="FCB994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39977" name="Text Box 74"/>
            <p:cNvSpPr txBox="1">
              <a:spLocks noChangeArrowheads="1"/>
            </p:cNvSpPr>
            <p:nvPr/>
          </p:nvSpPr>
          <p:spPr bwMode="auto">
            <a:xfrm>
              <a:off x="2063" y="2309"/>
              <a:ext cx="455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srgbClr val="000000"/>
                  </a:solidFill>
                </a:rPr>
                <a:t>Block 4</a:t>
              </a:r>
            </a:p>
          </p:txBody>
        </p:sp>
      </p:grpSp>
      <p:grpSp>
        <p:nvGrpSpPr>
          <p:cNvPr id="25" name="Group 75"/>
          <p:cNvGrpSpPr>
            <a:grpSpLocks/>
          </p:cNvGrpSpPr>
          <p:nvPr/>
        </p:nvGrpSpPr>
        <p:grpSpPr bwMode="auto">
          <a:xfrm>
            <a:off x="2994025" y="2965450"/>
            <a:ext cx="1281113" cy="1630363"/>
            <a:chOff x="1886" y="770"/>
            <a:chExt cx="807" cy="1027"/>
          </a:xfrm>
        </p:grpSpPr>
        <p:sp>
          <p:nvSpPr>
            <p:cNvPr id="39974" name="AutoShape 76"/>
            <p:cNvSpPr>
              <a:spLocks noChangeArrowheads="1"/>
            </p:cNvSpPr>
            <p:nvPr/>
          </p:nvSpPr>
          <p:spPr bwMode="auto">
            <a:xfrm>
              <a:off x="1886" y="770"/>
              <a:ext cx="807" cy="1027"/>
            </a:xfrm>
            <a:prstGeom prst="roundRect">
              <a:avLst>
                <a:gd name="adj" fmla="val 12019"/>
              </a:avLst>
            </a:prstGeom>
            <a:solidFill>
              <a:srgbClr val="FCB994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 eaLnBrk="1" hangingPunct="1"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endParaRPr lang="en-US" sz="2600">
                <a:solidFill>
                  <a:srgbClr val="00358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39975" name="Text Box 77"/>
            <p:cNvSpPr txBox="1">
              <a:spLocks noChangeArrowheads="1"/>
            </p:cNvSpPr>
            <p:nvPr/>
          </p:nvSpPr>
          <p:spPr bwMode="auto">
            <a:xfrm>
              <a:off x="1973" y="1145"/>
              <a:ext cx="633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defTabSz="941388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defTabSz="94138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003580"/>
                </a:buClr>
                <a:buFont typeface="Wingdings" pitchFamily="2" charset="2"/>
                <a:buNone/>
              </a:pPr>
              <a:r>
                <a:rPr lang="en-US" sz="1600" b="1">
                  <a:solidFill>
                    <a:srgbClr val="000000"/>
                  </a:solidFill>
                </a:rPr>
                <a:t>Parity</a:t>
              </a:r>
              <a:br>
                <a:rPr lang="en-US" sz="1600" b="1">
                  <a:solidFill>
                    <a:srgbClr val="000000"/>
                  </a:solidFill>
                </a:rPr>
              </a:br>
              <a:r>
                <a:rPr lang="en-US" sz="1600" b="1">
                  <a:solidFill>
                    <a:srgbClr val="000000"/>
                  </a:solidFill>
                </a:rPr>
                <a:t>Generated</a:t>
              </a:r>
            </a:p>
          </p:txBody>
        </p:sp>
      </p:grpSp>
      <p:pic>
        <p:nvPicPr>
          <p:cNvPr id="39969" name="Picture 79" descr="strippeddis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524000"/>
            <a:ext cx="533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70" name="Picture 80" descr="strippeddis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514600"/>
            <a:ext cx="533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71" name="Picture 81" descr="strippeddis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505200"/>
            <a:ext cx="533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72" name="Picture 82" descr="strippeddis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495800"/>
            <a:ext cx="533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73" name="Picture 83" descr="strippeddis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5486400"/>
            <a:ext cx="533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A39B2639-7B1E-441A-AFBE-EB55DC187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398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0.00509 L 0.26789 0.00509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385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-0.00047 L -0.2217 -0.00047 L -0.2217 -0.19491 L -0.4144 -0.19491 " pathEditMode="relative" rAng="0" ptsTypes="AAAA">
                                      <p:cBhvr>
                                        <p:cTn id="11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729" y="-9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0 L -0.22066 0 L -0.22066 0.25 L -0.41336 0.25 " pathEditMode="relative" rAng="0" ptsTypes="AAAA">
                                      <p:cBhvr>
                                        <p:cTn id="1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677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9 0.00023 L 0.19201 0.00023 L 0.19201 0.19467 L 0.41371 0.19467 " pathEditMode="relative" rAng="0" ptsTypes="AAAA">
                                      <p:cBhvr>
                                        <p:cTn id="4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712" y="9722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2.96296E-6 L 0.19305 2.96296E-6 L 0.19305 -0.31389 L 0.41389 -0.31389 " pathEditMode="relative" ptsTypes="AAAA">
                                      <p:cBhvr>
                                        <p:cTn id="4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0.00509 L 0.26875 0.00509 " pathEditMode="relative" rAng="0" ptsTypes="AA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3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86 -0.00047 L -0.2217 -0.00047 L -0.2217 -0.1088 L -0.4144 -0.1088 " pathEditMode="relative" ptsTypes="AAAA">
                                      <p:cBhvr>
                                        <p:cTn id="5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4 4.44444E-6 L -0.2198 4.44444E-6 L -0.2198 0.19583 L -0.4125 0.19583 " pathEditMode="relative" rAng="0" ptsTypes="AAAA">
                                      <p:cBhvr>
                                        <p:cTn id="5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677" y="97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2.59259E-6 L 0.1927 -2.59259E-6 L 0.1927 0.10833 L 0.41354 0.10833 " pathEditMode="relative" ptsTypes="AAAA">
                                      <p:cBhvr>
                                        <p:cTn id="85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" presetClass="exit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21 0.00139 L 0.19392 0.00139 L 0.19392 -0.25833 L 0.41476 -0.25833 " pathEditMode="relative" rAng="0" ptsTypes="AAAA">
                                      <p:cBhvr>
                                        <p:cTn id="9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677" y="-12986"/>
                                    </p:animMotion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MR_2008_ILT_Courseware Template">
  <a:themeElements>
    <a:clrScheme name="MR_2008_ILT_Courseware Template 14">
      <a:dk1>
        <a:srgbClr val="003580"/>
      </a:dk1>
      <a:lt1>
        <a:srgbClr val="FFFFFF"/>
      </a:lt1>
      <a:dk2>
        <a:srgbClr val="003580"/>
      </a:dk2>
      <a:lt2>
        <a:srgbClr val="C7BD8A"/>
      </a:lt2>
      <a:accent1>
        <a:srgbClr val="E0AD12"/>
      </a:accent1>
      <a:accent2>
        <a:srgbClr val="D97300"/>
      </a:accent2>
      <a:accent3>
        <a:srgbClr val="FFFFFF"/>
      </a:accent3>
      <a:accent4>
        <a:srgbClr val="002C6C"/>
      </a:accent4>
      <a:accent5>
        <a:srgbClr val="EDD3AA"/>
      </a:accent5>
      <a:accent6>
        <a:srgbClr val="C46800"/>
      </a:accent6>
      <a:hlink>
        <a:srgbClr val="5274A6"/>
      </a:hlink>
      <a:folHlink>
        <a:srgbClr val="A1A646"/>
      </a:folHlink>
    </a:clrScheme>
    <a:fontScheme name="MR_2008_ILT_Courseware Templa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FF0000"/>
          </a:solidFill>
          <a:prstDash val="solid"/>
          <a:round/>
          <a:headEnd type="none" w="med" len="med"/>
          <a:tailEnd type="triangle" w="lg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354013" marR="0" indent="-354013" algn="ctr" defTabSz="941388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003580"/>
          </a:buClr>
          <a:buSzTx/>
          <a:buFont typeface="Wingdings" pitchFamily="2" charset="2"/>
          <a:buNone/>
          <a:tabLst/>
          <a:defRPr kumimoji="0" lang="en-US" sz="2600" b="0" i="0" u="none" strike="noStrike" cap="none" normalizeH="0" baseline="0" smtClean="0">
            <a:ln>
              <a:noFill/>
            </a:ln>
            <a:solidFill>
              <a:srgbClr val="003580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FF0000"/>
          </a:solidFill>
          <a:prstDash val="solid"/>
          <a:round/>
          <a:headEnd type="none" w="med" len="med"/>
          <a:tailEnd type="triangle" w="lg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354013" marR="0" indent="-354013" algn="ctr" defTabSz="941388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003580"/>
          </a:buClr>
          <a:buSzTx/>
          <a:buFont typeface="Wingdings" pitchFamily="2" charset="2"/>
          <a:buNone/>
          <a:tabLst/>
          <a:defRPr kumimoji="0" lang="en-US" sz="2600" b="0" i="0" u="none" strike="noStrike" cap="none" normalizeH="0" baseline="0" smtClean="0">
            <a:ln>
              <a:noFill/>
            </a:ln>
            <a:solidFill>
              <a:srgbClr val="003580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MR_2008_ILT_Courseware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R_2008_ILT_Courseware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R_2008_ILT_Courseware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R_2008_ILT_Courseware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R_2008_ILT_Courseware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R_2008_ILT_Courseware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R_2008_ILT_Courseware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R_2008_ILT_Courseware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R_2008_ILT_Courseware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R_2008_ILT_Courseware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R_2008_ILT_Courseware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R_2008_ILT_Courseware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R_2008_ILT_Courseware Template 13">
        <a:dk1>
          <a:srgbClr val="000000"/>
        </a:dk1>
        <a:lt1>
          <a:srgbClr val="FFFFFF"/>
        </a:lt1>
        <a:dk2>
          <a:srgbClr val="003580"/>
        </a:dk2>
        <a:lt2>
          <a:srgbClr val="C7BD8A"/>
        </a:lt2>
        <a:accent1>
          <a:srgbClr val="E0AD12"/>
        </a:accent1>
        <a:accent2>
          <a:srgbClr val="D97300"/>
        </a:accent2>
        <a:accent3>
          <a:srgbClr val="FFFFFF"/>
        </a:accent3>
        <a:accent4>
          <a:srgbClr val="000000"/>
        </a:accent4>
        <a:accent5>
          <a:srgbClr val="EDD3AA"/>
        </a:accent5>
        <a:accent6>
          <a:srgbClr val="C46800"/>
        </a:accent6>
        <a:hlink>
          <a:srgbClr val="5274A6"/>
        </a:hlink>
        <a:folHlink>
          <a:srgbClr val="A1A64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R_2008_ILT_Courseware Template 14">
        <a:dk1>
          <a:srgbClr val="003580"/>
        </a:dk1>
        <a:lt1>
          <a:srgbClr val="FFFFFF"/>
        </a:lt1>
        <a:dk2>
          <a:srgbClr val="003580"/>
        </a:dk2>
        <a:lt2>
          <a:srgbClr val="C7BD8A"/>
        </a:lt2>
        <a:accent1>
          <a:srgbClr val="E0AD12"/>
        </a:accent1>
        <a:accent2>
          <a:srgbClr val="D97300"/>
        </a:accent2>
        <a:accent3>
          <a:srgbClr val="FFFFFF"/>
        </a:accent3>
        <a:accent4>
          <a:srgbClr val="002C6C"/>
        </a:accent4>
        <a:accent5>
          <a:srgbClr val="EDD3AA"/>
        </a:accent5>
        <a:accent6>
          <a:srgbClr val="C46800"/>
        </a:accent6>
        <a:hlink>
          <a:srgbClr val="5274A6"/>
        </a:hlink>
        <a:folHlink>
          <a:srgbClr val="A1A64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Office Theme">
  <a:themeElements>
    <a:clrScheme name="Custom 25">
      <a:dk1>
        <a:sysClr val="windowText" lastClr="000000"/>
      </a:dk1>
      <a:lt1>
        <a:sysClr val="window" lastClr="FFFFFF"/>
      </a:lt1>
      <a:dk2>
        <a:srgbClr val="FFCD00"/>
      </a:dk2>
      <a:lt2>
        <a:srgbClr val="00AEDE"/>
      </a:lt2>
      <a:accent1>
        <a:srgbClr val="002E62"/>
      </a:accent1>
      <a:accent2>
        <a:srgbClr val="004CB9"/>
      </a:accent2>
      <a:accent3>
        <a:srgbClr val="FF9D00"/>
      </a:accent3>
      <a:accent4>
        <a:srgbClr val="57A773"/>
      </a:accent4>
      <a:accent5>
        <a:srgbClr val="D11149"/>
      </a:accent5>
      <a:accent6>
        <a:srgbClr val="00111F"/>
      </a:accent6>
      <a:hlink>
        <a:srgbClr val="FFFFFF"/>
      </a:hlink>
      <a:folHlink>
        <a:srgbClr val="FFFFFF"/>
      </a:folHlink>
    </a:clrScheme>
    <a:fontScheme name="Custom 22">
      <a:majorFont>
        <a:latin typeface="Verdana"/>
        <a:ea typeface=""/>
        <a:cs typeface=""/>
      </a:majorFont>
      <a:minorFont>
        <a:latin typeface="Lucida Gran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NBPL_GeneralDesign02_MO - v4" id="{6FF23145-4007-4574-94C2-B80E45F46FD9}" vid="{0FB396FC-CF2E-452A-9B17-DA6C73B1359A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Settings\mt\Application Data\Microsoft\Templates\db-5-grey.pot</Template>
  <TotalTime>18662</TotalTime>
  <Words>1217</Words>
  <Application>Microsoft Office PowerPoint</Application>
  <PresentationFormat>On-screen Show (4:3)</PresentationFormat>
  <Paragraphs>173</Paragraphs>
  <Slides>17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33" baseType="lpstr">
      <vt:lpstr>Arial</vt:lpstr>
      <vt:lpstr>Helvetica</vt:lpstr>
      <vt:lpstr>Lucida Grande</vt:lpstr>
      <vt:lpstr>Lucida Sans Unicode</vt:lpstr>
      <vt:lpstr>Monotype Sorts</vt:lpstr>
      <vt:lpstr>Times New Roman</vt:lpstr>
      <vt:lpstr>Verdana</vt:lpstr>
      <vt:lpstr>Webdings</vt:lpstr>
      <vt:lpstr>Wingdings</vt:lpstr>
      <vt:lpstr>Wingdings 2</vt:lpstr>
      <vt:lpstr>Wingdings 3</vt:lpstr>
      <vt:lpstr>db-5-grey</vt:lpstr>
      <vt:lpstr>Concourse</vt:lpstr>
      <vt:lpstr>1_MR_2008_ILT_Courseware Template</vt:lpstr>
      <vt:lpstr>1_Office Theme</vt:lpstr>
      <vt:lpstr>Clip</vt:lpstr>
      <vt:lpstr>Database Management Systems</vt:lpstr>
      <vt:lpstr> RAID</vt:lpstr>
      <vt:lpstr>RAID</vt:lpstr>
      <vt:lpstr>Improvement of Reliability via Redundancy</vt:lpstr>
      <vt:lpstr>PowerPoint Presentation</vt:lpstr>
      <vt:lpstr>PowerPoint Presentation</vt:lpstr>
      <vt:lpstr>PowerPoint Presentation</vt:lpstr>
      <vt:lpstr>Improvement in Performance via Parallelism</vt:lpstr>
      <vt:lpstr>Improvement in Performance via Parallelism</vt:lpstr>
      <vt:lpstr>Improvement in Performance via Parallelism</vt:lpstr>
      <vt:lpstr>PowerPoint Presentation</vt:lpstr>
      <vt:lpstr>PowerPoint Presentation</vt:lpstr>
      <vt:lpstr>RAID Levels 2 and 3</vt:lpstr>
      <vt:lpstr>Choice of RAID Level</vt:lpstr>
      <vt:lpstr>RAID Implementations </vt:lpstr>
      <vt:lpstr>PowerPoint Presentation</vt:lpstr>
      <vt:lpstr>PowerPoint Presentation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11: Storage and File Structure</dc:title>
  <dc:creator>Jose Alferes</dc:creator>
  <cp:lastModifiedBy>CSE Head</cp:lastModifiedBy>
  <cp:revision>319</cp:revision>
  <cp:lastPrinted>1999-06-28T19:27:31Z</cp:lastPrinted>
  <dcterms:created xsi:type="dcterms:W3CDTF">2000-02-23T18:58:38Z</dcterms:created>
  <dcterms:modified xsi:type="dcterms:W3CDTF">2026-05-13T09:01:43Z</dcterms:modified>
</cp:coreProperties>
</file>