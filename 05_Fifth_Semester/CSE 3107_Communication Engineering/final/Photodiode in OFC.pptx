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E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960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6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Photodiode in Optical Fiber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C3B9D6-725B-463D-BE83-F443DF03179E}"/>
              </a:ext>
            </a:extLst>
          </p:cNvPr>
          <p:cNvSpPr/>
          <p:nvPr/>
        </p:nvSpPr>
        <p:spPr>
          <a:xfrm>
            <a:off x="457200" y="274638"/>
            <a:ext cx="8419514" cy="864351"/>
          </a:xfrm>
          <a:prstGeom prst="rect">
            <a:avLst/>
          </a:prstGeom>
          <a:solidFill>
            <a:srgbClr val="0A1E4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0564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photodiode is a semiconductor device that detects light and converts it into an electrical current.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optical fiber communication, it is used at the receiver end to detect light signals transmitted through the fiber.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Photodiodes are fast, sensitive, reliable, and essential for high-speed data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278" y="4532301"/>
            <a:ext cx="8399522" cy="1593862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InGaAs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photodiode in a TO-can package, commonly used in optical fiber communication receivers for converting incoming light signals into electrical currents with high sensitivity and fast response.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high responsivity in the 800–1700 nm wavelength range, which matches common fiber communication wavelengths (850 nm, 1310 nm, 1550 nm).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CB4ADD-B11E-48F1-B74D-3C6135CCE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484" y="467512"/>
            <a:ext cx="4372913" cy="34995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0C585F-30EB-4AEC-909F-C1759B34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93" y="110211"/>
            <a:ext cx="8294014" cy="663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21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1848AD-054A-4227-8382-E29392A4799A}"/>
              </a:ext>
            </a:extLst>
          </p:cNvPr>
          <p:cNvSpPr/>
          <p:nvPr/>
        </p:nvSpPr>
        <p:spPr>
          <a:xfrm>
            <a:off x="457200" y="274638"/>
            <a:ext cx="8419514" cy="864351"/>
          </a:xfrm>
          <a:prstGeom prst="rect">
            <a:avLst/>
          </a:prstGeom>
          <a:solidFill>
            <a:srgbClr val="0A1E4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4351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very fast light signals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Responsivity: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converts light into electrical current.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Noise: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signal-to-noise ratio.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Wavelength Range: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00–1700 nm range.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Size: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high-density systems.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Reliability: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stable operation.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F7148A360D4D49BA4CDA9B44E53046" ma:contentTypeVersion="3" ma:contentTypeDescription="Create a new document." ma:contentTypeScope="" ma:versionID="113e9818f1407ecc5970b896650caddb">
  <xsd:schema xmlns:xsd="http://www.w3.org/2001/XMLSchema" xmlns:xs="http://www.w3.org/2001/XMLSchema" xmlns:p="http://schemas.microsoft.com/office/2006/metadata/properties" xmlns:ns2="8cab9493-1fdb-4eec-bb33-a383cde1cb43" targetNamespace="http://schemas.microsoft.com/office/2006/metadata/properties" ma:root="true" ma:fieldsID="bed8d42ed907ae2bb039944923eedf67" ns2:_="">
    <xsd:import namespace="8cab9493-1fdb-4eec-bb33-a383cde1cb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b9493-1fdb-4eec-bb33-a383cde1cb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70DBE1-8AB8-478E-9E58-968776FE6273}"/>
</file>

<file path=customXml/itemProps2.xml><?xml version="1.0" encoding="utf-8"?>
<ds:datastoreItem xmlns:ds="http://schemas.openxmlformats.org/officeDocument/2006/customXml" ds:itemID="{35D6D943-2ACA-495F-B9EF-D4FAB5A7E982}"/>
</file>

<file path=customXml/itemProps3.xml><?xml version="1.0" encoding="utf-8"?>
<ds:datastoreItem xmlns:ds="http://schemas.openxmlformats.org/officeDocument/2006/customXml" ds:itemID="{DF4F907A-78BB-4F55-BA82-802C75C35C87}"/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170</Words>
  <Application>Microsoft Office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Photodiode in Optical Fiber Communication</vt:lpstr>
      <vt:lpstr>Introduction</vt:lpstr>
      <vt:lpstr>PowerPoint Presentation</vt:lpstr>
      <vt:lpstr>PowerPoint Presentation</vt:lpstr>
      <vt:lpstr>Key Features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Photodiode in Optical Fiber Communication</dc:title>
  <dc:subject/>
  <dc:creator/>
  <cp:keywords/>
  <dc:description>generated using python-pptx</dc:description>
  <cp:lastModifiedBy>zmifta25@outlook.com</cp:lastModifiedBy>
  <cp:revision>2</cp:revision>
  <dcterms:created xsi:type="dcterms:W3CDTF">2013-01-27T09:14:16Z</dcterms:created>
  <dcterms:modified xsi:type="dcterms:W3CDTF">2026-06-04T15:13:14Z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0x01010045F7148A360D4D49BA4CDA9B44E53046</vt:lpwstr>
  </property>
</Properties>
</file>