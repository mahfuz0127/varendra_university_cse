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24.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9" r:id="rId1"/>
    <p:sldMasterId id="2147483713" r:id="rId2"/>
  </p:sldMasterIdLst>
  <p:notesMasterIdLst>
    <p:notesMasterId r:id="rId42"/>
  </p:notesMasterIdLst>
  <p:handoutMasterIdLst>
    <p:handoutMasterId r:id="rId43"/>
  </p:handoutMasterIdLst>
  <p:sldIdLst>
    <p:sldId id="348" r:id="rId3"/>
    <p:sldId id="275" r:id="rId4"/>
    <p:sldId id="287" r:id="rId5"/>
    <p:sldId id="277" r:id="rId6"/>
    <p:sldId id="336" r:id="rId7"/>
    <p:sldId id="332" r:id="rId8"/>
    <p:sldId id="288" r:id="rId9"/>
    <p:sldId id="279" r:id="rId10"/>
    <p:sldId id="355" r:id="rId11"/>
    <p:sldId id="358" r:id="rId12"/>
    <p:sldId id="290" r:id="rId13"/>
    <p:sldId id="294" r:id="rId14"/>
    <p:sldId id="282" r:id="rId15"/>
    <p:sldId id="333" r:id="rId16"/>
    <p:sldId id="351" r:id="rId17"/>
    <p:sldId id="303" r:id="rId18"/>
    <p:sldId id="378" r:id="rId19"/>
    <p:sldId id="304" r:id="rId20"/>
    <p:sldId id="379" r:id="rId21"/>
    <p:sldId id="352" r:id="rId22"/>
    <p:sldId id="380" r:id="rId23"/>
    <p:sldId id="334" r:id="rId24"/>
    <p:sldId id="353" r:id="rId25"/>
    <p:sldId id="366" r:id="rId26"/>
    <p:sldId id="365" r:id="rId27"/>
    <p:sldId id="367" r:id="rId28"/>
    <p:sldId id="310" r:id="rId29"/>
    <p:sldId id="368" r:id="rId30"/>
    <p:sldId id="369" r:id="rId31"/>
    <p:sldId id="370" r:id="rId32"/>
    <p:sldId id="373" r:id="rId33"/>
    <p:sldId id="371" r:id="rId34"/>
    <p:sldId id="315" r:id="rId35"/>
    <p:sldId id="317" r:id="rId36"/>
    <p:sldId id="326" r:id="rId37"/>
    <p:sldId id="382" r:id="rId38"/>
    <p:sldId id="381" r:id="rId39"/>
    <p:sldId id="383" r:id="rId40"/>
    <p:sldId id="349" r:id="rId41"/>
  </p:sldIdLst>
  <p:sldSz cx="10972800" cy="6858000"/>
  <p:notesSz cx="6997700" cy="92837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guide id="3" pos="52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0000FF"/>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164" y="78"/>
      </p:cViewPr>
      <p:guideLst>
        <p:guide orient="horz" pos="816"/>
        <p:guide pos="440"/>
        <p:guide pos="5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customXml" Target="../customXml/item2.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customXml" Target="../customXml/item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670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pitchFamily="-112" charset="0"/>
                <a:ea typeface="ＭＳ Ｐゴシック" pitchFamily="-112" charset="-128"/>
                <a:cs typeface="ＭＳ Ｐゴシック" pitchFamily="-112" charset="-128"/>
              </a:defRPr>
            </a:lvl1pPr>
          </a:lstStyle>
          <a:p>
            <a:pPr>
              <a:defRPr/>
            </a:pPr>
            <a:endParaRPr lang="en-US"/>
          </a:p>
        </p:txBody>
      </p:sp>
      <p:sp>
        <p:nvSpPr>
          <p:cNvPr id="46083" name="Rectangle 3"/>
          <p:cNvSpPr>
            <a:spLocks noGrp="1" noChangeArrowheads="1"/>
          </p:cNvSpPr>
          <p:nvPr>
            <p:ph type="dt" sz="quarter" idx="1"/>
          </p:nvPr>
        </p:nvSpPr>
        <p:spPr bwMode="auto">
          <a:xfrm>
            <a:off x="3943350" y="0"/>
            <a:ext cx="30670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pitchFamily="-112" charset="0"/>
                <a:ea typeface="ＭＳ Ｐゴシック" pitchFamily="-112" charset="-128"/>
                <a:cs typeface="ＭＳ Ｐゴシック" pitchFamily="-112" charset="-128"/>
              </a:defRPr>
            </a:lvl1pPr>
          </a:lstStyle>
          <a:p>
            <a:pPr>
              <a:defRPr/>
            </a:pPr>
            <a:endParaRPr lang="en-US"/>
          </a:p>
        </p:txBody>
      </p:sp>
      <p:sp>
        <p:nvSpPr>
          <p:cNvPr id="46084" name="Rectangle 4"/>
          <p:cNvSpPr>
            <a:spLocks noGrp="1" noChangeArrowheads="1"/>
          </p:cNvSpPr>
          <p:nvPr>
            <p:ph type="ftr" sz="quarter" idx="2"/>
          </p:nvPr>
        </p:nvSpPr>
        <p:spPr bwMode="auto">
          <a:xfrm>
            <a:off x="0" y="8853488"/>
            <a:ext cx="30670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pitchFamily="-112" charset="0"/>
                <a:ea typeface="ＭＳ Ｐゴシック" pitchFamily="-112" charset="-128"/>
                <a:cs typeface="ＭＳ Ｐゴシック" pitchFamily="-112" charset="-128"/>
              </a:defRPr>
            </a:lvl1pPr>
          </a:lstStyle>
          <a:p>
            <a:pPr>
              <a:defRPr/>
            </a:pPr>
            <a:endParaRPr lang="en-US"/>
          </a:p>
        </p:txBody>
      </p:sp>
      <p:sp>
        <p:nvSpPr>
          <p:cNvPr id="46085" name="Rectangle 5"/>
          <p:cNvSpPr>
            <a:spLocks noGrp="1" noChangeArrowheads="1"/>
          </p:cNvSpPr>
          <p:nvPr>
            <p:ph type="sldNum" sz="quarter" idx="3"/>
          </p:nvPr>
        </p:nvSpPr>
        <p:spPr bwMode="auto">
          <a:xfrm>
            <a:off x="3943350" y="8853488"/>
            <a:ext cx="30670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anose="020B0604020202020204" pitchFamily="34" charset="0"/>
              </a:defRPr>
            </a:lvl1pPr>
          </a:lstStyle>
          <a:p>
            <a:pPr>
              <a:defRPr/>
            </a:pPr>
            <a:fld id="{ADD849C1-62B6-42CA-9BCE-2D4FE62A6F24}" type="slidenum">
              <a:rPr lang="en-US"/>
              <a:pPr>
                <a:defRPr/>
              </a:pPr>
              <a:t>‹#›</a:t>
            </a:fld>
            <a:endParaRPr lang="en-US"/>
          </a:p>
        </p:txBody>
      </p:sp>
    </p:spTree>
    <p:extLst>
      <p:ext uri="{BB962C8B-B14F-4D97-AF65-F5344CB8AC3E}">
        <p14:creationId xmlns:p14="http://schemas.microsoft.com/office/powerpoint/2010/main" val="5060980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21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pitchFamily="-112" charset="0"/>
                <a:ea typeface="ＭＳ Ｐゴシック" pitchFamily="-112" charset="-128"/>
                <a:cs typeface="ＭＳ Ｐゴシック" pitchFamily="-112" charset="-128"/>
              </a:defRPr>
            </a:lvl1pPr>
          </a:lstStyle>
          <a:p>
            <a:pPr>
              <a:defRPr/>
            </a:pPr>
            <a:endParaRPr lang="en-US"/>
          </a:p>
        </p:txBody>
      </p:sp>
      <p:sp>
        <p:nvSpPr>
          <p:cNvPr id="6147" name="Rectangle 3"/>
          <p:cNvSpPr>
            <a:spLocks noGrp="1" noChangeArrowheads="1"/>
          </p:cNvSpPr>
          <p:nvPr>
            <p:ph type="dt" idx="1"/>
          </p:nvPr>
        </p:nvSpPr>
        <p:spPr bwMode="auto">
          <a:xfrm>
            <a:off x="3965575" y="0"/>
            <a:ext cx="30321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pitchFamily="-112" charset="0"/>
                <a:ea typeface="ＭＳ Ｐゴシック" pitchFamily="-112" charset="-128"/>
                <a:cs typeface="ＭＳ Ｐゴシック" pitchFamily="-112" charset="-128"/>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714375" y="696913"/>
            <a:ext cx="55689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3450" y="4410075"/>
            <a:ext cx="5130800" cy="4176713"/>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pitchFamily="-112" charset="0"/>
                <a:ea typeface="ＭＳ Ｐゴシック" pitchFamily="-112" charset="-128"/>
                <a:cs typeface="ＭＳ Ｐゴシック" pitchFamily="-112" charset="-128"/>
              </a:defRPr>
            </a:lvl1pPr>
          </a:lstStyle>
          <a:p>
            <a:pPr>
              <a:defRPr/>
            </a:pPr>
            <a:endParaRPr lang="en-US"/>
          </a:p>
        </p:txBody>
      </p:sp>
      <p:sp>
        <p:nvSpPr>
          <p:cNvPr id="6151"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EA8AB701-B6B5-4E7D-AE27-F62893BB41F7}" type="slidenum">
              <a:rPr lang="en-US"/>
              <a:pPr>
                <a:defRPr/>
              </a:pPr>
              <a:t>‹#›</a:t>
            </a:fld>
            <a:endParaRPr lang="en-US"/>
          </a:p>
        </p:txBody>
      </p:sp>
    </p:spTree>
    <p:extLst>
      <p:ext uri="{BB962C8B-B14F-4D97-AF65-F5344CB8AC3E}">
        <p14:creationId xmlns:p14="http://schemas.microsoft.com/office/powerpoint/2010/main" val="14934444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715963" y="696913"/>
            <a:ext cx="5568950" cy="3481387"/>
          </a:xfrm>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144690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B59059-0680-48AC-AA8E-1B46FF3276A3}" type="slidenum">
              <a:rPr lang="en-US" smtClean="0">
                <a:latin typeface="Times New Roman" panose="02020603050405020304" pitchFamily="18" charset="0"/>
              </a:rPr>
              <a:pPr/>
              <a:t>2</a:t>
            </a:fld>
            <a:endParaRPr lang="en-US">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xfrm>
            <a:off x="714375" y="696913"/>
            <a:ext cx="5568950" cy="3481387"/>
          </a:xfrm>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1585479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875107-694D-4D4C-9A8F-38CAE26AC43F}" type="slidenum">
              <a:rPr lang="en-US" smtClean="0">
                <a:latin typeface="Times New Roman" panose="02020603050405020304" pitchFamily="18" charset="0"/>
              </a:rPr>
              <a:pPr/>
              <a:t>3</a:t>
            </a:fld>
            <a:endParaRPr lang="en-US">
              <a:latin typeface="Times New Roman" panose="02020603050405020304" pitchFamily="18" charset="0"/>
            </a:endParaRPr>
          </a:p>
        </p:txBody>
      </p:sp>
      <p:sp>
        <p:nvSpPr>
          <p:cNvPr id="22531" name="Rectangle 2"/>
          <p:cNvSpPr>
            <a:spLocks noGrp="1" noRot="1" noChangeAspect="1" noChangeArrowheads="1" noTextEdit="1"/>
          </p:cNvSpPr>
          <p:nvPr>
            <p:ph type="sldImg"/>
          </p:nvPr>
        </p:nvSpPr>
        <p:spPr>
          <a:xfrm>
            <a:off x="714375" y="696913"/>
            <a:ext cx="5568950" cy="3481387"/>
          </a:xfrm>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81081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011B80-39FB-4392-8028-B38560EE6196}" type="slidenum">
              <a:rPr lang="en-US" smtClean="0">
                <a:latin typeface="Times New Roman" panose="02020603050405020304" pitchFamily="18" charset="0"/>
              </a:rPr>
              <a:pPr/>
              <a:t>4</a:t>
            </a:fld>
            <a:endParaRPr lang="en-US">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xfrm>
            <a:off x="714375" y="696913"/>
            <a:ext cx="5568950" cy="3481387"/>
          </a:xfrm>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929042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714375" y="696913"/>
            <a:ext cx="5568950" cy="3481387"/>
          </a:xfrm>
          <a:ln/>
        </p:spPr>
      </p:sp>
      <p:sp>
        <p:nvSpPr>
          <p:cNvPr id="266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905174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A20354-2693-4ACF-8053-B9093EDC3D65}" type="slidenum">
              <a:rPr lang="en-US" smtClean="0">
                <a:latin typeface="Times New Roman" panose="02020603050405020304" pitchFamily="18" charset="0"/>
              </a:rPr>
              <a:pPr/>
              <a:t>6</a:t>
            </a:fld>
            <a:endParaRPr lang="en-US">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xfrm>
            <a:off x="714375" y="696913"/>
            <a:ext cx="5568950" cy="3481387"/>
          </a:xfrm>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01479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866BAB-8C7A-423B-ACA2-B09515DA8505}" type="slidenum">
              <a:rPr lang="en-US" smtClean="0">
                <a:latin typeface="Times New Roman" panose="02020603050405020304" pitchFamily="18" charset="0"/>
              </a:rPr>
              <a:pPr/>
              <a:t>7</a:t>
            </a:fld>
            <a:endParaRPr lang="en-US">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xfrm>
            <a:off x="714375" y="696913"/>
            <a:ext cx="5568950" cy="3481387"/>
          </a:xfrm>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003990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FCC5215-5B7F-4413-957D-765C4B9DDED6}" type="slidenum">
              <a:rPr lang="en-US" smtClean="0">
                <a:latin typeface="Times New Roman" panose="02020603050405020304" pitchFamily="18" charset="0"/>
              </a:rPr>
              <a:pPr/>
              <a:t>8</a:t>
            </a:fld>
            <a:endParaRPr lang="en-US">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xfrm>
            <a:off x="714375" y="696913"/>
            <a:ext cx="5568950" cy="3481387"/>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128720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1263A63-EE3D-45C1-923A-A4CFEBC9B2F2}" type="slidenum">
              <a:rPr lang="en-US" smtClean="0">
                <a:latin typeface="Times New Roman" panose="02020603050405020304" pitchFamily="18" charset="0"/>
              </a:rPr>
              <a:pPr/>
              <a:t>11</a:t>
            </a:fld>
            <a:endParaRPr 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xfrm>
            <a:off x="714375" y="696913"/>
            <a:ext cx="5568950" cy="3481387"/>
          </a:xfrm>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347730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94E3F07-7FFB-4952-9ADF-0A36057565C5}" type="slidenum">
              <a:rPr lang="en-US" smtClean="0">
                <a:latin typeface="Times New Roman" panose="02020603050405020304" pitchFamily="18" charset="0"/>
              </a:rPr>
              <a:pPr/>
              <a:t>12</a:t>
            </a:fld>
            <a:endParaRPr lang="en-US">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xfrm>
            <a:off x="714375" y="696913"/>
            <a:ext cx="5568950" cy="3481387"/>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888941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A5E97E6-AB24-428D-8ADD-59AD20B7439F}" type="slidenum">
              <a:rPr lang="en-US" smtClean="0">
                <a:latin typeface="Times New Roman" panose="02020603050405020304" pitchFamily="18" charset="0"/>
              </a:rPr>
              <a:pPr/>
              <a:t>13</a:t>
            </a:fld>
            <a:endParaRPr lang="en-US">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xfrm>
            <a:off x="714375" y="696913"/>
            <a:ext cx="5568950" cy="3481387"/>
          </a:xfrm>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130299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357FCC3-5B1D-4966-BFE7-5C5413A69994}" type="slidenum">
              <a:rPr lang="en-US" smtClean="0">
                <a:latin typeface="Times New Roman" panose="02020603050405020304" pitchFamily="18" charset="0"/>
              </a:rPr>
              <a:pPr/>
              <a:t>14</a:t>
            </a:fld>
            <a:endParaRPr lang="en-US">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xfrm>
            <a:off x="714375" y="696913"/>
            <a:ext cx="5568950" cy="3481387"/>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62663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9ABBD72-8E66-455E-B458-FC13B0A107A3}" type="slidenum">
              <a:rPr lang="en-US" smtClean="0">
                <a:latin typeface="Times New Roman" panose="02020603050405020304" pitchFamily="18" charset="0"/>
              </a:rPr>
              <a:pPr/>
              <a:t>15</a:t>
            </a:fld>
            <a:endParaRPr lang="en-US">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xfrm>
            <a:off x="714375" y="696913"/>
            <a:ext cx="5568950" cy="3481387"/>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4145607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8CD4E1D-33B6-4A09-BD9D-0D1D4B1C6654}" type="slidenum">
              <a:rPr lang="en-US" smtClean="0">
                <a:latin typeface="Times New Roman" panose="02020603050405020304" pitchFamily="18" charset="0"/>
              </a:rPr>
              <a:pPr/>
              <a:t>16</a:t>
            </a:fld>
            <a:endParaRPr lang="en-US">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xfrm>
            <a:off x="714375" y="696913"/>
            <a:ext cx="5568950" cy="3481387"/>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485563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6E4BD-7DC2-5386-214A-652687B873B5}"/>
            </a:ext>
          </a:extLst>
        </p:cNvPr>
        <p:cNvGrpSpPr/>
        <p:nvPr/>
      </p:nvGrpSpPr>
      <p:grpSpPr>
        <a:xfrm>
          <a:off x="0" y="0"/>
          <a:ext cx="0" cy="0"/>
          <a:chOff x="0" y="0"/>
          <a:chExt cx="0" cy="0"/>
        </a:xfrm>
      </p:grpSpPr>
      <p:sp>
        <p:nvSpPr>
          <p:cNvPr id="77826" name="Rectangle 7">
            <a:extLst>
              <a:ext uri="{FF2B5EF4-FFF2-40B4-BE49-F238E27FC236}">
                <a16:creationId xmlns:a16="http://schemas.microsoft.com/office/drawing/2014/main" id="{6461A814-D197-001C-1474-1AA9A7FEA3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8CD4E1D-33B6-4A09-BD9D-0D1D4B1C6654}" type="slidenum">
              <a:rPr lang="en-US" smtClean="0">
                <a:latin typeface="Times New Roman" panose="02020603050405020304" pitchFamily="18" charset="0"/>
              </a:rPr>
              <a:pPr/>
              <a:t>17</a:t>
            </a:fld>
            <a:endParaRPr lang="en-US">
              <a:latin typeface="Times New Roman" panose="02020603050405020304" pitchFamily="18" charset="0"/>
            </a:endParaRPr>
          </a:p>
        </p:txBody>
      </p:sp>
      <p:sp>
        <p:nvSpPr>
          <p:cNvPr id="77827" name="Rectangle 2">
            <a:extLst>
              <a:ext uri="{FF2B5EF4-FFF2-40B4-BE49-F238E27FC236}">
                <a16:creationId xmlns:a16="http://schemas.microsoft.com/office/drawing/2014/main" id="{503434F8-5C31-3516-0DCD-9480D6D3E8C3}"/>
              </a:ext>
            </a:extLst>
          </p:cNvPr>
          <p:cNvSpPr>
            <a:spLocks noGrp="1" noRot="1" noChangeAspect="1" noChangeArrowheads="1" noTextEdit="1"/>
          </p:cNvSpPr>
          <p:nvPr>
            <p:ph type="sldImg"/>
          </p:nvPr>
        </p:nvSpPr>
        <p:spPr>
          <a:xfrm>
            <a:off x="714375" y="696913"/>
            <a:ext cx="5568950" cy="3481387"/>
          </a:xfrm>
          <a:ln/>
        </p:spPr>
      </p:sp>
      <p:sp>
        <p:nvSpPr>
          <p:cNvPr id="77828" name="Rectangle 3">
            <a:extLst>
              <a:ext uri="{FF2B5EF4-FFF2-40B4-BE49-F238E27FC236}">
                <a16:creationId xmlns:a16="http://schemas.microsoft.com/office/drawing/2014/main" id="{3A7F7DE6-D60C-84CD-9ABD-B0D59E0DD3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096239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9B32B6-6280-48DB-AAD2-9E99C5DE730F}" type="slidenum">
              <a:rPr lang="en-US" smtClean="0">
                <a:latin typeface="Times New Roman" panose="02020603050405020304" pitchFamily="18" charset="0"/>
              </a:rPr>
              <a:pPr/>
              <a:t>18</a:t>
            </a:fld>
            <a:endParaRPr lang="en-US">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xfrm>
            <a:off x="714375" y="696913"/>
            <a:ext cx="5568950" cy="3481387"/>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5554943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591DA-382E-FB21-9171-F7043A76472F}"/>
            </a:ext>
          </a:extLst>
        </p:cNvPr>
        <p:cNvGrpSpPr/>
        <p:nvPr/>
      </p:nvGrpSpPr>
      <p:grpSpPr>
        <a:xfrm>
          <a:off x="0" y="0"/>
          <a:ext cx="0" cy="0"/>
          <a:chOff x="0" y="0"/>
          <a:chExt cx="0" cy="0"/>
        </a:xfrm>
      </p:grpSpPr>
      <p:sp>
        <p:nvSpPr>
          <p:cNvPr id="79874" name="Rectangle 7">
            <a:extLst>
              <a:ext uri="{FF2B5EF4-FFF2-40B4-BE49-F238E27FC236}">
                <a16:creationId xmlns:a16="http://schemas.microsoft.com/office/drawing/2014/main" id="{0132B91A-8B5A-7B40-CDA7-DCCDB1D8E1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9B32B6-6280-48DB-AAD2-9E99C5DE730F}" type="slidenum">
              <a:rPr lang="en-US" smtClean="0">
                <a:latin typeface="Times New Roman" panose="02020603050405020304" pitchFamily="18" charset="0"/>
              </a:rPr>
              <a:pPr/>
              <a:t>19</a:t>
            </a:fld>
            <a:endParaRPr lang="en-US">
              <a:latin typeface="Times New Roman" panose="02020603050405020304" pitchFamily="18" charset="0"/>
            </a:endParaRPr>
          </a:p>
        </p:txBody>
      </p:sp>
      <p:sp>
        <p:nvSpPr>
          <p:cNvPr id="79875" name="Rectangle 2">
            <a:extLst>
              <a:ext uri="{FF2B5EF4-FFF2-40B4-BE49-F238E27FC236}">
                <a16:creationId xmlns:a16="http://schemas.microsoft.com/office/drawing/2014/main" id="{E29EE7CE-C6A3-BC5E-C773-A9DC4C1EC789}"/>
              </a:ext>
            </a:extLst>
          </p:cNvPr>
          <p:cNvSpPr>
            <a:spLocks noGrp="1" noRot="1" noChangeAspect="1" noChangeArrowheads="1" noTextEdit="1"/>
          </p:cNvSpPr>
          <p:nvPr>
            <p:ph type="sldImg"/>
          </p:nvPr>
        </p:nvSpPr>
        <p:spPr>
          <a:xfrm>
            <a:off x="714375" y="696913"/>
            <a:ext cx="5568950" cy="3481387"/>
          </a:xfrm>
          <a:ln/>
        </p:spPr>
      </p:sp>
      <p:sp>
        <p:nvSpPr>
          <p:cNvPr id="79876" name="Rectangle 3">
            <a:extLst>
              <a:ext uri="{FF2B5EF4-FFF2-40B4-BE49-F238E27FC236}">
                <a16:creationId xmlns:a16="http://schemas.microsoft.com/office/drawing/2014/main" id="{3C58AC98-773C-FEC8-E702-95F56CA350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737660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A39AE6-B41E-464A-891B-AF98E5D6F053}" type="slidenum">
              <a:rPr lang="en-US" smtClean="0">
                <a:latin typeface="Times New Roman" panose="02020603050405020304" pitchFamily="18" charset="0"/>
              </a:rPr>
              <a:pPr/>
              <a:t>20</a:t>
            </a:fld>
            <a:endParaRPr lang="en-US">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xfrm>
            <a:off x="714375" y="696913"/>
            <a:ext cx="5568950" cy="3481387"/>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1444088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A559B-37AD-058C-CC3B-62FA424C61E7}"/>
            </a:ext>
          </a:extLst>
        </p:cNvPr>
        <p:cNvGrpSpPr/>
        <p:nvPr/>
      </p:nvGrpSpPr>
      <p:grpSpPr>
        <a:xfrm>
          <a:off x="0" y="0"/>
          <a:ext cx="0" cy="0"/>
          <a:chOff x="0" y="0"/>
          <a:chExt cx="0" cy="0"/>
        </a:xfrm>
      </p:grpSpPr>
      <p:sp>
        <p:nvSpPr>
          <p:cNvPr id="81922" name="Rectangle 7">
            <a:extLst>
              <a:ext uri="{FF2B5EF4-FFF2-40B4-BE49-F238E27FC236}">
                <a16:creationId xmlns:a16="http://schemas.microsoft.com/office/drawing/2014/main" id="{3C8F1C90-7FE4-174E-735B-F226FF33A7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A39AE6-B41E-464A-891B-AF98E5D6F053}" type="slidenum">
              <a:rPr lang="en-US" smtClean="0">
                <a:latin typeface="Times New Roman" panose="02020603050405020304" pitchFamily="18" charset="0"/>
              </a:rPr>
              <a:pPr/>
              <a:t>21</a:t>
            </a:fld>
            <a:endParaRPr lang="en-US">
              <a:latin typeface="Times New Roman" panose="02020603050405020304" pitchFamily="18" charset="0"/>
            </a:endParaRPr>
          </a:p>
        </p:txBody>
      </p:sp>
      <p:sp>
        <p:nvSpPr>
          <p:cNvPr id="81923" name="Rectangle 2">
            <a:extLst>
              <a:ext uri="{FF2B5EF4-FFF2-40B4-BE49-F238E27FC236}">
                <a16:creationId xmlns:a16="http://schemas.microsoft.com/office/drawing/2014/main" id="{6199DA2E-3752-08EC-AB78-41CEE686E08E}"/>
              </a:ext>
            </a:extLst>
          </p:cNvPr>
          <p:cNvSpPr>
            <a:spLocks noGrp="1" noRot="1" noChangeAspect="1" noChangeArrowheads="1" noTextEdit="1"/>
          </p:cNvSpPr>
          <p:nvPr>
            <p:ph type="sldImg"/>
          </p:nvPr>
        </p:nvSpPr>
        <p:spPr>
          <a:xfrm>
            <a:off x="714375" y="696913"/>
            <a:ext cx="5568950" cy="3481387"/>
          </a:xfrm>
          <a:ln/>
        </p:spPr>
      </p:sp>
      <p:sp>
        <p:nvSpPr>
          <p:cNvPr id="81924" name="Rectangle 3">
            <a:extLst>
              <a:ext uri="{FF2B5EF4-FFF2-40B4-BE49-F238E27FC236}">
                <a16:creationId xmlns:a16="http://schemas.microsoft.com/office/drawing/2014/main" id="{033CD197-F282-6EBC-9F85-404E55AEB2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882033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F43B0D-00DF-46CE-B98D-410E665D0B66}" type="slidenum">
              <a:rPr lang="en-US" smtClean="0">
                <a:latin typeface="Times New Roman" panose="02020603050405020304" pitchFamily="18" charset="0"/>
              </a:rPr>
              <a:pPr/>
              <a:t>22</a:t>
            </a:fld>
            <a:endParaRPr lang="en-US">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714375" y="696913"/>
            <a:ext cx="5568950" cy="3481387"/>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1256981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3524B5-92B7-4A90-9ABE-03176767E205}" type="slidenum">
              <a:rPr lang="en-US" smtClean="0">
                <a:latin typeface="Times New Roman" panose="02020603050405020304" pitchFamily="18" charset="0"/>
              </a:rPr>
              <a:pPr/>
              <a:t>23</a:t>
            </a:fld>
            <a:endParaRPr lang="en-US">
              <a:latin typeface="Times New Roman" panose="02020603050405020304" pitchFamily="18" charset="0"/>
            </a:endParaRPr>
          </a:p>
        </p:txBody>
      </p:sp>
      <p:sp>
        <p:nvSpPr>
          <p:cNvPr id="88067" name="Rectangle 2"/>
          <p:cNvSpPr>
            <a:spLocks noGrp="1" noRot="1" noChangeAspect="1" noChangeArrowheads="1" noTextEdit="1"/>
          </p:cNvSpPr>
          <p:nvPr>
            <p:ph type="sldImg"/>
          </p:nvPr>
        </p:nvSpPr>
        <p:spPr>
          <a:xfrm>
            <a:off x="714375" y="696913"/>
            <a:ext cx="5568950" cy="3481387"/>
          </a:xfrm>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567863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4425FD-0DC0-483C-9F53-1BAB610C9AD5}" type="slidenum">
              <a:rPr lang="en-US" smtClean="0">
                <a:latin typeface="Times New Roman" panose="02020603050405020304" pitchFamily="18" charset="0"/>
              </a:rPr>
              <a:pPr/>
              <a:t>27</a:t>
            </a:fld>
            <a:endParaRPr lang="en-US">
              <a:latin typeface="Times New Roman" panose="02020603050405020304" pitchFamily="18" charset="0"/>
            </a:endParaRPr>
          </a:p>
        </p:txBody>
      </p:sp>
      <p:sp>
        <p:nvSpPr>
          <p:cNvPr id="90115" name="Rectangle 2"/>
          <p:cNvSpPr>
            <a:spLocks noGrp="1" noRot="1" noChangeAspect="1" noChangeArrowheads="1" noTextEdit="1"/>
          </p:cNvSpPr>
          <p:nvPr>
            <p:ph type="sldImg"/>
          </p:nvPr>
        </p:nvSpPr>
        <p:spPr>
          <a:xfrm>
            <a:off x="714375" y="696913"/>
            <a:ext cx="5568950" cy="3481387"/>
          </a:xfrm>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1795455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5AB4C7-9BC4-43B1-8F8D-F8CD36FB8302}" type="slidenum">
              <a:rPr lang="en-US" smtClean="0">
                <a:latin typeface="Times New Roman" panose="02020603050405020304" pitchFamily="18" charset="0"/>
              </a:rPr>
              <a:pPr/>
              <a:t>33</a:t>
            </a:fld>
            <a:endParaRPr lang="en-US">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xfrm>
            <a:off x="714375" y="696913"/>
            <a:ext cx="5568950" cy="3481387"/>
          </a:xfrm>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1863837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755D1E-5212-4803-B7A7-C79A47D03110}" type="slidenum">
              <a:rPr lang="en-US" smtClean="0">
                <a:latin typeface="Times New Roman" panose="02020603050405020304" pitchFamily="18" charset="0"/>
              </a:rPr>
              <a:pPr/>
              <a:t>34</a:t>
            </a:fld>
            <a:endParaRPr lang="en-US">
              <a:latin typeface="Times New Roman" panose="02020603050405020304" pitchFamily="18" charset="0"/>
            </a:endParaRPr>
          </a:p>
        </p:txBody>
      </p:sp>
      <p:sp>
        <p:nvSpPr>
          <p:cNvPr id="94211" name="Rectangle 2"/>
          <p:cNvSpPr>
            <a:spLocks noGrp="1" noRot="1" noChangeAspect="1" noChangeArrowheads="1" noTextEdit="1"/>
          </p:cNvSpPr>
          <p:nvPr>
            <p:ph type="sldImg"/>
          </p:nvPr>
        </p:nvSpPr>
        <p:spPr>
          <a:xfrm>
            <a:off x="714375" y="696913"/>
            <a:ext cx="5568950" cy="3481387"/>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50882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F38264-0857-49E1-923B-CEDB3D941D8E}" type="slidenum">
              <a:rPr lang="en-US" smtClean="0">
                <a:latin typeface="Times New Roman" panose="02020603050405020304" pitchFamily="18" charset="0"/>
              </a:rPr>
              <a:pPr/>
              <a:t>35</a:t>
            </a:fld>
            <a:endParaRPr lang="en-US">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xfrm>
            <a:off x="714375" y="696913"/>
            <a:ext cx="5568950" cy="3481387"/>
          </a:xfrm>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1644023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64108-1728-6DA7-C17C-C40CCB36D6FD}"/>
            </a:ext>
          </a:extLst>
        </p:cNvPr>
        <p:cNvGrpSpPr/>
        <p:nvPr/>
      </p:nvGrpSpPr>
      <p:grpSpPr>
        <a:xfrm>
          <a:off x="0" y="0"/>
          <a:ext cx="0" cy="0"/>
          <a:chOff x="0" y="0"/>
          <a:chExt cx="0" cy="0"/>
        </a:xfrm>
      </p:grpSpPr>
      <p:sp>
        <p:nvSpPr>
          <p:cNvPr id="96258" name="Rectangle 7">
            <a:extLst>
              <a:ext uri="{FF2B5EF4-FFF2-40B4-BE49-F238E27FC236}">
                <a16:creationId xmlns:a16="http://schemas.microsoft.com/office/drawing/2014/main" id="{0FAFC156-20FD-B07A-7795-87A0CFCB3E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F38264-0857-49E1-923B-CEDB3D941D8E}" type="slidenum">
              <a:rPr lang="en-US" smtClean="0">
                <a:latin typeface="Times New Roman" panose="02020603050405020304" pitchFamily="18" charset="0"/>
              </a:rPr>
              <a:pPr/>
              <a:t>36</a:t>
            </a:fld>
            <a:endParaRPr lang="en-US">
              <a:latin typeface="Times New Roman" panose="02020603050405020304" pitchFamily="18" charset="0"/>
            </a:endParaRPr>
          </a:p>
        </p:txBody>
      </p:sp>
      <p:sp>
        <p:nvSpPr>
          <p:cNvPr id="96259" name="Rectangle 2">
            <a:extLst>
              <a:ext uri="{FF2B5EF4-FFF2-40B4-BE49-F238E27FC236}">
                <a16:creationId xmlns:a16="http://schemas.microsoft.com/office/drawing/2014/main" id="{449E8C30-1A7D-0269-0D41-F5149E270125}"/>
              </a:ext>
            </a:extLst>
          </p:cNvPr>
          <p:cNvSpPr>
            <a:spLocks noGrp="1" noRot="1" noChangeAspect="1" noChangeArrowheads="1" noTextEdit="1"/>
          </p:cNvSpPr>
          <p:nvPr>
            <p:ph type="sldImg"/>
          </p:nvPr>
        </p:nvSpPr>
        <p:spPr>
          <a:xfrm>
            <a:off x="714375" y="696913"/>
            <a:ext cx="5568950" cy="3481387"/>
          </a:xfrm>
          <a:ln/>
        </p:spPr>
      </p:sp>
      <p:sp>
        <p:nvSpPr>
          <p:cNvPr id="96260" name="Rectangle 3">
            <a:extLst>
              <a:ext uri="{FF2B5EF4-FFF2-40B4-BE49-F238E27FC236}">
                <a16:creationId xmlns:a16="http://schemas.microsoft.com/office/drawing/2014/main" id="{70C03192-32A9-0004-C462-60500E4F53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6129619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6839-2DFE-9D90-8E8B-207BCC83D586}"/>
            </a:ext>
          </a:extLst>
        </p:cNvPr>
        <p:cNvGrpSpPr/>
        <p:nvPr/>
      </p:nvGrpSpPr>
      <p:grpSpPr>
        <a:xfrm>
          <a:off x="0" y="0"/>
          <a:ext cx="0" cy="0"/>
          <a:chOff x="0" y="0"/>
          <a:chExt cx="0" cy="0"/>
        </a:xfrm>
      </p:grpSpPr>
      <p:sp>
        <p:nvSpPr>
          <p:cNvPr id="96258" name="Rectangle 7">
            <a:extLst>
              <a:ext uri="{FF2B5EF4-FFF2-40B4-BE49-F238E27FC236}">
                <a16:creationId xmlns:a16="http://schemas.microsoft.com/office/drawing/2014/main" id="{C9675A3C-1753-E617-FF0F-59E8BA5075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F38264-0857-49E1-923B-CEDB3D941D8E}" type="slidenum">
              <a:rPr lang="en-US" smtClean="0">
                <a:latin typeface="Times New Roman" panose="02020603050405020304" pitchFamily="18" charset="0"/>
              </a:rPr>
              <a:pPr/>
              <a:t>37</a:t>
            </a:fld>
            <a:endParaRPr lang="en-US">
              <a:latin typeface="Times New Roman" panose="02020603050405020304" pitchFamily="18" charset="0"/>
            </a:endParaRPr>
          </a:p>
        </p:txBody>
      </p:sp>
      <p:sp>
        <p:nvSpPr>
          <p:cNvPr id="96259" name="Rectangle 2">
            <a:extLst>
              <a:ext uri="{FF2B5EF4-FFF2-40B4-BE49-F238E27FC236}">
                <a16:creationId xmlns:a16="http://schemas.microsoft.com/office/drawing/2014/main" id="{6FD33E9B-8B5A-4612-49B0-BB3D72D45DE8}"/>
              </a:ext>
            </a:extLst>
          </p:cNvPr>
          <p:cNvSpPr>
            <a:spLocks noGrp="1" noRot="1" noChangeAspect="1" noChangeArrowheads="1" noTextEdit="1"/>
          </p:cNvSpPr>
          <p:nvPr>
            <p:ph type="sldImg"/>
          </p:nvPr>
        </p:nvSpPr>
        <p:spPr>
          <a:xfrm>
            <a:off x="714375" y="696913"/>
            <a:ext cx="5568950" cy="3481387"/>
          </a:xfrm>
          <a:ln/>
        </p:spPr>
      </p:sp>
      <p:sp>
        <p:nvSpPr>
          <p:cNvPr id="96260" name="Rectangle 3">
            <a:extLst>
              <a:ext uri="{FF2B5EF4-FFF2-40B4-BE49-F238E27FC236}">
                <a16:creationId xmlns:a16="http://schemas.microsoft.com/office/drawing/2014/main" id="{BE665296-F553-A2AA-41BF-64B201231B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213008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169AB-17FD-3BD4-0E06-7EDB60AD2941}"/>
            </a:ext>
          </a:extLst>
        </p:cNvPr>
        <p:cNvGrpSpPr/>
        <p:nvPr/>
      </p:nvGrpSpPr>
      <p:grpSpPr>
        <a:xfrm>
          <a:off x="0" y="0"/>
          <a:ext cx="0" cy="0"/>
          <a:chOff x="0" y="0"/>
          <a:chExt cx="0" cy="0"/>
        </a:xfrm>
      </p:grpSpPr>
      <p:sp>
        <p:nvSpPr>
          <p:cNvPr id="96258" name="Rectangle 7">
            <a:extLst>
              <a:ext uri="{FF2B5EF4-FFF2-40B4-BE49-F238E27FC236}">
                <a16:creationId xmlns:a16="http://schemas.microsoft.com/office/drawing/2014/main" id="{93E12180-179A-A8CE-F7D8-32CBDBC7BF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F38264-0857-49E1-923B-CEDB3D941D8E}" type="slidenum">
              <a:rPr lang="en-US" smtClean="0">
                <a:latin typeface="Times New Roman" panose="02020603050405020304" pitchFamily="18" charset="0"/>
              </a:rPr>
              <a:pPr/>
              <a:t>38</a:t>
            </a:fld>
            <a:endParaRPr lang="en-US">
              <a:latin typeface="Times New Roman" panose="02020603050405020304" pitchFamily="18" charset="0"/>
            </a:endParaRPr>
          </a:p>
        </p:txBody>
      </p:sp>
      <p:sp>
        <p:nvSpPr>
          <p:cNvPr id="96259" name="Rectangle 2">
            <a:extLst>
              <a:ext uri="{FF2B5EF4-FFF2-40B4-BE49-F238E27FC236}">
                <a16:creationId xmlns:a16="http://schemas.microsoft.com/office/drawing/2014/main" id="{E01D8F64-FB45-622A-F252-82715BA03F8C}"/>
              </a:ext>
            </a:extLst>
          </p:cNvPr>
          <p:cNvSpPr>
            <a:spLocks noGrp="1" noRot="1" noChangeAspect="1" noChangeArrowheads="1" noTextEdit="1"/>
          </p:cNvSpPr>
          <p:nvPr>
            <p:ph type="sldImg"/>
          </p:nvPr>
        </p:nvSpPr>
        <p:spPr>
          <a:xfrm>
            <a:off x="714375" y="696913"/>
            <a:ext cx="5568950" cy="3481387"/>
          </a:xfrm>
          <a:ln/>
        </p:spPr>
      </p:sp>
      <p:sp>
        <p:nvSpPr>
          <p:cNvPr id="96260" name="Rectangle 3">
            <a:extLst>
              <a:ext uri="{FF2B5EF4-FFF2-40B4-BE49-F238E27FC236}">
                <a16:creationId xmlns:a16="http://schemas.microsoft.com/office/drawing/2014/main" id="{C6C0D382-8FD8-73C2-53A9-3B4BB1A9FB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667088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715963" y="696913"/>
            <a:ext cx="5568950" cy="3481387"/>
          </a:xfrm>
          <a:ln/>
        </p:spPr>
      </p:sp>
      <p:sp>
        <p:nvSpPr>
          <p:cNvPr id="1146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anose="02020603050405020304" pitchFamily="18" charset="0"/>
            </a:endParaRPr>
          </a:p>
        </p:txBody>
      </p:sp>
    </p:spTree>
    <p:extLst>
      <p:ext uri="{BB962C8B-B14F-4D97-AF65-F5344CB8AC3E}">
        <p14:creationId xmlns:p14="http://schemas.microsoft.com/office/powerpoint/2010/main" val="37916586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9"/>
          <p:cNvSpPr txBox="1">
            <a:spLocks noChangeArrowheads="1"/>
          </p:cNvSpPr>
          <p:nvPr/>
        </p:nvSpPr>
        <p:spPr bwMode="auto">
          <a:xfrm>
            <a:off x="5152131" y="6613527"/>
            <a:ext cx="447558" cy="246221"/>
          </a:xfrm>
          <a:prstGeom prst="rect">
            <a:avLst/>
          </a:prstGeom>
          <a:noFill/>
          <a:ln w="9525">
            <a:noFill/>
            <a:miter lim="800000"/>
            <a:headEnd/>
            <a:tailEnd/>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sz="1000" b="1">
                <a:solidFill>
                  <a:srgbClr val="EE3900"/>
                </a:solidFill>
                <a:latin typeface="Helvetica" panose="020B0604020202020204" pitchFamily="34" charset="0"/>
              </a:rPr>
              <a:t>2.</a:t>
            </a:r>
            <a:fld id="{28BD05C7-19AD-425B-BEC6-DDB5C0C24DAB}" type="slidenum">
              <a:rPr lang="en-US" sz="1000" b="1" smtClean="0">
                <a:solidFill>
                  <a:srgbClr val="EE3900"/>
                </a:solidFill>
                <a:latin typeface="Helvetica" panose="020B0604020202020204" pitchFamily="34" charset="0"/>
              </a:rPr>
              <a:pPr algn="ctr">
                <a:spcBef>
                  <a:spcPct val="50000"/>
                </a:spcBef>
                <a:defRPr/>
              </a:pPr>
              <a:t>‹#›</a:t>
            </a:fld>
            <a:endParaRPr lang="en-US" sz="1000" b="1">
              <a:solidFill>
                <a:srgbClr val="EE3900"/>
              </a:solidFill>
              <a:latin typeface="Helvetica" panose="020B0604020202020204" pitchFamily="34" charset="0"/>
            </a:endParaRPr>
          </a:p>
        </p:txBody>
      </p:sp>
      <p:sp>
        <p:nvSpPr>
          <p:cNvPr id="5" name="Text Box 10"/>
          <p:cNvSpPr txBox="1">
            <a:spLocks noChangeArrowheads="1"/>
          </p:cNvSpPr>
          <p:nvPr/>
        </p:nvSpPr>
        <p:spPr bwMode="auto">
          <a:xfrm>
            <a:off x="7787640" y="6621465"/>
            <a:ext cx="3255646"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sz="1000" b="1">
                <a:solidFill>
                  <a:srgbClr val="EE3900"/>
                </a:solidFill>
                <a:latin typeface="Helvetica" panose="020B0604020202020204" pitchFamily="34" charset="0"/>
              </a:rPr>
              <a:t>Silberschatz, Galvin and Gagne ©2009</a:t>
            </a:r>
          </a:p>
        </p:txBody>
      </p:sp>
      <p:sp>
        <p:nvSpPr>
          <p:cNvPr id="6" name="Text Box 11"/>
          <p:cNvSpPr txBox="1">
            <a:spLocks noChangeArrowheads="1"/>
          </p:cNvSpPr>
          <p:nvPr/>
        </p:nvSpPr>
        <p:spPr bwMode="auto">
          <a:xfrm>
            <a:off x="85726" y="6621465"/>
            <a:ext cx="3268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sz="1000" b="1">
                <a:solidFill>
                  <a:srgbClr val="EE3900"/>
                </a:solidFill>
                <a:latin typeface="Helvetica" panose="020B0604020202020204" pitchFamily="34" charset="0"/>
              </a:rPr>
              <a:t>Operating System Concepts with Java – 8</a:t>
            </a:r>
            <a:r>
              <a:rPr lang="en-US" sz="1000" b="1" baseline="30000">
                <a:solidFill>
                  <a:srgbClr val="EE3900"/>
                </a:solidFill>
                <a:latin typeface="Helvetica" panose="020B0604020202020204" pitchFamily="34" charset="0"/>
              </a:rPr>
              <a:t>th</a:t>
            </a:r>
            <a:r>
              <a:rPr lang="en-US" sz="1000" b="1">
                <a:solidFill>
                  <a:srgbClr val="EE3900"/>
                </a:solidFill>
                <a:latin typeface="Helvetica" panose="020B0604020202020204" pitchFamily="34" charset="0"/>
              </a:rPr>
              <a:t> Edition</a:t>
            </a:r>
          </a:p>
        </p:txBody>
      </p:sp>
      <p:sp>
        <p:nvSpPr>
          <p:cNvPr id="7" name="Rectangle 7"/>
          <p:cNvSpPr>
            <a:spLocks noChangeArrowheads="1"/>
          </p:cNvSpPr>
          <p:nvPr/>
        </p:nvSpPr>
        <p:spPr bwMode="auto">
          <a:xfrm>
            <a:off x="0" y="3048000"/>
            <a:ext cx="10972800" cy="228600"/>
          </a:xfrm>
          <a:prstGeom prst="rect">
            <a:avLst/>
          </a:prstGeom>
          <a:gradFill rotWithShape="1">
            <a:gsLst>
              <a:gs pos="0">
                <a:srgbClr val="FF8A65"/>
              </a:gs>
              <a:gs pos="100000">
                <a:srgbClr val="C02E00"/>
              </a:gs>
            </a:gsLst>
            <a:lin ang="5400000" scaled="1"/>
          </a:gradFill>
          <a:ln w="9525">
            <a:solidFill>
              <a:srgbClr val="D03200"/>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8" name="Rectangle 8"/>
          <p:cNvSpPr>
            <a:spLocks noChangeArrowheads="1"/>
          </p:cNvSpPr>
          <p:nvPr/>
        </p:nvSpPr>
        <p:spPr bwMode="auto">
          <a:xfrm>
            <a:off x="3657600" y="3048000"/>
            <a:ext cx="3840480" cy="228600"/>
          </a:xfrm>
          <a:prstGeom prst="rect">
            <a:avLst/>
          </a:prstGeom>
          <a:gradFill rotWithShape="1">
            <a:gsLst>
              <a:gs pos="0">
                <a:schemeClr val="accent1"/>
              </a:gs>
              <a:gs pos="100000">
                <a:srgbClr val="475E00"/>
              </a:gs>
            </a:gsLst>
            <a:lin ang="5400000" scaled="1"/>
          </a:gradFill>
          <a:ln w="9525">
            <a:solidFill>
              <a:srgbClr val="99CCFF"/>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9" name="AutoShape 9"/>
          <p:cNvSpPr>
            <a:spLocks noChangeArrowheads="1"/>
          </p:cNvSpPr>
          <p:nvPr/>
        </p:nvSpPr>
        <p:spPr bwMode="auto">
          <a:xfrm>
            <a:off x="4284346" y="4319588"/>
            <a:ext cx="2510791" cy="1403350"/>
          </a:xfrm>
          <a:prstGeom prst="bevel">
            <a:avLst>
              <a:gd name="adj" fmla="val 12500"/>
            </a:avLst>
          </a:prstGeom>
          <a:solidFill>
            <a:srgbClr val="D03200"/>
          </a:solidFill>
          <a:ln w="9525">
            <a:solidFill>
              <a:srgbClr val="D03200"/>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solidFill>
                <a:srgbClr val="FF8A65"/>
              </a:solidFill>
              <a:latin typeface="Arial" panose="020B0604020202020204" pitchFamily="34" charset="0"/>
            </a:endParaRPr>
          </a:p>
        </p:txBody>
      </p:sp>
      <p:pic>
        <p:nvPicPr>
          <p:cNvPr id="10" name="Picture 10" descr="dino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7231" y="4498977"/>
            <a:ext cx="2047875"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0" name="Rectangle 3"/>
          <p:cNvSpPr>
            <a:spLocks noGrp="1" noChangeArrowheads="1"/>
          </p:cNvSpPr>
          <p:nvPr>
            <p:ph type="ctrTitle"/>
          </p:nvPr>
        </p:nvSpPr>
        <p:spPr>
          <a:xfrm>
            <a:off x="822960" y="2130427"/>
            <a:ext cx="9326880" cy="1470025"/>
          </a:xfrm>
        </p:spPr>
        <p:txBody>
          <a:bodyPr/>
          <a:lstStyle>
            <a:lvl1pPr>
              <a:defRPr sz="4000"/>
            </a:lvl1pPr>
          </a:lstStyle>
          <a:p>
            <a:r>
              <a:rPr lang="en-US"/>
              <a:t>Click to edit Master title style</a:t>
            </a:r>
          </a:p>
        </p:txBody>
      </p:sp>
      <p:sp>
        <p:nvSpPr>
          <p:cNvPr id="124931" name="Rectangle 4"/>
          <p:cNvSpPr>
            <a:spLocks noGrp="1" noChangeArrowheads="1"/>
          </p:cNvSpPr>
          <p:nvPr>
            <p:ph type="subTitle" idx="1"/>
          </p:nvPr>
        </p:nvSpPr>
        <p:spPr>
          <a:xfrm>
            <a:off x="1645920" y="3886200"/>
            <a:ext cx="7680960" cy="1752600"/>
          </a:xfrm>
        </p:spPr>
        <p:txBody>
          <a:bodyPr/>
          <a:lstStyle>
            <a:lvl1pPr marL="0" indent="0" algn="ctr">
              <a:buFont typeface="Wingdings" pitchFamily="2" charset="2"/>
              <a:buNone/>
              <a:defRPr/>
            </a:lvl1pPr>
          </a:lstStyle>
          <a:p>
            <a:r>
              <a:rPr lang="en-US"/>
              <a:t>Click to edit Master subtitle style</a:t>
            </a:r>
          </a:p>
        </p:txBody>
      </p:sp>
    </p:spTree>
    <p:extLst>
      <p:ext uri="{BB962C8B-B14F-4D97-AF65-F5344CB8AC3E}">
        <p14:creationId xmlns:p14="http://schemas.microsoft.com/office/powerpoint/2010/main" val="273872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4266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5" y="4406902"/>
            <a:ext cx="932688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66775" y="2906713"/>
            <a:ext cx="932688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74334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0095" y="1190627"/>
            <a:ext cx="4547234"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90211" y="1190627"/>
            <a:ext cx="4547235"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5999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8640" y="274638"/>
            <a:ext cx="987552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48640" y="1535113"/>
            <a:ext cx="484822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48640" y="2174875"/>
            <a:ext cx="484822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574031" y="1535113"/>
            <a:ext cx="48501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74031" y="2174875"/>
            <a:ext cx="48501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011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2104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300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1" y="273050"/>
            <a:ext cx="3609975"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290061" y="273052"/>
            <a:ext cx="61341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48641" y="1435102"/>
            <a:ext cx="360997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68053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0746" y="4800600"/>
            <a:ext cx="658368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150746" y="612775"/>
            <a:ext cx="658368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150746" y="5367338"/>
            <a:ext cx="658368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35285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6521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201615"/>
            <a:ext cx="2468880" cy="55197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8640" y="201615"/>
            <a:ext cx="7223760" cy="55197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457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19"/>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5" name="Rectangle 20"/>
          <p:cNvSpPr>
            <a:spLocks noChangeArrowheads="1"/>
          </p:cNvSpPr>
          <p:nvPr/>
        </p:nvSpPr>
        <p:spPr bwMode="white">
          <a:xfrm>
            <a:off x="10789920" y="3175"/>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6" name="Rectangle 21"/>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7" name="Rectangle 23"/>
          <p:cNvSpPr>
            <a:spLocks noChangeArrowheads="1"/>
          </p:cNvSpPr>
          <p:nvPr/>
        </p:nvSpPr>
        <p:spPr bwMode="white">
          <a:xfrm>
            <a:off x="0" y="0"/>
            <a:ext cx="10972800" cy="25146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10" name="Rectangle 9"/>
          <p:cNvSpPr>
            <a:spLocks noChangeArrowheads="1"/>
          </p:cNvSpPr>
          <p:nvPr/>
        </p:nvSpPr>
        <p:spPr bwMode="auto">
          <a:xfrm>
            <a:off x="175261" y="6391277"/>
            <a:ext cx="1059942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11" name="Straight Connector 10"/>
          <p:cNvSpPr>
            <a:spLocks noChangeShapeType="1"/>
          </p:cNvSpPr>
          <p:nvPr/>
        </p:nvSpPr>
        <p:spPr bwMode="auto">
          <a:xfrm>
            <a:off x="186691" y="2419350"/>
            <a:ext cx="1059942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ea typeface="ＭＳ Ｐゴシック" charset="-128"/>
            </a:endParaRPr>
          </a:p>
        </p:txBody>
      </p:sp>
      <p:sp>
        <p:nvSpPr>
          <p:cNvPr id="12" name="Rectangle 11"/>
          <p:cNvSpPr>
            <a:spLocks noChangeArrowheads="1"/>
          </p:cNvSpPr>
          <p:nvPr/>
        </p:nvSpPr>
        <p:spPr bwMode="auto">
          <a:xfrm>
            <a:off x="182881" y="152400"/>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13" name="Oval 12"/>
          <p:cNvSpPr/>
          <p:nvPr/>
        </p:nvSpPr>
        <p:spPr>
          <a:xfrm>
            <a:off x="5120640" y="2114550"/>
            <a:ext cx="73152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Oval 13"/>
          <p:cNvSpPr/>
          <p:nvPr/>
        </p:nvSpPr>
        <p:spPr>
          <a:xfrm>
            <a:off x="5234940" y="2209800"/>
            <a:ext cx="50292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645920" y="2819400"/>
            <a:ext cx="768096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822960" y="381000"/>
            <a:ext cx="9326880" cy="1752600"/>
          </a:xfrm>
        </p:spPr>
        <p:txBody>
          <a:bodyPr/>
          <a:lstStyle>
            <a:lvl1pPr>
              <a:defRPr sz="4200">
                <a:solidFill>
                  <a:schemeClr val="accent1"/>
                </a:solidFill>
              </a:defRPr>
            </a:lvl1pPr>
          </a:lstStyle>
          <a:p>
            <a:r>
              <a:rPr lang="en-US"/>
              <a:t>Click to edit Master title style</a:t>
            </a:r>
          </a:p>
        </p:txBody>
      </p:sp>
      <p:sp>
        <p:nvSpPr>
          <p:cNvPr id="15" name="Date Placeholder 27"/>
          <p:cNvSpPr>
            <a:spLocks noGrp="1"/>
          </p:cNvSpPr>
          <p:nvPr>
            <p:ph type="dt" sz="half" idx="10"/>
          </p:nvPr>
        </p:nvSpPr>
        <p:spPr/>
        <p:txBody>
          <a:bodyPr/>
          <a:lstStyle>
            <a:lvl1pPr>
              <a:defRPr/>
            </a:lvl1pPr>
          </a:lstStyle>
          <a:p>
            <a:pPr>
              <a:defRPr/>
            </a:pPr>
            <a:fld id="{382042A9-F333-4C23-85AB-27E032A0E910}" type="datetimeFigureOut">
              <a:rPr lang="en-US"/>
              <a:pPr>
                <a:defRPr/>
              </a:pPr>
              <a:t>8/3/2026</a:t>
            </a:fld>
            <a:endParaRPr lang="en-US"/>
          </a:p>
        </p:txBody>
      </p:sp>
      <p:sp>
        <p:nvSpPr>
          <p:cNvPr id="16" name="Footer Placeholder 16"/>
          <p:cNvSpPr>
            <a:spLocks noGrp="1"/>
          </p:cNvSpPr>
          <p:nvPr>
            <p:ph type="ftr" sz="quarter" idx="11"/>
          </p:nvPr>
        </p:nvSpPr>
        <p:spPr/>
        <p:txBody>
          <a:bodyPr/>
          <a:lstStyle>
            <a:lvl1pPr>
              <a:defRPr/>
            </a:lvl1pPr>
          </a:lstStyle>
          <a:p>
            <a:pPr>
              <a:defRPr/>
            </a:pPr>
            <a:endParaRPr lang="en-US"/>
          </a:p>
        </p:txBody>
      </p:sp>
      <p:sp>
        <p:nvSpPr>
          <p:cNvPr id="17" name="Slide Number Placeholder 28"/>
          <p:cNvSpPr>
            <a:spLocks noGrp="1"/>
          </p:cNvSpPr>
          <p:nvPr>
            <p:ph type="sldNum" sz="quarter" idx="12"/>
          </p:nvPr>
        </p:nvSpPr>
        <p:spPr>
          <a:xfrm>
            <a:off x="5212080" y="2198690"/>
            <a:ext cx="548640" cy="441325"/>
          </a:xfrm>
        </p:spPr>
        <p:txBody>
          <a:bodyPr/>
          <a:lstStyle>
            <a:lvl1pPr>
              <a:defRPr/>
            </a:lvl1pPr>
          </a:lstStyle>
          <a:p>
            <a:pPr>
              <a:defRPr/>
            </a:pPr>
            <a:fld id="{84722B39-157C-444C-ABBD-2E72185A6164}" type="slidenum">
              <a:rPr lang="en-US"/>
              <a:pPr>
                <a:defRPr/>
              </a:pPr>
              <a:t>‹#›</a:t>
            </a:fld>
            <a:endParaRPr lang="en-US" sz="1400">
              <a:solidFill>
                <a:srgbClr val="FFFFFF"/>
              </a:solidFill>
            </a:endParaRPr>
          </a:p>
        </p:txBody>
      </p:sp>
    </p:spTree>
    <p:extLst>
      <p:ext uri="{BB962C8B-B14F-4D97-AF65-F5344CB8AC3E}">
        <p14:creationId xmlns:p14="http://schemas.microsoft.com/office/powerpoint/2010/main" val="69558452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362102" y="1527048"/>
            <a:ext cx="10204704"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127D76B-3936-432E-A965-133AB7D749BC}" type="datetimeFigureOut">
              <a:rPr lang="en-US"/>
              <a:pPr>
                <a:defRPr/>
              </a:pPr>
              <a:t>8/3/2026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5234940" y="1027115"/>
            <a:ext cx="548640" cy="441325"/>
          </a:xfrm>
        </p:spPr>
        <p:txBody>
          <a:bodyPr/>
          <a:lstStyle>
            <a:lvl1pPr>
              <a:defRPr/>
            </a:lvl1pPr>
          </a:lstStyle>
          <a:p>
            <a:pPr>
              <a:defRPr/>
            </a:pPr>
            <a:fld id="{9BF9BDCD-66A2-4E71-B9C1-4236390EFBE9}" type="slidenum">
              <a:rPr lang="en-US"/>
              <a:pPr>
                <a:defRPr/>
              </a:pPr>
              <a:t>‹#›</a:t>
            </a:fld>
            <a:endParaRPr lang="en-US"/>
          </a:p>
        </p:txBody>
      </p:sp>
    </p:spTree>
    <p:extLst>
      <p:ext uri="{BB962C8B-B14F-4D97-AF65-F5344CB8AC3E}">
        <p14:creationId xmlns:p14="http://schemas.microsoft.com/office/powerpoint/2010/main" val="416540126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19"/>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5" name="Rectangle 20"/>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6" name="Rectangle 21"/>
          <p:cNvSpPr>
            <a:spLocks noChangeArrowheads="1"/>
          </p:cNvSpPr>
          <p:nvPr/>
        </p:nvSpPr>
        <p:spPr bwMode="white">
          <a:xfrm>
            <a:off x="0" y="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7" name="Rectangle 23"/>
          <p:cNvSpPr>
            <a:spLocks noChangeArrowheads="1"/>
          </p:cNvSpPr>
          <p:nvPr/>
        </p:nvSpPr>
        <p:spPr bwMode="white">
          <a:xfrm>
            <a:off x="10789920" y="1905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8" name="Rectangle 24"/>
          <p:cNvSpPr>
            <a:spLocks noChangeArrowheads="1"/>
          </p:cNvSpPr>
          <p:nvPr/>
        </p:nvSpPr>
        <p:spPr bwMode="white">
          <a:xfrm>
            <a:off x="182881" y="2286000"/>
            <a:ext cx="10599420" cy="304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9" name="Rectangle 25"/>
          <p:cNvSpPr>
            <a:spLocks noChangeArrowheads="1"/>
          </p:cNvSpPr>
          <p:nvPr/>
        </p:nvSpPr>
        <p:spPr bwMode="auto">
          <a:xfrm>
            <a:off x="186691" y="142875"/>
            <a:ext cx="10599420" cy="213995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10" name="Rectangle 9"/>
          <p:cNvSpPr>
            <a:spLocks noChangeArrowheads="1"/>
          </p:cNvSpPr>
          <p:nvPr/>
        </p:nvSpPr>
        <p:spPr bwMode="auto">
          <a:xfrm>
            <a:off x="175261" y="6391277"/>
            <a:ext cx="1059942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11" name="Rectangle 10"/>
          <p:cNvSpPr>
            <a:spLocks noChangeArrowheads="1"/>
          </p:cNvSpPr>
          <p:nvPr/>
        </p:nvSpPr>
        <p:spPr bwMode="auto">
          <a:xfrm>
            <a:off x="182881" y="152400"/>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12" name="Straight Connector 11"/>
          <p:cNvSpPr>
            <a:spLocks noChangeShapeType="1"/>
          </p:cNvSpPr>
          <p:nvPr/>
        </p:nvSpPr>
        <p:spPr bwMode="auto">
          <a:xfrm>
            <a:off x="182881" y="2438400"/>
            <a:ext cx="1059942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ea typeface="ＭＳ Ｐゴシック" charset="-128"/>
            </a:endParaRPr>
          </a:p>
        </p:txBody>
      </p:sp>
      <p:sp>
        <p:nvSpPr>
          <p:cNvPr id="13" name="Oval 12"/>
          <p:cNvSpPr/>
          <p:nvPr/>
        </p:nvSpPr>
        <p:spPr>
          <a:xfrm>
            <a:off x="5120640" y="2114550"/>
            <a:ext cx="73152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Oval 13"/>
          <p:cNvSpPr/>
          <p:nvPr/>
        </p:nvSpPr>
        <p:spPr>
          <a:xfrm>
            <a:off x="5234940" y="2209800"/>
            <a:ext cx="50292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Text Placeholder 2"/>
          <p:cNvSpPr>
            <a:spLocks noGrp="1"/>
          </p:cNvSpPr>
          <p:nvPr>
            <p:ph type="body" idx="1"/>
          </p:nvPr>
        </p:nvSpPr>
        <p:spPr>
          <a:xfrm>
            <a:off x="1642112" y="2743200"/>
            <a:ext cx="7776208"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866775" y="533400"/>
            <a:ext cx="932688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p:cNvSpPr>
            <a:spLocks noGrp="1"/>
          </p:cNvSpPr>
          <p:nvPr>
            <p:ph type="ftr" sz="quarter" idx="10"/>
          </p:nvPr>
        </p:nvSpPr>
        <p:spPr/>
        <p:txBody>
          <a:bodyPr/>
          <a:lstStyle>
            <a:lvl1pPr>
              <a:defRPr/>
            </a:lvl1pPr>
          </a:lstStyle>
          <a:p>
            <a:pPr>
              <a:defRPr/>
            </a:pPr>
            <a:endParaRPr lang="en-US"/>
          </a:p>
        </p:txBody>
      </p:sp>
      <p:sp>
        <p:nvSpPr>
          <p:cNvPr id="16" name="Date Placeholder 3"/>
          <p:cNvSpPr>
            <a:spLocks noGrp="1"/>
          </p:cNvSpPr>
          <p:nvPr>
            <p:ph type="dt" sz="half" idx="11"/>
          </p:nvPr>
        </p:nvSpPr>
        <p:spPr/>
        <p:txBody>
          <a:bodyPr/>
          <a:lstStyle>
            <a:lvl1pPr>
              <a:defRPr/>
            </a:lvl1pPr>
          </a:lstStyle>
          <a:p>
            <a:pPr>
              <a:defRPr/>
            </a:pPr>
            <a:fld id="{DDAAE67F-8594-4BCB-9547-0F914F3F7D43}" type="datetimeFigureOut">
              <a:rPr lang="en-US"/>
              <a:pPr>
                <a:defRPr/>
              </a:pPr>
              <a:t>8/3/2026</a:t>
            </a:fld>
            <a:endParaRPr lang="en-US"/>
          </a:p>
        </p:txBody>
      </p:sp>
      <p:sp>
        <p:nvSpPr>
          <p:cNvPr id="17" name="Slide Number Placeholder 5"/>
          <p:cNvSpPr>
            <a:spLocks noGrp="1"/>
          </p:cNvSpPr>
          <p:nvPr>
            <p:ph type="sldNum" sz="quarter" idx="12"/>
          </p:nvPr>
        </p:nvSpPr>
        <p:spPr>
          <a:xfrm>
            <a:off x="5212080" y="2198690"/>
            <a:ext cx="548640" cy="441325"/>
          </a:xfrm>
        </p:spPr>
        <p:txBody>
          <a:bodyPr/>
          <a:lstStyle>
            <a:lvl1pPr>
              <a:defRPr/>
            </a:lvl1pPr>
          </a:lstStyle>
          <a:p>
            <a:pPr>
              <a:defRPr/>
            </a:pPr>
            <a:fld id="{2954BFB9-660B-4C43-B105-7C3BB4142236}" type="slidenum">
              <a:rPr lang="en-US"/>
              <a:pPr>
                <a:defRPr/>
              </a:pPr>
              <a:t>‹#›</a:t>
            </a:fld>
            <a:endParaRPr lang="en-US"/>
          </a:p>
        </p:txBody>
      </p:sp>
    </p:spTree>
    <p:extLst>
      <p:ext uri="{BB962C8B-B14F-4D97-AF65-F5344CB8AC3E}">
        <p14:creationId xmlns:p14="http://schemas.microsoft.com/office/powerpoint/2010/main" val="201949690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5" name="Straight Connector 19"/>
          <p:cNvSpPr>
            <a:spLocks noChangeShapeType="1"/>
          </p:cNvSpPr>
          <p:nvPr/>
        </p:nvSpPr>
        <p:spPr bwMode="auto">
          <a:xfrm flipV="1">
            <a:off x="5474970" y="1576388"/>
            <a:ext cx="11431" cy="4818062"/>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itle 1"/>
          <p:cNvSpPr>
            <a:spLocks noGrp="1"/>
          </p:cNvSpPr>
          <p:nvPr>
            <p:ph type="title"/>
          </p:nvPr>
        </p:nvSpPr>
        <p:spPr>
          <a:xfrm>
            <a:off x="362102" y="228600"/>
            <a:ext cx="10241280" cy="758952"/>
          </a:xfrm>
        </p:spPr>
        <p:txBody>
          <a:bodyPr/>
          <a:lstStyle/>
          <a:p>
            <a:r>
              <a:rPr lang="en-US"/>
              <a:t>Click to edit Master title style</a:t>
            </a:r>
          </a:p>
        </p:txBody>
      </p:sp>
      <p:sp>
        <p:nvSpPr>
          <p:cNvPr id="10" name="Content Placeholder 9"/>
          <p:cNvSpPr>
            <a:spLocks noGrp="1"/>
          </p:cNvSpPr>
          <p:nvPr>
            <p:ph sz="half" idx="1"/>
          </p:nvPr>
        </p:nvSpPr>
        <p:spPr>
          <a:xfrm>
            <a:off x="362102" y="1371600"/>
            <a:ext cx="484632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5760720" y="1371600"/>
            <a:ext cx="484632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a:xfrm>
            <a:off x="6949440" y="6410327"/>
            <a:ext cx="3653791" cy="365125"/>
          </a:xfrm>
        </p:spPr>
        <p:txBody>
          <a:bodyPr/>
          <a:lstStyle>
            <a:lvl1pPr>
              <a:defRPr/>
            </a:lvl1pPr>
          </a:lstStyle>
          <a:p>
            <a:pPr>
              <a:defRPr/>
            </a:pPr>
            <a:fld id="{6429ACCC-1328-422B-AA7D-DC0808FCB06F}" type="datetimeFigureOut">
              <a:rPr lang="en-US"/>
              <a:pPr>
                <a:defRPr/>
              </a:pPr>
              <a:t>8/3/2026</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A6889D3F-BA56-46FD-9656-BA5DEAF2E0F5}" type="slidenum">
              <a:rPr lang="en-US"/>
              <a:pPr>
                <a:defRPr/>
              </a:pPr>
              <a:t>‹#›</a:t>
            </a:fld>
            <a:endParaRPr lang="en-US"/>
          </a:p>
        </p:txBody>
      </p:sp>
    </p:spTree>
    <p:extLst>
      <p:ext uri="{BB962C8B-B14F-4D97-AF65-F5344CB8AC3E}">
        <p14:creationId xmlns:p14="http://schemas.microsoft.com/office/powerpoint/2010/main" val="118717667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7" name="Straight Connector 19"/>
          <p:cNvSpPr>
            <a:spLocks noChangeShapeType="1"/>
          </p:cNvSpPr>
          <p:nvPr/>
        </p:nvSpPr>
        <p:spPr bwMode="auto">
          <a:xfrm flipV="1">
            <a:off x="5486400" y="2200277"/>
            <a:ext cx="0" cy="4187825"/>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20"/>
          <p:cNvSpPr>
            <a:spLocks noChangeArrowheads="1"/>
          </p:cNvSpPr>
          <p:nvPr/>
        </p:nvSpPr>
        <p:spPr bwMode="white">
          <a:xfrm>
            <a:off x="0" y="0"/>
            <a:ext cx="10972800" cy="1447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9" name="Rectangle 21"/>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10" name="Rectangle 23"/>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11" name="Rectangle 24"/>
          <p:cNvSpPr>
            <a:spLocks noChangeArrowheads="1"/>
          </p:cNvSpPr>
          <p:nvPr/>
        </p:nvSpPr>
        <p:spPr bwMode="white">
          <a:xfrm>
            <a:off x="1078992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12" name="Rectangle 11"/>
          <p:cNvSpPr/>
          <p:nvPr/>
        </p:nvSpPr>
        <p:spPr>
          <a:xfrm>
            <a:off x="182881" y="1371600"/>
            <a:ext cx="1059942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3" name="Rectangle 12"/>
          <p:cNvSpPr>
            <a:spLocks noChangeArrowheads="1"/>
          </p:cNvSpPr>
          <p:nvPr/>
        </p:nvSpPr>
        <p:spPr bwMode="auto">
          <a:xfrm>
            <a:off x="175261" y="6391275"/>
            <a:ext cx="10599420"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14" name="Straight Connector 13"/>
          <p:cNvSpPr>
            <a:spLocks noChangeShapeType="1"/>
          </p:cNvSpPr>
          <p:nvPr/>
        </p:nvSpPr>
        <p:spPr bwMode="auto">
          <a:xfrm>
            <a:off x="182881" y="1279525"/>
            <a:ext cx="1059942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ea typeface="ＭＳ Ｐゴシック" charset="-128"/>
            </a:endParaRPr>
          </a:p>
        </p:txBody>
      </p:sp>
      <p:sp>
        <p:nvSpPr>
          <p:cNvPr id="15" name="Rectangle 14"/>
          <p:cNvSpPr>
            <a:spLocks noChangeArrowheads="1"/>
          </p:cNvSpPr>
          <p:nvPr/>
        </p:nvSpPr>
        <p:spPr bwMode="auto">
          <a:xfrm>
            <a:off x="182881" y="155575"/>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16" name="Oval 15"/>
          <p:cNvSpPr/>
          <p:nvPr/>
        </p:nvSpPr>
        <p:spPr>
          <a:xfrm>
            <a:off x="5120640" y="955675"/>
            <a:ext cx="73152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7" name="Oval 16"/>
          <p:cNvSpPr/>
          <p:nvPr/>
        </p:nvSpPr>
        <p:spPr>
          <a:xfrm>
            <a:off x="5234940" y="1050925"/>
            <a:ext cx="50292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Text Placeholder 2"/>
          <p:cNvSpPr>
            <a:spLocks noGrp="1"/>
          </p:cNvSpPr>
          <p:nvPr>
            <p:ph type="body" idx="1"/>
          </p:nvPr>
        </p:nvSpPr>
        <p:spPr>
          <a:xfrm>
            <a:off x="362103" y="1524000"/>
            <a:ext cx="4848226"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5749596" y="1524000"/>
            <a:ext cx="4850131"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362103" y="2471383"/>
            <a:ext cx="4849978"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5760720" y="2471383"/>
            <a:ext cx="484632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8" name="Date Placeholder 6"/>
          <p:cNvSpPr>
            <a:spLocks noGrp="1"/>
          </p:cNvSpPr>
          <p:nvPr>
            <p:ph type="dt" sz="half" idx="10"/>
          </p:nvPr>
        </p:nvSpPr>
        <p:spPr/>
        <p:txBody>
          <a:bodyPr/>
          <a:lstStyle>
            <a:lvl1pPr>
              <a:defRPr/>
            </a:lvl1pPr>
          </a:lstStyle>
          <a:p>
            <a:pPr>
              <a:defRPr/>
            </a:pPr>
            <a:fld id="{CFBE4700-8E66-460C-BC6D-DC807D24E4FC}" type="datetimeFigureOut">
              <a:rPr lang="en-US"/>
              <a:pPr>
                <a:defRPr/>
              </a:pPr>
              <a:t>8/3/2026</a:t>
            </a:fld>
            <a:endParaRPr lang="en-US"/>
          </a:p>
        </p:txBody>
      </p:sp>
      <p:sp>
        <p:nvSpPr>
          <p:cNvPr id="19" name="Footer Placeholder 7"/>
          <p:cNvSpPr>
            <a:spLocks noGrp="1"/>
          </p:cNvSpPr>
          <p:nvPr>
            <p:ph type="ftr" sz="quarter" idx="11"/>
          </p:nvPr>
        </p:nvSpPr>
        <p:spPr>
          <a:xfrm>
            <a:off x="365760" y="6410327"/>
            <a:ext cx="4297680" cy="365125"/>
          </a:xfrm>
        </p:spPr>
        <p:txBody>
          <a:bodyPr/>
          <a:lstStyle>
            <a:lvl1pPr>
              <a:defRPr/>
            </a:lvl1pPr>
          </a:lstStyle>
          <a:p>
            <a:pPr>
              <a:defRPr/>
            </a:pPr>
            <a:endParaRPr lang="en-US"/>
          </a:p>
        </p:txBody>
      </p:sp>
      <p:sp>
        <p:nvSpPr>
          <p:cNvPr id="20" name="Slide Number Placeholder 8"/>
          <p:cNvSpPr>
            <a:spLocks noGrp="1"/>
          </p:cNvSpPr>
          <p:nvPr>
            <p:ph type="sldNum" sz="quarter" idx="12"/>
          </p:nvPr>
        </p:nvSpPr>
        <p:spPr>
          <a:xfrm>
            <a:off x="5212080" y="1042990"/>
            <a:ext cx="548640" cy="441325"/>
          </a:xfrm>
        </p:spPr>
        <p:txBody>
          <a:bodyPr/>
          <a:lstStyle>
            <a:lvl1pPr>
              <a:defRPr/>
            </a:lvl1pPr>
          </a:lstStyle>
          <a:p>
            <a:pPr>
              <a:defRPr/>
            </a:pPr>
            <a:fld id="{1D77AF6B-AD5B-4192-924D-414503468BE6}" type="slidenum">
              <a:rPr lang="en-US"/>
              <a:pPr>
                <a:defRPr/>
              </a:pPr>
              <a:t>‹#›</a:t>
            </a:fld>
            <a:endParaRPr lang="en-US"/>
          </a:p>
        </p:txBody>
      </p:sp>
    </p:spTree>
    <p:extLst>
      <p:ext uri="{BB962C8B-B14F-4D97-AF65-F5344CB8AC3E}">
        <p14:creationId xmlns:p14="http://schemas.microsoft.com/office/powerpoint/2010/main" val="7000803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E09D1995-9820-4BE8-BD34-E88136275DD2}" type="datetimeFigureOut">
              <a:rPr lang="en-US"/>
              <a:pPr>
                <a:defRPr/>
              </a:pPr>
              <a:t>8/3/2026</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5212080" y="1036640"/>
            <a:ext cx="548640" cy="441325"/>
          </a:xfrm>
        </p:spPr>
        <p:txBody>
          <a:bodyPr/>
          <a:lstStyle>
            <a:lvl1pPr>
              <a:defRPr/>
            </a:lvl1pPr>
          </a:lstStyle>
          <a:p>
            <a:pPr>
              <a:defRPr/>
            </a:pPr>
            <a:fld id="{1C0DBDF4-7FB3-459D-A7FD-E149E792E168}" type="slidenum">
              <a:rPr lang="en-US"/>
              <a:pPr>
                <a:defRPr/>
              </a:pPr>
              <a:t>‹#›</a:t>
            </a:fld>
            <a:endParaRPr lang="en-US"/>
          </a:p>
        </p:txBody>
      </p:sp>
    </p:spTree>
    <p:extLst>
      <p:ext uri="{BB962C8B-B14F-4D97-AF65-F5344CB8AC3E}">
        <p14:creationId xmlns:p14="http://schemas.microsoft.com/office/powerpoint/2010/main" val="2777974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9"/>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3" name="Rectangle 20"/>
          <p:cNvSpPr>
            <a:spLocks noChangeArrowheads="1"/>
          </p:cNvSpPr>
          <p:nvPr/>
        </p:nvSpPr>
        <p:spPr bwMode="white">
          <a:xfrm>
            <a:off x="0" y="2"/>
            <a:ext cx="109728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4" name="Rectangle 21"/>
          <p:cNvSpPr>
            <a:spLocks noChangeArrowheads="1"/>
          </p:cNvSpPr>
          <p:nvPr/>
        </p:nvSpPr>
        <p:spPr bwMode="white">
          <a:xfrm>
            <a:off x="1078992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5" name="Rectangle 23"/>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6" name="Rectangle 5"/>
          <p:cNvSpPr>
            <a:spLocks noChangeArrowheads="1"/>
          </p:cNvSpPr>
          <p:nvPr/>
        </p:nvSpPr>
        <p:spPr bwMode="auto">
          <a:xfrm>
            <a:off x="175261" y="6391277"/>
            <a:ext cx="1059942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7" name="Rectangle 6"/>
          <p:cNvSpPr>
            <a:spLocks noChangeArrowheads="1"/>
          </p:cNvSpPr>
          <p:nvPr/>
        </p:nvSpPr>
        <p:spPr bwMode="auto">
          <a:xfrm>
            <a:off x="182881" y="158750"/>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8" name="Date Placeholder 1"/>
          <p:cNvSpPr>
            <a:spLocks noGrp="1"/>
          </p:cNvSpPr>
          <p:nvPr>
            <p:ph type="dt" sz="half" idx="10"/>
          </p:nvPr>
        </p:nvSpPr>
        <p:spPr/>
        <p:txBody>
          <a:bodyPr/>
          <a:lstStyle>
            <a:lvl1pPr>
              <a:defRPr/>
            </a:lvl1pPr>
          </a:lstStyle>
          <a:p>
            <a:pPr>
              <a:defRPr/>
            </a:pPr>
            <a:fld id="{BDA1FE4B-0CC7-4D66-B946-44646E210D1A}" type="datetimeFigureOut">
              <a:rPr lang="en-US"/>
              <a:pPr>
                <a:defRPr/>
              </a:pPr>
              <a:t>8/3/2026</a:t>
            </a:fld>
            <a:endParaRPr lang="en-US"/>
          </a:p>
        </p:txBody>
      </p:sp>
      <p:sp>
        <p:nvSpPr>
          <p:cNvPr id="9" name="Footer Placeholder 2"/>
          <p:cNvSpPr>
            <a:spLocks noGrp="1"/>
          </p:cNvSpPr>
          <p:nvPr>
            <p:ph type="ftr" sz="quarter" idx="11"/>
          </p:nvPr>
        </p:nvSpPr>
        <p:spPr/>
        <p:txBody>
          <a:bodyPr/>
          <a:lstStyle>
            <a:lvl1pPr>
              <a:defRPr/>
            </a:lvl1pPr>
          </a:lstStyle>
          <a:p>
            <a:pPr>
              <a:defRPr/>
            </a:pPr>
            <a:endParaRPr lang="en-US"/>
          </a:p>
        </p:txBody>
      </p:sp>
      <p:sp>
        <p:nvSpPr>
          <p:cNvPr id="10" name="Slide Number Placeholder 3"/>
          <p:cNvSpPr>
            <a:spLocks noGrp="1"/>
          </p:cNvSpPr>
          <p:nvPr>
            <p:ph type="sldNum" sz="quarter" idx="12"/>
          </p:nvPr>
        </p:nvSpPr>
        <p:spPr>
          <a:xfrm>
            <a:off x="5120640" y="6324602"/>
            <a:ext cx="731520" cy="441325"/>
          </a:xfrm>
        </p:spPr>
        <p:txBody>
          <a:bodyPr/>
          <a:lstStyle>
            <a:lvl1pPr>
              <a:defRPr>
                <a:solidFill>
                  <a:srgbClr val="FFFFFF"/>
                </a:solidFill>
              </a:defRPr>
            </a:lvl1pPr>
          </a:lstStyle>
          <a:p>
            <a:pPr>
              <a:defRPr/>
            </a:pPr>
            <a:fld id="{361EED50-E95C-4C30-9585-F1325628772A}" type="slidenum">
              <a:rPr lang="en-US"/>
              <a:pPr>
                <a:defRPr/>
              </a:pPr>
              <a:t>‹#›</a:t>
            </a:fld>
            <a:endParaRPr lang="en-US"/>
          </a:p>
        </p:txBody>
      </p:sp>
    </p:spTree>
    <p:extLst>
      <p:ext uri="{BB962C8B-B14F-4D97-AF65-F5344CB8AC3E}">
        <p14:creationId xmlns:p14="http://schemas.microsoft.com/office/powerpoint/2010/main" val="2009788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a:spLocks noChangeArrowheads="1"/>
          </p:cNvSpPr>
          <p:nvPr/>
        </p:nvSpPr>
        <p:spPr bwMode="auto">
          <a:xfrm>
            <a:off x="182881" y="152400"/>
            <a:ext cx="1059942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6" name="Rectangle 20"/>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7" name="Rectangle 21"/>
          <p:cNvSpPr>
            <a:spLocks noChangeArrowheads="1"/>
          </p:cNvSpPr>
          <p:nvPr/>
        </p:nvSpPr>
        <p:spPr bwMode="white">
          <a:xfrm>
            <a:off x="1078992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8" name="Rectangle 23"/>
          <p:cNvSpPr>
            <a:spLocks noChangeArrowheads="1"/>
          </p:cNvSpPr>
          <p:nvPr/>
        </p:nvSpPr>
        <p:spPr bwMode="white">
          <a:xfrm>
            <a:off x="0" y="2"/>
            <a:ext cx="10972800" cy="119063"/>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9" name="Rectangle 24"/>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10" name="Rectangle 9"/>
          <p:cNvSpPr/>
          <p:nvPr/>
        </p:nvSpPr>
        <p:spPr>
          <a:xfrm>
            <a:off x="182880" y="609600"/>
            <a:ext cx="329184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1" name="Rectangle 10"/>
          <p:cNvSpPr>
            <a:spLocks noChangeArrowheads="1"/>
          </p:cNvSpPr>
          <p:nvPr/>
        </p:nvSpPr>
        <p:spPr bwMode="auto">
          <a:xfrm>
            <a:off x="182881" y="152400"/>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12" name="Straight Connector 11"/>
          <p:cNvSpPr>
            <a:spLocks noChangeShapeType="1"/>
          </p:cNvSpPr>
          <p:nvPr/>
        </p:nvSpPr>
        <p:spPr bwMode="auto">
          <a:xfrm>
            <a:off x="182881" y="533400"/>
            <a:ext cx="1059942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ea typeface="ＭＳ Ｐゴシック" charset="-128"/>
            </a:endParaRPr>
          </a:p>
        </p:txBody>
      </p:sp>
      <p:sp>
        <p:nvSpPr>
          <p:cNvPr id="13" name="Oval 12"/>
          <p:cNvSpPr/>
          <p:nvPr/>
        </p:nvSpPr>
        <p:spPr>
          <a:xfrm>
            <a:off x="1554480" y="228600"/>
            <a:ext cx="73152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Oval 13"/>
          <p:cNvSpPr/>
          <p:nvPr/>
        </p:nvSpPr>
        <p:spPr>
          <a:xfrm>
            <a:off x="1668780" y="323850"/>
            <a:ext cx="50292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5" name="Rectangle 14"/>
          <p:cNvSpPr>
            <a:spLocks noChangeArrowheads="1"/>
          </p:cNvSpPr>
          <p:nvPr/>
        </p:nvSpPr>
        <p:spPr bwMode="auto">
          <a:xfrm>
            <a:off x="179071" y="6388102"/>
            <a:ext cx="1059942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2" name="Title 1"/>
          <p:cNvSpPr>
            <a:spLocks noGrp="1"/>
          </p:cNvSpPr>
          <p:nvPr>
            <p:ph type="title"/>
          </p:nvPr>
        </p:nvSpPr>
        <p:spPr>
          <a:xfrm>
            <a:off x="457200" y="914400"/>
            <a:ext cx="283464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457200" y="1981202"/>
            <a:ext cx="283464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3749040" y="685800"/>
            <a:ext cx="676656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6"/>
          <p:cNvSpPr>
            <a:spLocks noGrp="1"/>
          </p:cNvSpPr>
          <p:nvPr>
            <p:ph type="sldNum" sz="quarter" idx="10"/>
          </p:nvPr>
        </p:nvSpPr>
        <p:spPr>
          <a:xfrm>
            <a:off x="1645920" y="312740"/>
            <a:ext cx="548640" cy="441325"/>
          </a:xfrm>
        </p:spPr>
        <p:txBody>
          <a:bodyPr/>
          <a:lstStyle>
            <a:lvl1pPr>
              <a:defRPr/>
            </a:lvl1pPr>
          </a:lstStyle>
          <a:p>
            <a:pPr>
              <a:defRPr/>
            </a:pPr>
            <a:fld id="{B531F375-EE15-4F07-AC86-FB1E2935831A}" type="slidenum">
              <a:rPr lang="en-US"/>
              <a:pPr>
                <a:defRPr/>
              </a:pPr>
              <a:t>‹#›</a:t>
            </a:fld>
            <a:endParaRPr lang="en-US"/>
          </a:p>
        </p:txBody>
      </p:sp>
      <p:sp>
        <p:nvSpPr>
          <p:cNvPr id="17" name="Date Placeholder 4"/>
          <p:cNvSpPr>
            <a:spLocks noGrp="1"/>
          </p:cNvSpPr>
          <p:nvPr>
            <p:ph type="dt" sz="half" idx="11"/>
          </p:nvPr>
        </p:nvSpPr>
        <p:spPr/>
        <p:txBody>
          <a:bodyPr/>
          <a:lstStyle>
            <a:lvl1pPr>
              <a:defRPr/>
            </a:lvl1pPr>
          </a:lstStyle>
          <a:p>
            <a:pPr>
              <a:defRPr/>
            </a:pPr>
            <a:fld id="{53D214A8-257F-4509-B848-C2757CD93222}" type="datetimeFigureOut">
              <a:rPr lang="en-US"/>
              <a:pPr>
                <a:defRPr/>
              </a:pPr>
              <a:t>8/3/2026</a:t>
            </a:fld>
            <a:endParaRPr lang="en-US"/>
          </a:p>
        </p:txBody>
      </p:sp>
      <p:sp>
        <p:nvSpPr>
          <p:cNvPr id="18" name="Footer Placeholder 5"/>
          <p:cNvSpPr>
            <a:spLocks noGrp="1"/>
          </p:cNvSpPr>
          <p:nvPr>
            <p:ph type="ftr" sz="quarter" idx="12"/>
          </p:nvPr>
        </p:nvSpPr>
        <p:spPr>
          <a:xfrm>
            <a:off x="361951" y="6410327"/>
            <a:ext cx="4059555" cy="366713"/>
          </a:xfrm>
        </p:spPr>
        <p:txBody>
          <a:bodyPr/>
          <a:lstStyle>
            <a:lvl1pPr>
              <a:defRPr/>
            </a:lvl1pPr>
          </a:lstStyle>
          <a:p>
            <a:pPr>
              <a:defRPr/>
            </a:pPr>
            <a:endParaRPr lang="en-US"/>
          </a:p>
        </p:txBody>
      </p:sp>
    </p:spTree>
    <p:extLst>
      <p:ext uri="{BB962C8B-B14F-4D97-AF65-F5344CB8AC3E}">
        <p14:creationId xmlns:p14="http://schemas.microsoft.com/office/powerpoint/2010/main" val="10362529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182881" y="533400"/>
            <a:ext cx="1059942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ea typeface="ＭＳ Ｐゴシック" charset="-128"/>
            </a:endParaRPr>
          </a:p>
        </p:txBody>
      </p:sp>
      <p:sp>
        <p:nvSpPr>
          <p:cNvPr id="6" name="Rectangle 20"/>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7" name="Rectangle 21"/>
          <p:cNvSpPr>
            <a:spLocks noChangeArrowheads="1"/>
          </p:cNvSpPr>
          <p:nvPr/>
        </p:nvSpPr>
        <p:spPr bwMode="white">
          <a:xfrm>
            <a:off x="1078992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8" name="Rectangle 23"/>
          <p:cNvSpPr>
            <a:spLocks noChangeArrowheads="1"/>
          </p:cNvSpPr>
          <p:nvPr/>
        </p:nvSpPr>
        <p:spPr bwMode="white">
          <a:xfrm>
            <a:off x="0" y="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9" name="Rectangle 24"/>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10" name="Rectangle 9"/>
          <p:cNvSpPr>
            <a:spLocks noChangeArrowheads="1"/>
          </p:cNvSpPr>
          <p:nvPr/>
        </p:nvSpPr>
        <p:spPr bwMode="auto">
          <a:xfrm>
            <a:off x="182881" y="152402"/>
            <a:ext cx="1059942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11" name="Rectangle 10"/>
          <p:cNvSpPr/>
          <p:nvPr/>
        </p:nvSpPr>
        <p:spPr>
          <a:xfrm>
            <a:off x="182880" y="609600"/>
            <a:ext cx="329184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Rectangle 11"/>
          <p:cNvSpPr>
            <a:spLocks noChangeArrowheads="1"/>
          </p:cNvSpPr>
          <p:nvPr/>
        </p:nvSpPr>
        <p:spPr bwMode="auto">
          <a:xfrm>
            <a:off x="182881" y="155575"/>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13" name="Oval 12"/>
          <p:cNvSpPr/>
          <p:nvPr/>
        </p:nvSpPr>
        <p:spPr>
          <a:xfrm>
            <a:off x="1554480" y="228600"/>
            <a:ext cx="73152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Oval 13"/>
          <p:cNvSpPr/>
          <p:nvPr/>
        </p:nvSpPr>
        <p:spPr>
          <a:xfrm>
            <a:off x="1668780" y="323850"/>
            <a:ext cx="50292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5" name="Rectangle 14"/>
          <p:cNvSpPr>
            <a:spLocks noChangeArrowheads="1"/>
          </p:cNvSpPr>
          <p:nvPr/>
        </p:nvSpPr>
        <p:spPr bwMode="auto">
          <a:xfrm>
            <a:off x="179071" y="6388102"/>
            <a:ext cx="1059942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2" name="Title 1"/>
          <p:cNvSpPr>
            <a:spLocks noGrp="1"/>
          </p:cNvSpPr>
          <p:nvPr>
            <p:ph type="title"/>
          </p:nvPr>
        </p:nvSpPr>
        <p:spPr>
          <a:xfrm>
            <a:off x="3600451" y="5029200"/>
            <a:ext cx="704088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3600451" y="609600"/>
            <a:ext cx="704088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990600"/>
            <a:ext cx="292608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p:cNvSpPr>
            <a:spLocks noGrp="1"/>
          </p:cNvSpPr>
          <p:nvPr>
            <p:ph type="sldNum" sz="quarter" idx="10"/>
          </p:nvPr>
        </p:nvSpPr>
        <p:spPr>
          <a:xfrm>
            <a:off x="1645920" y="312740"/>
            <a:ext cx="548640" cy="441325"/>
          </a:xfrm>
        </p:spPr>
        <p:txBody>
          <a:bodyPr/>
          <a:lstStyle>
            <a:lvl1pPr>
              <a:defRPr/>
            </a:lvl1pPr>
          </a:lstStyle>
          <a:p>
            <a:pPr>
              <a:defRPr/>
            </a:pPr>
            <a:fld id="{E39CA54E-503E-4E2B-B95F-36471566EF60}" type="slidenum">
              <a:rPr lang="en-US"/>
              <a:pPr>
                <a:defRPr/>
              </a:pPr>
              <a:t>‹#›</a:t>
            </a:fld>
            <a:endParaRPr lang="en-US"/>
          </a:p>
        </p:txBody>
      </p:sp>
      <p:sp>
        <p:nvSpPr>
          <p:cNvPr id="17" name="Date Placeholder 4"/>
          <p:cNvSpPr>
            <a:spLocks noGrp="1"/>
          </p:cNvSpPr>
          <p:nvPr>
            <p:ph type="dt" sz="half" idx="11"/>
          </p:nvPr>
        </p:nvSpPr>
        <p:spPr>
          <a:xfrm>
            <a:off x="6945630" y="6405565"/>
            <a:ext cx="3653791" cy="365125"/>
          </a:xfrm>
        </p:spPr>
        <p:txBody>
          <a:bodyPr/>
          <a:lstStyle>
            <a:lvl1pPr>
              <a:defRPr/>
            </a:lvl1pPr>
          </a:lstStyle>
          <a:p>
            <a:pPr>
              <a:defRPr/>
            </a:pPr>
            <a:fld id="{97CA2AA4-C92B-40FE-B590-5B05BB967160}" type="datetimeFigureOut">
              <a:rPr lang="en-US"/>
              <a:pPr>
                <a:defRPr/>
              </a:pPr>
              <a:t>8/3/2026</a:t>
            </a:fld>
            <a:endParaRPr lang="en-US"/>
          </a:p>
        </p:txBody>
      </p:sp>
      <p:sp>
        <p:nvSpPr>
          <p:cNvPr id="18" name="Footer Placeholder 5"/>
          <p:cNvSpPr>
            <a:spLocks noGrp="1"/>
          </p:cNvSpPr>
          <p:nvPr>
            <p:ph type="ftr" sz="quarter" idx="12"/>
          </p:nvPr>
        </p:nvSpPr>
        <p:spPr>
          <a:xfrm>
            <a:off x="361951" y="6410327"/>
            <a:ext cx="4301491" cy="366713"/>
          </a:xfrm>
        </p:spPr>
        <p:txBody>
          <a:bodyPr/>
          <a:lstStyle>
            <a:lvl1pPr>
              <a:defRPr/>
            </a:lvl1pPr>
          </a:lstStyle>
          <a:p>
            <a:pPr>
              <a:defRPr/>
            </a:pPr>
            <a:endParaRPr lang="en-US"/>
          </a:p>
        </p:txBody>
      </p:sp>
    </p:spTree>
    <p:extLst>
      <p:ext uri="{BB962C8B-B14F-4D97-AF65-F5344CB8AC3E}">
        <p14:creationId xmlns:p14="http://schemas.microsoft.com/office/powerpoint/2010/main" val="846186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8C98C02-1CBC-4BC3-B920-D56D37E1340C}" type="datetimeFigureOut">
              <a:rPr lang="en-US"/>
              <a:pPr>
                <a:defRPr/>
              </a:pPr>
              <a:t>8/3/2026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2E9097F-3F7F-49FA-865B-AB428FD1E13E}" type="slidenum">
              <a:rPr lang="en-US"/>
              <a:pPr>
                <a:defRPr/>
              </a:pPr>
              <a:t>‹#›</a:t>
            </a:fld>
            <a:endParaRPr lang="en-US"/>
          </a:p>
        </p:txBody>
      </p:sp>
    </p:spTree>
    <p:extLst>
      <p:ext uri="{BB962C8B-B14F-4D97-AF65-F5344CB8AC3E}">
        <p14:creationId xmlns:p14="http://schemas.microsoft.com/office/powerpoint/2010/main" val="330561443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4" name="Rectangle 19"/>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5" name="Rectangle 20"/>
          <p:cNvSpPr>
            <a:spLocks noChangeArrowheads="1"/>
          </p:cNvSpPr>
          <p:nvPr/>
        </p:nvSpPr>
        <p:spPr bwMode="white">
          <a:xfrm>
            <a:off x="8412480" y="0"/>
            <a:ext cx="256032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6" name="Rectangle 21"/>
          <p:cNvSpPr>
            <a:spLocks noChangeArrowheads="1"/>
          </p:cNvSpPr>
          <p:nvPr/>
        </p:nvSpPr>
        <p:spPr bwMode="white">
          <a:xfrm>
            <a:off x="0" y="2"/>
            <a:ext cx="109728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7" name="Rectangle 23"/>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8" name="Rectangle 7"/>
          <p:cNvSpPr>
            <a:spLocks noChangeArrowheads="1"/>
          </p:cNvSpPr>
          <p:nvPr/>
        </p:nvSpPr>
        <p:spPr bwMode="auto">
          <a:xfrm>
            <a:off x="175261" y="6391277"/>
            <a:ext cx="1059942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9" name="Rectangle 8"/>
          <p:cNvSpPr>
            <a:spLocks noChangeArrowheads="1"/>
          </p:cNvSpPr>
          <p:nvPr/>
        </p:nvSpPr>
        <p:spPr bwMode="auto">
          <a:xfrm>
            <a:off x="182881" y="155575"/>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10" name="Straight Connector 9"/>
          <p:cNvSpPr>
            <a:spLocks noChangeShapeType="1"/>
          </p:cNvSpPr>
          <p:nvPr/>
        </p:nvSpPr>
        <p:spPr bwMode="auto">
          <a:xfrm rot="5400000">
            <a:off x="5449889"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ea typeface="ＭＳ Ｐゴシック" charset="-128"/>
            </a:endParaRPr>
          </a:p>
        </p:txBody>
      </p:sp>
      <p:sp>
        <p:nvSpPr>
          <p:cNvPr id="11" name="Oval 10"/>
          <p:cNvSpPr/>
          <p:nvPr/>
        </p:nvSpPr>
        <p:spPr>
          <a:xfrm>
            <a:off x="8206740" y="2925763"/>
            <a:ext cx="73152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Oval 11"/>
          <p:cNvSpPr/>
          <p:nvPr/>
        </p:nvSpPr>
        <p:spPr>
          <a:xfrm>
            <a:off x="8321040" y="3021013"/>
            <a:ext cx="504826"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Vertical Text Placeholder 2"/>
          <p:cNvSpPr>
            <a:spLocks noGrp="1"/>
          </p:cNvSpPr>
          <p:nvPr>
            <p:ph type="body" orient="vert" idx="1"/>
          </p:nvPr>
        </p:nvSpPr>
        <p:spPr>
          <a:xfrm>
            <a:off x="365760" y="304800"/>
            <a:ext cx="786384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869680" y="304803"/>
            <a:ext cx="1737360" cy="5851525"/>
          </a:xfrm>
        </p:spPr>
        <p:txBody>
          <a:bodyPr vert="eaVert"/>
          <a:lstStyle/>
          <a:p>
            <a:r>
              <a:rPr lang="en-US"/>
              <a:t>Click to edit Master title style</a:t>
            </a:r>
          </a:p>
        </p:txBody>
      </p:sp>
      <p:sp>
        <p:nvSpPr>
          <p:cNvPr id="13" name="Slide Number Placeholder 5"/>
          <p:cNvSpPr>
            <a:spLocks noGrp="1"/>
          </p:cNvSpPr>
          <p:nvPr>
            <p:ph type="sldNum" sz="quarter" idx="10"/>
          </p:nvPr>
        </p:nvSpPr>
        <p:spPr>
          <a:xfrm>
            <a:off x="8298180" y="3009902"/>
            <a:ext cx="548640" cy="441325"/>
          </a:xfrm>
        </p:spPr>
        <p:txBody>
          <a:bodyPr/>
          <a:lstStyle>
            <a:lvl1pPr>
              <a:defRPr/>
            </a:lvl1pPr>
          </a:lstStyle>
          <a:p>
            <a:pPr>
              <a:defRPr/>
            </a:pPr>
            <a:fld id="{55884CB9-6A59-43E8-A705-F05B36ACCABB}" type="slidenum">
              <a:rPr lang="en-US"/>
              <a:pPr>
                <a:defRPr/>
              </a:pPr>
              <a:t>‹#›</a:t>
            </a:fld>
            <a:endParaRPr lang="en-US"/>
          </a:p>
        </p:txBody>
      </p:sp>
      <p:sp>
        <p:nvSpPr>
          <p:cNvPr id="14" name="Date Placeholder 3"/>
          <p:cNvSpPr>
            <a:spLocks noGrp="1"/>
          </p:cNvSpPr>
          <p:nvPr>
            <p:ph type="dt" sz="half" idx="11"/>
          </p:nvPr>
        </p:nvSpPr>
        <p:spPr/>
        <p:txBody>
          <a:bodyPr/>
          <a:lstStyle>
            <a:lvl1pPr>
              <a:defRPr/>
            </a:lvl1pPr>
          </a:lstStyle>
          <a:p>
            <a:pPr>
              <a:defRPr/>
            </a:pPr>
            <a:fld id="{C2C917FD-D518-4AAD-BCAB-D75F27A44E75}" type="datetimeFigureOut">
              <a:rPr lang="en-US"/>
              <a:pPr>
                <a:defRPr/>
              </a:pPr>
              <a:t>8/3/2026</a:t>
            </a:fld>
            <a:endParaRPr lang="en-US"/>
          </a:p>
        </p:txBody>
      </p:sp>
      <p:sp>
        <p:nvSpPr>
          <p:cNvPr id="15" name="Footer Placeholder 4"/>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35693433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548640" y="201613"/>
            <a:ext cx="987552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4"/>
          <p:cNvSpPr>
            <a:spLocks noGrp="1" noChangeArrowheads="1"/>
          </p:cNvSpPr>
          <p:nvPr>
            <p:ph type="body" idx="1"/>
          </p:nvPr>
        </p:nvSpPr>
        <p:spPr bwMode="auto">
          <a:xfrm>
            <a:off x="760096" y="1190627"/>
            <a:ext cx="9277351"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0841" name="Text Box 9"/>
          <p:cNvSpPr txBox="1">
            <a:spLocks noChangeArrowheads="1"/>
          </p:cNvSpPr>
          <p:nvPr/>
        </p:nvSpPr>
        <p:spPr bwMode="auto">
          <a:xfrm>
            <a:off x="5152131" y="6613527"/>
            <a:ext cx="447558"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sz="1000" b="1">
                <a:solidFill>
                  <a:srgbClr val="EE3900"/>
                </a:solidFill>
                <a:latin typeface="Helvetica" panose="020B0604020202020204" pitchFamily="34" charset="0"/>
              </a:rPr>
              <a:t>2.</a:t>
            </a:r>
            <a:fld id="{0C497A03-B9E4-4B26-8593-FE059F1F40D7}" type="slidenum">
              <a:rPr lang="en-US" sz="1000" b="1" smtClean="0">
                <a:solidFill>
                  <a:srgbClr val="EE3900"/>
                </a:solidFill>
                <a:latin typeface="Helvetica" panose="020B0604020202020204" pitchFamily="34" charset="0"/>
              </a:rPr>
              <a:pPr algn="ctr">
                <a:spcBef>
                  <a:spcPct val="50000"/>
                </a:spcBef>
                <a:defRPr/>
              </a:pPr>
              <a:t>‹#›</a:t>
            </a:fld>
            <a:endParaRPr lang="en-US" sz="1000" b="1">
              <a:solidFill>
                <a:srgbClr val="EE3900"/>
              </a:solidFill>
              <a:latin typeface="Helvetica" panose="020B0604020202020204" pitchFamily="34" charset="0"/>
            </a:endParaRPr>
          </a:p>
        </p:txBody>
      </p:sp>
      <p:sp>
        <p:nvSpPr>
          <p:cNvPr id="1029" name="Text Box 10"/>
          <p:cNvSpPr txBox="1">
            <a:spLocks noChangeArrowheads="1"/>
          </p:cNvSpPr>
          <p:nvPr/>
        </p:nvSpPr>
        <p:spPr bwMode="auto">
          <a:xfrm>
            <a:off x="7787640" y="6626227"/>
            <a:ext cx="3255646"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sz="1000" b="1">
                <a:solidFill>
                  <a:srgbClr val="EE3900"/>
                </a:solidFill>
                <a:latin typeface="Helvetica" panose="020B0604020202020204" pitchFamily="34" charset="0"/>
              </a:rPr>
              <a:t>Silberschatz, Galvin and Gagne ©2009</a:t>
            </a:r>
          </a:p>
        </p:txBody>
      </p:sp>
      <p:sp>
        <p:nvSpPr>
          <p:cNvPr id="1030" name="Text Box 11"/>
          <p:cNvSpPr txBox="1">
            <a:spLocks noChangeArrowheads="1"/>
          </p:cNvSpPr>
          <p:nvPr/>
        </p:nvSpPr>
        <p:spPr bwMode="auto">
          <a:xfrm>
            <a:off x="85726" y="6621465"/>
            <a:ext cx="3268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sz="1000" b="1">
                <a:solidFill>
                  <a:srgbClr val="EE3900"/>
                </a:solidFill>
                <a:latin typeface="Helvetica" panose="020B0604020202020204" pitchFamily="34" charset="0"/>
              </a:rPr>
              <a:t>Operating System Concepts with Java – 8</a:t>
            </a:r>
            <a:r>
              <a:rPr lang="en-US" sz="1000" b="1" baseline="30000">
                <a:solidFill>
                  <a:srgbClr val="EE3900"/>
                </a:solidFill>
                <a:latin typeface="Helvetica" panose="020B0604020202020204" pitchFamily="34" charset="0"/>
              </a:rPr>
              <a:t>th</a:t>
            </a:r>
            <a:r>
              <a:rPr lang="en-US" sz="1000" b="1">
                <a:solidFill>
                  <a:srgbClr val="EE3900"/>
                </a:solidFill>
                <a:latin typeface="Helvetica" panose="020B0604020202020204" pitchFamily="34" charset="0"/>
              </a:rPr>
              <a:t> Edition</a:t>
            </a:r>
          </a:p>
        </p:txBody>
      </p:sp>
      <p:pic>
        <p:nvPicPr>
          <p:cNvPr id="1031" name="Picture 7" descr="dino_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 y="123827"/>
            <a:ext cx="156781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6"/>
          <p:cNvSpPr>
            <a:spLocks noChangeShapeType="1"/>
          </p:cNvSpPr>
          <p:nvPr/>
        </p:nvSpPr>
        <p:spPr bwMode="auto">
          <a:xfrm>
            <a:off x="295277" y="846138"/>
            <a:ext cx="10427971" cy="19050"/>
          </a:xfrm>
          <a:prstGeom prst="line">
            <a:avLst/>
          </a:prstGeom>
          <a:noFill/>
          <a:ln w="38100">
            <a:solidFill>
              <a:srgbClr val="D0320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033" name="Picture 9" descr="dino_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646920" y="5700713"/>
            <a:ext cx="1291591"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7" r:id="rId1"/>
    <p:sldLayoutId id="2147484077" r:id="rId2"/>
    <p:sldLayoutId id="2147484078" r:id="rId3"/>
    <p:sldLayoutId id="2147484079" r:id="rId4"/>
    <p:sldLayoutId id="2147484080" r:id="rId5"/>
    <p:sldLayoutId id="2147484081" r:id="rId6"/>
    <p:sldLayoutId id="2147484082" r:id="rId7"/>
    <p:sldLayoutId id="2147484083" r:id="rId8"/>
    <p:sldLayoutId id="2147484084" r:id="rId9"/>
    <p:sldLayoutId id="2147484085" r:id="rId10"/>
    <p:sldLayoutId id="2147484086" r:id="rId11"/>
  </p:sldLayoutIdLst>
  <p:txStyles>
    <p:titleStyle>
      <a:lvl1pPr algn="ctr" rtl="0" eaLnBrk="0" fontAlgn="base" hangingPunct="0">
        <a:spcBef>
          <a:spcPct val="0"/>
        </a:spcBef>
        <a:spcAft>
          <a:spcPct val="0"/>
        </a:spcAft>
        <a:defRPr sz="3200" b="1">
          <a:solidFill>
            <a:srgbClr val="D03200"/>
          </a:solidFill>
          <a:latin typeface="+mj-lt"/>
          <a:ea typeface="MS PGothic" pitchFamily="34" charset="-128"/>
          <a:cs typeface="+mj-cs"/>
        </a:defRPr>
      </a:lvl1pPr>
      <a:lvl2pPr algn="ctr" rtl="0" eaLnBrk="0" fontAlgn="base" hangingPunct="0">
        <a:spcBef>
          <a:spcPct val="0"/>
        </a:spcBef>
        <a:spcAft>
          <a:spcPct val="0"/>
        </a:spcAft>
        <a:defRPr sz="3200" b="1">
          <a:solidFill>
            <a:srgbClr val="D03200"/>
          </a:solidFill>
          <a:latin typeface="Arial" charset="0"/>
          <a:ea typeface="MS PGothic" pitchFamily="34" charset="-128"/>
        </a:defRPr>
      </a:lvl2pPr>
      <a:lvl3pPr algn="ctr" rtl="0" eaLnBrk="0" fontAlgn="base" hangingPunct="0">
        <a:spcBef>
          <a:spcPct val="0"/>
        </a:spcBef>
        <a:spcAft>
          <a:spcPct val="0"/>
        </a:spcAft>
        <a:defRPr sz="3200" b="1">
          <a:solidFill>
            <a:srgbClr val="D03200"/>
          </a:solidFill>
          <a:latin typeface="Arial" charset="0"/>
          <a:ea typeface="MS PGothic" pitchFamily="34" charset="-128"/>
        </a:defRPr>
      </a:lvl3pPr>
      <a:lvl4pPr algn="ctr" rtl="0" eaLnBrk="0" fontAlgn="base" hangingPunct="0">
        <a:spcBef>
          <a:spcPct val="0"/>
        </a:spcBef>
        <a:spcAft>
          <a:spcPct val="0"/>
        </a:spcAft>
        <a:defRPr sz="3200" b="1">
          <a:solidFill>
            <a:srgbClr val="D03200"/>
          </a:solidFill>
          <a:latin typeface="Arial" charset="0"/>
          <a:ea typeface="MS PGothic" pitchFamily="34" charset="-128"/>
        </a:defRPr>
      </a:lvl4pPr>
      <a:lvl5pPr algn="ctr" rtl="0" eaLnBrk="0" fontAlgn="base" hangingPunct="0">
        <a:spcBef>
          <a:spcPct val="0"/>
        </a:spcBef>
        <a:spcAft>
          <a:spcPct val="0"/>
        </a:spcAft>
        <a:defRPr sz="3200" b="1">
          <a:solidFill>
            <a:srgbClr val="D03200"/>
          </a:solidFill>
          <a:latin typeface="Arial" charset="0"/>
          <a:ea typeface="MS PGothic" pitchFamily="34" charset="-128"/>
        </a:defRPr>
      </a:lvl5pPr>
      <a:lvl6pPr marL="457200" algn="ctr" rtl="0" fontAlgn="base">
        <a:spcBef>
          <a:spcPct val="0"/>
        </a:spcBef>
        <a:spcAft>
          <a:spcPct val="0"/>
        </a:spcAft>
        <a:defRPr sz="3200" b="1">
          <a:solidFill>
            <a:srgbClr val="D03200"/>
          </a:solidFill>
          <a:latin typeface="Arial" charset="0"/>
          <a:ea typeface="ＭＳ Ｐゴシック" charset="-128"/>
        </a:defRPr>
      </a:lvl6pPr>
      <a:lvl7pPr marL="914400" algn="ctr" rtl="0" fontAlgn="base">
        <a:spcBef>
          <a:spcPct val="0"/>
        </a:spcBef>
        <a:spcAft>
          <a:spcPct val="0"/>
        </a:spcAft>
        <a:defRPr sz="3200" b="1">
          <a:solidFill>
            <a:srgbClr val="D03200"/>
          </a:solidFill>
          <a:latin typeface="Arial" charset="0"/>
          <a:ea typeface="ＭＳ Ｐゴシック" charset="-128"/>
        </a:defRPr>
      </a:lvl7pPr>
      <a:lvl8pPr marL="1371600" algn="ctr" rtl="0" fontAlgn="base">
        <a:spcBef>
          <a:spcPct val="0"/>
        </a:spcBef>
        <a:spcAft>
          <a:spcPct val="0"/>
        </a:spcAft>
        <a:defRPr sz="3200" b="1">
          <a:solidFill>
            <a:srgbClr val="D03200"/>
          </a:solidFill>
          <a:latin typeface="Arial" charset="0"/>
          <a:ea typeface="ＭＳ Ｐゴシック" charset="-128"/>
        </a:defRPr>
      </a:lvl8pPr>
      <a:lvl9pPr marL="1828800" algn="ctr" rtl="0" fontAlgn="base">
        <a:spcBef>
          <a:spcPct val="0"/>
        </a:spcBef>
        <a:spcAft>
          <a:spcPct val="0"/>
        </a:spcAft>
        <a:defRPr sz="3200" b="1">
          <a:solidFill>
            <a:srgbClr val="D03200"/>
          </a:solidFill>
          <a:latin typeface="Arial" charset="0"/>
          <a:ea typeface="ＭＳ Ｐゴシック" charset="-128"/>
        </a:defRPr>
      </a:lvl9pPr>
    </p:titleStyle>
    <p:bodyStyle>
      <a:lvl1pPr marL="342900" indent="-342900" algn="l" rtl="0" eaLnBrk="0" fontAlgn="base" hangingPunct="0">
        <a:spcBef>
          <a:spcPct val="35000"/>
        </a:spcBef>
        <a:spcAft>
          <a:spcPct val="0"/>
        </a:spcAft>
        <a:buClr>
          <a:schemeClr val="bg2"/>
        </a:buClr>
        <a:buSzPct val="90000"/>
        <a:buFont typeface="Wingdings" panose="05000000000000000000" pitchFamily="2" charset="2"/>
        <a:buChar char="n"/>
        <a:defRPr kumimoji="1" sz="32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FF3300"/>
        </a:buClr>
        <a:buSzPct val="80000"/>
        <a:buFont typeface="Wingdings" panose="05000000000000000000" pitchFamily="2" charset="2"/>
        <a:buChar char="l"/>
        <a:defRPr kumimoji="1" sz="28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336699"/>
        </a:buClr>
        <a:buSzPct val="75000"/>
        <a:buFont typeface="Webdings" panose="05030102010509060703" pitchFamily="18"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99CCFF"/>
        </a:buClr>
        <a:buSzPct val="75000"/>
        <a:buFont typeface="Arial" panose="020B0604020202020204" pitchFamily="34" charset="0"/>
        <a:buChar char="»"/>
        <a:defRPr kumimoji="1" sz="2000">
          <a:solidFill>
            <a:schemeClr val="tx1"/>
          </a:solidFill>
          <a:latin typeface="+mn-lt"/>
          <a:ea typeface="MS PGothic" pitchFamily="34" charset="-128"/>
        </a:defRPr>
      </a:lvl5pPr>
      <a:lvl6pPr marL="22288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6pPr>
      <a:lvl7pPr marL="26860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7pPr>
      <a:lvl8pPr marL="31432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8pPr>
      <a:lvl9pPr marL="36004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Rectangle 16"/>
          <p:cNvSpPr>
            <a:spLocks noChangeArrowheads="1"/>
          </p:cNvSpPr>
          <p:nvPr/>
        </p:nvSpPr>
        <p:spPr bwMode="white">
          <a:xfrm>
            <a:off x="0" y="6705600"/>
            <a:ext cx="109728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2051" name="Rectangle 15"/>
          <p:cNvSpPr>
            <a:spLocks noChangeArrowheads="1"/>
          </p:cNvSpPr>
          <p:nvPr/>
        </p:nvSpPr>
        <p:spPr bwMode="white">
          <a:xfrm>
            <a:off x="0" y="2"/>
            <a:ext cx="10972800" cy="139382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2052" name="Rectangle 17"/>
          <p:cNvSpPr>
            <a:spLocks noChangeArrowheads="1"/>
          </p:cNvSpPr>
          <p:nvPr/>
        </p:nvSpPr>
        <p:spPr bwMode="white">
          <a:xfrm>
            <a:off x="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2053" name="Rectangle 18"/>
          <p:cNvSpPr>
            <a:spLocks noChangeArrowheads="1"/>
          </p:cNvSpPr>
          <p:nvPr/>
        </p:nvSpPr>
        <p:spPr bwMode="white">
          <a:xfrm>
            <a:off x="10789920" y="0"/>
            <a:ext cx="18288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p>
        </p:txBody>
      </p:sp>
      <p:sp>
        <p:nvSpPr>
          <p:cNvPr id="9" name="Rectangle 8"/>
          <p:cNvSpPr>
            <a:spLocks noChangeArrowheads="1"/>
          </p:cNvSpPr>
          <p:nvPr/>
        </p:nvSpPr>
        <p:spPr bwMode="auto">
          <a:xfrm>
            <a:off x="179071" y="6388102"/>
            <a:ext cx="1059942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ea typeface="ＭＳ Ｐゴシック" charset="-128"/>
            </a:endParaRPr>
          </a:p>
        </p:txBody>
      </p:sp>
      <p:sp>
        <p:nvSpPr>
          <p:cNvPr id="14" name="Date Placeholder 13"/>
          <p:cNvSpPr>
            <a:spLocks noGrp="1"/>
          </p:cNvSpPr>
          <p:nvPr>
            <p:ph type="dt" sz="half" idx="2"/>
          </p:nvPr>
        </p:nvSpPr>
        <p:spPr>
          <a:xfrm>
            <a:off x="6949440" y="6405565"/>
            <a:ext cx="3653791" cy="365125"/>
          </a:xfrm>
          <a:prstGeom prst="rect">
            <a:avLst/>
          </a:prstGeom>
        </p:spPr>
        <p:txBody>
          <a:bodyPr vert="horz"/>
          <a:lstStyle>
            <a:lvl1pPr algn="r" eaLnBrk="1" latinLnBrk="0" hangingPunct="1">
              <a:defRPr kumimoji="0" sz="1400">
                <a:solidFill>
                  <a:srgbClr val="FFFFFF"/>
                </a:solidFill>
                <a:ea typeface="ＭＳ Ｐゴシック" charset="-128"/>
              </a:defRPr>
            </a:lvl1pPr>
          </a:lstStyle>
          <a:p>
            <a:pPr>
              <a:defRPr/>
            </a:pPr>
            <a:fld id="{B74A0212-275B-4B65-89EE-E4F4F6DBE9D3}" type="datetimeFigureOut">
              <a:rPr lang="en-US"/>
              <a:pPr>
                <a:defRPr/>
              </a:pPr>
              <a:t>8/3/2026</a:t>
            </a:fld>
            <a:endParaRPr lang="en-US" dirty="0"/>
          </a:p>
        </p:txBody>
      </p:sp>
      <p:sp>
        <p:nvSpPr>
          <p:cNvPr id="3" name="Footer Placeholder 2"/>
          <p:cNvSpPr>
            <a:spLocks noGrp="1"/>
          </p:cNvSpPr>
          <p:nvPr>
            <p:ph type="ftr" sz="quarter" idx="3"/>
          </p:nvPr>
        </p:nvSpPr>
        <p:spPr>
          <a:xfrm>
            <a:off x="365760" y="6410327"/>
            <a:ext cx="4297680" cy="366713"/>
          </a:xfrm>
          <a:prstGeom prst="rect">
            <a:avLst/>
          </a:prstGeom>
        </p:spPr>
        <p:txBody>
          <a:bodyPr vert="horz"/>
          <a:lstStyle>
            <a:lvl1pPr algn="l" eaLnBrk="1" latinLnBrk="0" hangingPunct="1">
              <a:defRPr kumimoji="0" sz="1200">
                <a:solidFill>
                  <a:srgbClr val="FFFFFF"/>
                </a:solidFill>
                <a:ea typeface="ＭＳ Ｐゴシック" charset="-128"/>
              </a:defRPr>
            </a:lvl1pPr>
          </a:lstStyle>
          <a:p>
            <a:pPr>
              <a:defRPr/>
            </a:pPr>
            <a:endParaRPr lang="en-US"/>
          </a:p>
        </p:txBody>
      </p:sp>
      <p:sp>
        <p:nvSpPr>
          <p:cNvPr id="8" name="Rectangle 7"/>
          <p:cNvSpPr>
            <a:spLocks noChangeArrowheads="1"/>
          </p:cNvSpPr>
          <p:nvPr/>
        </p:nvSpPr>
        <p:spPr bwMode="auto">
          <a:xfrm>
            <a:off x="182881" y="155575"/>
            <a:ext cx="1059942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ea typeface="ＭＳ Ｐゴシック" charset="-128"/>
            </a:endParaRPr>
          </a:p>
        </p:txBody>
      </p:sp>
      <p:sp>
        <p:nvSpPr>
          <p:cNvPr id="10" name="Straight Connector 9"/>
          <p:cNvSpPr>
            <a:spLocks noChangeShapeType="1"/>
          </p:cNvSpPr>
          <p:nvPr/>
        </p:nvSpPr>
        <p:spPr bwMode="auto">
          <a:xfrm>
            <a:off x="182881" y="1276350"/>
            <a:ext cx="1059942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ea typeface="ＭＳ Ｐゴシック" charset="-128"/>
            </a:endParaRPr>
          </a:p>
        </p:txBody>
      </p:sp>
      <p:sp>
        <p:nvSpPr>
          <p:cNvPr id="12" name="Oval 11"/>
          <p:cNvSpPr/>
          <p:nvPr/>
        </p:nvSpPr>
        <p:spPr>
          <a:xfrm>
            <a:off x="5120640" y="955675"/>
            <a:ext cx="73152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5" name="Oval 14"/>
          <p:cNvSpPr/>
          <p:nvPr/>
        </p:nvSpPr>
        <p:spPr>
          <a:xfrm>
            <a:off x="5234940" y="1050925"/>
            <a:ext cx="50292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3" name="Slide Number Placeholder 22"/>
          <p:cNvSpPr>
            <a:spLocks noGrp="1"/>
          </p:cNvSpPr>
          <p:nvPr>
            <p:ph type="sldNum" sz="quarter" idx="4"/>
          </p:nvPr>
        </p:nvSpPr>
        <p:spPr>
          <a:xfrm>
            <a:off x="5212080" y="1039815"/>
            <a:ext cx="548640" cy="441325"/>
          </a:xfrm>
          <a:prstGeom prst="rect">
            <a:avLst/>
          </a:prstGeom>
        </p:spPr>
        <p:txBody>
          <a:bodyPr vert="horz" wrap="square" lIns="45720" tIns="45720" rIns="45720" bIns="45720" numCol="1" anchor="ctr" anchorCtr="0" compatLnSpc="1">
            <a:prstTxWarp prst="textNoShape">
              <a:avLst/>
            </a:prstTxWarp>
            <a:normAutofit/>
          </a:bodyPr>
          <a:lstStyle>
            <a:lvl1pPr algn="ctr" eaLnBrk="1" hangingPunct="1">
              <a:defRPr sz="1600">
                <a:solidFill>
                  <a:srgbClr val="7B9899"/>
                </a:solidFill>
              </a:defRPr>
            </a:lvl1pPr>
          </a:lstStyle>
          <a:p>
            <a:pPr>
              <a:defRPr/>
            </a:pPr>
            <a:fld id="{A4D6A1DB-5BF7-4228-A8B2-5E6EBAEA563C}" type="slidenum">
              <a:rPr lang="en-US"/>
              <a:pPr>
                <a:defRPr/>
              </a:pPr>
              <a:t>‹#›</a:t>
            </a:fld>
            <a:endParaRPr lang="en-US"/>
          </a:p>
        </p:txBody>
      </p:sp>
      <p:sp>
        <p:nvSpPr>
          <p:cNvPr id="2062" name="Title Placeholder 21"/>
          <p:cNvSpPr>
            <a:spLocks noGrp="1"/>
          </p:cNvSpPr>
          <p:nvPr>
            <p:ph type="title"/>
          </p:nvPr>
        </p:nvSpPr>
        <p:spPr bwMode="auto">
          <a:xfrm>
            <a:off x="361951" y="228602"/>
            <a:ext cx="1024128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2063" name="Text Placeholder 12"/>
          <p:cNvSpPr>
            <a:spLocks noGrp="1"/>
          </p:cNvSpPr>
          <p:nvPr>
            <p:ph type="body" idx="1"/>
          </p:nvPr>
        </p:nvSpPr>
        <p:spPr bwMode="auto">
          <a:xfrm>
            <a:off x="361951" y="1524000"/>
            <a:ext cx="1024128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txStyles>
    <p:title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panose="05020102010507070707"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panose="05000000000000000000" pitchFamily="2"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8CADAE"/>
        </a:buClr>
        <a:buSzPct val="7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8C7B70"/>
        </a:buClr>
        <a:buSzPct val="70000"/>
        <a:buFont typeface="Wingdings" panose="05000000000000000000"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8FB08C"/>
        </a:buClr>
        <a:buChar char="•"/>
        <a:defRPr sz="20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270511" y="352427"/>
            <a:ext cx="10702291" cy="1503363"/>
          </a:xfrm>
        </p:spPr>
        <p:txBody>
          <a:bodyPr/>
          <a:lstStyle/>
          <a:p>
            <a:pPr eaLnBrk="1" hangingPunct="1"/>
            <a:r>
              <a:rPr lang="en-US" sz="3600">
                <a:solidFill>
                  <a:srgbClr val="0070C0"/>
                </a:solidFill>
              </a:rPr>
              <a:t>Chapter 2: </a:t>
            </a:r>
            <a:br>
              <a:rPr lang="en-US" sz="3600">
                <a:solidFill>
                  <a:srgbClr val="0070C0"/>
                </a:solidFill>
              </a:rPr>
            </a:br>
            <a:r>
              <a:rPr lang="en-US" sz="3600">
                <a:solidFill>
                  <a:srgbClr val="0070C0"/>
                </a:solidFill>
              </a:rPr>
              <a:t>Operating-System Structures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1097280" y="220663"/>
            <a:ext cx="9875520" cy="576262"/>
          </a:xfrm>
        </p:spPr>
        <p:txBody>
          <a:bodyPr>
            <a:normAutofit fontScale="90000"/>
          </a:bodyPr>
          <a:lstStyle/>
          <a:p>
            <a:pPr eaLnBrk="1" fontAlgn="auto" hangingPunct="1">
              <a:spcAft>
                <a:spcPts val="0"/>
              </a:spcAft>
              <a:defRPr/>
            </a:pPr>
            <a:r>
              <a:rPr lang="en-US">
                <a:solidFill>
                  <a:schemeClr val="accent3">
                    <a:shade val="75000"/>
                  </a:schemeClr>
                </a:solidFill>
              </a:rPr>
              <a:t>Chapter 2:  Operating-System Structures</a:t>
            </a:r>
          </a:p>
        </p:txBody>
      </p:sp>
      <p:sp>
        <p:nvSpPr>
          <p:cNvPr id="17411" name="Rectangle 3"/>
          <p:cNvSpPr>
            <a:spLocks noGrp="1" noChangeArrowheads="1"/>
          </p:cNvSpPr>
          <p:nvPr>
            <p:ph type="body" idx="4294967295"/>
          </p:nvPr>
        </p:nvSpPr>
        <p:spPr>
          <a:xfrm>
            <a:off x="1013460" y="1204915"/>
            <a:ext cx="9277351" cy="4530725"/>
          </a:xfrm>
        </p:spPr>
        <p:txBody>
          <a:bodyPr>
            <a:normAutofit fontScale="92500" lnSpcReduction="20000"/>
          </a:bodyPr>
          <a:lstStyle/>
          <a:p>
            <a:pPr marL="274320" indent="-274320" eaLnBrk="1" fontAlgn="auto" hangingPunct="1">
              <a:spcAft>
                <a:spcPts val="0"/>
              </a:spcAft>
              <a:buFont typeface="Wingdings 2"/>
              <a:buChar char=""/>
              <a:defRPr/>
            </a:pPr>
            <a:r>
              <a:rPr lang="en-US" dirty="0"/>
              <a:t>Operating System Services</a:t>
            </a:r>
          </a:p>
          <a:p>
            <a:pPr marL="274320" indent="-274320" eaLnBrk="1" fontAlgn="auto" hangingPunct="1">
              <a:spcAft>
                <a:spcPts val="0"/>
              </a:spcAft>
              <a:buFont typeface="Wingdings 2"/>
              <a:buChar char=""/>
              <a:defRPr/>
            </a:pPr>
            <a:r>
              <a:rPr lang="en-US" dirty="0"/>
              <a:t>User Operating System Interface</a:t>
            </a:r>
          </a:p>
          <a:p>
            <a:pPr marL="274320" indent="-274320" eaLnBrk="1" fontAlgn="auto" hangingPunct="1">
              <a:spcAft>
                <a:spcPts val="0"/>
              </a:spcAft>
              <a:buFont typeface="Wingdings 2"/>
              <a:buChar char=""/>
              <a:defRPr/>
            </a:pPr>
            <a:r>
              <a:rPr lang="en-US" dirty="0"/>
              <a:t>System Calls</a:t>
            </a:r>
          </a:p>
          <a:p>
            <a:pPr marL="274320" indent="-274320" eaLnBrk="1" fontAlgn="auto" hangingPunct="1">
              <a:spcAft>
                <a:spcPts val="0"/>
              </a:spcAft>
              <a:buFont typeface="Wingdings 2"/>
              <a:buChar char=""/>
              <a:defRPr/>
            </a:pPr>
            <a:r>
              <a:rPr lang="en-US" dirty="0"/>
              <a:t>Types of System Calls</a:t>
            </a:r>
          </a:p>
          <a:p>
            <a:pPr marL="274320" indent="-274320" eaLnBrk="1" fontAlgn="auto" hangingPunct="1">
              <a:spcAft>
                <a:spcPts val="0"/>
              </a:spcAft>
              <a:buFont typeface="Wingdings 2"/>
              <a:buChar char=""/>
              <a:defRPr/>
            </a:pPr>
            <a:r>
              <a:rPr lang="en-US" dirty="0"/>
              <a:t>System Programs</a:t>
            </a:r>
          </a:p>
          <a:p>
            <a:pPr marL="274320" indent="-274320" eaLnBrk="1" fontAlgn="auto" hangingPunct="1">
              <a:spcAft>
                <a:spcPts val="0"/>
              </a:spcAft>
              <a:buFont typeface="Wingdings 2"/>
              <a:buChar char=""/>
              <a:defRPr/>
            </a:pPr>
            <a:r>
              <a:rPr lang="en-US" dirty="0"/>
              <a:t>Operating System Design and Implementation</a:t>
            </a:r>
          </a:p>
          <a:p>
            <a:pPr marL="274320" indent="-274320" eaLnBrk="1" fontAlgn="auto" hangingPunct="1">
              <a:spcAft>
                <a:spcPts val="0"/>
              </a:spcAft>
              <a:buFont typeface="Wingdings 2"/>
              <a:buChar char=""/>
              <a:defRPr/>
            </a:pPr>
            <a:r>
              <a:rPr lang="en-US" dirty="0"/>
              <a:t>Operating System Structure</a:t>
            </a:r>
          </a:p>
          <a:p>
            <a:pPr marL="274320" indent="-274320" eaLnBrk="1" fontAlgn="auto" hangingPunct="1">
              <a:spcAft>
                <a:spcPts val="0"/>
              </a:spcAft>
              <a:buFont typeface="Wingdings 2"/>
              <a:buChar char=""/>
              <a:defRPr/>
            </a:pPr>
            <a:r>
              <a:rPr lang="en-US" dirty="0"/>
              <a:t>Virtual Machines</a:t>
            </a:r>
          </a:p>
          <a:p>
            <a:pPr marL="274320" indent="-274320" eaLnBrk="1" fontAlgn="auto" hangingPunct="1">
              <a:spcAft>
                <a:spcPts val="0"/>
              </a:spcAft>
              <a:buFont typeface="Wingdings 2"/>
              <a:buChar char=""/>
              <a:defRPr/>
            </a:pPr>
            <a:r>
              <a:rPr lang="en-US" dirty="0"/>
              <a:t>Operating System Debugging</a:t>
            </a:r>
          </a:p>
          <a:p>
            <a:pPr marL="274320" indent="-274320" eaLnBrk="1" fontAlgn="auto" hangingPunct="1">
              <a:spcAft>
                <a:spcPts val="0"/>
              </a:spcAft>
              <a:buFont typeface="Wingdings 2"/>
              <a:buChar char=""/>
              <a:defRPr/>
            </a:pPr>
            <a:r>
              <a:rPr lang="en-US" dirty="0"/>
              <a:t>Operating System Generation</a:t>
            </a:r>
          </a:p>
          <a:p>
            <a:pPr marL="274320" indent="-274320" eaLnBrk="1" fontAlgn="auto" hangingPunct="1">
              <a:spcAft>
                <a:spcPts val="0"/>
              </a:spcAft>
              <a:buFont typeface="Wingdings 2"/>
              <a:buChar char=""/>
              <a:defRPr/>
            </a:pPr>
            <a:r>
              <a:rPr lang="en-US" dirty="0"/>
              <a:t>System Boot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561974" y="283500"/>
            <a:ext cx="9875520" cy="576262"/>
          </a:xfrm>
        </p:spPr>
        <p:txBody>
          <a:bodyPr>
            <a:normAutofit fontScale="90000"/>
          </a:bodyPr>
          <a:lstStyle/>
          <a:p>
            <a:pPr eaLnBrk="1" fontAlgn="auto" hangingPunct="1">
              <a:spcAft>
                <a:spcPts val="0"/>
              </a:spcAft>
              <a:defRPr/>
            </a:pPr>
            <a:r>
              <a:rPr lang="en-US" dirty="0">
                <a:solidFill>
                  <a:schemeClr val="accent3">
                    <a:shade val="75000"/>
                  </a:schemeClr>
                </a:solidFill>
              </a:rPr>
              <a:t>Objectives</a:t>
            </a:r>
          </a:p>
        </p:txBody>
      </p:sp>
      <p:sp>
        <p:nvSpPr>
          <p:cNvPr id="21507" name="Rectangle 3"/>
          <p:cNvSpPr>
            <a:spLocks noGrp="1" noChangeArrowheads="1"/>
          </p:cNvSpPr>
          <p:nvPr>
            <p:ph type="body" idx="4294967295"/>
          </p:nvPr>
        </p:nvSpPr>
        <p:spPr>
          <a:xfrm>
            <a:off x="861060" y="1317627"/>
            <a:ext cx="9277351" cy="4530725"/>
          </a:xfrm>
        </p:spPr>
        <p:txBody>
          <a:bodyPr/>
          <a:lstStyle/>
          <a:p>
            <a:pPr eaLnBrk="1" hangingPunct="1"/>
            <a:r>
              <a:rPr lang="en-US" dirty="0"/>
              <a:t>To describe the services an operating system provides to users, processes, and other systems</a:t>
            </a:r>
          </a:p>
          <a:p>
            <a:pPr eaLnBrk="1" hangingPunct="1"/>
            <a:endParaRPr lang="en-US" sz="800" dirty="0"/>
          </a:p>
          <a:p>
            <a:pPr eaLnBrk="1" hangingPunct="1"/>
            <a:r>
              <a:rPr lang="en-US" dirty="0"/>
              <a:t>To discuss the various ways of structuring an operating system</a:t>
            </a:r>
          </a:p>
          <a:p>
            <a:pPr eaLnBrk="1" hangingPunct="1"/>
            <a:endParaRPr lang="en-US" sz="800" dirty="0"/>
          </a:p>
          <a:p>
            <a:pPr eaLnBrk="1" hangingPunct="1"/>
            <a:r>
              <a:rPr lang="en-US" dirty="0"/>
              <a:t>To explain how operating systems are installed and customized and how they boot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27737" y="201613"/>
            <a:ext cx="9437371" cy="576262"/>
          </a:xfrm>
        </p:spPr>
        <p:txBody>
          <a:bodyPr>
            <a:normAutofit fontScale="90000"/>
          </a:bodyPr>
          <a:lstStyle/>
          <a:p>
            <a:pPr eaLnBrk="1" fontAlgn="auto" hangingPunct="1">
              <a:spcAft>
                <a:spcPts val="0"/>
              </a:spcAft>
              <a:defRPr/>
            </a:pPr>
            <a:r>
              <a:rPr lang="en-US" b="1" dirty="0">
                <a:solidFill>
                  <a:srgbClr val="FF0000"/>
                </a:solidFill>
              </a:rPr>
              <a:t>Operating System Services</a:t>
            </a:r>
          </a:p>
        </p:txBody>
      </p:sp>
      <p:sp>
        <p:nvSpPr>
          <p:cNvPr id="21507" name="Rectangle 3"/>
          <p:cNvSpPr>
            <a:spLocks noGrp="1" noChangeArrowheads="1"/>
          </p:cNvSpPr>
          <p:nvPr>
            <p:ph type="body" idx="4294967295"/>
          </p:nvPr>
        </p:nvSpPr>
        <p:spPr>
          <a:xfrm>
            <a:off x="805418" y="1224603"/>
            <a:ext cx="9404985" cy="4865688"/>
          </a:xfrm>
        </p:spPr>
        <p:txBody>
          <a:bodyPr>
            <a:normAutofit fontScale="92500"/>
          </a:bodyPr>
          <a:lstStyle/>
          <a:p>
            <a:pPr marL="274320" indent="-274320" eaLnBrk="1" fontAlgn="auto" hangingPunct="1">
              <a:spcAft>
                <a:spcPts val="0"/>
              </a:spcAft>
              <a:buFont typeface="Wingdings 2"/>
              <a:buChar char=""/>
              <a:defRPr/>
            </a:pPr>
            <a:r>
              <a:rPr lang="en-US" dirty="0"/>
              <a:t>One set of operating-system services provides functions that are helpful to the user:</a:t>
            </a:r>
          </a:p>
          <a:p>
            <a:pPr marL="548640" lvl="1" indent="-274320" eaLnBrk="1" fontAlgn="auto" hangingPunct="1">
              <a:spcAft>
                <a:spcPts val="0"/>
              </a:spcAft>
              <a:buFont typeface="Wingdings"/>
              <a:buChar char=""/>
              <a:defRPr/>
            </a:pPr>
            <a:r>
              <a:rPr lang="en-US" b="1" dirty="0">
                <a:solidFill>
                  <a:srgbClr val="FF0000"/>
                </a:solidFill>
              </a:rPr>
              <a:t>User interface </a:t>
            </a:r>
            <a:r>
              <a:rPr lang="en-US" dirty="0"/>
              <a:t>- </a:t>
            </a:r>
            <a:r>
              <a:rPr lang="en-US" dirty="0">
                <a:solidFill>
                  <a:schemeClr val="tx1"/>
                </a:solidFill>
              </a:rPr>
              <a:t>Almost all operating systems have a user interface (UI)</a:t>
            </a:r>
          </a:p>
          <a:p>
            <a:pPr marL="822960" lvl="2" eaLnBrk="1" fontAlgn="auto" hangingPunct="1">
              <a:spcAft>
                <a:spcPts val="0"/>
              </a:spcAft>
              <a:buClr>
                <a:schemeClr val="accent3"/>
              </a:buClr>
              <a:buFont typeface="Wingdings 2"/>
              <a:buChar char=""/>
              <a:defRPr/>
            </a:pPr>
            <a:r>
              <a:rPr lang="en-US" dirty="0"/>
              <a:t>Varies between </a:t>
            </a:r>
            <a:r>
              <a:rPr lang="en-US" b="1" dirty="0">
                <a:solidFill>
                  <a:srgbClr val="3366FF"/>
                </a:solidFill>
              </a:rPr>
              <a:t>Command-Line (CLI)</a:t>
            </a:r>
            <a:r>
              <a:rPr lang="en-US" dirty="0"/>
              <a:t>, </a:t>
            </a:r>
            <a:r>
              <a:rPr lang="en-US" b="1" dirty="0">
                <a:solidFill>
                  <a:srgbClr val="3366FF"/>
                </a:solidFill>
              </a:rPr>
              <a:t>Graphics User Interface (GUI)</a:t>
            </a:r>
            <a:r>
              <a:rPr lang="en-US" dirty="0"/>
              <a:t>,</a:t>
            </a:r>
            <a:r>
              <a:rPr lang="en-US" b="1" dirty="0">
                <a:solidFill>
                  <a:srgbClr val="3366FF"/>
                </a:solidFill>
              </a:rPr>
              <a:t> Batch Interface.</a:t>
            </a:r>
          </a:p>
          <a:p>
            <a:pPr marL="548640" lvl="1" indent="-274320" eaLnBrk="1" fontAlgn="auto" hangingPunct="1">
              <a:spcAft>
                <a:spcPts val="0"/>
              </a:spcAft>
              <a:buFont typeface="Wingdings"/>
              <a:buChar char=""/>
              <a:defRPr/>
            </a:pPr>
            <a:r>
              <a:rPr lang="en-US" b="1" dirty="0">
                <a:solidFill>
                  <a:srgbClr val="FF0000"/>
                </a:solidFill>
              </a:rPr>
              <a:t>Program execution </a:t>
            </a:r>
            <a:r>
              <a:rPr lang="en-US" dirty="0"/>
              <a:t>- </a:t>
            </a:r>
            <a:r>
              <a:rPr lang="en-US" dirty="0">
                <a:solidFill>
                  <a:schemeClr val="tx1"/>
                </a:solidFill>
              </a:rPr>
              <a:t>The system must be able to load a program into memory and to run that program, end execution, either normally or abnormally (indicating error)</a:t>
            </a:r>
          </a:p>
          <a:p>
            <a:pPr marL="548640" lvl="1" indent="-274320" eaLnBrk="1" fontAlgn="auto" hangingPunct="1">
              <a:spcAft>
                <a:spcPts val="0"/>
              </a:spcAft>
              <a:buFont typeface="Wingdings"/>
              <a:buChar char=""/>
              <a:defRPr/>
            </a:pPr>
            <a:r>
              <a:rPr lang="en-US" b="1" dirty="0">
                <a:solidFill>
                  <a:srgbClr val="FF0000"/>
                </a:solidFill>
              </a:rPr>
              <a:t>I/O operations </a:t>
            </a:r>
            <a:r>
              <a:rPr lang="en-US" dirty="0"/>
              <a:t>-  </a:t>
            </a:r>
            <a:r>
              <a:rPr lang="en-US" dirty="0">
                <a:solidFill>
                  <a:schemeClr val="tx1"/>
                </a:solidFill>
              </a:rPr>
              <a:t>A running program may require I/O, which may involve a file or an I/O device </a:t>
            </a:r>
          </a:p>
          <a:p>
            <a:pPr marL="548640" lvl="1" indent="-274320" eaLnBrk="1" fontAlgn="auto" hangingPunct="1">
              <a:spcAft>
                <a:spcPts val="0"/>
              </a:spcAft>
              <a:buFont typeface="Wingdings"/>
              <a:buChar char=""/>
              <a:defRPr/>
            </a:pPr>
            <a:r>
              <a:rPr lang="en-US" b="1" dirty="0">
                <a:solidFill>
                  <a:srgbClr val="FF0000"/>
                </a:solidFill>
              </a:rPr>
              <a:t>File-system manipulation </a:t>
            </a:r>
            <a:r>
              <a:rPr lang="en-US" dirty="0">
                <a:solidFill>
                  <a:schemeClr val="tx1"/>
                </a:solidFill>
              </a:rPr>
              <a:t>-  The file system is of particular interest. Obviously, programs need to read and write files and directories, create and delete them, search them, list file Information, permission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a:xfrm>
            <a:off x="1097280" y="201613"/>
            <a:ext cx="9875520" cy="576262"/>
          </a:xfrm>
        </p:spPr>
        <p:txBody>
          <a:bodyPr>
            <a:normAutofit fontScale="90000"/>
          </a:bodyPr>
          <a:lstStyle/>
          <a:p>
            <a:pPr eaLnBrk="1" fontAlgn="auto" hangingPunct="1">
              <a:spcAft>
                <a:spcPts val="0"/>
              </a:spcAft>
              <a:defRPr/>
            </a:pPr>
            <a:r>
              <a:rPr lang="en-US">
                <a:solidFill>
                  <a:schemeClr val="accent3">
                    <a:shade val="75000"/>
                  </a:schemeClr>
                </a:solidFill>
              </a:rPr>
              <a:t>A View of Operating System Services</a:t>
            </a:r>
          </a:p>
        </p:txBody>
      </p:sp>
      <p:pic>
        <p:nvPicPr>
          <p:cNvPr id="25603" name="Picture 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091" y="1601790"/>
            <a:ext cx="8662035"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1173481" y="192088"/>
            <a:ext cx="9462135" cy="660400"/>
          </a:xfrm>
        </p:spPr>
        <p:txBody>
          <a:bodyPr/>
          <a:lstStyle/>
          <a:p>
            <a:pPr eaLnBrk="1" hangingPunct="1"/>
            <a:r>
              <a:rPr lang="en-US">
                <a:solidFill>
                  <a:srgbClr val="0070C0"/>
                </a:solidFill>
              </a:rPr>
              <a:t>Operating System Services (Cont.)</a:t>
            </a:r>
          </a:p>
        </p:txBody>
      </p:sp>
      <p:sp>
        <p:nvSpPr>
          <p:cNvPr id="25603" name="Rectangle 3"/>
          <p:cNvSpPr>
            <a:spLocks noGrp="1" noChangeArrowheads="1"/>
          </p:cNvSpPr>
          <p:nvPr>
            <p:ph type="body" idx="4294967295"/>
          </p:nvPr>
        </p:nvSpPr>
        <p:spPr>
          <a:xfrm>
            <a:off x="760095" y="1055688"/>
            <a:ext cx="9875520" cy="5183187"/>
          </a:xfrm>
        </p:spPr>
        <p:txBody>
          <a:bodyPr>
            <a:normAutofit/>
          </a:bodyPr>
          <a:lstStyle/>
          <a:p>
            <a:pPr marL="274320" indent="-274320" eaLnBrk="1" fontAlgn="auto" hangingPunct="1">
              <a:spcAft>
                <a:spcPts val="0"/>
              </a:spcAft>
              <a:buFont typeface="Wingdings 2"/>
              <a:buChar char=""/>
              <a:defRPr/>
            </a:pPr>
            <a:r>
              <a:rPr lang="en-US" dirty="0"/>
              <a:t>One set of operating-system services provides functions that are helpful to the user (cont.):</a:t>
            </a:r>
          </a:p>
          <a:p>
            <a:pPr marL="548640" lvl="1" indent="-274320" eaLnBrk="1" fontAlgn="auto" hangingPunct="1">
              <a:spcAft>
                <a:spcPts val="0"/>
              </a:spcAft>
              <a:buFont typeface="Wingdings"/>
              <a:buChar char=""/>
              <a:defRPr/>
            </a:pPr>
            <a:r>
              <a:rPr lang="en-US" dirty="0">
                <a:solidFill>
                  <a:srgbClr val="FF0000"/>
                </a:solidFill>
              </a:rPr>
              <a:t>Communications </a:t>
            </a:r>
            <a:r>
              <a:rPr lang="en-US" dirty="0"/>
              <a:t>– Processes may exchange information, on the same computer or between computers over a network</a:t>
            </a:r>
          </a:p>
          <a:p>
            <a:pPr marL="822960" lvl="2" eaLnBrk="1" fontAlgn="auto" hangingPunct="1">
              <a:spcAft>
                <a:spcPts val="0"/>
              </a:spcAft>
              <a:buClr>
                <a:schemeClr val="accent3"/>
              </a:buClr>
              <a:buFont typeface="Wingdings 2"/>
              <a:buChar char=""/>
              <a:defRPr/>
            </a:pPr>
            <a:r>
              <a:rPr lang="en-US" dirty="0"/>
              <a:t>Communications may be via shared memory or through message passing (packets moved by the OS)</a:t>
            </a:r>
          </a:p>
          <a:p>
            <a:pPr marL="548640" lvl="1" indent="-274320" eaLnBrk="1" fontAlgn="auto" hangingPunct="1">
              <a:spcAft>
                <a:spcPts val="0"/>
              </a:spcAft>
              <a:buFont typeface="Wingdings"/>
              <a:buChar char=""/>
              <a:defRPr/>
            </a:pPr>
            <a:r>
              <a:rPr lang="en-US" dirty="0">
                <a:solidFill>
                  <a:srgbClr val="FF0000"/>
                </a:solidFill>
              </a:rPr>
              <a:t>Error detection </a:t>
            </a:r>
            <a:r>
              <a:rPr lang="en-US" dirty="0"/>
              <a:t>– OS needs to be constantly aware of possible errors</a:t>
            </a:r>
          </a:p>
          <a:p>
            <a:pPr marL="822960" lvl="2" eaLnBrk="1" fontAlgn="auto" hangingPunct="1">
              <a:spcAft>
                <a:spcPts val="0"/>
              </a:spcAft>
              <a:buClr>
                <a:schemeClr val="accent3"/>
              </a:buClr>
              <a:buFont typeface="Wingdings 2"/>
              <a:buChar char=""/>
              <a:defRPr/>
            </a:pPr>
            <a:r>
              <a:rPr lang="en-US" dirty="0"/>
              <a:t>May occur in the CPU and memory hardware, in I/O devices, in user program</a:t>
            </a:r>
          </a:p>
          <a:p>
            <a:pPr marL="822960" lvl="2" eaLnBrk="1" fontAlgn="auto" hangingPunct="1">
              <a:spcAft>
                <a:spcPts val="0"/>
              </a:spcAft>
              <a:buClr>
                <a:schemeClr val="accent3"/>
              </a:buClr>
              <a:buFont typeface="Wingdings 2"/>
              <a:buChar char=""/>
              <a:defRPr/>
            </a:pPr>
            <a:r>
              <a:rPr lang="en-US" dirty="0"/>
              <a:t>For each type of error, OS should take the appropriate action to ensure correct and consistent computing</a:t>
            </a:r>
          </a:p>
          <a:p>
            <a:pPr marL="822960" lvl="2" eaLnBrk="1" fontAlgn="auto" hangingPunct="1">
              <a:spcAft>
                <a:spcPts val="0"/>
              </a:spcAft>
              <a:buClr>
                <a:schemeClr val="accent3"/>
              </a:buClr>
              <a:buFont typeface="Wingdings 2"/>
              <a:buChar char=""/>
              <a:defRPr/>
            </a:pPr>
            <a:r>
              <a:rPr lang="en-US" dirty="0"/>
              <a:t>Debugging facilities can greatly enhance the user’s and programmer’s abilities to efficiently use the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809626" y="903288"/>
            <a:ext cx="9707880" cy="5624512"/>
          </a:xfrm>
        </p:spPr>
        <p:txBody>
          <a:bodyPr/>
          <a:lstStyle/>
          <a:p>
            <a:pPr lvl="1" eaLnBrk="1" hangingPunct="1">
              <a:lnSpc>
                <a:spcPct val="90000"/>
              </a:lnSpc>
            </a:pPr>
            <a:r>
              <a:rPr lang="en-US" sz="2000" b="1" dirty="0">
                <a:solidFill>
                  <a:srgbClr val="FF0000"/>
                </a:solidFill>
                <a:latin typeface="Times New Roman" panose="02020603050405020304" pitchFamily="18" charset="0"/>
                <a:cs typeface="Times New Roman" panose="02020603050405020304" pitchFamily="18" charset="0"/>
              </a:rPr>
              <a:t>Resource allocation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When  multiple users or multiple jobs running concurrently, resources must be allocated to each of them</a:t>
            </a:r>
          </a:p>
          <a:p>
            <a:pPr lvl="2" eaLnBrk="1" hangingPunct="1">
              <a:lnSpc>
                <a:spcPct val="90000"/>
              </a:lnSpc>
            </a:pPr>
            <a:r>
              <a:rPr lang="en-US" dirty="0">
                <a:latin typeface="Times New Roman" panose="02020603050405020304" pitchFamily="18" charset="0"/>
                <a:cs typeface="Times New Roman" panose="02020603050405020304" pitchFamily="18" charset="0"/>
              </a:rPr>
              <a:t>Many types of resources -  Some (such as CPU cycles, main memory, and file storage) may have special allocation code, others (such as I/O devices) may have general request and release code </a:t>
            </a:r>
          </a:p>
          <a:p>
            <a:pPr lvl="1" eaLnBrk="1" hangingPunct="1">
              <a:lnSpc>
                <a:spcPct val="90000"/>
              </a:lnSpc>
            </a:pPr>
            <a:r>
              <a:rPr lang="en-US" sz="2000" b="1" dirty="0">
                <a:solidFill>
                  <a:srgbClr val="FF0000"/>
                </a:solidFill>
                <a:latin typeface="Times New Roman" panose="02020603050405020304" pitchFamily="18" charset="0"/>
                <a:cs typeface="Times New Roman" panose="02020603050405020304" pitchFamily="18" charset="0"/>
              </a:rPr>
              <a:t>Accounting </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To keep track of which users use how much and what kinds of computer resources</a:t>
            </a:r>
          </a:p>
          <a:p>
            <a:pPr lvl="1" eaLnBrk="1" hangingPunct="1">
              <a:lnSpc>
                <a:spcPct val="90000"/>
              </a:lnSpc>
            </a:pPr>
            <a:r>
              <a:rPr lang="en-US" sz="2000" b="1" dirty="0">
                <a:solidFill>
                  <a:srgbClr val="FF0000"/>
                </a:solidFill>
                <a:latin typeface="Times New Roman" panose="02020603050405020304" pitchFamily="18" charset="0"/>
                <a:cs typeface="Times New Roman" panose="02020603050405020304" pitchFamily="18" charset="0"/>
              </a:rPr>
              <a:t>Protection and security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owners of information stored in a multiuser or networked computer system may want to control use of that information, concurrent processes should not interfere with each other</a:t>
            </a:r>
          </a:p>
          <a:p>
            <a:pPr lvl="2" eaLnBrk="1" hangingPunct="1">
              <a:lnSpc>
                <a:spcPct val="90000"/>
              </a:lnSpc>
            </a:pPr>
            <a:r>
              <a:rPr lang="en-US" b="1" dirty="0">
                <a:latin typeface="Times New Roman" panose="02020603050405020304" pitchFamily="18" charset="0"/>
                <a:cs typeface="Times New Roman" panose="02020603050405020304" pitchFamily="18" charset="0"/>
              </a:rPr>
              <a:t>Protection</a:t>
            </a:r>
            <a:r>
              <a:rPr lang="en-US" dirty="0">
                <a:latin typeface="Times New Roman" panose="02020603050405020304" pitchFamily="18" charset="0"/>
                <a:cs typeface="Times New Roman" panose="02020603050405020304" pitchFamily="18" charset="0"/>
              </a:rPr>
              <a:t> involves ensuring that all access to system resources is controlled</a:t>
            </a:r>
          </a:p>
          <a:p>
            <a:pPr lvl="2" eaLnBrk="1" hangingPunct="1">
              <a:lnSpc>
                <a:spcPct val="90000"/>
              </a:lnSpc>
            </a:pPr>
            <a:r>
              <a:rPr lang="en-US" b="1" dirty="0">
                <a:latin typeface="Times New Roman" panose="02020603050405020304" pitchFamily="18" charset="0"/>
                <a:cs typeface="Times New Roman" panose="02020603050405020304" pitchFamily="18" charset="0"/>
              </a:rPr>
              <a:t>Security</a:t>
            </a:r>
            <a:r>
              <a:rPr lang="en-US" dirty="0">
                <a:latin typeface="Times New Roman" panose="02020603050405020304" pitchFamily="18" charset="0"/>
                <a:cs typeface="Times New Roman" panose="02020603050405020304" pitchFamily="18" charset="0"/>
              </a:rPr>
              <a:t> of the system from outsiders requires user authentication, extends to defending external I/O devices from invalid access attempts</a:t>
            </a:r>
          </a:p>
          <a:p>
            <a:pPr lvl="2" eaLnBrk="1" hangingPunct="1">
              <a:lnSpc>
                <a:spcPct val="90000"/>
              </a:lnSpc>
            </a:pPr>
            <a:r>
              <a:rPr lang="en-US" dirty="0">
                <a:latin typeface="Times New Roman" panose="02020603050405020304" pitchFamily="18" charset="0"/>
                <a:cs typeface="Times New Roman" panose="02020603050405020304" pitchFamily="18" charset="0"/>
              </a:rPr>
              <a:t>If a system is to be protected and secure, precautions must be instituted throughout it. A chain is only as strong as its weakest link.</a:t>
            </a:r>
          </a:p>
          <a:p>
            <a:pPr eaLnBrk="1" hangingPunct="1">
              <a:lnSpc>
                <a:spcPct val="90000"/>
              </a:lnSpc>
            </a:pPr>
            <a:endParaRPr lang="en-US" sz="1600" dirty="0"/>
          </a:p>
        </p:txBody>
      </p:sp>
      <p:sp>
        <p:nvSpPr>
          <p:cNvPr id="29699" name="Rectangle 2"/>
          <p:cNvSpPr>
            <a:spLocks noChangeArrowheads="1"/>
          </p:cNvSpPr>
          <p:nvPr/>
        </p:nvSpPr>
        <p:spPr bwMode="auto">
          <a:xfrm>
            <a:off x="1116331" y="117475"/>
            <a:ext cx="946213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sz="3200" b="1">
                <a:solidFill>
                  <a:srgbClr val="D03200"/>
                </a:solidFill>
                <a:latin typeface="Arial" panose="020B0604020202020204" pitchFamily="34" charset="0"/>
              </a:rPr>
              <a:t>Operating System Services (Cont.)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527686" y="220663"/>
            <a:ext cx="9875520" cy="576262"/>
          </a:xfrm>
        </p:spPr>
        <p:txBody>
          <a:bodyPr/>
          <a:lstStyle/>
          <a:p>
            <a:pPr eaLnBrk="1" hangingPunct="1"/>
            <a:r>
              <a:rPr lang="en-US" sz="3600">
                <a:solidFill>
                  <a:srgbClr val="0070C0"/>
                </a:solidFill>
              </a:rPr>
              <a:t>System Calls</a:t>
            </a:r>
          </a:p>
        </p:txBody>
      </p:sp>
      <p:sp>
        <p:nvSpPr>
          <p:cNvPr id="37891" name="Rectangle 3"/>
          <p:cNvSpPr>
            <a:spLocks noGrp="1" noChangeArrowheads="1"/>
          </p:cNvSpPr>
          <p:nvPr>
            <p:ph type="body" idx="4294967295"/>
          </p:nvPr>
        </p:nvSpPr>
        <p:spPr>
          <a:xfrm>
            <a:off x="659131" y="1023938"/>
            <a:ext cx="9614535" cy="5465762"/>
          </a:xfrm>
        </p:spPr>
        <p:txBody>
          <a:bodyPr>
            <a:normAutofit fontScale="85000" lnSpcReduction="20000"/>
          </a:bodyPr>
          <a:lstStyle/>
          <a:p>
            <a:pPr marL="274320" indent="-274320" algn="just" eaLnBrk="1" fontAlgn="auto" hangingPunct="1">
              <a:spcAft>
                <a:spcPts val="0"/>
              </a:spcAft>
              <a:buFont typeface="Wingdings 2"/>
              <a:buChar char=""/>
              <a:defRPr/>
            </a:pPr>
            <a:r>
              <a:rPr lang="en-US" sz="3400" b="1" i="1" dirty="0">
                <a:solidFill>
                  <a:srgbClr val="FF0000"/>
                </a:solidFill>
              </a:rPr>
              <a:t>System Calls </a:t>
            </a:r>
            <a:r>
              <a:rPr lang="en-US" sz="3400" i="1" dirty="0"/>
              <a:t>provide  programming interface for user processes to request the services from the system made available by the OS.</a:t>
            </a:r>
          </a:p>
          <a:p>
            <a:pPr marL="0" indent="0" eaLnBrk="1" fontAlgn="auto" hangingPunct="1">
              <a:spcAft>
                <a:spcPts val="0"/>
              </a:spcAft>
              <a:buFont typeface="Wingdings 2" panose="05020102010507070707" pitchFamily="18" charset="2"/>
              <a:buNone/>
              <a:defRPr/>
            </a:pPr>
            <a:endParaRPr lang="en-US" dirty="0"/>
          </a:p>
          <a:p>
            <a:pPr marL="274320" indent="-274320" eaLnBrk="1" fontAlgn="auto" hangingPunct="1">
              <a:spcAft>
                <a:spcPts val="0"/>
              </a:spcAft>
              <a:buFont typeface="Wingdings 2"/>
              <a:buChar char=""/>
              <a:defRPr/>
            </a:pPr>
            <a:r>
              <a:rPr lang="en-US" b="1" dirty="0">
                <a:solidFill>
                  <a:srgbClr val="FF0000"/>
                </a:solidFill>
              </a:rPr>
              <a:t>System calls</a:t>
            </a:r>
            <a:r>
              <a:rPr lang="en-US" dirty="0">
                <a:solidFill>
                  <a:srgbClr val="FF0000"/>
                </a:solidFill>
              </a:rPr>
              <a:t> allow user-level processes to request services of the </a:t>
            </a:r>
            <a:r>
              <a:rPr lang="en-US" b="1" dirty="0">
                <a:solidFill>
                  <a:srgbClr val="FF0000"/>
                </a:solidFill>
              </a:rPr>
              <a:t>operating</a:t>
            </a:r>
            <a:r>
              <a:rPr lang="en-US" dirty="0">
                <a:solidFill>
                  <a:srgbClr val="FF0000"/>
                </a:solidFill>
              </a:rPr>
              <a:t> </a:t>
            </a:r>
            <a:r>
              <a:rPr lang="en-US" b="1" dirty="0">
                <a:solidFill>
                  <a:srgbClr val="FF0000"/>
                </a:solidFill>
              </a:rPr>
              <a:t>system</a:t>
            </a:r>
            <a:endParaRPr lang="en-US" dirty="0">
              <a:solidFill>
                <a:srgbClr val="FF0000"/>
              </a:solidFill>
            </a:endParaRP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Typically written in a high-level language (C or C++)</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Mostly accessed by programs via a high-level </a:t>
            </a:r>
            <a:r>
              <a:rPr lang="en-US" b="1" dirty="0">
                <a:solidFill>
                  <a:srgbClr val="3366FF"/>
                </a:solidFill>
              </a:rPr>
              <a:t>Application Program Interface (API)</a:t>
            </a:r>
            <a:r>
              <a:rPr lang="en-US" dirty="0">
                <a:solidFill>
                  <a:srgbClr val="3366FF"/>
                </a:solidFill>
              </a:rPr>
              <a:t> </a:t>
            </a:r>
            <a:r>
              <a:rPr lang="en-US" dirty="0"/>
              <a:t>rather than direct system call use</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Three most common APIs are Win32 API for Windows, POSIX API for POSIX-based systems (including virtually all versions of UNIX, Linux, and Mac OS X), and Java API for the Java virtual machine (JVM)</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solidFill>
                  <a:srgbClr val="FF0000"/>
                </a:solidFill>
              </a:rPr>
              <a:t>Why use APIs rather than system calls?</a:t>
            </a:r>
            <a:br>
              <a:rPr lang="en-US" dirty="0"/>
            </a:br>
            <a:br>
              <a:rPr lang="en-US" dirty="0"/>
            </a:br>
            <a:endParaRPr lang="en-US" dirty="0"/>
          </a:p>
          <a:p>
            <a:pPr marL="274320" indent="-274320" eaLnBrk="1" fontAlgn="auto" hangingPunct="1">
              <a:spcAft>
                <a:spcPts val="0"/>
              </a:spcAft>
              <a:buFont typeface="Wingdings" pitchFamily="2" charset="2"/>
              <a:buNone/>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defRPr/>
            </a:pPr>
            <a:r>
              <a:rPr lang="en-US" sz="3200" dirty="0">
                <a:solidFill>
                  <a:srgbClr val="0070C0"/>
                </a:solidFill>
              </a:rPr>
              <a:t>System Calls and API (Def.)</a:t>
            </a:r>
            <a:endParaRPr lang="en-US" dirty="0"/>
          </a:p>
        </p:txBody>
      </p:sp>
      <p:sp>
        <p:nvSpPr>
          <p:cNvPr id="41987" name="Content Placeholder 2"/>
          <p:cNvSpPr>
            <a:spLocks noGrp="1"/>
          </p:cNvSpPr>
          <p:nvPr>
            <p:ph sz="quarter" idx="1"/>
          </p:nvPr>
        </p:nvSpPr>
        <p:spPr>
          <a:xfrm>
            <a:off x="523875" y="1466851"/>
            <a:ext cx="10079354" cy="5002213"/>
          </a:xfrm>
          <a:solidFill>
            <a:schemeClr val="bg1"/>
          </a:solidFill>
          <a:ln>
            <a:solidFill>
              <a:schemeClr val="bg1"/>
            </a:solidFill>
            <a:miter lim="800000"/>
            <a:headEnd/>
            <a:tailEnd/>
          </a:ln>
        </p:spPr>
        <p:txBody>
          <a:bodyPr/>
          <a:lstStyle/>
          <a:p>
            <a:pPr>
              <a:defRPr/>
            </a:pPr>
            <a:r>
              <a:rPr lang="en-US" i="1" dirty="0"/>
              <a:t>A </a:t>
            </a:r>
            <a:r>
              <a:rPr lang="en-US" i="1" dirty="0">
                <a:solidFill>
                  <a:srgbClr val="FF0000"/>
                </a:solidFill>
              </a:rPr>
              <a:t>System Call </a:t>
            </a:r>
            <a:r>
              <a:rPr lang="en-US" i="1" dirty="0"/>
              <a:t>is an explicit request to the kernel made via a software interrupt by OS  from user processes. </a:t>
            </a:r>
          </a:p>
          <a:p>
            <a:pPr>
              <a:defRPr/>
            </a:pPr>
            <a:endParaRPr lang="en-US" i="1" dirty="0"/>
          </a:p>
          <a:p>
            <a:pPr marL="0" indent="0">
              <a:buFont typeface="Wingdings 2" panose="05020102010507070707" pitchFamily="18" charset="2"/>
              <a:buNone/>
              <a:defRPr/>
            </a:pPr>
            <a:endParaRPr lang="en-US" i="1" dirty="0"/>
          </a:p>
          <a:p>
            <a:pPr>
              <a:defRPr/>
            </a:pPr>
            <a:r>
              <a:rPr lang="en-US" i="1" dirty="0">
                <a:solidFill>
                  <a:srgbClr val="FF0000"/>
                </a:solidFill>
              </a:rPr>
              <a:t>Application Programming Interface (API) </a:t>
            </a:r>
            <a:r>
              <a:rPr lang="en-US" i="1" dirty="0"/>
              <a:t>is a set of functions, objects, protocols or data structures for the support of application development for  developers/programmers.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600" dirty="0">
                <a:solidFill>
                  <a:srgbClr val="0070C0"/>
                </a:solidFill>
              </a:rPr>
              <a:t>API (Def.)</a:t>
            </a:r>
            <a:endParaRPr lang="en-US" dirty="0"/>
          </a:p>
        </p:txBody>
      </p:sp>
      <p:sp>
        <p:nvSpPr>
          <p:cNvPr id="3" name="Content Placeholder 2"/>
          <p:cNvSpPr>
            <a:spLocks noGrp="1"/>
          </p:cNvSpPr>
          <p:nvPr>
            <p:ph sz="quarter" idx="1"/>
          </p:nvPr>
        </p:nvSpPr>
        <p:spPr>
          <a:xfrm>
            <a:off x="361949" y="1527175"/>
            <a:ext cx="10205086" cy="4572000"/>
          </a:xfrm>
          <a:solidFill>
            <a:schemeClr val="bg1"/>
          </a:solidFill>
        </p:spPr>
        <p:txBody>
          <a:bodyPr/>
          <a:lstStyle/>
          <a:p>
            <a:pPr>
              <a:defRPr/>
            </a:pPr>
            <a:r>
              <a:rPr lang="en-US" i="1" dirty="0">
                <a:solidFill>
                  <a:srgbClr val="FF0000"/>
                </a:solidFill>
              </a:rPr>
              <a:t>Operating Systems provide a library (or high-level Application Program Interface or API) that sits between normal programs and the rest of the operating system.</a:t>
            </a:r>
          </a:p>
          <a:p>
            <a:pPr marL="0" indent="0">
              <a:buFont typeface="Wingdings 2" panose="05020102010507070707" pitchFamily="18" charset="2"/>
              <a:buNone/>
              <a:defRPr/>
            </a:pPr>
            <a:endParaRPr lang="en-US" i="1" dirty="0">
              <a:solidFill>
                <a:srgbClr val="002060"/>
              </a:solidFill>
            </a:endParaRPr>
          </a:p>
          <a:p>
            <a:pPr>
              <a:defRPr/>
            </a:pPr>
            <a:r>
              <a:rPr lang="en-US" i="1" dirty="0"/>
              <a:t>This library handles the low-level details of passing information to the kernel and switching to supervisor mode,</a:t>
            </a:r>
          </a:p>
          <a:p>
            <a:pPr marL="0" indent="0">
              <a:buFont typeface="Wingdings 2" panose="05020102010507070707" pitchFamily="18" charset="2"/>
              <a:buNone/>
              <a:defRPr/>
            </a:pPr>
            <a:endParaRPr lang="en-US" dirty="0"/>
          </a:p>
          <a:p>
            <a:pPr marL="0" indent="0">
              <a:buFont typeface="Wingdings 2" panose="05020102010507070707" pitchFamily="18" charset="2"/>
              <a:buNone/>
              <a:defRPr/>
            </a:pPr>
            <a:endParaRPr lang="en-US"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150620" y="230188"/>
            <a:ext cx="9384031" cy="576262"/>
          </a:xfrm>
        </p:spPr>
        <p:txBody>
          <a:bodyPr>
            <a:normAutofit fontScale="90000"/>
          </a:bodyPr>
          <a:lstStyle/>
          <a:p>
            <a:pPr eaLnBrk="1" fontAlgn="auto" hangingPunct="1">
              <a:spcAft>
                <a:spcPts val="0"/>
              </a:spcAft>
              <a:defRPr/>
            </a:pPr>
            <a:r>
              <a:rPr lang="en-US" dirty="0">
                <a:solidFill>
                  <a:srgbClr val="0070C0"/>
                </a:solidFill>
              </a:rPr>
              <a:t>Example of System Calls</a:t>
            </a:r>
          </a:p>
        </p:txBody>
      </p:sp>
      <p:sp>
        <p:nvSpPr>
          <p:cNvPr id="45059" name="Rectangle 5"/>
          <p:cNvSpPr>
            <a:spLocks noGrp="1" noChangeArrowheads="1"/>
          </p:cNvSpPr>
          <p:nvPr>
            <p:ph type="body" idx="4294967295"/>
          </p:nvPr>
        </p:nvSpPr>
        <p:spPr>
          <a:xfrm>
            <a:off x="674370" y="1344615"/>
            <a:ext cx="9277351" cy="4530725"/>
          </a:xfrm>
        </p:spPr>
        <p:txBody>
          <a:bodyPr/>
          <a:lstStyle/>
          <a:p>
            <a:pPr eaLnBrk="1" hangingPunct="1"/>
            <a:r>
              <a:rPr lang="en-US"/>
              <a:t>System call sequence to copy the contents of one file to another file</a:t>
            </a:r>
          </a:p>
        </p:txBody>
      </p:sp>
      <p:pic>
        <p:nvPicPr>
          <p:cNvPr id="45060" name="Picture 5"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836" y="2463802"/>
            <a:ext cx="6926580" cy="384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948690" y="230188"/>
            <a:ext cx="9551671" cy="576262"/>
          </a:xfrm>
        </p:spPr>
        <p:txBody>
          <a:bodyPr>
            <a:normAutofit fontScale="90000"/>
          </a:bodyPr>
          <a:lstStyle/>
          <a:p>
            <a:pPr eaLnBrk="1" fontAlgn="auto" hangingPunct="1">
              <a:spcAft>
                <a:spcPts val="0"/>
              </a:spcAft>
              <a:defRPr/>
            </a:pPr>
            <a:r>
              <a:rPr lang="en-US" dirty="0">
                <a:solidFill>
                  <a:srgbClr val="0070C0"/>
                </a:solidFill>
              </a:rPr>
              <a:t>System Call Implementation</a:t>
            </a:r>
          </a:p>
        </p:txBody>
      </p:sp>
      <p:sp>
        <p:nvSpPr>
          <p:cNvPr id="44035" name="Rectangle 3"/>
          <p:cNvSpPr>
            <a:spLocks noGrp="1" noChangeArrowheads="1"/>
          </p:cNvSpPr>
          <p:nvPr>
            <p:ph type="body" idx="4294967295"/>
          </p:nvPr>
        </p:nvSpPr>
        <p:spPr>
          <a:xfrm>
            <a:off x="674370" y="1303338"/>
            <a:ext cx="9978391" cy="4787900"/>
          </a:xfrm>
        </p:spPr>
        <p:txBody>
          <a:bodyPr>
            <a:normAutofit lnSpcReduction="10000"/>
          </a:bodyPr>
          <a:lstStyle/>
          <a:p>
            <a:pPr marL="274320" indent="-274320" eaLnBrk="1" fontAlgn="auto" hangingPunct="1">
              <a:spcAft>
                <a:spcPts val="0"/>
              </a:spcAft>
              <a:buFont typeface="Wingdings 2"/>
              <a:buChar char=""/>
              <a:defRPr/>
            </a:pPr>
            <a:r>
              <a:rPr lang="en-US" dirty="0"/>
              <a:t>Typically, a number associated with each system call</a:t>
            </a:r>
          </a:p>
          <a:p>
            <a:pPr marL="548640" lvl="1" indent="-274320" eaLnBrk="1" fontAlgn="auto" hangingPunct="1">
              <a:spcAft>
                <a:spcPts val="0"/>
              </a:spcAft>
              <a:buFont typeface="Wingdings"/>
              <a:buChar char=""/>
              <a:defRPr/>
            </a:pPr>
            <a:r>
              <a:rPr lang="en-US" dirty="0">
                <a:solidFill>
                  <a:srgbClr val="FF0000"/>
                </a:solidFill>
              </a:rPr>
              <a:t>System-call interface maintains a table indexed according to these numbers</a:t>
            </a:r>
          </a:p>
          <a:p>
            <a:pPr marL="548640" lvl="1" indent="-274320" eaLnBrk="1" fontAlgn="auto" hangingPunct="1">
              <a:spcAft>
                <a:spcPts val="0"/>
              </a:spcAft>
              <a:buFont typeface="Wingdings"/>
              <a:buChar char=""/>
              <a:defRPr/>
            </a:pPr>
            <a:endParaRPr lang="en-US" sz="800" dirty="0"/>
          </a:p>
          <a:p>
            <a:pPr marL="274320" indent="-274320" eaLnBrk="1" fontAlgn="auto" hangingPunct="1">
              <a:spcAft>
                <a:spcPts val="0"/>
              </a:spcAft>
              <a:buFont typeface="Wingdings 2"/>
              <a:buChar char=""/>
              <a:defRPr/>
            </a:pPr>
            <a:r>
              <a:rPr lang="en-US" dirty="0"/>
              <a:t>The system call interface invokes intended system call in OS kernel and returns status of the system call and any return values</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The caller need know nothing about how the system call is implemented</a:t>
            </a:r>
          </a:p>
          <a:p>
            <a:pPr marL="548640" lvl="1" indent="-274320" eaLnBrk="1" fontAlgn="auto" hangingPunct="1">
              <a:spcAft>
                <a:spcPts val="0"/>
              </a:spcAft>
              <a:buFont typeface="Wingdings"/>
              <a:buChar char=""/>
              <a:defRPr/>
            </a:pPr>
            <a:r>
              <a:rPr lang="en-US" dirty="0">
                <a:solidFill>
                  <a:srgbClr val="FF0000"/>
                </a:solidFill>
              </a:rPr>
              <a:t>Just needs to obey API and understand what OS will do as a result call</a:t>
            </a:r>
          </a:p>
          <a:p>
            <a:pPr marL="548640" lvl="1" indent="-274320" eaLnBrk="1" fontAlgn="auto" hangingPunct="1">
              <a:spcAft>
                <a:spcPts val="0"/>
              </a:spcAft>
              <a:buFont typeface="Wingdings"/>
              <a:buChar char=""/>
              <a:defRPr/>
            </a:pPr>
            <a:r>
              <a:rPr lang="en-US" dirty="0">
                <a:solidFill>
                  <a:srgbClr val="FF0000"/>
                </a:solidFill>
              </a:rPr>
              <a:t>Most details of  OS interface hidden from programmer by API  </a:t>
            </a:r>
          </a:p>
          <a:p>
            <a:pPr marL="822960" lvl="2" eaLnBrk="1" fontAlgn="auto" hangingPunct="1">
              <a:spcAft>
                <a:spcPts val="0"/>
              </a:spcAft>
              <a:buClr>
                <a:schemeClr val="accent3"/>
              </a:buClr>
              <a:buFont typeface="Wingdings 2"/>
              <a:buChar char=""/>
              <a:defRPr/>
            </a:pPr>
            <a:r>
              <a:rPr lang="en-US" dirty="0"/>
              <a:t>Managed by run-time support library (set of functions built into libraries included with compiler)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p:cNvSpPr>
            <a:spLocks noGrp="1" noChangeArrowheads="1"/>
          </p:cNvSpPr>
          <p:nvPr>
            <p:ph type="title" idx="4294967295"/>
          </p:nvPr>
        </p:nvSpPr>
        <p:spPr>
          <a:xfrm>
            <a:off x="422911" y="271463"/>
            <a:ext cx="9875520" cy="576262"/>
          </a:xfrm>
        </p:spPr>
        <p:txBody>
          <a:bodyPr/>
          <a:lstStyle/>
          <a:p>
            <a:pPr eaLnBrk="1" hangingPunct="1"/>
            <a:br>
              <a:rPr lang="en-US" sz="3200">
                <a:solidFill>
                  <a:srgbClr val="002060"/>
                </a:solidFill>
              </a:rPr>
            </a:br>
            <a:r>
              <a:rPr lang="en-US" sz="3000">
                <a:solidFill>
                  <a:srgbClr val="002060"/>
                </a:solidFill>
              </a:rPr>
              <a:t>Operating System Design and Implementation</a:t>
            </a:r>
          </a:p>
        </p:txBody>
      </p:sp>
      <p:sp>
        <p:nvSpPr>
          <p:cNvPr id="70659" name="Rectangle 1027"/>
          <p:cNvSpPr>
            <a:spLocks noGrp="1" noChangeArrowheads="1"/>
          </p:cNvSpPr>
          <p:nvPr>
            <p:ph type="body" idx="4294967295"/>
          </p:nvPr>
        </p:nvSpPr>
        <p:spPr>
          <a:xfrm>
            <a:off x="506730" y="1238250"/>
            <a:ext cx="10060306" cy="4908550"/>
          </a:xfrm>
        </p:spPr>
        <p:txBody>
          <a:bodyPr/>
          <a:lstStyle/>
          <a:p>
            <a:pPr eaLnBrk="1" hangingPunct="1"/>
            <a:r>
              <a:rPr lang="en-US" sz="2200"/>
              <a:t>Design and Implementation of OS not “solvable”, but some approaches have proven successful</a:t>
            </a:r>
          </a:p>
          <a:p>
            <a:pPr eaLnBrk="1" hangingPunct="1"/>
            <a:r>
              <a:rPr lang="en-US" sz="2200"/>
              <a:t>Internal structure of different Operating Systems can vary widely</a:t>
            </a:r>
          </a:p>
          <a:p>
            <a:pPr eaLnBrk="1" hangingPunct="1"/>
            <a:r>
              <a:rPr lang="en-US" sz="2200"/>
              <a:t>Start by defining goals and specifications</a:t>
            </a:r>
          </a:p>
          <a:p>
            <a:pPr eaLnBrk="1" hangingPunct="1"/>
            <a:r>
              <a:rPr lang="en-US" sz="2200"/>
              <a:t>Affected by </a:t>
            </a:r>
            <a:r>
              <a:rPr lang="en-US" sz="2200">
                <a:solidFill>
                  <a:srgbClr val="FF0000"/>
                </a:solidFill>
              </a:rPr>
              <a:t>choice</a:t>
            </a:r>
            <a:r>
              <a:rPr lang="en-US" sz="2200"/>
              <a:t> of </a:t>
            </a:r>
            <a:r>
              <a:rPr lang="en-US" sz="2200">
                <a:solidFill>
                  <a:srgbClr val="FF0000"/>
                </a:solidFill>
              </a:rPr>
              <a:t>hardware, type of system</a:t>
            </a:r>
          </a:p>
          <a:p>
            <a:pPr eaLnBrk="1" hangingPunct="1"/>
            <a:endParaRPr lang="en-US" sz="800"/>
          </a:p>
          <a:p>
            <a:pPr eaLnBrk="1" hangingPunct="1"/>
            <a:r>
              <a:rPr lang="en-US" sz="2400" i="1">
                <a:solidFill>
                  <a:srgbClr val="FF0000"/>
                </a:solidFill>
              </a:rPr>
              <a:t>User</a:t>
            </a:r>
            <a:r>
              <a:rPr lang="en-US" sz="2400">
                <a:solidFill>
                  <a:srgbClr val="FF0000"/>
                </a:solidFill>
              </a:rPr>
              <a:t> goals and </a:t>
            </a:r>
            <a:r>
              <a:rPr lang="en-US" sz="2400" i="1">
                <a:solidFill>
                  <a:srgbClr val="FF0000"/>
                </a:solidFill>
              </a:rPr>
              <a:t>System</a:t>
            </a:r>
            <a:r>
              <a:rPr lang="en-US" sz="2400">
                <a:solidFill>
                  <a:srgbClr val="FF0000"/>
                </a:solidFill>
              </a:rPr>
              <a:t> goals</a:t>
            </a:r>
          </a:p>
          <a:p>
            <a:pPr lvl="1" eaLnBrk="1" hangingPunct="1"/>
            <a:r>
              <a:rPr lang="en-US" sz="2400">
                <a:solidFill>
                  <a:srgbClr val="FF0000"/>
                </a:solidFill>
              </a:rPr>
              <a:t>User goals </a:t>
            </a:r>
            <a:r>
              <a:rPr lang="en-US" sz="2400">
                <a:solidFill>
                  <a:srgbClr val="002060"/>
                </a:solidFill>
              </a:rPr>
              <a:t>– operating system should be </a:t>
            </a:r>
            <a:r>
              <a:rPr lang="en-US" sz="2400">
                <a:solidFill>
                  <a:srgbClr val="00B0F0"/>
                </a:solidFill>
              </a:rPr>
              <a:t>convenient to use, easy to learn, reliable, safe, and fast</a:t>
            </a:r>
          </a:p>
          <a:p>
            <a:pPr lvl="1" eaLnBrk="1" hangingPunct="1"/>
            <a:r>
              <a:rPr lang="en-US" sz="2400">
                <a:solidFill>
                  <a:srgbClr val="FF0000"/>
                </a:solidFill>
              </a:rPr>
              <a:t>System goals </a:t>
            </a:r>
            <a:r>
              <a:rPr lang="en-US" sz="2400">
                <a:solidFill>
                  <a:srgbClr val="002060"/>
                </a:solidFill>
              </a:rPr>
              <a:t>– operating system should be </a:t>
            </a:r>
            <a:r>
              <a:rPr lang="en-US" sz="2400">
                <a:solidFill>
                  <a:srgbClr val="00B0F0"/>
                </a:solidFill>
              </a:rPr>
              <a:t>easy to design</a:t>
            </a:r>
            <a:r>
              <a:rPr lang="en-US" sz="2400">
                <a:solidFill>
                  <a:srgbClr val="002060"/>
                </a:solidFill>
              </a:rPr>
              <a:t>, </a:t>
            </a:r>
            <a:r>
              <a:rPr lang="en-US" sz="2400">
                <a:solidFill>
                  <a:srgbClr val="00B0F0"/>
                </a:solidFill>
              </a:rPr>
              <a:t>implement</a:t>
            </a:r>
            <a:r>
              <a:rPr lang="en-US" sz="2400">
                <a:solidFill>
                  <a:srgbClr val="002060"/>
                </a:solidFill>
              </a:rPr>
              <a:t>, and maintain, as well as </a:t>
            </a:r>
            <a:r>
              <a:rPr lang="en-US" sz="2400">
                <a:solidFill>
                  <a:srgbClr val="00B0F0"/>
                </a:solidFill>
              </a:rPr>
              <a:t>flexible, reliable, error-free, and efficient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438151" y="379413"/>
            <a:ext cx="10534651" cy="869950"/>
          </a:xfrm>
        </p:spPr>
        <p:txBody>
          <a:bodyPr/>
          <a:lstStyle/>
          <a:p>
            <a:pPr eaLnBrk="1" hangingPunct="1"/>
            <a:r>
              <a:rPr lang="en-US" sz="3200">
                <a:solidFill>
                  <a:srgbClr val="0070C0"/>
                </a:solidFill>
              </a:rPr>
              <a:t>Operating System Design </a:t>
            </a:r>
            <a:br>
              <a:rPr lang="en-US" sz="3200">
                <a:solidFill>
                  <a:srgbClr val="0070C0"/>
                </a:solidFill>
              </a:rPr>
            </a:br>
            <a:r>
              <a:rPr lang="en-US" sz="3200">
                <a:solidFill>
                  <a:srgbClr val="0070C0"/>
                </a:solidFill>
              </a:rPr>
              <a:t>and Implementation (Cont.)</a:t>
            </a:r>
          </a:p>
        </p:txBody>
      </p:sp>
      <p:sp>
        <p:nvSpPr>
          <p:cNvPr id="72707" name="Rectangle 3"/>
          <p:cNvSpPr>
            <a:spLocks noGrp="1" noChangeArrowheads="1"/>
          </p:cNvSpPr>
          <p:nvPr>
            <p:ph type="body" idx="4294967295"/>
          </p:nvPr>
        </p:nvSpPr>
        <p:spPr>
          <a:xfrm>
            <a:off x="792480" y="1627190"/>
            <a:ext cx="9277351" cy="4530725"/>
          </a:xfrm>
        </p:spPr>
        <p:txBody>
          <a:bodyPr/>
          <a:lstStyle/>
          <a:p>
            <a:pPr eaLnBrk="1" hangingPunct="1"/>
            <a:r>
              <a:rPr lang="en-US"/>
              <a:t>Important principle to separate</a:t>
            </a:r>
          </a:p>
          <a:p>
            <a:pPr eaLnBrk="1" hangingPunct="1">
              <a:buFont typeface="Wingdings" panose="05000000000000000000" pitchFamily="2" charset="2"/>
              <a:buNone/>
            </a:pPr>
            <a:r>
              <a:rPr lang="en-US" b="1"/>
              <a:t>	Policy:   </a:t>
            </a:r>
            <a:r>
              <a:rPr lang="en-US"/>
              <a:t>What will be done?</a:t>
            </a:r>
            <a:r>
              <a:rPr lang="en-US" b="1"/>
              <a:t> </a:t>
            </a:r>
            <a:br>
              <a:rPr lang="en-US" b="1"/>
            </a:br>
            <a:r>
              <a:rPr lang="en-US" b="1"/>
              <a:t>Mechanism:  </a:t>
            </a:r>
            <a:r>
              <a:rPr lang="en-US"/>
              <a:t>How to do it?</a:t>
            </a:r>
          </a:p>
          <a:p>
            <a:pPr eaLnBrk="1" hangingPunct="1">
              <a:buFont typeface="Wingdings" panose="05000000000000000000" pitchFamily="2" charset="2"/>
              <a:buNone/>
            </a:pPr>
            <a:endParaRPr lang="en-US" sz="800"/>
          </a:p>
          <a:p>
            <a:pPr eaLnBrk="1" hangingPunct="1"/>
            <a:r>
              <a:rPr lang="en-US"/>
              <a:t>Mechanisms determine how to do something, policies decide what will be done.</a:t>
            </a:r>
          </a:p>
          <a:p>
            <a:pPr lvl="1" eaLnBrk="1" hangingPunct="1"/>
            <a:r>
              <a:rPr lang="en-US"/>
              <a:t>The separation of policy from mechanism is a very important principle, it allows maximum flexibility if policy decisions are to be changed later.</a:t>
            </a:r>
          </a:p>
          <a:p>
            <a:pPr eaLnBrk="1" hangingPunct="1">
              <a:buFont typeface="Wingdings" panose="05000000000000000000" pitchFamily="2" charset="2"/>
              <a:buNone/>
            </a:pPr>
            <a:endParaRPr lang="en-US"/>
          </a:p>
          <a:p>
            <a:pPr eaLnBrk="1" hangingPunct="1">
              <a:buFont typeface="Wingdings" panose="05000000000000000000" pitchFamily="2" charset="2"/>
              <a:buNone/>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26"/>
          <p:cNvSpPr>
            <a:spLocks noGrp="1" noChangeArrowheads="1"/>
          </p:cNvSpPr>
          <p:nvPr>
            <p:ph type="title" idx="4294967295"/>
          </p:nvPr>
        </p:nvSpPr>
        <p:spPr>
          <a:xfrm>
            <a:off x="422911" y="271463"/>
            <a:ext cx="9875520" cy="576262"/>
          </a:xfrm>
        </p:spPr>
        <p:txBody>
          <a:bodyPr/>
          <a:lstStyle/>
          <a:p>
            <a:pPr eaLnBrk="1" hangingPunct="1"/>
            <a:br>
              <a:rPr lang="en-US" sz="3200">
                <a:solidFill>
                  <a:srgbClr val="002060"/>
                </a:solidFill>
              </a:rPr>
            </a:br>
            <a:r>
              <a:rPr lang="en-US" sz="3000">
                <a:solidFill>
                  <a:srgbClr val="002060"/>
                </a:solidFill>
              </a:rPr>
              <a:t>Operating System Design and Implementation</a:t>
            </a:r>
          </a:p>
        </p:txBody>
      </p:sp>
      <p:sp>
        <p:nvSpPr>
          <p:cNvPr id="74755" name="Rectangle 1027"/>
          <p:cNvSpPr>
            <a:spLocks noGrp="1" noChangeArrowheads="1"/>
          </p:cNvSpPr>
          <p:nvPr>
            <p:ph type="body" idx="4294967295"/>
          </p:nvPr>
        </p:nvSpPr>
        <p:spPr>
          <a:xfrm>
            <a:off x="632945" y="1014104"/>
            <a:ext cx="10045065" cy="5049838"/>
          </a:xfrm>
        </p:spPr>
        <p:txBody>
          <a:bodyPr/>
          <a:lstStyle/>
          <a:p>
            <a:pPr eaLnBrk="1" hangingPunct="1"/>
            <a:endParaRPr lang="en-US" sz="800" dirty="0"/>
          </a:p>
          <a:p>
            <a:pPr eaLnBrk="1" hangingPunct="1">
              <a:buFont typeface="Wingdings" panose="05000000000000000000" pitchFamily="2" charset="2"/>
              <a:buChar char="ü"/>
            </a:pPr>
            <a:r>
              <a:rPr lang="en-US" sz="2400" i="1" dirty="0"/>
              <a:t>Selecting language for coding</a:t>
            </a:r>
          </a:p>
          <a:p>
            <a:pPr eaLnBrk="1" hangingPunct="1">
              <a:buFont typeface="Wingdings" panose="05000000000000000000" pitchFamily="2" charset="2"/>
              <a:buChar char="ü"/>
            </a:pPr>
            <a:r>
              <a:rPr lang="en-US" sz="2400" i="1" dirty="0"/>
              <a:t>Assembly  language  was used before</a:t>
            </a:r>
          </a:p>
          <a:p>
            <a:pPr lvl="2" eaLnBrk="1" hangingPunct="1">
              <a:buFont typeface="Courier New" panose="02070309020205020404" pitchFamily="49" charset="0"/>
              <a:buChar char="o"/>
            </a:pPr>
            <a:r>
              <a:rPr lang="en-US" sz="1700" i="1" dirty="0"/>
              <a:t>  </a:t>
            </a:r>
            <a:r>
              <a:rPr lang="en-US" sz="1700" i="1" dirty="0" err="1"/>
              <a:t>Adv</a:t>
            </a:r>
            <a:r>
              <a:rPr lang="en-US" sz="1700" i="1" dirty="0"/>
              <a:t>:  faster/ run fast directly due to directly hard coding</a:t>
            </a:r>
          </a:p>
          <a:p>
            <a:pPr lvl="2" eaLnBrk="1" hangingPunct="1">
              <a:buFont typeface="Courier New" panose="02070309020205020404" pitchFamily="49" charset="0"/>
              <a:buChar char="o"/>
            </a:pPr>
            <a:r>
              <a:rPr lang="en-US" sz="1700" i="1" dirty="0" err="1"/>
              <a:t>Disadv</a:t>
            </a:r>
            <a:r>
              <a:rPr lang="en-US" sz="1700" i="1" dirty="0"/>
              <a:t>: More no of lines with large program</a:t>
            </a:r>
          </a:p>
          <a:p>
            <a:pPr eaLnBrk="1" hangingPunct="1">
              <a:buFont typeface="Wingdings" panose="05000000000000000000" pitchFamily="2" charset="2"/>
              <a:buChar char="ü"/>
            </a:pPr>
            <a:r>
              <a:rPr lang="en-US" sz="2400" i="1" dirty="0"/>
              <a:t>Now generally used  C, C++ or Python.</a:t>
            </a:r>
          </a:p>
          <a:p>
            <a:pPr eaLnBrk="1" hangingPunct="1">
              <a:buFont typeface="Wingdings" panose="05000000000000000000" pitchFamily="2" charset="2"/>
              <a:buChar char="ü"/>
            </a:pPr>
            <a:r>
              <a:rPr lang="en-US" sz="2400" i="1" dirty="0"/>
              <a:t>Linux and windows OS are written mainly in C </a:t>
            </a:r>
          </a:p>
          <a:p>
            <a:pPr eaLnBrk="1" hangingPunct="1">
              <a:buFont typeface="Wingdings" panose="05000000000000000000" pitchFamily="2" charset="2"/>
              <a:buChar char="ü"/>
            </a:pPr>
            <a:r>
              <a:rPr lang="en-US" sz="2400" i="1" dirty="0">
                <a:solidFill>
                  <a:srgbClr val="FF0000"/>
                </a:solidFill>
              </a:rPr>
              <a:t>Advantages of using higher-level language :</a:t>
            </a:r>
          </a:p>
          <a:p>
            <a:pPr lvl="2" eaLnBrk="1" hangingPunct="1">
              <a:buFont typeface="Wingdings" panose="05000000000000000000" pitchFamily="2" charset="2"/>
              <a:buChar char="v"/>
            </a:pPr>
            <a:r>
              <a:rPr lang="en-US" i="1" dirty="0">
                <a:solidFill>
                  <a:srgbClr val="0070C0"/>
                </a:solidFill>
              </a:rPr>
              <a:t>Code can be written faster</a:t>
            </a:r>
          </a:p>
          <a:p>
            <a:pPr lvl="2" eaLnBrk="1" hangingPunct="1">
              <a:buFont typeface="Wingdings" panose="05000000000000000000" pitchFamily="2" charset="2"/>
              <a:buChar char="v"/>
            </a:pPr>
            <a:r>
              <a:rPr lang="en-US" i="1" dirty="0">
                <a:solidFill>
                  <a:srgbClr val="0070C0"/>
                </a:solidFill>
              </a:rPr>
              <a:t>More compact</a:t>
            </a:r>
          </a:p>
          <a:p>
            <a:pPr lvl="2" eaLnBrk="1" hangingPunct="1">
              <a:buFont typeface="Wingdings" panose="05000000000000000000" pitchFamily="2" charset="2"/>
              <a:buChar char="v"/>
            </a:pPr>
            <a:r>
              <a:rPr lang="en-US" i="1" dirty="0">
                <a:solidFill>
                  <a:srgbClr val="0070C0"/>
                </a:solidFill>
              </a:rPr>
              <a:t>Easier to understand and debug</a:t>
            </a:r>
          </a:p>
          <a:p>
            <a:pPr lvl="2" eaLnBrk="1" hangingPunct="1">
              <a:buFont typeface="Wingdings" panose="05000000000000000000" pitchFamily="2" charset="2"/>
              <a:buChar char="v"/>
            </a:pPr>
            <a:r>
              <a:rPr lang="en-US" i="1" dirty="0">
                <a:solidFill>
                  <a:srgbClr val="0070C0"/>
                </a:solidFill>
              </a:rPr>
              <a:t>Improvements in compilation technology</a:t>
            </a:r>
          </a:p>
          <a:p>
            <a:pPr lvl="2" eaLnBrk="1" hangingPunct="1">
              <a:buFont typeface="Wingdings" panose="05000000000000000000" pitchFamily="2" charset="2"/>
              <a:buChar char="v"/>
            </a:pPr>
            <a:r>
              <a:rPr lang="en-US" i="1" dirty="0">
                <a:solidFill>
                  <a:srgbClr val="0070C0"/>
                </a:solidFill>
              </a:rPr>
              <a:t>Easier to port</a:t>
            </a:r>
          </a:p>
          <a:p>
            <a:pPr lvl="2" eaLnBrk="1" hangingPunct="1">
              <a:buFont typeface="Wingdings" panose="05000000000000000000" pitchFamily="2" charset="2"/>
              <a:buChar char="v"/>
            </a:pPr>
            <a:endParaRPr lang="en-US" sz="1700" i="1" dirty="0">
              <a:solidFill>
                <a:srgbClr val="0070C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826771" y="352427"/>
            <a:ext cx="9875520" cy="1039813"/>
          </a:xfrm>
        </p:spPr>
        <p:txBody>
          <a:bodyPr/>
          <a:lstStyle/>
          <a:p>
            <a:pPr eaLnBrk="1" hangingPunct="1"/>
            <a:r>
              <a:rPr lang="en-US" sz="3200" dirty="0">
                <a:solidFill>
                  <a:srgbClr val="FF0000"/>
                </a:solidFill>
              </a:rPr>
              <a:t>Operating System Structure</a:t>
            </a:r>
            <a:br>
              <a:rPr lang="en-US" sz="3200" dirty="0">
                <a:solidFill>
                  <a:srgbClr val="FF0000"/>
                </a:solidFill>
              </a:rPr>
            </a:br>
            <a:endParaRPr lang="en-US" sz="3200" dirty="0">
              <a:solidFill>
                <a:srgbClr val="0070C0"/>
              </a:solidFill>
            </a:endParaRPr>
          </a:p>
        </p:txBody>
      </p:sp>
      <p:sp>
        <p:nvSpPr>
          <p:cNvPr id="76803" name="Rectangle 3"/>
          <p:cNvSpPr>
            <a:spLocks noGrp="1" noChangeArrowheads="1"/>
          </p:cNvSpPr>
          <p:nvPr>
            <p:ph type="body" idx="4294967295"/>
          </p:nvPr>
        </p:nvSpPr>
        <p:spPr>
          <a:xfrm>
            <a:off x="270509" y="1141361"/>
            <a:ext cx="10318833" cy="5141452"/>
          </a:xfrm>
        </p:spPr>
        <p:txBody>
          <a:bodyPr/>
          <a:lstStyle/>
          <a:p>
            <a:pPr marL="0" indent="0" eaLnBrk="1" hangingPunct="1">
              <a:buNone/>
            </a:pPr>
            <a:r>
              <a:rPr lang="en-US" sz="2400" dirty="0">
                <a:latin typeface="Cambria" panose="02040503050406030204" pitchFamily="18" charset="0"/>
                <a:ea typeface="Cambria" panose="02040503050406030204" pitchFamily="18" charset="0"/>
              </a:rPr>
              <a:t>An </a:t>
            </a:r>
            <a:r>
              <a:rPr lang="en-US" sz="2400" b="1" dirty="0">
                <a:latin typeface="Cambria" panose="02040503050406030204" pitchFamily="18" charset="0"/>
                <a:ea typeface="Cambria" panose="02040503050406030204" pitchFamily="18" charset="0"/>
              </a:rPr>
              <a:t>Operating System (OS) structure</a:t>
            </a:r>
            <a:r>
              <a:rPr lang="en-US" sz="2400" dirty="0">
                <a:latin typeface="Cambria" panose="02040503050406030204" pitchFamily="18" charset="0"/>
                <a:ea typeface="Cambria" panose="02040503050406030204" pitchFamily="18" charset="0"/>
              </a:rPr>
              <a:t> refers to the way the operating system is organized internally. Different structures are designed to achieve goals such as high performance, modularity, security, maintainability, and portability. </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There are several OS structure, such as:</a:t>
            </a:r>
          </a:p>
          <a:p>
            <a:pPr marL="514350" indent="-514350" eaLnBrk="1" hangingPunct="1">
              <a:buFont typeface="+mj-lt"/>
              <a:buAutoNum type="arabicPeriod"/>
            </a:pPr>
            <a:r>
              <a:rPr lang="en-US" sz="2400" dirty="0">
                <a:latin typeface="Cambria" panose="02040503050406030204" pitchFamily="18" charset="0"/>
                <a:ea typeface="Cambria" panose="02040503050406030204" pitchFamily="18" charset="0"/>
              </a:rPr>
              <a:t>Simple Structure</a:t>
            </a:r>
          </a:p>
          <a:p>
            <a:pPr marL="514350" indent="-514350" eaLnBrk="1" hangingPunct="1">
              <a:buFont typeface="+mj-lt"/>
              <a:buAutoNum type="arabicPeriod"/>
            </a:pPr>
            <a:r>
              <a:rPr lang="en-US" sz="2400" dirty="0">
                <a:latin typeface="Cambria" panose="02040503050406030204" pitchFamily="18" charset="0"/>
                <a:ea typeface="Cambria" panose="02040503050406030204" pitchFamily="18" charset="0"/>
              </a:rPr>
              <a:t>Monolithic Structure</a:t>
            </a:r>
          </a:p>
          <a:p>
            <a:pPr marL="514350" indent="-514350" eaLnBrk="1" hangingPunct="1">
              <a:buFont typeface="+mj-lt"/>
              <a:buAutoNum type="arabicPeriod"/>
            </a:pPr>
            <a:r>
              <a:rPr lang="en-US" sz="2400" dirty="0">
                <a:latin typeface="Cambria" panose="02040503050406030204" pitchFamily="18" charset="0"/>
                <a:ea typeface="Cambria" panose="02040503050406030204" pitchFamily="18" charset="0"/>
              </a:rPr>
              <a:t>Layered Structure</a:t>
            </a:r>
          </a:p>
          <a:p>
            <a:pPr marL="514350" indent="-514350" eaLnBrk="1" hangingPunct="1">
              <a:buFont typeface="+mj-lt"/>
              <a:buAutoNum type="arabicPeriod"/>
            </a:pPr>
            <a:r>
              <a:rPr lang="en-US" sz="2400" dirty="0">
                <a:latin typeface="Cambria" panose="02040503050406030204" pitchFamily="18" charset="0"/>
                <a:ea typeface="Cambria" panose="02040503050406030204" pitchFamily="18" charset="0"/>
              </a:rPr>
              <a:t>Microkernel Structure</a:t>
            </a:r>
          </a:p>
          <a:p>
            <a:pPr marL="514350" indent="-514350" eaLnBrk="1" hangingPunct="1">
              <a:buFont typeface="+mj-lt"/>
              <a:buAutoNum type="arabicPeriod"/>
            </a:pPr>
            <a:r>
              <a:rPr lang="en-US" sz="2400" dirty="0">
                <a:latin typeface="Cambria" panose="02040503050406030204" pitchFamily="18" charset="0"/>
                <a:ea typeface="Cambria" panose="02040503050406030204" pitchFamily="18" charset="0"/>
              </a:rPr>
              <a:t>Modular Structure</a:t>
            </a:r>
          </a:p>
          <a:p>
            <a:pPr marL="514350" indent="-514350" eaLnBrk="1" hangingPunct="1">
              <a:buFont typeface="+mj-lt"/>
              <a:buAutoNum type="arabicPeriod"/>
            </a:pPr>
            <a:r>
              <a:rPr lang="en-US" sz="2400" dirty="0">
                <a:latin typeface="Cambria" panose="02040503050406030204" pitchFamily="18" charset="0"/>
                <a:ea typeface="Cambria" panose="02040503050406030204" pitchFamily="18" charset="0"/>
              </a:rPr>
              <a:t>Hybrid Structure</a:t>
            </a:r>
          </a:p>
          <a:p>
            <a:pPr marL="514350" indent="-514350" eaLnBrk="1" hangingPunct="1">
              <a:buFont typeface="+mj-lt"/>
              <a:buAutoNum type="arabicPeriod"/>
            </a:pPr>
            <a:r>
              <a:rPr lang="en-US" sz="2400" dirty="0">
                <a:latin typeface="Cambria" panose="02040503050406030204" pitchFamily="18" charset="0"/>
                <a:ea typeface="Cambria" panose="02040503050406030204" pitchFamily="18" charset="0"/>
              </a:rPr>
              <a:t>Virtual Machine Structure</a:t>
            </a:r>
          </a:p>
          <a:p>
            <a:pPr marL="514350" indent="-514350" eaLnBrk="1" hangingPunct="1">
              <a:buFont typeface="+mj-lt"/>
              <a:buAutoNum type="arabicPeriod"/>
            </a:pPr>
            <a:r>
              <a:rPr lang="en-US" sz="2400" dirty="0"/>
              <a:t>Exokernel Structure</a:t>
            </a:r>
            <a:endParaRPr lang="en-US" sz="2400" dirty="0">
              <a:solidFill>
                <a:srgbClr val="002060"/>
              </a:solidFill>
              <a:latin typeface="Cambria" panose="02040503050406030204" pitchFamily="18" charset="0"/>
              <a:ea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41B17-8C07-2024-B18C-23D6BCCCC93E}"/>
            </a:ext>
          </a:extLst>
        </p:cNvPr>
        <p:cNvGrpSpPr/>
        <p:nvPr/>
      </p:nvGrpSpPr>
      <p:grpSpPr>
        <a:xfrm>
          <a:off x="0" y="0"/>
          <a:ext cx="0" cy="0"/>
          <a:chOff x="0" y="0"/>
          <a:chExt cx="0" cy="0"/>
        </a:xfrm>
      </p:grpSpPr>
      <p:sp>
        <p:nvSpPr>
          <p:cNvPr id="76802" name="Rectangle 2">
            <a:extLst>
              <a:ext uri="{FF2B5EF4-FFF2-40B4-BE49-F238E27FC236}">
                <a16:creationId xmlns:a16="http://schemas.microsoft.com/office/drawing/2014/main" id="{F04285B3-3C8F-2CB3-AA71-006769A1B291}"/>
              </a:ext>
            </a:extLst>
          </p:cNvPr>
          <p:cNvSpPr>
            <a:spLocks noGrp="1" noChangeArrowheads="1"/>
          </p:cNvSpPr>
          <p:nvPr>
            <p:ph type="title" idx="4294967295"/>
          </p:nvPr>
        </p:nvSpPr>
        <p:spPr>
          <a:xfrm>
            <a:off x="826771" y="352428"/>
            <a:ext cx="9875520" cy="606218"/>
          </a:xfrm>
        </p:spPr>
        <p:txBody>
          <a:bodyPr/>
          <a:lstStyle/>
          <a:p>
            <a:pPr eaLnBrk="1" hangingPunct="1"/>
            <a:r>
              <a:rPr lang="en-US" sz="3200" dirty="0">
                <a:solidFill>
                  <a:srgbClr val="0070C0"/>
                </a:solidFill>
              </a:rPr>
              <a:t>1. Simple Structure</a:t>
            </a:r>
          </a:p>
        </p:txBody>
      </p:sp>
      <p:sp>
        <p:nvSpPr>
          <p:cNvPr id="76803" name="Rectangle 3">
            <a:extLst>
              <a:ext uri="{FF2B5EF4-FFF2-40B4-BE49-F238E27FC236}">
                <a16:creationId xmlns:a16="http://schemas.microsoft.com/office/drawing/2014/main" id="{A83D44C4-E6F1-502D-50E4-BC6DC6E369C1}"/>
              </a:ext>
            </a:extLst>
          </p:cNvPr>
          <p:cNvSpPr>
            <a:spLocks noGrp="1" noChangeArrowheads="1"/>
          </p:cNvSpPr>
          <p:nvPr>
            <p:ph type="body" idx="4294967295"/>
          </p:nvPr>
        </p:nvSpPr>
        <p:spPr>
          <a:xfrm>
            <a:off x="304800" y="1701800"/>
            <a:ext cx="10466071" cy="4979988"/>
          </a:xfrm>
        </p:spPr>
        <p:txBody>
          <a:bodyPr/>
          <a:lstStyle/>
          <a:p>
            <a:pPr eaLnBrk="1" hangingPunct="1"/>
            <a:r>
              <a:rPr lang="en-US" dirty="0"/>
              <a:t>MS-DOS – written to provide the most functionality in the least space</a:t>
            </a:r>
          </a:p>
          <a:p>
            <a:pPr lvl="1" eaLnBrk="1" hangingPunct="1"/>
            <a:r>
              <a:rPr lang="en-US" dirty="0">
                <a:solidFill>
                  <a:srgbClr val="002060"/>
                </a:solidFill>
              </a:rPr>
              <a:t>Not divided into modules</a:t>
            </a:r>
          </a:p>
          <a:p>
            <a:pPr lvl="1" eaLnBrk="1" hangingPunct="1"/>
            <a:r>
              <a:rPr lang="en-US" dirty="0">
                <a:solidFill>
                  <a:srgbClr val="002060"/>
                </a:solidFill>
              </a:rPr>
              <a:t>This kernel is hard to extend.</a:t>
            </a:r>
          </a:p>
          <a:p>
            <a:pPr lvl="1" eaLnBrk="1" hangingPunct="1"/>
            <a:r>
              <a:rPr lang="en-US" dirty="0"/>
              <a:t>If a user wants to add a new service then the entire operating system has to be modified.</a:t>
            </a:r>
            <a:endParaRPr lang="en-US" dirty="0">
              <a:solidFill>
                <a:srgbClr val="002060"/>
              </a:solidFill>
            </a:endParaRPr>
          </a:p>
          <a:p>
            <a:pPr lvl="1" eaLnBrk="1" hangingPunct="1"/>
            <a:r>
              <a:rPr lang="en-US" dirty="0">
                <a:solidFill>
                  <a:srgbClr val="002060"/>
                </a:solidFill>
              </a:rPr>
              <a:t>No dual-mode and no hardware protection</a:t>
            </a:r>
          </a:p>
          <a:p>
            <a:pPr lvl="1" eaLnBrk="1" hangingPunct="1"/>
            <a:r>
              <a:rPr lang="en-US" dirty="0">
                <a:solidFill>
                  <a:srgbClr val="002060"/>
                </a:solidFill>
              </a:rPr>
              <a:t>Leave vulnerable to errant or malicious programs</a:t>
            </a:r>
          </a:p>
          <a:p>
            <a:pPr lvl="1" eaLnBrk="1" hangingPunct="1"/>
            <a:r>
              <a:rPr lang="en-US" dirty="0">
                <a:solidFill>
                  <a:srgbClr val="002060"/>
                </a:solidFill>
              </a:rPr>
              <a:t>Crashes entire program when user program fails</a:t>
            </a:r>
          </a:p>
          <a:p>
            <a:pPr lvl="1" eaLnBrk="1" hangingPunct="1">
              <a:buFont typeface="Wingdings" panose="05000000000000000000" pitchFamily="2" charset="2"/>
              <a:buNone/>
            </a:pPr>
            <a:endParaRPr lang="en-US" dirty="0">
              <a:solidFill>
                <a:srgbClr val="002060"/>
              </a:solidFill>
            </a:endParaRPr>
          </a:p>
        </p:txBody>
      </p:sp>
    </p:spTree>
    <p:extLst>
      <p:ext uri="{BB962C8B-B14F-4D97-AF65-F5344CB8AC3E}">
        <p14:creationId xmlns:p14="http://schemas.microsoft.com/office/powerpoint/2010/main" val="1580534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1068706" y="314327"/>
            <a:ext cx="9448800" cy="576263"/>
          </a:xfrm>
        </p:spPr>
        <p:txBody>
          <a:bodyPr>
            <a:normAutofit fontScale="90000"/>
          </a:bodyPr>
          <a:lstStyle/>
          <a:p>
            <a:pPr eaLnBrk="1" fontAlgn="auto" hangingPunct="1">
              <a:spcAft>
                <a:spcPts val="0"/>
              </a:spcAft>
              <a:defRPr/>
            </a:pPr>
            <a:r>
              <a:rPr lang="en-US" dirty="0">
                <a:solidFill>
                  <a:srgbClr val="0070C0"/>
                </a:solidFill>
              </a:rPr>
              <a:t>MS-DOS Layer Structure</a:t>
            </a:r>
          </a:p>
        </p:txBody>
      </p:sp>
      <p:pic>
        <p:nvPicPr>
          <p:cNvPr id="78851" name="Picture 6"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0776" y="1279525"/>
            <a:ext cx="5905500" cy="473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DF73C-03AE-DA19-1E6C-234839F4977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597F002-4F1E-C127-8823-0973E91976B8}"/>
              </a:ext>
            </a:extLst>
          </p:cNvPr>
          <p:cNvSpPr txBox="1">
            <a:spLocks noChangeArrowheads="1"/>
          </p:cNvSpPr>
          <p:nvPr/>
        </p:nvSpPr>
        <p:spPr bwMode="auto">
          <a:xfrm>
            <a:off x="826771" y="352428"/>
            <a:ext cx="9875520" cy="606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a:lstStyle>
          <a:p>
            <a:pPr eaLnBrk="1" hangingPunct="1"/>
            <a:r>
              <a:rPr lang="en-US" sz="3200" dirty="0">
                <a:solidFill>
                  <a:srgbClr val="0070C0"/>
                </a:solidFill>
              </a:rPr>
              <a:t>2. Monolithic Structure</a:t>
            </a:r>
          </a:p>
        </p:txBody>
      </p:sp>
      <p:sp>
        <p:nvSpPr>
          <p:cNvPr id="4" name="TextBox 3">
            <a:extLst>
              <a:ext uri="{FF2B5EF4-FFF2-40B4-BE49-F238E27FC236}">
                <a16:creationId xmlns:a16="http://schemas.microsoft.com/office/drawing/2014/main" id="{CFA0572A-D02A-39BE-F5B4-AEDD8E3E3CE6}"/>
              </a:ext>
            </a:extLst>
          </p:cNvPr>
          <p:cNvSpPr txBox="1"/>
          <p:nvPr/>
        </p:nvSpPr>
        <p:spPr>
          <a:xfrm>
            <a:off x="290112" y="1088526"/>
            <a:ext cx="10392575" cy="646331"/>
          </a:xfrm>
          <a:prstGeom prst="rect">
            <a:avLst/>
          </a:prstGeom>
          <a:noFill/>
        </p:spPr>
        <p:txBody>
          <a:bodyPr wrap="square">
            <a:spAutoFit/>
          </a:bodyPr>
          <a:lstStyle/>
          <a:p>
            <a:r>
              <a:rPr lang="en-US" dirty="0"/>
              <a:t>In a </a:t>
            </a:r>
            <a:r>
              <a:rPr lang="en-US" b="1" dirty="0"/>
              <a:t>monolithic kernel</a:t>
            </a:r>
            <a:r>
              <a:rPr lang="en-US" dirty="0"/>
              <a:t>, all operating system services run in </a:t>
            </a:r>
            <a:r>
              <a:rPr lang="en-US" b="1" dirty="0"/>
              <a:t>kernel mode</a:t>
            </a:r>
            <a:r>
              <a:rPr lang="en-US" dirty="0"/>
              <a:t> as one large program. Every module can directly communicate with every other module.</a:t>
            </a:r>
          </a:p>
        </p:txBody>
      </p:sp>
      <p:pic>
        <p:nvPicPr>
          <p:cNvPr id="6" name="Picture 5">
            <a:extLst>
              <a:ext uri="{FF2B5EF4-FFF2-40B4-BE49-F238E27FC236}">
                <a16:creationId xmlns:a16="http://schemas.microsoft.com/office/drawing/2014/main" id="{88E6EEE5-1602-3B37-1DD1-7CA90A0C69F1}"/>
              </a:ext>
            </a:extLst>
          </p:cNvPr>
          <p:cNvPicPr>
            <a:picLocks noChangeAspect="1"/>
          </p:cNvPicPr>
          <p:nvPr/>
        </p:nvPicPr>
        <p:blipFill>
          <a:blip r:embed="rId3"/>
          <a:stretch>
            <a:fillRect/>
          </a:stretch>
        </p:blipFill>
        <p:spPr>
          <a:xfrm>
            <a:off x="1017639" y="1886860"/>
            <a:ext cx="8259096" cy="3514725"/>
          </a:xfrm>
          <a:prstGeom prst="rect">
            <a:avLst/>
          </a:prstGeom>
        </p:spPr>
      </p:pic>
    </p:spTree>
    <p:extLst>
      <p:ext uri="{BB962C8B-B14F-4D97-AF65-F5344CB8AC3E}">
        <p14:creationId xmlns:p14="http://schemas.microsoft.com/office/powerpoint/2010/main" val="1757935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B6EA13-1057-E58A-34E9-B2715A981726}"/>
              </a:ext>
            </a:extLst>
          </p:cNvPr>
          <p:cNvSpPr txBox="1"/>
          <p:nvPr/>
        </p:nvSpPr>
        <p:spPr>
          <a:xfrm>
            <a:off x="442451" y="1720840"/>
            <a:ext cx="8804787" cy="3693319"/>
          </a:xfrm>
          <a:prstGeom prst="rect">
            <a:avLst/>
          </a:prstGeom>
          <a:noFill/>
        </p:spPr>
        <p:txBody>
          <a:bodyPr wrap="square">
            <a:spAutoFit/>
          </a:bodyPr>
          <a:lstStyle/>
          <a:p>
            <a:pPr>
              <a:buNone/>
            </a:pPr>
            <a:r>
              <a:rPr lang="en-US" b="1" dirty="0"/>
              <a:t>Advantages</a:t>
            </a:r>
          </a:p>
          <a:p>
            <a:pPr marL="342900" lvl="0" indent="-342900">
              <a:buFont typeface="Arial" panose="020B0604020202020204" pitchFamily="34" charset="0"/>
              <a:buChar char="•"/>
            </a:pPr>
            <a:r>
              <a:rPr lang="en-US" dirty="0"/>
              <a:t>High performance. </a:t>
            </a:r>
          </a:p>
          <a:p>
            <a:pPr marL="342900" lvl="0" indent="-342900">
              <a:buFont typeface="Arial" panose="020B0604020202020204" pitchFamily="34" charset="0"/>
              <a:buChar char="•"/>
            </a:pPr>
            <a:r>
              <a:rPr lang="en-US" dirty="0"/>
              <a:t>Fast communication among kernel modules. </a:t>
            </a:r>
          </a:p>
          <a:p>
            <a:pPr marL="342900" lvl="0" indent="-342900">
              <a:buFont typeface="Arial" panose="020B0604020202020204" pitchFamily="34" charset="0"/>
              <a:buChar char="•"/>
            </a:pPr>
            <a:r>
              <a:rPr lang="en-US" dirty="0"/>
              <a:t>Efficient system call execution. </a:t>
            </a:r>
          </a:p>
          <a:p>
            <a:pPr marL="342900" lvl="0" indent="-342900">
              <a:buFont typeface="Arial" panose="020B0604020202020204" pitchFamily="34" charset="0"/>
              <a:buChar char="•"/>
            </a:pPr>
            <a:endParaRPr lang="en-US" dirty="0"/>
          </a:p>
          <a:p>
            <a:pPr>
              <a:buNone/>
            </a:pPr>
            <a:r>
              <a:rPr lang="en-US" b="1" dirty="0"/>
              <a:t>Disadvantages</a:t>
            </a:r>
          </a:p>
          <a:p>
            <a:pPr marL="342900" lvl="0" indent="-342900">
              <a:buFont typeface="Arial" panose="020B0604020202020204" pitchFamily="34" charset="0"/>
              <a:buChar char="•"/>
            </a:pPr>
            <a:r>
              <a:rPr lang="en-US" dirty="0"/>
              <a:t>Large kernel size. </a:t>
            </a:r>
          </a:p>
          <a:p>
            <a:pPr marL="342900" lvl="0" indent="-342900">
              <a:buFont typeface="Arial" panose="020B0604020202020204" pitchFamily="34" charset="0"/>
              <a:buChar char="•"/>
            </a:pPr>
            <a:r>
              <a:rPr lang="en-US" dirty="0"/>
              <a:t>Difficult debugging. </a:t>
            </a:r>
          </a:p>
          <a:p>
            <a:pPr marL="342900" lvl="0" indent="-342900">
              <a:buFont typeface="Arial" panose="020B0604020202020204" pitchFamily="34" charset="0"/>
              <a:buChar char="•"/>
            </a:pPr>
            <a:r>
              <a:rPr lang="en-US" dirty="0"/>
              <a:t>A faulty driver may crash the entire OS. </a:t>
            </a:r>
          </a:p>
          <a:p>
            <a:pPr marL="342900" lvl="0" indent="-342900">
              <a:buFont typeface="Arial" panose="020B0604020202020204" pitchFamily="34" charset="0"/>
              <a:buChar char="•"/>
            </a:pPr>
            <a:endParaRPr lang="en-US" dirty="0"/>
          </a:p>
          <a:p>
            <a:pPr>
              <a:buNone/>
            </a:pPr>
            <a:r>
              <a:rPr lang="en-US" b="1" dirty="0"/>
              <a:t>Examples</a:t>
            </a:r>
          </a:p>
          <a:p>
            <a:pPr marL="342900" lvl="0" indent="-342900">
              <a:buFont typeface="Arial" panose="020B0604020202020204" pitchFamily="34" charset="0"/>
              <a:buChar char="•"/>
            </a:pPr>
            <a:r>
              <a:rPr lang="en-US" dirty="0"/>
              <a:t>Linux </a:t>
            </a:r>
          </a:p>
          <a:p>
            <a:pPr marL="342900" lvl="0" indent="-342900">
              <a:buFont typeface="Arial" panose="020B0604020202020204" pitchFamily="34" charset="0"/>
              <a:buChar char="•"/>
            </a:pPr>
            <a:r>
              <a:rPr lang="en-US" dirty="0"/>
              <a:t>Traditional UNIX </a:t>
            </a:r>
          </a:p>
        </p:txBody>
      </p:sp>
      <p:sp>
        <p:nvSpPr>
          <p:cNvPr id="5" name="Rectangle 2">
            <a:extLst>
              <a:ext uri="{FF2B5EF4-FFF2-40B4-BE49-F238E27FC236}">
                <a16:creationId xmlns:a16="http://schemas.microsoft.com/office/drawing/2014/main" id="{1E8FC55B-89EB-1FCB-877F-B4594563EB06}"/>
              </a:ext>
            </a:extLst>
          </p:cNvPr>
          <p:cNvSpPr txBox="1">
            <a:spLocks noChangeArrowheads="1"/>
          </p:cNvSpPr>
          <p:nvPr/>
        </p:nvSpPr>
        <p:spPr bwMode="auto">
          <a:xfrm>
            <a:off x="826771" y="352428"/>
            <a:ext cx="9875520" cy="606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a:lstStyle>
          <a:p>
            <a:pPr eaLnBrk="1" hangingPunct="1"/>
            <a:r>
              <a:rPr lang="en-US" sz="3200" dirty="0">
                <a:solidFill>
                  <a:srgbClr val="0070C0"/>
                </a:solidFill>
              </a:rPr>
              <a:t>2. Monolithic Structure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A47D-A477-64C0-B9C4-82A7327FD897}"/>
            </a:ext>
          </a:extLst>
        </p:cNvPr>
        <p:cNvGrpSpPr/>
        <p:nvPr/>
      </p:nvGrpSpPr>
      <p:grpSpPr>
        <a:xfrm>
          <a:off x="0" y="0"/>
          <a:ext cx="0" cy="0"/>
          <a:chOff x="0" y="0"/>
          <a:chExt cx="0" cy="0"/>
        </a:xfrm>
      </p:grpSpPr>
      <p:sp>
        <p:nvSpPr>
          <p:cNvPr id="80898" name="Rectangle 2">
            <a:extLst>
              <a:ext uri="{FF2B5EF4-FFF2-40B4-BE49-F238E27FC236}">
                <a16:creationId xmlns:a16="http://schemas.microsoft.com/office/drawing/2014/main" id="{D6E39C91-9DB0-68D0-C011-6D328E235573}"/>
              </a:ext>
            </a:extLst>
          </p:cNvPr>
          <p:cNvSpPr>
            <a:spLocks noGrp="1" noChangeArrowheads="1"/>
          </p:cNvSpPr>
          <p:nvPr>
            <p:ph type="title" idx="4294967295"/>
          </p:nvPr>
        </p:nvSpPr>
        <p:spPr>
          <a:xfrm>
            <a:off x="541020" y="196850"/>
            <a:ext cx="9875520" cy="576263"/>
          </a:xfrm>
        </p:spPr>
        <p:txBody>
          <a:bodyPr/>
          <a:lstStyle/>
          <a:p>
            <a:pPr eaLnBrk="1" hangingPunct="1"/>
            <a:r>
              <a:rPr lang="en-US" sz="3600" dirty="0">
                <a:solidFill>
                  <a:srgbClr val="0070C0"/>
                </a:solidFill>
              </a:rPr>
              <a:t>3. Layered Approach</a:t>
            </a:r>
          </a:p>
        </p:txBody>
      </p:sp>
      <p:sp>
        <p:nvSpPr>
          <p:cNvPr id="80899" name="Rectangle 3">
            <a:extLst>
              <a:ext uri="{FF2B5EF4-FFF2-40B4-BE49-F238E27FC236}">
                <a16:creationId xmlns:a16="http://schemas.microsoft.com/office/drawing/2014/main" id="{D0F0A040-B474-C122-5AF9-AF17252909B6}"/>
              </a:ext>
            </a:extLst>
          </p:cNvPr>
          <p:cNvSpPr>
            <a:spLocks noGrp="1" noChangeArrowheads="1"/>
          </p:cNvSpPr>
          <p:nvPr>
            <p:ph type="body" idx="4294967295"/>
          </p:nvPr>
        </p:nvSpPr>
        <p:spPr>
          <a:xfrm>
            <a:off x="708660" y="1181100"/>
            <a:ext cx="9328786" cy="4864100"/>
          </a:xfrm>
        </p:spPr>
        <p:txBody>
          <a:bodyPr/>
          <a:lstStyle/>
          <a:p>
            <a:pPr eaLnBrk="1" hangingPunct="1"/>
            <a:endParaRPr lang="en-US" sz="800" dirty="0"/>
          </a:p>
          <a:p>
            <a:pPr eaLnBrk="1" hangingPunct="1"/>
            <a:r>
              <a:rPr lang="en-US" dirty="0"/>
              <a:t>OS can be broken into smaller and more appropriate pieces creating modular operating system</a:t>
            </a:r>
          </a:p>
          <a:p>
            <a:pPr eaLnBrk="1" hangingPunct="1"/>
            <a:r>
              <a:rPr lang="en-US" dirty="0"/>
              <a:t>With modularity, layers are selected such that each uses functions (operations) and services of only lower-level layers</a:t>
            </a:r>
          </a:p>
          <a:p>
            <a:pPr eaLnBrk="1" hangingPunct="1"/>
            <a:r>
              <a:rPr lang="en-US" dirty="0"/>
              <a:t>More freedom in changing inner workings of the system</a:t>
            </a:r>
          </a:p>
        </p:txBody>
      </p:sp>
    </p:spTree>
    <p:extLst>
      <p:ext uri="{BB962C8B-B14F-4D97-AF65-F5344CB8AC3E}">
        <p14:creationId xmlns:p14="http://schemas.microsoft.com/office/powerpoint/2010/main" val="381212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a:xfrm>
            <a:off x="725806" y="230188"/>
            <a:ext cx="9875520" cy="576262"/>
          </a:xfrm>
        </p:spPr>
        <p:txBody>
          <a:bodyPr>
            <a:normAutofit fontScale="90000"/>
          </a:bodyPr>
          <a:lstStyle/>
          <a:p>
            <a:pPr eaLnBrk="1" fontAlgn="auto" hangingPunct="1">
              <a:spcAft>
                <a:spcPts val="0"/>
              </a:spcAft>
              <a:defRPr/>
            </a:pPr>
            <a:r>
              <a:rPr lang="en-US" dirty="0">
                <a:solidFill>
                  <a:srgbClr val="0070C0"/>
                </a:solidFill>
              </a:rPr>
              <a:t>Layered Operating System</a:t>
            </a:r>
          </a:p>
        </p:txBody>
      </p:sp>
      <p:pic>
        <p:nvPicPr>
          <p:cNvPr id="84995" name="Picture 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926" y="1400175"/>
            <a:ext cx="5966460"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556260" y="525463"/>
            <a:ext cx="9875520" cy="576262"/>
          </a:xfrm>
        </p:spPr>
        <p:txBody>
          <a:bodyPr>
            <a:normAutofit fontScale="90000"/>
          </a:bodyPr>
          <a:lstStyle/>
          <a:p>
            <a:pPr eaLnBrk="1" fontAlgn="auto" hangingPunct="1">
              <a:spcAft>
                <a:spcPts val="0"/>
              </a:spcAft>
              <a:defRPr/>
            </a:pPr>
            <a:r>
              <a:rPr lang="en-US" dirty="0">
                <a:solidFill>
                  <a:srgbClr val="0070C0"/>
                </a:solidFill>
              </a:rPr>
              <a:t>Layered Approach</a:t>
            </a:r>
          </a:p>
        </p:txBody>
      </p:sp>
      <p:sp>
        <p:nvSpPr>
          <p:cNvPr id="87043" name="Rectangle 3"/>
          <p:cNvSpPr>
            <a:spLocks noGrp="1" noChangeArrowheads="1"/>
          </p:cNvSpPr>
          <p:nvPr>
            <p:ph type="body" idx="4294967295"/>
          </p:nvPr>
        </p:nvSpPr>
        <p:spPr>
          <a:xfrm>
            <a:off x="895351" y="1322390"/>
            <a:ext cx="9250680" cy="4994275"/>
          </a:xfrm>
        </p:spPr>
        <p:txBody>
          <a:bodyPr/>
          <a:lstStyle/>
          <a:p>
            <a:pPr eaLnBrk="1" hangingPunct="1"/>
            <a:r>
              <a:rPr lang="en-US"/>
              <a:t>Advantages:</a:t>
            </a:r>
          </a:p>
          <a:p>
            <a:pPr lvl="1" eaLnBrk="1" hangingPunct="1"/>
            <a:r>
              <a:rPr lang="en-US">
                <a:solidFill>
                  <a:srgbClr val="0070C0"/>
                </a:solidFill>
              </a:rPr>
              <a:t>Simplicity of construction and debugging</a:t>
            </a:r>
          </a:p>
          <a:p>
            <a:pPr lvl="1" eaLnBrk="1" hangingPunct="1"/>
            <a:r>
              <a:rPr lang="en-US">
                <a:solidFill>
                  <a:srgbClr val="0070C0"/>
                </a:solidFill>
              </a:rPr>
              <a:t>Design and implementation of the system is simplified</a:t>
            </a:r>
          </a:p>
          <a:p>
            <a:pPr lvl="2" eaLnBrk="1" hangingPunct="1"/>
            <a:r>
              <a:rPr lang="en-US"/>
              <a:t>Each layer is implemented only those operation provided by its lower layer</a:t>
            </a:r>
          </a:p>
          <a:p>
            <a:pPr lvl="2" eaLnBrk="1" hangingPunct="1"/>
            <a:endParaRPr lang="en-US"/>
          </a:p>
          <a:p>
            <a:pPr eaLnBrk="1" hangingPunct="1"/>
            <a:r>
              <a:rPr lang="en-US"/>
              <a:t>Disadvantages:</a:t>
            </a:r>
          </a:p>
          <a:p>
            <a:pPr lvl="1" eaLnBrk="1" hangingPunct="1"/>
            <a:r>
              <a:rPr lang="en-US">
                <a:solidFill>
                  <a:srgbClr val="0070C0"/>
                </a:solidFill>
              </a:rPr>
              <a:t>Major difficulty  involves appropriately defining each layer</a:t>
            </a:r>
          </a:p>
          <a:p>
            <a:pPr lvl="1" eaLnBrk="1" hangingPunct="1"/>
            <a:r>
              <a:rPr lang="en-US">
                <a:solidFill>
                  <a:srgbClr val="0070C0"/>
                </a:solidFill>
              </a:rPr>
              <a:t>Less efficient than others</a:t>
            </a:r>
          </a:p>
          <a:p>
            <a:pPr lvl="2" eaLnBrk="1" hangingPunct="1"/>
            <a:r>
              <a:rPr lang="en-US"/>
              <a:t>An I/O request of user program adds overhead at each layer </a:t>
            </a:r>
          </a:p>
          <a:p>
            <a:pPr lvl="1" eaLnBrk="1" hangingPunct="1">
              <a:buFont typeface="Wingdings" panose="05000000000000000000" pitchFamily="2" charset="2"/>
              <a:buNone/>
            </a:pPr>
            <a:endParaRPr lang="en-US"/>
          </a:p>
          <a:p>
            <a:pPr eaLnBrk="1" hangingPunct="1"/>
            <a:endParaRPr lang="en-US"/>
          </a:p>
          <a:p>
            <a:pPr lvl="1" eaLnBrk="1" hangingPunct="1"/>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4. Microkernel System Structure </a:t>
            </a:r>
            <a:endParaRPr lang="en-US" dirty="0"/>
          </a:p>
        </p:txBody>
      </p:sp>
      <p:sp>
        <p:nvSpPr>
          <p:cNvPr id="3" name="Content Placeholder 2"/>
          <p:cNvSpPr>
            <a:spLocks noGrp="1"/>
          </p:cNvSpPr>
          <p:nvPr>
            <p:ph sz="quarter" idx="1"/>
          </p:nvPr>
        </p:nvSpPr>
        <p:spPr>
          <a:solidFill>
            <a:schemeClr val="bg1">
              <a:lumMod val="95000"/>
            </a:schemeClr>
          </a:solidFill>
        </p:spPr>
        <p:txBody>
          <a:bodyPr/>
          <a:lstStyle/>
          <a:p>
            <a:pPr algn="just"/>
            <a:r>
              <a:rPr lang="en-US" dirty="0">
                <a:solidFill>
                  <a:srgbClr val="FF0000"/>
                </a:solidFill>
              </a:rPr>
              <a:t>A microkernel-based system puts only the bare minimum system components in the kernel and runs the rest of them as user mode processes.</a:t>
            </a:r>
          </a:p>
          <a:p>
            <a:pPr marL="274320" indent="-274320" eaLnBrk="1" fontAlgn="auto" hangingPunct="1">
              <a:spcAft>
                <a:spcPts val="0"/>
              </a:spcAft>
              <a:buFont typeface="Wingdings 2"/>
              <a:buChar char=""/>
              <a:defRPr/>
            </a:pPr>
            <a:r>
              <a:rPr lang="en-US" dirty="0"/>
              <a:t>Moves all non-essential components as much from the kernel into “</a:t>
            </a:r>
            <a:r>
              <a:rPr lang="en-US" i="1" dirty="0"/>
              <a:t>user</a:t>
            </a:r>
            <a:r>
              <a:rPr lang="en-US" dirty="0"/>
              <a:t>” space</a:t>
            </a:r>
          </a:p>
          <a:p>
            <a:pPr marL="274320" indent="-274320" eaLnBrk="1" fontAlgn="auto" hangingPunct="1">
              <a:spcAft>
                <a:spcPts val="0"/>
              </a:spcAft>
              <a:buFont typeface="Wingdings 2"/>
              <a:buChar char=""/>
              <a:defRPr/>
            </a:pPr>
            <a:r>
              <a:rPr lang="en-US" dirty="0"/>
              <a:t>Implementing as system and user level</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Communication takes place between user modules using message passing</a:t>
            </a:r>
          </a:p>
          <a:p>
            <a:pPr algn="just"/>
            <a:endParaRPr lang="en-US" dirty="0">
              <a:solidFill>
                <a:srgbClr val="FF0000"/>
              </a:solidFill>
            </a:endParaRPr>
          </a:p>
        </p:txBody>
      </p:sp>
    </p:spTree>
    <p:extLst>
      <p:ext uri="{BB962C8B-B14F-4D97-AF65-F5344CB8AC3E}">
        <p14:creationId xmlns:p14="http://schemas.microsoft.com/office/powerpoint/2010/main" val="878575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Microkernel System Structure </a:t>
            </a:r>
            <a:endParaRPr lang="en-US" dirty="0"/>
          </a:p>
        </p:txBody>
      </p:sp>
      <p:sp>
        <p:nvSpPr>
          <p:cNvPr id="3" name="Content Placeholder 2"/>
          <p:cNvSpPr>
            <a:spLocks noGrp="1"/>
          </p:cNvSpPr>
          <p:nvPr>
            <p:ph sz="quarter" idx="1"/>
          </p:nvPr>
        </p:nvSpPr>
        <p:spPr>
          <a:solidFill>
            <a:schemeClr val="bg1"/>
          </a:solidFill>
        </p:spPr>
        <p:txBody>
          <a:bodyPr/>
          <a:lstStyle/>
          <a:p>
            <a:r>
              <a:rPr lang="en-US" sz="2400" dirty="0"/>
              <a:t> </a:t>
            </a:r>
            <a:r>
              <a:rPr lang="en-US" sz="2400" dirty="0">
                <a:solidFill>
                  <a:srgbClr val="FF0000"/>
                </a:solidFill>
              </a:rPr>
              <a:t>new protocol stacks, file systems, device drivers and other low-level systems </a:t>
            </a:r>
            <a:r>
              <a:rPr lang="en-US" sz="2400" dirty="0"/>
              <a:t>located in the </a:t>
            </a:r>
            <a:r>
              <a:rPr lang="en-US" sz="2400" dirty="0">
                <a:solidFill>
                  <a:srgbClr val="FF0000"/>
                </a:solidFill>
              </a:rPr>
              <a:t>monolithic kernel </a:t>
            </a:r>
            <a:r>
              <a:rPr lang="en-US" sz="2400" dirty="0"/>
              <a:t>which results </a:t>
            </a:r>
            <a:r>
              <a:rPr lang="en-US" sz="2400" u="sng" dirty="0"/>
              <a:t>to a lot of work</a:t>
            </a:r>
            <a:r>
              <a:rPr lang="en-US" sz="2400" dirty="0"/>
              <a:t> and careful </a:t>
            </a:r>
            <a:r>
              <a:rPr lang="en-US" sz="2400" u="sng" dirty="0"/>
              <a:t>code management.</a:t>
            </a:r>
          </a:p>
          <a:p>
            <a:pPr marL="0" indent="0">
              <a:buNone/>
            </a:pPr>
            <a:endParaRPr lang="en-US" sz="2400" dirty="0"/>
          </a:p>
          <a:p>
            <a:r>
              <a:rPr lang="en-US" sz="2400" dirty="0"/>
              <a:t>operating system functions, such as device drivers, protocol stacks and file systems, are typically removed from the microkernel itself and are instead run in user space.</a:t>
            </a:r>
          </a:p>
          <a:p>
            <a:r>
              <a:rPr lang="en-US" sz="2400" b="1" dirty="0"/>
              <a:t>Examples</a:t>
            </a:r>
          </a:p>
          <a:p>
            <a:pPr lvl="1"/>
            <a:r>
              <a:rPr lang="en-US" sz="1900" dirty="0">
                <a:solidFill>
                  <a:schemeClr val="tx1"/>
                </a:solidFill>
              </a:rPr>
              <a:t>Mach </a:t>
            </a:r>
          </a:p>
          <a:p>
            <a:pPr lvl="1"/>
            <a:r>
              <a:rPr lang="en-US" sz="1900" dirty="0">
                <a:solidFill>
                  <a:schemeClr val="tx1"/>
                </a:solidFill>
              </a:rPr>
              <a:t>Minix 3 </a:t>
            </a:r>
          </a:p>
          <a:p>
            <a:pPr lvl="1"/>
            <a:r>
              <a:rPr lang="en-US" sz="1900" dirty="0">
                <a:solidFill>
                  <a:schemeClr val="tx1"/>
                </a:solidFill>
              </a:rPr>
              <a:t>QNX</a:t>
            </a:r>
          </a:p>
        </p:txBody>
      </p:sp>
    </p:spTree>
    <p:extLst>
      <p:ext uri="{BB962C8B-B14F-4D97-AF65-F5344CB8AC3E}">
        <p14:creationId xmlns:p14="http://schemas.microsoft.com/office/powerpoint/2010/main" val="2246214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sz="quarter" idx="1"/>
          </p:nvPr>
        </p:nvPicPr>
        <p:blipFill rotWithShape="1">
          <a:blip r:embed="rId2">
            <a:extLst>
              <a:ext uri="{28A0092B-C50C-407E-A947-70E740481C1C}">
                <a14:useLocalDpi xmlns:a14="http://schemas.microsoft.com/office/drawing/2010/main" val="0"/>
              </a:ext>
            </a:extLst>
          </a:blip>
          <a:srcRect l="13511" t="16125" r="30009" b="17304"/>
          <a:stretch/>
        </p:blipFill>
        <p:spPr>
          <a:xfrm>
            <a:off x="569375" y="423079"/>
            <a:ext cx="10033856" cy="5540992"/>
          </a:xfrm>
          <a:prstGeom prst="rect">
            <a:avLst/>
          </a:prstGeom>
        </p:spPr>
      </p:pic>
    </p:spTree>
    <p:extLst>
      <p:ext uri="{BB962C8B-B14F-4D97-AF65-F5344CB8AC3E}">
        <p14:creationId xmlns:p14="http://schemas.microsoft.com/office/powerpoint/2010/main" val="1812595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a:xfrm>
            <a:off x="864871" y="300038"/>
            <a:ext cx="9483091" cy="576262"/>
          </a:xfrm>
        </p:spPr>
        <p:txBody>
          <a:bodyPr>
            <a:normAutofit fontScale="90000"/>
          </a:bodyPr>
          <a:lstStyle/>
          <a:p>
            <a:pPr eaLnBrk="1" fontAlgn="auto" hangingPunct="1">
              <a:spcAft>
                <a:spcPts val="0"/>
              </a:spcAft>
              <a:defRPr/>
            </a:pPr>
            <a:r>
              <a:rPr lang="en-US" dirty="0">
                <a:solidFill>
                  <a:srgbClr val="0070C0"/>
                </a:solidFill>
              </a:rPr>
              <a:t>Microkernel System Structure </a:t>
            </a:r>
            <a:endParaRPr lang="en-US" sz="2400" dirty="0">
              <a:solidFill>
                <a:srgbClr val="0070C0"/>
              </a:solidFill>
            </a:endParaRPr>
          </a:p>
        </p:txBody>
      </p:sp>
      <p:sp>
        <p:nvSpPr>
          <p:cNvPr id="84995" name="Rectangle 3"/>
          <p:cNvSpPr>
            <a:spLocks noGrp="1" noChangeArrowheads="1"/>
          </p:cNvSpPr>
          <p:nvPr>
            <p:ph type="body" idx="4294967295"/>
          </p:nvPr>
        </p:nvSpPr>
        <p:spPr>
          <a:xfrm>
            <a:off x="708662" y="1195390"/>
            <a:ext cx="9622155" cy="4994275"/>
          </a:xfrm>
        </p:spPr>
        <p:txBody>
          <a:bodyPr>
            <a:normAutofit/>
          </a:bodyPr>
          <a:lstStyle/>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Benefits:</a:t>
            </a:r>
          </a:p>
          <a:p>
            <a:pPr marL="548640" lvl="1" indent="-274320" eaLnBrk="1" fontAlgn="auto" hangingPunct="1">
              <a:spcAft>
                <a:spcPts val="0"/>
              </a:spcAft>
              <a:buFont typeface="Wingdings"/>
              <a:buChar char=""/>
              <a:defRPr/>
            </a:pPr>
            <a:r>
              <a:rPr lang="en-US" dirty="0">
                <a:solidFill>
                  <a:srgbClr val="0070C0"/>
                </a:solidFill>
              </a:rPr>
              <a:t>Easier to extend a microkernel</a:t>
            </a:r>
          </a:p>
          <a:p>
            <a:pPr marL="548640" lvl="1" indent="-274320" eaLnBrk="1" fontAlgn="auto" hangingPunct="1">
              <a:spcAft>
                <a:spcPts val="0"/>
              </a:spcAft>
              <a:buFont typeface="Wingdings"/>
              <a:buChar char=""/>
              <a:defRPr/>
            </a:pPr>
            <a:r>
              <a:rPr lang="en-US" dirty="0">
                <a:solidFill>
                  <a:srgbClr val="0070C0"/>
                </a:solidFill>
              </a:rPr>
              <a:t>Easier to port the operating system to new architectures</a:t>
            </a:r>
          </a:p>
          <a:p>
            <a:pPr marL="548640" lvl="1" indent="-274320" eaLnBrk="1" fontAlgn="auto" hangingPunct="1">
              <a:spcAft>
                <a:spcPts val="0"/>
              </a:spcAft>
              <a:buFont typeface="Wingdings"/>
              <a:buChar char=""/>
              <a:defRPr/>
            </a:pPr>
            <a:r>
              <a:rPr lang="en-US" dirty="0">
                <a:solidFill>
                  <a:srgbClr val="0070C0"/>
                </a:solidFill>
              </a:rPr>
              <a:t>More reliable (less code is running in kernel mode)</a:t>
            </a:r>
          </a:p>
          <a:p>
            <a:pPr marL="548640" lvl="1" indent="-274320" eaLnBrk="1" fontAlgn="auto" hangingPunct="1">
              <a:spcAft>
                <a:spcPts val="0"/>
              </a:spcAft>
              <a:buFont typeface="Wingdings"/>
              <a:buChar char=""/>
              <a:defRPr/>
            </a:pPr>
            <a:r>
              <a:rPr lang="en-US" dirty="0">
                <a:solidFill>
                  <a:srgbClr val="0070C0"/>
                </a:solidFill>
              </a:rPr>
              <a:t>More secure</a:t>
            </a:r>
          </a:p>
          <a:p>
            <a:pPr marL="548640" lvl="1" indent="-274320" eaLnBrk="1" fontAlgn="auto" hangingPunct="1">
              <a:spcAft>
                <a:spcPts val="0"/>
              </a:spcAft>
              <a:buFont typeface="Wingdings"/>
              <a:buChar char=""/>
              <a:defRPr/>
            </a:pPr>
            <a:endParaRPr lang="en-US" sz="800" dirty="0"/>
          </a:p>
          <a:p>
            <a:pPr marL="274320" indent="-274320" eaLnBrk="1" fontAlgn="auto" hangingPunct="1">
              <a:spcAft>
                <a:spcPts val="0"/>
              </a:spcAft>
              <a:buFont typeface="Wingdings 2"/>
              <a:buChar char=""/>
              <a:defRPr/>
            </a:pPr>
            <a:r>
              <a:rPr lang="en-US" dirty="0"/>
              <a:t>Demerits:</a:t>
            </a:r>
          </a:p>
          <a:p>
            <a:pPr marL="548640" lvl="1" indent="-274320" eaLnBrk="1" fontAlgn="auto" hangingPunct="1">
              <a:spcAft>
                <a:spcPts val="0"/>
              </a:spcAft>
              <a:buFont typeface="Wingdings"/>
              <a:buChar char=""/>
              <a:defRPr/>
            </a:pPr>
            <a:r>
              <a:rPr lang="en-US" dirty="0">
                <a:solidFill>
                  <a:srgbClr val="0070C0"/>
                </a:solidFill>
              </a:rPr>
              <a:t>Performance overhead of user space to kernel space communication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102" y="436728"/>
            <a:ext cx="10241280" cy="496106"/>
          </a:xfrm>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solidFill>
                  <a:srgbClr val="3366FF"/>
                </a:solidFill>
              </a:rPr>
              <a:t>5. </a:t>
            </a:r>
            <a:r>
              <a:rPr lang="en-US" sz="3600" dirty="0">
                <a:solidFill>
                  <a:srgbClr val="3366FF"/>
                </a:solidFill>
                <a:latin typeface="Cambria" panose="02040503050406030204" pitchFamily="18" charset="0"/>
                <a:ea typeface="Cambria" panose="02040503050406030204" pitchFamily="18" charset="0"/>
              </a:rPr>
              <a:t>Modular Structure</a:t>
            </a:r>
            <a:endParaRPr lang="en-US" dirty="0">
              <a:solidFill>
                <a:srgbClr val="3366FF"/>
              </a:solidFill>
            </a:endParaRPr>
          </a:p>
        </p:txBody>
      </p:sp>
      <p:sp>
        <p:nvSpPr>
          <p:cNvPr id="3" name="Content Placeholder 2"/>
          <p:cNvSpPr>
            <a:spLocks noGrp="1"/>
          </p:cNvSpPr>
          <p:nvPr>
            <p:ph sz="quarter" idx="1"/>
          </p:nvPr>
        </p:nvSpPr>
        <p:spPr>
          <a:solidFill>
            <a:schemeClr val="bg1"/>
          </a:solidFill>
        </p:spPr>
        <p:txBody>
          <a:bodyPr/>
          <a:lstStyle/>
          <a:p>
            <a:pPr algn="just"/>
            <a:r>
              <a:rPr lang="en-US" dirty="0">
                <a:solidFill>
                  <a:srgbClr val="0070C0"/>
                </a:solidFill>
                <a:latin typeface="Calibri" panose="020F0502020204030204" pitchFamily="34" charset="0"/>
              </a:rPr>
              <a:t>The best current methodology for OS design is loadable kernel modules where the kernel has a set of core components and links in additional services via modules either boot time or during run time.</a:t>
            </a:r>
          </a:p>
          <a:p>
            <a:r>
              <a:rPr lang="en-US" dirty="0">
                <a:latin typeface="Calibri" panose="020F0502020204030204" pitchFamily="34" charset="0"/>
              </a:rPr>
              <a:t>Kernel is provided to design core services</a:t>
            </a:r>
          </a:p>
          <a:p>
            <a:r>
              <a:rPr lang="en-US" dirty="0">
                <a:latin typeface="Calibri" panose="020F0502020204030204" pitchFamily="34" charset="0"/>
              </a:rPr>
              <a:t>And other services dynamically is adding new features directly to the kernel (required kernel compilation every time)</a:t>
            </a:r>
          </a:p>
          <a:p>
            <a:r>
              <a:rPr lang="en-US" dirty="0">
                <a:solidFill>
                  <a:srgbClr val="FF0000"/>
                </a:solidFill>
                <a:latin typeface="Calibri" panose="020F0502020204030204" pitchFamily="34" charset="0"/>
              </a:rPr>
              <a:t>Example: Solaris, Linux and Mac OS X.</a:t>
            </a:r>
          </a:p>
        </p:txBody>
      </p:sp>
    </p:spTree>
    <p:extLst>
      <p:ext uri="{BB962C8B-B14F-4D97-AF65-F5344CB8AC3E}">
        <p14:creationId xmlns:p14="http://schemas.microsoft.com/office/powerpoint/2010/main" val="4048238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102" y="436728"/>
            <a:ext cx="10241280" cy="496106"/>
          </a:xfrm>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solidFill>
                  <a:schemeClr val="tx1"/>
                </a:solidFill>
              </a:rPr>
              <a:t>Modules Architecture</a:t>
            </a:r>
          </a:p>
        </p:txBody>
      </p:sp>
      <p:pic>
        <p:nvPicPr>
          <p:cNvPr id="6" name="Picture 5"/>
          <p:cNvPicPr>
            <a:picLocks noChangeAspect="1"/>
          </p:cNvPicPr>
          <p:nvPr/>
        </p:nvPicPr>
        <p:blipFill>
          <a:blip r:embed="rId2"/>
          <a:stretch>
            <a:fillRect/>
          </a:stretch>
        </p:blipFill>
        <p:spPr>
          <a:xfrm>
            <a:off x="566696" y="1615758"/>
            <a:ext cx="9825013" cy="4394580"/>
          </a:xfrm>
          <a:prstGeom prst="rect">
            <a:avLst/>
          </a:prstGeom>
        </p:spPr>
      </p:pic>
    </p:spTree>
    <p:extLst>
      <p:ext uri="{BB962C8B-B14F-4D97-AF65-F5344CB8AC3E}">
        <p14:creationId xmlns:p14="http://schemas.microsoft.com/office/powerpoint/2010/main" val="3375942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102" y="436728"/>
            <a:ext cx="10241280" cy="496106"/>
          </a:xfrm>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solidFill>
                  <a:schemeClr val="tx1"/>
                </a:solidFill>
              </a:rPr>
              <a:t>Modules Architecture</a:t>
            </a:r>
          </a:p>
        </p:txBody>
      </p:sp>
      <p:sp>
        <p:nvSpPr>
          <p:cNvPr id="3" name="Content Placeholder 2"/>
          <p:cNvSpPr>
            <a:spLocks noGrp="1"/>
          </p:cNvSpPr>
          <p:nvPr>
            <p:ph sz="quarter" idx="1"/>
          </p:nvPr>
        </p:nvSpPr>
        <p:spPr>
          <a:solidFill>
            <a:schemeClr val="bg1"/>
          </a:solidFill>
        </p:spPr>
        <p:txBody>
          <a:bodyPr/>
          <a:lstStyle/>
          <a:p>
            <a:pPr algn="just"/>
            <a:r>
              <a:rPr lang="en-US" dirty="0">
                <a:latin typeface="+mj-lt"/>
              </a:rPr>
              <a:t>Advantages</a:t>
            </a:r>
          </a:p>
          <a:p>
            <a:pPr lvl="1" algn="just"/>
            <a:r>
              <a:rPr lang="en-US" dirty="0">
                <a:solidFill>
                  <a:srgbClr val="0070C0"/>
                </a:solidFill>
                <a:latin typeface="Calibri" panose="020F0502020204030204" pitchFamily="34" charset="0"/>
              </a:rPr>
              <a:t>More flexible than a layered approach as one module can call another module.</a:t>
            </a:r>
          </a:p>
          <a:p>
            <a:pPr lvl="1" algn="just"/>
            <a:r>
              <a:rPr lang="en-US" dirty="0">
                <a:solidFill>
                  <a:srgbClr val="0070C0"/>
                </a:solidFill>
                <a:latin typeface="Calibri" panose="020F0502020204030204" pitchFamily="34" charset="0"/>
              </a:rPr>
              <a:t>More efficient than microkernel because modules do not need to invoke message passing to communicate</a:t>
            </a:r>
          </a:p>
          <a:p>
            <a:pPr algn="just"/>
            <a:r>
              <a:rPr lang="en-US" dirty="0"/>
              <a:t>Disadvantages</a:t>
            </a:r>
          </a:p>
          <a:p>
            <a:pPr lvl="1" algn="just"/>
            <a:r>
              <a:rPr lang="en-US" dirty="0">
                <a:solidFill>
                  <a:srgbClr val="0070C0"/>
                </a:solidFill>
                <a:latin typeface="Calibri" panose="020F0502020204030204" pitchFamily="34" charset="0"/>
              </a:rPr>
              <a:t>the fragmentation penalty is a major disadvantage of loadable modules in the kernel. This means that every time a new kernel module code is inserted, the kernel becomes fragmented</a:t>
            </a:r>
            <a:r>
              <a:rPr lang="en-US" dirty="0">
                <a:solidFill>
                  <a:schemeClr val="tx1"/>
                </a:solidFill>
                <a:latin typeface="Calibri" panose="020F0502020204030204" pitchFamily="34" charset="0"/>
              </a:rPr>
              <a:t>.[TLB (Transaction </a:t>
            </a:r>
            <a:r>
              <a:rPr lang="en-US" dirty="0" err="1">
                <a:solidFill>
                  <a:schemeClr val="tx1"/>
                </a:solidFill>
                <a:latin typeface="Calibri" panose="020F0502020204030204" pitchFamily="34" charset="0"/>
              </a:rPr>
              <a:t>Lookaside</a:t>
            </a:r>
            <a:r>
              <a:rPr lang="en-US" dirty="0">
                <a:solidFill>
                  <a:schemeClr val="tx1"/>
                </a:solidFill>
                <a:latin typeface="Calibri" panose="020F0502020204030204" pitchFamily="34" charset="0"/>
              </a:rPr>
              <a:t> Buffer)]</a:t>
            </a:r>
          </a:p>
          <a:p>
            <a:pPr marL="274638" lvl="1" indent="0" algn="just">
              <a:buNone/>
            </a:pPr>
            <a:endParaRPr lang="en-US" dirty="0">
              <a:solidFill>
                <a:srgbClr val="0070C0"/>
              </a:solidFill>
              <a:latin typeface="Calibri" panose="020F0502020204030204" pitchFamily="34" charset="0"/>
            </a:endParaRPr>
          </a:p>
        </p:txBody>
      </p:sp>
    </p:spTree>
    <p:extLst>
      <p:ext uri="{BB962C8B-B14F-4D97-AF65-F5344CB8AC3E}">
        <p14:creationId xmlns:p14="http://schemas.microsoft.com/office/powerpoint/2010/main" val="3057730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Hybrid Architecture</a:t>
            </a:r>
            <a:endParaRPr lang="en-US" dirty="0"/>
          </a:p>
        </p:txBody>
      </p:sp>
      <p:sp>
        <p:nvSpPr>
          <p:cNvPr id="3" name="Content Placeholder 2"/>
          <p:cNvSpPr>
            <a:spLocks noGrp="1"/>
          </p:cNvSpPr>
          <p:nvPr>
            <p:ph sz="quarter" idx="1"/>
          </p:nvPr>
        </p:nvSpPr>
        <p:spPr>
          <a:solidFill>
            <a:schemeClr val="accent3">
              <a:lumMod val="20000"/>
              <a:lumOff val="80000"/>
            </a:schemeClr>
          </a:solidFill>
        </p:spPr>
        <p:txBody>
          <a:bodyPr/>
          <a:lstStyle/>
          <a:p>
            <a:r>
              <a:rPr lang="en-US" dirty="0"/>
              <a:t>Most modern operating systems are actually not one pure model</a:t>
            </a:r>
          </a:p>
          <a:p>
            <a:r>
              <a:rPr lang="en-US" dirty="0"/>
              <a:t>Hybrid combines multiple approaches to address performance, security, usability needs</a:t>
            </a:r>
          </a:p>
          <a:p>
            <a:r>
              <a:rPr lang="en-US" dirty="0">
                <a:solidFill>
                  <a:srgbClr val="0070C0"/>
                </a:solidFill>
              </a:rPr>
              <a:t>Linux and Solaris </a:t>
            </a:r>
            <a:r>
              <a:rPr lang="en-US" dirty="0"/>
              <a:t>kernels in kernel address space, so monolithic(Simple), plus modular for dynamic loading of functionality</a:t>
            </a:r>
          </a:p>
          <a:p>
            <a:r>
              <a:rPr lang="en-US" dirty="0">
                <a:solidFill>
                  <a:srgbClr val="0070C0"/>
                </a:solidFill>
              </a:rPr>
              <a:t>Windows mostly monolithic</a:t>
            </a:r>
            <a:r>
              <a:rPr lang="en-US" dirty="0"/>
              <a:t>, plus microkernel for different subsystem </a:t>
            </a:r>
            <a:r>
              <a:rPr lang="en-US" b="1" i="1" dirty="0"/>
              <a:t>personalities</a:t>
            </a:r>
            <a:endParaRPr lang="en-US" dirty="0"/>
          </a:p>
          <a:p>
            <a:endParaRPr lang="en-US" dirty="0"/>
          </a:p>
          <a:p>
            <a:endParaRPr lang="en-US" dirty="0"/>
          </a:p>
        </p:txBody>
      </p:sp>
    </p:spTree>
    <p:extLst>
      <p:ext uri="{BB962C8B-B14F-4D97-AF65-F5344CB8AC3E}">
        <p14:creationId xmlns:p14="http://schemas.microsoft.com/office/powerpoint/2010/main" val="3732081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102" y="436728"/>
            <a:ext cx="10241280" cy="496106"/>
          </a:xfrm>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solidFill>
                  <a:schemeClr val="tx1"/>
                </a:solidFill>
              </a:rPr>
              <a:t> Hybrid Architecture</a:t>
            </a:r>
          </a:p>
        </p:txBody>
      </p:sp>
      <p:sp>
        <p:nvSpPr>
          <p:cNvPr id="3" name="Content Placeholder 2"/>
          <p:cNvSpPr>
            <a:spLocks noGrp="1"/>
          </p:cNvSpPr>
          <p:nvPr>
            <p:ph sz="quarter" idx="1"/>
          </p:nvPr>
        </p:nvSpPr>
        <p:spPr>
          <a:solidFill>
            <a:schemeClr val="bg1"/>
          </a:solidFill>
        </p:spPr>
        <p:txBody>
          <a:bodyPr/>
          <a:lstStyle/>
          <a:p>
            <a:pPr algn="just"/>
            <a:r>
              <a:rPr lang="en-US" dirty="0">
                <a:solidFill>
                  <a:srgbClr val="0070C0"/>
                </a:solidFill>
                <a:latin typeface="+mj-lt"/>
              </a:rPr>
              <a:t>Apple Mac OS X</a:t>
            </a:r>
          </a:p>
          <a:p>
            <a:pPr algn="just"/>
            <a:r>
              <a:rPr lang="en-US" dirty="0" err="1">
                <a:solidFill>
                  <a:srgbClr val="0070C0"/>
                </a:solidFill>
                <a:latin typeface="+mj-lt"/>
              </a:rPr>
              <a:t>iOS</a:t>
            </a:r>
            <a:r>
              <a:rPr lang="en-US" dirty="0">
                <a:solidFill>
                  <a:srgbClr val="0070C0"/>
                </a:solidFill>
                <a:latin typeface="+mj-lt"/>
              </a:rPr>
              <a:t> and Android </a:t>
            </a:r>
            <a:r>
              <a:rPr lang="en-US" dirty="0">
                <a:latin typeface="+mj-lt"/>
              </a:rPr>
              <a:t>(most prominent mobile OS)</a:t>
            </a:r>
            <a:endParaRPr lang="en-US" dirty="0">
              <a:solidFill>
                <a:schemeClr val="tx1"/>
              </a:solidFill>
              <a:latin typeface="Calibri" panose="020F0502020204030204" pitchFamily="34" charset="0"/>
            </a:endParaRPr>
          </a:p>
          <a:p>
            <a:pPr marL="274638" lvl="1" indent="0" algn="just">
              <a:buNone/>
            </a:pPr>
            <a:endParaRPr lang="en-US" dirty="0">
              <a:solidFill>
                <a:srgbClr val="0070C0"/>
              </a:solidFill>
              <a:latin typeface="Calibri" panose="020F0502020204030204" pitchFamily="34" charset="0"/>
            </a:endParaRPr>
          </a:p>
        </p:txBody>
      </p:sp>
    </p:spTree>
    <p:extLst>
      <p:ext uri="{BB962C8B-B14F-4D97-AF65-F5344CB8AC3E}">
        <p14:creationId xmlns:p14="http://schemas.microsoft.com/office/powerpoint/2010/main" val="1613250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idx="4294967295"/>
          </p:nvPr>
        </p:nvSpPr>
        <p:spPr>
          <a:xfrm>
            <a:off x="556260" y="300038"/>
            <a:ext cx="9875520" cy="576262"/>
          </a:xfrm>
        </p:spPr>
        <p:txBody>
          <a:bodyPr>
            <a:normAutofit fontScale="90000"/>
          </a:bodyPr>
          <a:lstStyle/>
          <a:p>
            <a:pPr eaLnBrk="1" fontAlgn="auto" hangingPunct="1">
              <a:spcAft>
                <a:spcPts val="0"/>
              </a:spcAft>
              <a:defRPr/>
            </a:pPr>
            <a:r>
              <a:rPr lang="en-US" dirty="0">
                <a:solidFill>
                  <a:srgbClr val="0070C0"/>
                </a:solidFill>
              </a:rPr>
              <a:t>7. Virtual Machines</a:t>
            </a:r>
          </a:p>
        </p:txBody>
      </p:sp>
      <p:sp>
        <p:nvSpPr>
          <p:cNvPr id="93187" name="Rectangle 3"/>
          <p:cNvSpPr>
            <a:spLocks noGrp="1" noChangeArrowheads="1"/>
          </p:cNvSpPr>
          <p:nvPr>
            <p:ph type="body" idx="4294967295"/>
          </p:nvPr>
        </p:nvSpPr>
        <p:spPr>
          <a:xfrm>
            <a:off x="794386" y="1171577"/>
            <a:ext cx="9334500" cy="4905375"/>
          </a:xfrm>
        </p:spPr>
        <p:txBody>
          <a:bodyPr>
            <a:normAutofit/>
          </a:bodyPr>
          <a:lstStyle/>
          <a:p>
            <a:pPr marL="274320" indent="-274320" eaLnBrk="1" fontAlgn="auto" hangingPunct="1">
              <a:spcAft>
                <a:spcPts val="0"/>
              </a:spcAft>
              <a:buFont typeface="Wingdings 2"/>
              <a:buChar char=""/>
              <a:defRPr/>
            </a:pPr>
            <a:r>
              <a:rPr lang="en-US" dirty="0"/>
              <a:t>A </a:t>
            </a:r>
            <a:r>
              <a:rPr lang="en-US" b="1" dirty="0">
                <a:solidFill>
                  <a:srgbClr val="3366FF"/>
                </a:solidFill>
              </a:rPr>
              <a:t>virtual machine</a:t>
            </a:r>
            <a:r>
              <a:rPr lang="en-US" dirty="0">
                <a:solidFill>
                  <a:srgbClr val="3366FF"/>
                </a:solidFill>
              </a:rPr>
              <a:t> </a:t>
            </a:r>
            <a:r>
              <a:rPr lang="en-US" dirty="0"/>
              <a:t>takes the layered approach to its logical conclusion.  It treats hardware and the operating system kernel as though they were all hardware.</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A virtual machine provides an interface </a:t>
            </a:r>
            <a:r>
              <a:rPr lang="en-US" i="1" dirty="0"/>
              <a:t>identical</a:t>
            </a:r>
            <a:r>
              <a:rPr lang="en-US" dirty="0"/>
              <a:t> to the underlying bare hardware.</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The operating system </a:t>
            </a:r>
            <a:r>
              <a:rPr lang="en-US" b="1" dirty="0">
                <a:solidFill>
                  <a:srgbClr val="3366FF"/>
                </a:solidFill>
              </a:rPr>
              <a:t>host</a:t>
            </a:r>
            <a:r>
              <a:rPr lang="en-US" dirty="0">
                <a:solidFill>
                  <a:srgbClr val="3366FF"/>
                </a:solidFill>
              </a:rPr>
              <a:t> </a:t>
            </a:r>
            <a:r>
              <a:rPr lang="en-US" dirty="0"/>
              <a:t>creates the illusion that a process has its own processor and (virtual memory).</a:t>
            </a:r>
          </a:p>
          <a:p>
            <a:pPr marL="274320" indent="-274320" eaLnBrk="1" fontAlgn="auto" hangingPunct="1">
              <a:spcAft>
                <a:spcPts val="0"/>
              </a:spcAft>
              <a:buFont typeface="Wingdings 2"/>
              <a:buChar char=""/>
              <a:defRPr/>
            </a:pPr>
            <a:endParaRPr lang="en-US" sz="800" dirty="0"/>
          </a:p>
          <a:p>
            <a:pPr marL="274320" indent="-274320" eaLnBrk="1" fontAlgn="auto" hangingPunct="1">
              <a:spcAft>
                <a:spcPts val="0"/>
              </a:spcAft>
              <a:buFont typeface="Wingdings 2"/>
              <a:buChar char=""/>
              <a:defRPr/>
            </a:pPr>
            <a:r>
              <a:rPr lang="en-US" dirty="0"/>
              <a:t>Each </a:t>
            </a:r>
            <a:r>
              <a:rPr lang="en-US" b="1" dirty="0">
                <a:solidFill>
                  <a:srgbClr val="3366FF"/>
                </a:solidFill>
              </a:rPr>
              <a:t>guest </a:t>
            </a:r>
            <a:r>
              <a:rPr lang="en-US" dirty="0"/>
              <a:t>is provided with a (virtual) copy of underlying computer.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idx="4294967295"/>
          </p:nvPr>
        </p:nvSpPr>
        <p:spPr>
          <a:xfrm>
            <a:off x="1457326" y="230188"/>
            <a:ext cx="9515474" cy="576262"/>
          </a:xfrm>
        </p:spPr>
        <p:txBody>
          <a:bodyPr>
            <a:normAutofit fontScale="90000"/>
          </a:bodyPr>
          <a:lstStyle/>
          <a:p>
            <a:pPr eaLnBrk="1" fontAlgn="auto" hangingPunct="1">
              <a:spcAft>
                <a:spcPts val="0"/>
              </a:spcAft>
              <a:defRPr/>
            </a:pPr>
            <a:r>
              <a:rPr lang="en-US" dirty="0">
                <a:solidFill>
                  <a:srgbClr val="0070C0"/>
                </a:solidFill>
              </a:rPr>
              <a:t>Virtual Machines (Cont.)</a:t>
            </a:r>
          </a:p>
        </p:txBody>
      </p:sp>
      <p:sp>
        <p:nvSpPr>
          <p:cNvPr id="97283" name="Rectangle 7"/>
          <p:cNvSpPr>
            <a:spLocks noGrp="1" noChangeArrowheads="1"/>
          </p:cNvSpPr>
          <p:nvPr>
            <p:ph type="body" idx="4294967295"/>
          </p:nvPr>
        </p:nvSpPr>
        <p:spPr>
          <a:xfrm>
            <a:off x="1" y="1604963"/>
            <a:ext cx="8822055" cy="4513262"/>
          </a:xfrm>
        </p:spPr>
        <p:txBody>
          <a:bodyPr>
            <a:normAutofit fontScale="85000" lnSpcReduction="20000"/>
          </a:bodyPr>
          <a:lstStyle/>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endParaRPr lang="en-US"/>
          </a:p>
          <a:p>
            <a:pPr marL="274320" indent="-274320" eaLnBrk="1" fontAlgn="auto" hangingPunct="1">
              <a:spcAft>
                <a:spcPts val="0"/>
              </a:spcAft>
              <a:buFont typeface="Wingdings" pitchFamily="2" charset="2"/>
              <a:buNone/>
              <a:defRPr/>
            </a:pPr>
            <a:r>
              <a:rPr lang="en-US"/>
              <a:t>                             (a) Nonvirtual machine (b) virtual machine</a:t>
            </a:r>
          </a:p>
        </p:txBody>
      </p:sp>
      <p:pic>
        <p:nvPicPr>
          <p:cNvPr id="93188" name="Picture 11"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946" y="1147765"/>
            <a:ext cx="7694294" cy="432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a:xfrm>
            <a:off x="1421130" y="201613"/>
            <a:ext cx="9551671" cy="576262"/>
          </a:xfrm>
        </p:spPr>
        <p:txBody>
          <a:bodyPr>
            <a:normAutofit fontScale="90000"/>
          </a:bodyPr>
          <a:lstStyle/>
          <a:p>
            <a:pPr eaLnBrk="1" fontAlgn="auto" hangingPunct="1">
              <a:spcAft>
                <a:spcPts val="0"/>
              </a:spcAft>
              <a:defRPr/>
            </a:pPr>
            <a:r>
              <a:rPr lang="en-US" dirty="0">
                <a:solidFill>
                  <a:srgbClr val="0070C0"/>
                </a:solidFill>
              </a:rPr>
              <a:t>VMware Architecture</a:t>
            </a:r>
          </a:p>
        </p:txBody>
      </p:sp>
      <p:pic>
        <p:nvPicPr>
          <p:cNvPr id="9523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8740" y="1128715"/>
            <a:ext cx="8345806"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B2833-D8EA-0FC6-2A94-AD419FD8CE32}"/>
            </a:ext>
          </a:extLst>
        </p:cNvPr>
        <p:cNvGrpSpPr/>
        <p:nvPr/>
      </p:nvGrpSpPr>
      <p:grpSpPr>
        <a:xfrm>
          <a:off x="0" y="0"/>
          <a:ext cx="0" cy="0"/>
          <a:chOff x="0" y="0"/>
          <a:chExt cx="0" cy="0"/>
        </a:xfrm>
      </p:grpSpPr>
      <p:sp>
        <p:nvSpPr>
          <p:cNvPr id="103426" name="Rectangle 2">
            <a:extLst>
              <a:ext uri="{FF2B5EF4-FFF2-40B4-BE49-F238E27FC236}">
                <a16:creationId xmlns:a16="http://schemas.microsoft.com/office/drawing/2014/main" id="{9F16017F-55BA-6C36-5329-FED983C2D5A0}"/>
              </a:ext>
            </a:extLst>
          </p:cNvPr>
          <p:cNvSpPr>
            <a:spLocks noGrp="1" noChangeArrowheads="1"/>
          </p:cNvSpPr>
          <p:nvPr>
            <p:ph type="title" idx="4294967295"/>
          </p:nvPr>
        </p:nvSpPr>
        <p:spPr>
          <a:xfrm>
            <a:off x="1421130" y="201613"/>
            <a:ext cx="9551671" cy="576262"/>
          </a:xfrm>
        </p:spPr>
        <p:txBody>
          <a:bodyPr>
            <a:normAutofit fontScale="90000"/>
          </a:bodyPr>
          <a:lstStyle/>
          <a:p>
            <a:pPr eaLnBrk="1" fontAlgn="auto" hangingPunct="1">
              <a:spcAft>
                <a:spcPts val="0"/>
              </a:spcAft>
              <a:defRPr/>
            </a:pPr>
            <a:r>
              <a:rPr lang="en-US" dirty="0"/>
              <a:t>8. Exokernel Structure</a:t>
            </a:r>
            <a:endParaRPr lang="en-US" dirty="0">
              <a:solidFill>
                <a:srgbClr val="0070C0"/>
              </a:solidFill>
            </a:endParaRPr>
          </a:p>
        </p:txBody>
      </p:sp>
      <p:sp>
        <p:nvSpPr>
          <p:cNvPr id="3" name="TextBox 2">
            <a:extLst>
              <a:ext uri="{FF2B5EF4-FFF2-40B4-BE49-F238E27FC236}">
                <a16:creationId xmlns:a16="http://schemas.microsoft.com/office/drawing/2014/main" id="{1A6E65DD-3A0D-5964-CE1A-C7439B613B0D}"/>
              </a:ext>
            </a:extLst>
          </p:cNvPr>
          <p:cNvSpPr txBox="1"/>
          <p:nvPr/>
        </p:nvSpPr>
        <p:spPr>
          <a:xfrm>
            <a:off x="516194" y="1144463"/>
            <a:ext cx="9394722" cy="4524315"/>
          </a:xfrm>
          <a:prstGeom prst="rect">
            <a:avLst/>
          </a:prstGeom>
          <a:noFill/>
        </p:spPr>
        <p:txBody>
          <a:bodyPr wrap="square">
            <a:spAutoFit/>
          </a:bodyPr>
          <a:lstStyle/>
          <a:p>
            <a:pPr>
              <a:buNone/>
            </a:pPr>
            <a:r>
              <a:rPr lang="en-US" b="1" dirty="0"/>
              <a:t>Description</a:t>
            </a:r>
          </a:p>
          <a:p>
            <a:pPr algn="just">
              <a:buNone/>
            </a:pPr>
            <a:r>
              <a:rPr lang="en-US" dirty="0"/>
              <a:t>The </a:t>
            </a:r>
            <a:r>
              <a:rPr lang="en-US" b="1" dirty="0"/>
              <a:t>exokernel</a:t>
            </a:r>
            <a:r>
              <a:rPr lang="en-US" dirty="0"/>
              <a:t> provides only the minimum abstraction over hardware. Applications are given direct access to hardware resources, allowing them to manage resources and make decisions that the kernel previously made. Applications manage resources through </a:t>
            </a:r>
            <a:r>
              <a:rPr lang="en-US" b="1" dirty="0"/>
              <a:t>library operating systems (LibOS)</a:t>
            </a:r>
            <a:r>
              <a:rPr lang="en-US" dirty="0"/>
              <a:t>.</a:t>
            </a:r>
          </a:p>
          <a:p>
            <a:pPr algn="just">
              <a:buNone/>
            </a:pPr>
            <a:r>
              <a:rPr lang="en-US" b="1" dirty="0"/>
              <a:t>Architecture</a:t>
            </a:r>
          </a:p>
          <a:p>
            <a:pPr algn="just">
              <a:buNone/>
            </a:pPr>
            <a:endParaRPr lang="en-US" b="1" dirty="0"/>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 Applications         |</a:t>
            </a:r>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 Library OS (LibOS)   |</a:t>
            </a:r>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 Exokernel            |</a:t>
            </a:r>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 Hardware             |</a:t>
            </a:r>
          </a:p>
          <a:p>
            <a:pPr rtl="0">
              <a:buNone/>
            </a:pPr>
            <a:r>
              <a:rPr lang="en-US" dirty="0">
                <a:latin typeface="Courier New" panose="02070309020205020404" pitchFamily="49" charset="0"/>
              </a:rPr>
              <a:t>+----------------------+</a:t>
            </a:r>
          </a:p>
        </p:txBody>
      </p:sp>
    </p:spTree>
    <p:extLst>
      <p:ext uri="{BB962C8B-B14F-4D97-AF65-F5344CB8AC3E}">
        <p14:creationId xmlns:p14="http://schemas.microsoft.com/office/powerpoint/2010/main" val="3473984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F148-C4F5-0390-CC41-23679D3EE814}"/>
            </a:ext>
          </a:extLst>
        </p:cNvPr>
        <p:cNvGrpSpPr/>
        <p:nvPr/>
      </p:nvGrpSpPr>
      <p:grpSpPr>
        <a:xfrm>
          <a:off x="0" y="0"/>
          <a:ext cx="0" cy="0"/>
          <a:chOff x="0" y="0"/>
          <a:chExt cx="0" cy="0"/>
        </a:xfrm>
      </p:grpSpPr>
      <p:sp>
        <p:nvSpPr>
          <p:cNvPr id="103426" name="Rectangle 2">
            <a:extLst>
              <a:ext uri="{FF2B5EF4-FFF2-40B4-BE49-F238E27FC236}">
                <a16:creationId xmlns:a16="http://schemas.microsoft.com/office/drawing/2014/main" id="{B661AC4E-352A-6128-0154-E2628332EC03}"/>
              </a:ext>
            </a:extLst>
          </p:cNvPr>
          <p:cNvSpPr>
            <a:spLocks noGrp="1" noChangeArrowheads="1"/>
          </p:cNvSpPr>
          <p:nvPr>
            <p:ph type="title" idx="4294967295"/>
          </p:nvPr>
        </p:nvSpPr>
        <p:spPr>
          <a:xfrm>
            <a:off x="1421130" y="201613"/>
            <a:ext cx="9551671" cy="576262"/>
          </a:xfrm>
        </p:spPr>
        <p:txBody>
          <a:bodyPr>
            <a:normAutofit fontScale="90000"/>
          </a:bodyPr>
          <a:lstStyle/>
          <a:p>
            <a:pPr eaLnBrk="1" fontAlgn="auto" hangingPunct="1">
              <a:spcAft>
                <a:spcPts val="0"/>
              </a:spcAft>
              <a:defRPr/>
            </a:pPr>
            <a:r>
              <a:rPr lang="en-US" dirty="0"/>
              <a:t>8. Exokernel Structure</a:t>
            </a:r>
            <a:endParaRPr lang="en-US" dirty="0">
              <a:solidFill>
                <a:srgbClr val="0070C0"/>
              </a:solidFill>
            </a:endParaRPr>
          </a:p>
        </p:txBody>
      </p:sp>
      <p:sp>
        <p:nvSpPr>
          <p:cNvPr id="3" name="TextBox 2">
            <a:extLst>
              <a:ext uri="{FF2B5EF4-FFF2-40B4-BE49-F238E27FC236}">
                <a16:creationId xmlns:a16="http://schemas.microsoft.com/office/drawing/2014/main" id="{64929273-717E-7BFC-66C4-722CACCC200A}"/>
              </a:ext>
            </a:extLst>
          </p:cNvPr>
          <p:cNvSpPr txBox="1"/>
          <p:nvPr/>
        </p:nvSpPr>
        <p:spPr>
          <a:xfrm>
            <a:off x="516194" y="1144463"/>
            <a:ext cx="9394722" cy="3416320"/>
          </a:xfrm>
          <a:prstGeom prst="rect">
            <a:avLst/>
          </a:prstGeom>
          <a:noFill/>
        </p:spPr>
        <p:txBody>
          <a:bodyPr wrap="square">
            <a:spAutoFit/>
          </a:bodyPr>
          <a:lstStyle/>
          <a:p>
            <a:r>
              <a:rPr lang="en-US" b="1" dirty="0"/>
              <a:t>Advantages</a:t>
            </a:r>
          </a:p>
          <a:p>
            <a:pPr lvl="0"/>
            <a:r>
              <a:rPr lang="en-US" dirty="0"/>
              <a:t>Maximum performance. </a:t>
            </a:r>
          </a:p>
          <a:p>
            <a:pPr lvl="0"/>
            <a:r>
              <a:rPr lang="en-US" dirty="0"/>
              <a:t>Highly customizable. </a:t>
            </a:r>
          </a:p>
          <a:p>
            <a:pPr lvl="0"/>
            <a:r>
              <a:rPr lang="en-US" dirty="0"/>
              <a:t>Efficient resource utilization. </a:t>
            </a:r>
          </a:p>
          <a:p>
            <a:pPr lvl="0"/>
            <a:endParaRPr lang="en-US" dirty="0"/>
          </a:p>
          <a:p>
            <a:r>
              <a:rPr lang="en-US" b="1" dirty="0"/>
              <a:t>Disadvantages</a:t>
            </a:r>
          </a:p>
          <a:p>
            <a:pPr lvl="0"/>
            <a:r>
              <a:rPr lang="en-US" dirty="0"/>
              <a:t>Difficult to program. </a:t>
            </a:r>
          </a:p>
          <a:p>
            <a:pPr lvl="0"/>
            <a:r>
              <a:rPr lang="en-US" dirty="0"/>
              <a:t>Rarely used in commercial systems. </a:t>
            </a:r>
          </a:p>
          <a:p>
            <a:pPr lvl="0"/>
            <a:endParaRPr lang="en-US" dirty="0"/>
          </a:p>
          <a:p>
            <a:r>
              <a:rPr lang="en-US" b="1" dirty="0"/>
              <a:t>Examples</a:t>
            </a:r>
          </a:p>
          <a:p>
            <a:pPr lvl="0"/>
            <a:r>
              <a:rPr lang="en-US" dirty="0"/>
              <a:t>MIT Exokernel </a:t>
            </a:r>
          </a:p>
          <a:p>
            <a:pPr lvl="0"/>
            <a:r>
              <a:rPr lang="en-US" dirty="0"/>
              <a:t>Aegis </a:t>
            </a:r>
          </a:p>
        </p:txBody>
      </p:sp>
    </p:spTree>
    <p:extLst>
      <p:ext uri="{BB962C8B-B14F-4D97-AF65-F5344CB8AC3E}">
        <p14:creationId xmlns:p14="http://schemas.microsoft.com/office/powerpoint/2010/main" val="3355722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B010A-87AC-81BE-6423-D11D794A0AD7}"/>
            </a:ext>
          </a:extLst>
        </p:cNvPr>
        <p:cNvGrpSpPr/>
        <p:nvPr/>
      </p:nvGrpSpPr>
      <p:grpSpPr>
        <a:xfrm>
          <a:off x="0" y="0"/>
          <a:ext cx="0" cy="0"/>
          <a:chOff x="0" y="0"/>
          <a:chExt cx="0" cy="0"/>
        </a:xfrm>
      </p:grpSpPr>
      <p:sp>
        <p:nvSpPr>
          <p:cNvPr id="103426" name="Rectangle 2">
            <a:extLst>
              <a:ext uri="{FF2B5EF4-FFF2-40B4-BE49-F238E27FC236}">
                <a16:creationId xmlns:a16="http://schemas.microsoft.com/office/drawing/2014/main" id="{0AD41C7A-0D21-EB64-0F2D-FB4BF5BB2D59}"/>
              </a:ext>
            </a:extLst>
          </p:cNvPr>
          <p:cNvSpPr>
            <a:spLocks noGrp="1" noChangeArrowheads="1"/>
          </p:cNvSpPr>
          <p:nvPr>
            <p:ph type="title" idx="4294967295"/>
          </p:nvPr>
        </p:nvSpPr>
        <p:spPr>
          <a:xfrm>
            <a:off x="1421130" y="201613"/>
            <a:ext cx="9551671" cy="576262"/>
          </a:xfrm>
        </p:spPr>
        <p:txBody>
          <a:bodyPr>
            <a:normAutofit fontScale="90000"/>
          </a:bodyPr>
          <a:lstStyle/>
          <a:p>
            <a:pPr eaLnBrk="1" fontAlgn="auto" hangingPunct="1">
              <a:spcAft>
                <a:spcPts val="0"/>
              </a:spcAft>
              <a:defRPr/>
            </a:pPr>
            <a:r>
              <a:rPr lang="en-US" dirty="0"/>
              <a:t>8. Comparison Table</a:t>
            </a:r>
            <a:endParaRPr lang="en-US" dirty="0">
              <a:solidFill>
                <a:srgbClr val="0070C0"/>
              </a:solidFill>
            </a:endParaRPr>
          </a:p>
        </p:txBody>
      </p:sp>
      <p:graphicFrame>
        <p:nvGraphicFramePr>
          <p:cNvPr id="2" name="Table 1">
            <a:extLst>
              <a:ext uri="{FF2B5EF4-FFF2-40B4-BE49-F238E27FC236}">
                <a16:creationId xmlns:a16="http://schemas.microsoft.com/office/drawing/2014/main" id="{01700282-90BD-C26A-83E8-44273538738C}"/>
              </a:ext>
            </a:extLst>
          </p:cNvPr>
          <p:cNvGraphicFramePr>
            <a:graphicFrameLocks noGrp="1"/>
          </p:cNvGraphicFramePr>
          <p:nvPr/>
        </p:nvGraphicFramePr>
        <p:xfrm>
          <a:off x="361950" y="1628934"/>
          <a:ext cx="10240962" cy="4389120"/>
        </p:xfrm>
        <a:graphic>
          <a:graphicData uri="http://schemas.openxmlformats.org/drawingml/2006/table">
            <a:tbl>
              <a:tblPr/>
              <a:tblGrid>
                <a:gridCol w="1706827">
                  <a:extLst>
                    <a:ext uri="{9D8B030D-6E8A-4147-A177-3AD203B41FA5}">
                      <a16:colId xmlns:a16="http://schemas.microsoft.com/office/drawing/2014/main" val="4188465330"/>
                    </a:ext>
                  </a:extLst>
                </a:gridCol>
                <a:gridCol w="1706827">
                  <a:extLst>
                    <a:ext uri="{9D8B030D-6E8A-4147-A177-3AD203B41FA5}">
                      <a16:colId xmlns:a16="http://schemas.microsoft.com/office/drawing/2014/main" val="3490537000"/>
                    </a:ext>
                  </a:extLst>
                </a:gridCol>
                <a:gridCol w="1706827">
                  <a:extLst>
                    <a:ext uri="{9D8B030D-6E8A-4147-A177-3AD203B41FA5}">
                      <a16:colId xmlns:a16="http://schemas.microsoft.com/office/drawing/2014/main" val="1011259345"/>
                    </a:ext>
                  </a:extLst>
                </a:gridCol>
                <a:gridCol w="1706827">
                  <a:extLst>
                    <a:ext uri="{9D8B030D-6E8A-4147-A177-3AD203B41FA5}">
                      <a16:colId xmlns:a16="http://schemas.microsoft.com/office/drawing/2014/main" val="2072535142"/>
                    </a:ext>
                  </a:extLst>
                </a:gridCol>
                <a:gridCol w="1706827">
                  <a:extLst>
                    <a:ext uri="{9D8B030D-6E8A-4147-A177-3AD203B41FA5}">
                      <a16:colId xmlns:a16="http://schemas.microsoft.com/office/drawing/2014/main" val="3755440408"/>
                    </a:ext>
                  </a:extLst>
                </a:gridCol>
                <a:gridCol w="1706827">
                  <a:extLst>
                    <a:ext uri="{9D8B030D-6E8A-4147-A177-3AD203B41FA5}">
                      <a16:colId xmlns:a16="http://schemas.microsoft.com/office/drawing/2014/main" val="265832838"/>
                    </a:ext>
                  </a:extLst>
                </a:gridCol>
              </a:tblGrid>
              <a:tr h="0">
                <a:tc>
                  <a:txBody>
                    <a:bodyPr/>
                    <a:lstStyle/>
                    <a:p>
                      <a:pPr>
                        <a:buNone/>
                      </a:pPr>
                      <a:r>
                        <a:rPr lang="en-US"/>
                        <a:t>Structure</a:t>
                      </a:r>
                    </a:p>
                  </a:txBody>
                  <a:tcPr anchor="ctr">
                    <a:lnL>
                      <a:noFill/>
                    </a:lnL>
                    <a:lnR>
                      <a:noFill/>
                    </a:lnR>
                    <a:lnT>
                      <a:noFill/>
                    </a:lnT>
                    <a:lnB>
                      <a:noFill/>
                    </a:lnB>
                    <a:noFill/>
                  </a:tcPr>
                </a:tc>
                <a:tc>
                  <a:txBody>
                    <a:bodyPr/>
                    <a:lstStyle/>
                    <a:p>
                      <a:pPr>
                        <a:buNone/>
                      </a:pPr>
                      <a:r>
                        <a:rPr lang="en-US"/>
                        <a:t>Performance</a:t>
                      </a:r>
                    </a:p>
                  </a:txBody>
                  <a:tcPr anchor="ctr">
                    <a:lnL>
                      <a:noFill/>
                    </a:lnL>
                    <a:lnR>
                      <a:noFill/>
                    </a:lnR>
                    <a:lnT>
                      <a:noFill/>
                    </a:lnT>
                    <a:lnB>
                      <a:noFill/>
                    </a:lnB>
                    <a:noFill/>
                  </a:tcPr>
                </a:tc>
                <a:tc>
                  <a:txBody>
                    <a:bodyPr/>
                    <a:lstStyle/>
                    <a:p>
                      <a:pPr>
                        <a:buNone/>
                      </a:pPr>
                      <a:r>
                        <a:rPr lang="en-US"/>
                        <a:t>Security</a:t>
                      </a:r>
                    </a:p>
                  </a:txBody>
                  <a:tcPr anchor="ctr">
                    <a:lnL>
                      <a:noFill/>
                    </a:lnL>
                    <a:lnR>
                      <a:noFill/>
                    </a:lnR>
                    <a:lnT>
                      <a:noFill/>
                    </a:lnT>
                    <a:lnB>
                      <a:noFill/>
                    </a:lnB>
                    <a:noFill/>
                  </a:tcPr>
                </a:tc>
                <a:tc>
                  <a:txBody>
                    <a:bodyPr/>
                    <a:lstStyle/>
                    <a:p>
                      <a:pPr>
                        <a:buNone/>
                      </a:pPr>
                      <a:r>
                        <a:rPr lang="en-US"/>
                        <a:t>Maintainability</a:t>
                      </a:r>
                    </a:p>
                  </a:txBody>
                  <a:tcPr anchor="ctr">
                    <a:lnL>
                      <a:noFill/>
                    </a:lnL>
                    <a:lnR>
                      <a:noFill/>
                    </a:lnR>
                    <a:lnT>
                      <a:noFill/>
                    </a:lnT>
                    <a:lnB>
                      <a:noFill/>
                    </a:lnB>
                    <a:noFill/>
                  </a:tcPr>
                </a:tc>
                <a:tc>
                  <a:txBody>
                    <a:bodyPr/>
                    <a:lstStyle/>
                    <a:p>
                      <a:pPr>
                        <a:buNone/>
                      </a:pPr>
                      <a:r>
                        <a:rPr lang="en-US"/>
                        <a:t>Complexity</a:t>
                      </a:r>
                    </a:p>
                  </a:txBody>
                  <a:tcPr anchor="ctr">
                    <a:lnL>
                      <a:noFill/>
                    </a:lnL>
                    <a:lnR>
                      <a:noFill/>
                    </a:lnR>
                    <a:lnT>
                      <a:noFill/>
                    </a:lnT>
                    <a:lnB>
                      <a:noFill/>
                    </a:lnB>
                    <a:noFill/>
                  </a:tcPr>
                </a:tc>
                <a:tc>
                  <a:txBody>
                    <a:bodyPr/>
                    <a:lstStyle/>
                    <a:p>
                      <a:pPr>
                        <a:buNone/>
                      </a:pPr>
                      <a:r>
                        <a:rPr lang="en-US"/>
                        <a:t>Examples</a:t>
                      </a:r>
                    </a:p>
                  </a:txBody>
                  <a:tcPr anchor="ctr">
                    <a:lnL>
                      <a:noFill/>
                    </a:lnL>
                    <a:lnR>
                      <a:noFill/>
                    </a:lnR>
                    <a:lnT>
                      <a:noFill/>
                    </a:lnT>
                    <a:lnB>
                      <a:noFill/>
                    </a:lnB>
                    <a:noFill/>
                  </a:tcPr>
                </a:tc>
                <a:extLst>
                  <a:ext uri="{0D108BD9-81ED-4DB2-BD59-A6C34878D82A}">
                    <a16:rowId xmlns:a16="http://schemas.microsoft.com/office/drawing/2014/main" val="2996294598"/>
                  </a:ext>
                </a:extLst>
              </a:tr>
              <a:tr h="0">
                <a:tc>
                  <a:txBody>
                    <a:bodyPr/>
                    <a:lstStyle/>
                    <a:p>
                      <a:pPr>
                        <a:buNone/>
                      </a:pPr>
                      <a:r>
                        <a:rPr lang="en-US"/>
                        <a:t>Simple</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Low</a:t>
                      </a:r>
                    </a:p>
                  </a:txBody>
                  <a:tcPr anchor="ctr">
                    <a:lnL>
                      <a:noFill/>
                    </a:lnL>
                    <a:lnR>
                      <a:noFill/>
                    </a:lnR>
                    <a:lnT>
                      <a:noFill/>
                    </a:lnT>
                    <a:lnB>
                      <a:noFill/>
                    </a:lnB>
                    <a:noFill/>
                  </a:tcPr>
                </a:tc>
                <a:tc>
                  <a:txBody>
                    <a:bodyPr/>
                    <a:lstStyle/>
                    <a:p>
                      <a:pPr>
                        <a:buNone/>
                      </a:pPr>
                      <a:r>
                        <a:rPr lang="en-US"/>
                        <a:t>Poor</a:t>
                      </a:r>
                    </a:p>
                  </a:txBody>
                  <a:tcPr anchor="ctr">
                    <a:lnL>
                      <a:noFill/>
                    </a:lnL>
                    <a:lnR>
                      <a:noFill/>
                    </a:lnR>
                    <a:lnT>
                      <a:noFill/>
                    </a:lnT>
                    <a:lnB>
                      <a:noFill/>
                    </a:lnB>
                    <a:noFill/>
                  </a:tcPr>
                </a:tc>
                <a:tc>
                  <a:txBody>
                    <a:bodyPr/>
                    <a:lstStyle/>
                    <a:p>
                      <a:pPr>
                        <a:buNone/>
                      </a:pPr>
                      <a:r>
                        <a:rPr lang="en-US"/>
                        <a:t>Low</a:t>
                      </a:r>
                    </a:p>
                  </a:txBody>
                  <a:tcPr anchor="ctr">
                    <a:lnL>
                      <a:noFill/>
                    </a:lnL>
                    <a:lnR>
                      <a:noFill/>
                    </a:lnR>
                    <a:lnT>
                      <a:noFill/>
                    </a:lnT>
                    <a:lnB>
                      <a:noFill/>
                    </a:lnB>
                    <a:noFill/>
                  </a:tcPr>
                </a:tc>
                <a:tc>
                  <a:txBody>
                    <a:bodyPr/>
                    <a:lstStyle/>
                    <a:p>
                      <a:pPr>
                        <a:buNone/>
                      </a:pPr>
                      <a:r>
                        <a:rPr lang="en-US"/>
                        <a:t>MS-DOS</a:t>
                      </a:r>
                    </a:p>
                  </a:txBody>
                  <a:tcPr anchor="ctr">
                    <a:lnL>
                      <a:noFill/>
                    </a:lnL>
                    <a:lnR>
                      <a:noFill/>
                    </a:lnR>
                    <a:lnT>
                      <a:noFill/>
                    </a:lnT>
                    <a:lnB>
                      <a:noFill/>
                    </a:lnB>
                    <a:noFill/>
                  </a:tcPr>
                </a:tc>
                <a:extLst>
                  <a:ext uri="{0D108BD9-81ED-4DB2-BD59-A6C34878D82A}">
                    <a16:rowId xmlns:a16="http://schemas.microsoft.com/office/drawing/2014/main" val="3115215455"/>
                  </a:ext>
                </a:extLst>
              </a:tr>
              <a:tr h="0">
                <a:tc>
                  <a:txBody>
                    <a:bodyPr/>
                    <a:lstStyle/>
                    <a:p>
                      <a:pPr>
                        <a:buNone/>
                      </a:pPr>
                      <a:r>
                        <a:rPr lang="en-US"/>
                        <a:t>Monolithic</a:t>
                      </a:r>
                    </a:p>
                  </a:txBody>
                  <a:tcPr anchor="ctr">
                    <a:lnL>
                      <a:noFill/>
                    </a:lnL>
                    <a:lnR>
                      <a:noFill/>
                    </a:lnR>
                    <a:lnT>
                      <a:noFill/>
                    </a:lnT>
                    <a:lnB>
                      <a:noFill/>
                    </a:lnB>
                    <a:noFill/>
                  </a:tcPr>
                </a:tc>
                <a:tc>
                  <a:txBody>
                    <a:bodyPr/>
                    <a:lstStyle/>
                    <a:p>
                      <a:pPr>
                        <a:buNone/>
                      </a:pPr>
                      <a:r>
                        <a:rPr lang="en-US"/>
                        <a:t>Very High</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Difficult</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Linux, UNIX</a:t>
                      </a:r>
                    </a:p>
                  </a:txBody>
                  <a:tcPr anchor="ctr">
                    <a:lnL>
                      <a:noFill/>
                    </a:lnL>
                    <a:lnR>
                      <a:noFill/>
                    </a:lnR>
                    <a:lnT>
                      <a:noFill/>
                    </a:lnT>
                    <a:lnB>
                      <a:noFill/>
                    </a:lnB>
                    <a:noFill/>
                  </a:tcPr>
                </a:tc>
                <a:extLst>
                  <a:ext uri="{0D108BD9-81ED-4DB2-BD59-A6C34878D82A}">
                    <a16:rowId xmlns:a16="http://schemas.microsoft.com/office/drawing/2014/main" val="3804141499"/>
                  </a:ext>
                </a:extLst>
              </a:tr>
              <a:tr h="0">
                <a:tc>
                  <a:txBody>
                    <a:bodyPr/>
                    <a:lstStyle/>
                    <a:p>
                      <a:pPr>
                        <a:buNone/>
                      </a:pPr>
                      <a:r>
                        <a:rPr lang="en-US"/>
                        <a:t>Layered</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Excellent</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THE OS</a:t>
                      </a:r>
                    </a:p>
                  </a:txBody>
                  <a:tcPr anchor="ctr">
                    <a:lnL>
                      <a:noFill/>
                    </a:lnL>
                    <a:lnR>
                      <a:noFill/>
                    </a:lnR>
                    <a:lnT>
                      <a:noFill/>
                    </a:lnT>
                    <a:lnB>
                      <a:noFill/>
                    </a:lnB>
                    <a:noFill/>
                  </a:tcPr>
                </a:tc>
                <a:extLst>
                  <a:ext uri="{0D108BD9-81ED-4DB2-BD59-A6C34878D82A}">
                    <a16:rowId xmlns:a16="http://schemas.microsoft.com/office/drawing/2014/main" val="1973976047"/>
                  </a:ext>
                </a:extLst>
              </a:tr>
              <a:tr h="0">
                <a:tc>
                  <a:txBody>
                    <a:bodyPr/>
                    <a:lstStyle/>
                    <a:p>
                      <a:pPr>
                        <a:buNone/>
                      </a:pPr>
                      <a:r>
                        <a:rPr lang="en-US"/>
                        <a:t>Microkernel</a:t>
                      </a:r>
                    </a:p>
                  </a:txBody>
                  <a:tcPr anchor="ctr">
                    <a:lnL>
                      <a:noFill/>
                    </a:lnL>
                    <a:lnR>
                      <a:noFill/>
                    </a:lnR>
                    <a:lnT>
                      <a:noFill/>
                    </a:lnT>
                    <a:lnB>
                      <a:noFill/>
                    </a:lnB>
                    <a:noFill/>
                  </a:tcPr>
                </a:tc>
                <a:tc>
                  <a:txBody>
                    <a:bodyPr/>
                    <a:lstStyle/>
                    <a:p>
                      <a:pPr>
                        <a:buNone/>
                      </a:pPr>
                      <a:r>
                        <a:rPr lang="en-US" dirty="0"/>
                        <a:t>Medium</a:t>
                      </a:r>
                    </a:p>
                  </a:txBody>
                  <a:tcPr anchor="ctr">
                    <a:lnL>
                      <a:noFill/>
                    </a:lnL>
                    <a:lnR>
                      <a:noFill/>
                    </a:lnR>
                    <a:lnT>
                      <a:noFill/>
                    </a:lnT>
                    <a:lnB>
                      <a:noFill/>
                    </a:lnB>
                    <a:noFill/>
                  </a:tcPr>
                </a:tc>
                <a:tc>
                  <a:txBody>
                    <a:bodyPr/>
                    <a:lstStyle/>
                    <a:p>
                      <a:pPr>
                        <a:buNone/>
                      </a:pPr>
                      <a:r>
                        <a:rPr lang="en-US"/>
                        <a:t>Very High</a:t>
                      </a:r>
                    </a:p>
                  </a:txBody>
                  <a:tcPr anchor="ctr">
                    <a:lnL>
                      <a:noFill/>
                    </a:lnL>
                    <a:lnR>
                      <a:noFill/>
                    </a:lnR>
                    <a:lnT>
                      <a:noFill/>
                    </a:lnT>
                    <a:lnB>
                      <a:noFill/>
                    </a:lnB>
                    <a:noFill/>
                  </a:tcPr>
                </a:tc>
                <a:tc>
                  <a:txBody>
                    <a:bodyPr/>
                    <a:lstStyle/>
                    <a:p>
                      <a:pPr>
                        <a:buNone/>
                      </a:pPr>
                      <a:r>
                        <a:rPr lang="en-US"/>
                        <a:t>Excellent</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Minix, QNX</a:t>
                      </a:r>
                    </a:p>
                  </a:txBody>
                  <a:tcPr anchor="ctr">
                    <a:lnL>
                      <a:noFill/>
                    </a:lnL>
                    <a:lnR>
                      <a:noFill/>
                    </a:lnR>
                    <a:lnT>
                      <a:noFill/>
                    </a:lnT>
                    <a:lnB>
                      <a:noFill/>
                    </a:lnB>
                    <a:noFill/>
                  </a:tcPr>
                </a:tc>
                <a:extLst>
                  <a:ext uri="{0D108BD9-81ED-4DB2-BD59-A6C34878D82A}">
                    <a16:rowId xmlns:a16="http://schemas.microsoft.com/office/drawing/2014/main" val="3354811279"/>
                  </a:ext>
                </a:extLst>
              </a:tr>
              <a:tr h="0">
                <a:tc>
                  <a:txBody>
                    <a:bodyPr/>
                    <a:lstStyle/>
                    <a:p>
                      <a:pPr>
                        <a:buNone/>
                      </a:pPr>
                      <a:r>
                        <a:rPr lang="en-US"/>
                        <a:t>Modular</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dirty="0"/>
                        <a:t>Good</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Linux, Solaris</a:t>
                      </a:r>
                    </a:p>
                  </a:txBody>
                  <a:tcPr anchor="ctr">
                    <a:lnL>
                      <a:noFill/>
                    </a:lnL>
                    <a:lnR>
                      <a:noFill/>
                    </a:lnR>
                    <a:lnT>
                      <a:noFill/>
                    </a:lnT>
                    <a:lnB>
                      <a:noFill/>
                    </a:lnB>
                    <a:noFill/>
                  </a:tcPr>
                </a:tc>
                <a:extLst>
                  <a:ext uri="{0D108BD9-81ED-4DB2-BD59-A6C34878D82A}">
                    <a16:rowId xmlns:a16="http://schemas.microsoft.com/office/drawing/2014/main" val="1533780266"/>
                  </a:ext>
                </a:extLst>
              </a:tr>
              <a:tr h="0">
                <a:tc>
                  <a:txBody>
                    <a:bodyPr/>
                    <a:lstStyle/>
                    <a:p>
                      <a:pPr>
                        <a:buNone/>
                      </a:pPr>
                      <a:r>
                        <a:rPr lang="en-US"/>
                        <a:t>Hybrid</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Good</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Windows, macOS</a:t>
                      </a:r>
                    </a:p>
                  </a:txBody>
                  <a:tcPr anchor="ctr">
                    <a:lnL>
                      <a:noFill/>
                    </a:lnL>
                    <a:lnR>
                      <a:noFill/>
                    </a:lnR>
                    <a:lnT>
                      <a:noFill/>
                    </a:lnT>
                    <a:lnB>
                      <a:noFill/>
                    </a:lnB>
                    <a:noFill/>
                  </a:tcPr>
                </a:tc>
                <a:extLst>
                  <a:ext uri="{0D108BD9-81ED-4DB2-BD59-A6C34878D82A}">
                    <a16:rowId xmlns:a16="http://schemas.microsoft.com/office/drawing/2014/main" val="2470049120"/>
                  </a:ext>
                </a:extLst>
              </a:tr>
              <a:tr h="0">
                <a:tc>
                  <a:txBody>
                    <a:bodyPr/>
                    <a:lstStyle/>
                    <a:p>
                      <a:pPr>
                        <a:buNone/>
                      </a:pPr>
                      <a:r>
                        <a:rPr lang="en-US"/>
                        <a:t>Virtual Machine</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Very High</a:t>
                      </a:r>
                    </a:p>
                  </a:txBody>
                  <a:tcPr anchor="ctr">
                    <a:lnL>
                      <a:noFill/>
                    </a:lnL>
                    <a:lnR>
                      <a:noFill/>
                    </a:lnR>
                    <a:lnT>
                      <a:noFill/>
                    </a:lnT>
                    <a:lnB>
                      <a:noFill/>
                    </a:lnB>
                    <a:noFill/>
                  </a:tcPr>
                </a:tc>
                <a:tc>
                  <a:txBody>
                    <a:bodyPr/>
                    <a:lstStyle/>
                    <a:p>
                      <a:pPr>
                        <a:buNone/>
                      </a:pPr>
                      <a:r>
                        <a:rPr lang="en-US"/>
                        <a:t>Good</a:t>
                      </a:r>
                    </a:p>
                  </a:txBody>
                  <a:tcPr anchor="ctr">
                    <a:lnL>
                      <a:noFill/>
                    </a:lnL>
                    <a:lnR>
                      <a:noFill/>
                    </a:lnR>
                    <a:lnT>
                      <a:noFill/>
                    </a:lnT>
                    <a:lnB>
                      <a:noFill/>
                    </a:lnB>
                    <a:noFill/>
                  </a:tcPr>
                </a:tc>
                <a:tc>
                  <a:txBody>
                    <a:bodyPr/>
                    <a:lstStyle/>
                    <a:p>
                      <a:pPr>
                        <a:buNone/>
                      </a:pPr>
                      <a:r>
                        <a:rPr lang="en-US"/>
                        <a:t>High</a:t>
                      </a:r>
                    </a:p>
                  </a:txBody>
                  <a:tcPr anchor="ctr">
                    <a:lnL>
                      <a:noFill/>
                    </a:lnL>
                    <a:lnR>
                      <a:noFill/>
                    </a:lnR>
                    <a:lnT>
                      <a:noFill/>
                    </a:lnT>
                    <a:lnB>
                      <a:noFill/>
                    </a:lnB>
                    <a:noFill/>
                  </a:tcPr>
                </a:tc>
                <a:tc>
                  <a:txBody>
                    <a:bodyPr/>
                    <a:lstStyle/>
                    <a:p>
                      <a:pPr>
                        <a:buNone/>
                      </a:pPr>
                      <a:r>
                        <a:rPr lang="en-US"/>
                        <a:t>VMware, Hyper-V</a:t>
                      </a:r>
                    </a:p>
                  </a:txBody>
                  <a:tcPr anchor="ctr">
                    <a:lnL>
                      <a:noFill/>
                    </a:lnL>
                    <a:lnR>
                      <a:noFill/>
                    </a:lnR>
                    <a:lnT>
                      <a:noFill/>
                    </a:lnT>
                    <a:lnB>
                      <a:noFill/>
                    </a:lnB>
                    <a:noFill/>
                  </a:tcPr>
                </a:tc>
                <a:extLst>
                  <a:ext uri="{0D108BD9-81ED-4DB2-BD59-A6C34878D82A}">
                    <a16:rowId xmlns:a16="http://schemas.microsoft.com/office/drawing/2014/main" val="2915628490"/>
                  </a:ext>
                </a:extLst>
              </a:tr>
              <a:tr h="0">
                <a:tc>
                  <a:txBody>
                    <a:bodyPr/>
                    <a:lstStyle/>
                    <a:p>
                      <a:pPr>
                        <a:buNone/>
                      </a:pPr>
                      <a:r>
                        <a:rPr lang="en-US"/>
                        <a:t>Exokernel</a:t>
                      </a:r>
                    </a:p>
                  </a:txBody>
                  <a:tcPr anchor="ctr">
                    <a:lnL>
                      <a:noFill/>
                    </a:lnL>
                    <a:lnR>
                      <a:noFill/>
                    </a:lnR>
                    <a:lnT>
                      <a:noFill/>
                    </a:lnT>
                    <a:lnB>
                      <a:noFill/>
                    </a:lnB>
                    <a:noFill/>
                  </a:tcPr>
                </a:tc>
                <a:tc>
                  <a:txBody>
                    <a:bodyPr/>
                    <a:lstStyle/>
                    <a:p>
                      <a:pPr>
                        <a:buNone/>
                      </a:pPr>
                      <a:r>
                        <a:rPr lang="en-US"/>
                        <a:t>Very High</a:t>
                      </a:r>
                    </a:p>
                  </a:txBody>
                  <a:tcPr anchor="ctr">
                    <a:lnL>
                      <a:noFill/>
                    </a:lnL>
                    <a:lnR>
                      <a:noFill/>
                    </a:lnR>
                    <a:lnT>
                      <a:noFill/>
                    </a:lnT>
                    <a:lnB>
                      <a:noFill/>
                    </a:lnB>
                    <a:noFill/>
                  </a:tcPr>
                </a:tc>
                <a:tc>
                  <a:txBody>
                    <a:bodyPr/>
                    <a:lstStyle/>
                    <a:p>
                      <a:pPr>
                        <a:buNone/>
                      </a:pPr>
                      <a:r>
                        <a:rPr lang="en-US"/>
                        <a:t>Medium</a:t>
                      </a:r>
                    </a:p>
                  </a:txBody>
                  <a:tcPr anchor="ctr">
                    <a:lnL>
                      <a:noFill/>
                    </a:lnL>
                    <a:lnR>
                      <a:noFill/>
                    </a:lnR>
                    <a:lnT>
                      <a:noFill/>
                    </a:lnT>
                    <a:lnB>
                      <a:noFill/>
                    </a:lnB>
                    <a:noFill/>
                  </a:tcPr>
                </a:tc>
                <a:tc>
                  <a:txBody>
                    <a:bodyPr/>
                    <a:lstStyle/>
                    <a:p>
                      <a:pPr>
                        <a:buNone/>
                      </a:pPr>
                      <a:r>
                        <a:rPr lang="en-US"/>
                        <a:t>Difficult</a:t>
                      </a:r>
                    </a:p>
                  </a:txBody>
                  <a:tcPr anchor="ctr">
                    <a:lnL>
                      <a:noFill/>
                    </a:lnL>
                    <a:lnR>
                      <a:noFill/>
                    </a:lnR>
                    <a:lnT>
                      <a:noFill/>
                    </a:lnT>
                    <a:lnB>
                      <a:noFill/>
                    </a:lnB>
                    <a:noFill/>
                  </a:tcPr>
                </a:tc>
                <a:tc>
                  <a:txBody>
                    <a:bodyPr/>
                    <a:lstStyle/>
                    <a:p>
                      <a:pPr>
                        <a:buNone/>
                      </a:pPr>
                      <a:r>
                        <a:rPr lang="en-US"/>
                        <a:t>Very High</a:t>
                      </a:r>
                    </a:p>
                  </a:txBody>
                  <a:tcPr anchor="ctr">
                    <a:lnL>
                      <a:noFill/>
                    </a:lnL>
                    <a:lnR>
                      <a:noFill/>
                    </a:lnR>
                    <a:lnT>
                      <a:noFill/>
                    </a:lnT>
                    <a:lnB>
                      <a:noFill/>
                    </a:lnB>
                    <a:noFill/>
                  </a:tcPr>
                </a:tc>
                <a:tc>
                  <a:txBody>
                    <a:bodyPr/>
                    <a:lstStyle/>
                    <a:p>
                      <a:pPr>
                        <a:buNone/>
                      </a:pPr>
                      <a:r>
                        <a:rPr lang="en-US" dirty="0"/>
                        <a:t>MIT Exokernel</a:t>
                      </a:r>
                    </a:p>
                  </a:txBody>
                  <a:tcPr anchor="ctr">
                    <a:lnL>
                      <a:noFill/>
                    </a:lnL>
                    <a:lnR>
                      <a:noFill/>
                    </a:lnR>
                    <a:lnT>
                      <a:noFill/>
                    </a:lnT>
                    <a:lnB>
                      <a:noFill/>
                    </a:lnB>
                    <a:noFill/>
                  </a:tcPr>
                </a:tc>
                <a:extLst>
                  <a:ext uri="{0D108BD9-81ED-4DB2-BD59-A6C34878D82A}">
                    <a16:rowId xmlns:a16="http://schemas.microsoft.com/office/drawing/2014/main" val="2739902362"/>
                  </a:ext>
                </a:extLst>
              </a:tr>
            </a:tbl>
          </a:graphicData>
        </a:graphic>
      </p:graphicFrame>
    </p:spTree>
    <p:extLst>
      <p:ext uri="{BB962C8B-B14F-4D97-AF65-F5344CB8AC3E}">
        <p14:creationId xmlns:p14="http://schemas.microsoft.com/office/powerpoint/2010/main" val="9806848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ctrTitle"/>
          </p:nvPr>
        </p:nvSpPr>
        <p:spPr>
          <a:xfrm>
            <a:off x="906780" y="754065"/>
            <a:ext cx="9326880" cy="1470025"/>
          </a:xfrm>
        </p:spPr>
        <p:txBody>
          <a:bodyPr/>
          <a:lstStyle/>
          <a:p>
            <a:pPr eaLnBrk="1" hangingPunct="1"/>
            <a:r>
              <a:rPr lang="en-US"/>
              <a:t>End of Chapter 2</a:t>
            </a:r>
          </a:p>
        </p:txBody>
      </p:sp>
    </p:spTree>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2_os-8">
  <a:themeElements>
    <a:clrScheme name="2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2_os-8">
      <a:majorFont>
        <a:latin typeface="Arial"/>
        <a:ea typeface="ＭＳ Ｐゴシック"/>
        <a:cs typeface=""/>
      </a:majorFont>
      <a:minorFont>
        <a:latin typeface="Helvetic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ea typeface="ＭＳ Ｐゴシック" charset="-128"/>
          </a:defRPr>
        </a:defPPr>
      </a:lstStyle>
    </a:lnDef>
  </a:objectDefaults>
  <a:extraClrSchemeLst>
    <a:extraClrScheme>
      <a:clrScheme name="2_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2_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2_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2_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2_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2_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2_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2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EC5906E9717B4F91E48CFDD44E7BA8" ma:contentTypeVersion="3" ma:contentTypeDescription="Create a new document." ma:contentTypeScope="" ma:versionID="c51fc9f3a3f63e345c5825fff0808ab3">
  <xsd:schema xmlns:xsd="http://www.w3.org/2001/XMLSchema" xmlns:xs="http://www.w3.org/2001/XMLSchema" xmlns:p="http://schemas.microsoft.com/office/2006/metadata/properties" xmlns:ns2="c7cb64d7-d7c5-40a3-b478-040b6999d832" targetNamespace="http://schemas.microsoft.com/office/2006/metadata/properties" ma:root="true" ma:fieldsID="d6c69989a4c794d3b06fee8652e84e4e" ns2:_="">
    <xsd:import namespace="c7cb64d7-d7c5-40a3-b478-040b6999d83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cb64d7-d7c5-40a3-b478-040b6999d8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AD55BB-2E43-4D8C-BE80-6C7B0F254032}"/>
</file>

<file path=customXml/itemProps2.xml><?xml version="1.0" encoding="utf-8"?>
<ds:datastoreItem xmlns:ds="http://schemas.openxmlformats.org/officeDocument/2006/customXml" ds:itemID="{49CC0997-CC2B-4AB2-BF7B-1D3BCAFC269F}"/>
</file>

<file path=customXml/itemProps3.xml><?xml version="1.0" encoding="utf-8"?>
<ds:datastoreItem xmlns:ds="http://schemas.openxmlformats.org/officeDocument/2006/customXml" ds:itemID="{FA2050B3-355A-46B7-87A6-6F8D39D67C68}"/>
</file>

<file path=docProps/app.xml><?xml version="1.0" encoding="utf-8"?>
<Properties xmlns="http://schemas.openxmlformats.org/officeDocument/2006/extended-properties" xmlns:vt="http://schemas.openxmlformats.org/officeDocument/2006/docPropsVTypes">
  <Template/>
  <TotalTime>9158</TotalTime>
  <Words>2204</Words>
  <Application>Microsoft Office PowerPoint</Application>
  <PresentationFormat>Custom</PresentationFormat>
  <Paragraphs>332</Paragraphs>
  <Slides>39</Slides>
  <Notes>29</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39</vt:i4>
      </vt:variant>
    </vt:vector>
  </HeadingPairs>
  <TitlesOfParts>
    <vt:vector size="53" baseType="lpstr">
      <vt:lpstr>ＭＳ Ｐゴシック</vt:lpstr>
      <vt:lpstr>Arial</vt:lpstr>
      <vt:lpstr>Calibri</vt:lpstr>
      <vt:lpstr>Cambria</vt:lpstr>
      <vt:lpstr>Courier New</vt:lpstr>
      <vt:lpstr>Georgia</vt:lpstr>
      <vt:lpstr>Helvetica</vt:lpstr>
      <vt:lpstr>Times New Roman</vt:lpstr>
      <vt:lpstr>Verdana</vt:lpstr>
      <vt:lpstr>Webdings</vt:lpstr>
      <vt:lpstr>Wingdings</vt:lpstr>
      <vt:lpstr>Wingdings 2</vt:lpstr>
      <vt:lpstr>2_os-8</vt:lpstr>
      <vt:lpstr>Civic</vt:lpstr>
      <vt:lpstr>Chapter 2:  Operating-System Structures</vt:lpstr>
      <vt:lpstr>Chapter 2:  Operating-System Structures</vt:lpstr>
      <vt:lpstr>Objectives</vt:lpstr>
      <vt:lpstr>Operating System Services</vt:lpstr>
      <vt:lpstr>A View of Operating System Services</vt:lpstr>
      <vt:lpstr>Operating System Services (Cont.)</vt:lpstr>
      <vt:lpstr>PowerPoint Presentation</vt:lpstr>
      <vt:lpstr>System Calls</vt:lpstr>
      <vt:lpstr>System Calls and API (Def.)</vt:lpstr>
      <vt:lpstr>API (Def.)</vt:lpstr>
      <vt:lpstr>Example of System Calls</vt:lpstr>
      <vt:lpstr>System Call Implementation</vt:lpstr>
      <vt:lpstr> Operating System Design and Implementation</vt:lpstr>
      <vt:lpstr>Operating System Design  and Implementation (Cont.)</vt:lpstr>
      <vt:lpstr> Operating System Design and Implementation</vt:lpstr>
      <vt:lpstr>Operating System Structure </vt:lpstr>
      <vt:lpstr>1. Simple Structure</vt:lpstr>
      <vt:lpstr>MS-DOS Layer Structure</vt:lpstr>
      <vt:lpstr>PowerPoint Presentation</vt:lpstr>
      <vt:lpstr>PowerPoint Presentation</vt:lpstr>
      <vt:lpstr>3. Layered Approach</vt:lpstr>
      <vt:lpstr>Layered Operating System</vt:lpstr>
      <vt:lpstr>Layered Approach</vt:lpstr>
      <vt:lpstr>4. Microkernel System Structure </vt:lpstr>
      <vt:lpstr>Microkernel System Structure </vt:lpstr>
      <vt:lpstr>PowerPoint Presentation</vt:lpstr>
      <vt:lpstr>Microkernel System Structure </vt:lpstr>
      <vt:lpstr>                      5. Modular Structure</vt:lpstr>
      <vt:lpstr>                      Modules Architecture</vt:lpstr>
      <vt:lpstr>                      Modules Architecture</vt:lpstr>
      <vt:lpstr>Hybrid Architecture</vt:lpstr>
      <vt:lpstr>                       Hybrid Architecture</vt:lpstr>
      <vt:lpstr>7. Virtual Machines</vt:lpstr>
      <vt:lpstr>Virtual Machines (Cont.)</vt:lpstr>
      <vt:lpstr>VMware Architecture</vt:lpstr>
      <vt:lpstr>8. Exokernel Structure</vt:lpstr>
      <vt:lpstr>8. Exokernel Structure</vt:lpstr>
      <vt:lpstr>8. Comparison Table</vt:lpstr>
      <vt:lpstr>End of Chapter 2</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Md. Fayzul Islam</cp:lastModifiedBy>
  <cp:revision>292</cp:revision>
  <cp:lastPrinted>2001-06-14T13:58:17Z</cp:lastPrinted>
  <dcterms:created xsi:type="dcterms:W3CDTF">2009-08-22T13:36:40Z</dcterms:created>
  <dcterms:modified xsi:type="dcterms:W3CDTF">2026-08-03T04:57:47Z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0x0101001CEC5906E9717B4F91E48CFDD44E7BA8</vt:lpwstr>
  </property>
</Properties>
</file>