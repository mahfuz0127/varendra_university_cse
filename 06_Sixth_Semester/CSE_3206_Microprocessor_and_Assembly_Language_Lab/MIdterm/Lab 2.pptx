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62" r:id="rId3"/>
    <p:sldId id="273" r:id="rId4"/>
    <p:sldId id="272" r:id="rId5"/>
    <p:sldId id="270" r:id="rId6"/>
    <p:sldId id="271" r:id="rId7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63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9C90-C7B7-41AD-B1B1-5387A5B246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461A-9855-48E6-8F62-3A205CD09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7F09-F1A6-4957-81DB-43CB0B0B4530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65583" y="1437589"/>
            <a:ext cx="2372628" cy="3688594"/>
          </a:xfrm>
          <a:prstGeom prst="rect">
            <a:avLst/>
          </a:prstGeom>
          <a:blipFill dpi="0" rotWithShape="1">
            <a:blip r:embed="rId2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0535"/>
      </p:ext>
    </p:extLst>
  </p:cSld>
  <p:clrMapOvr>
    <a:masterClrMapping/>
  </p:clrMapOvr>
  <p:transition spd="med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05CB-0645-410B-9FF6-4A47DA862B47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75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BE4-A88C-43D5-AE4F-8B4E6A7E5649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2530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3FDD-450C-49DF-A9FA-2E0CD076A18C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326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0B2C-E306-4CDA-919C-27E9ABFCB224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670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BFF9-BA53-4AA4-968B-FA743C6ECCE7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529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7FE-DA48-4D44-8473-96427354A43D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422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A33-3364-475F-98E7-007AFB73C295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6805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8480-48B5-47F4-B1EF-ED2EAF3D2019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923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1E98-4F27-46D8-B9A5-3F6C92AE46A3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844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DFBF-319F-4B2D-B51E-716D6479BD31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390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111-EA99-4472-85A7-07A3E684B408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4" t="3592" r="20538" b="5226"/>
          <a:stretch/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latin typeface="Cambria" pitchFamily="18" charset="0"/>
                <a:ea typeface="Cambria" pitchFamily="18" charset="0"/>
              </a:rPr>
              <a:t>Varendra</a:t>
            </a:r>
            <a:r>
              <a:rPr lang="en-US" sz="3000" b="1" dirty="0">
                <a:latin typeface="Cambria" pitchFamily="18" charset="0"/>
                <a:ea typeface="Cambria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D5633D"/>
                </a:solidFill>
                <a:latin typeface="Cambria" pitchFamily="18" charset="0"/>
                <a:ea typeface="Cambria" pitchFamily="18" charset="0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Lab 2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Title: </a:t>
            </a:r>
            <a:r>
              <a:rPr lang="en-US" sz="22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Microprocessor and Assembly Language Lab</a:t>
            </a:r>
          </a:p>
          <a:p>
            <a:pPr algn="ctr"/>
            <a:r>
              <a:rPr lang="en-US" sz="2200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Course No: </a:t>
            </a:r>
            <a:r>
              <a:rPr lang="en-US" sz="2200" b="1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CSE 3206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Prepared By: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Md. Adnan Sami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Lecturer, Dept. of CSE, VU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00965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748210"/>
            <a:ext cx="9908666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en-US" sz="2800" b="1" u="sng" dirty="0">
                <a:latin typeface="Cambria" panose="02040503050406030204" pitchFamily="18" charset="0"/>
                <a:cs typeface="Arial" panose="020B0604020202020204" pitchFamily="34" charset="0"/>
              </a:rPr>
              <a:t>Experiment No:</a:t>
            </a:r>
            <a:r>
              <a:rPr lang="en-US" alt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02</a:t>
            </a:r>
          </a:p>
          <a:p>
            <a:pPr algn="just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altLang="en-US" sz="2800" b="1" u="sng" dirty="0">
                <a:latin typeface="Cambria" panose="02040503050406030204" pitchFamily="18" charset="0"/>
                <a:cs typeface="Arial" panose="020B0604020202020204" pitchFamily="34" charset="0"/>
              </a:rPr>
              <a:t>Name of the Experiment: </a:t>
            </a:r>
          </a:p>
          <a:p>
            <a:pPr marL="1428750" lvl="2" indent="-571500">
              <a:buFont typeface="+mj-lt"/>
              <a:buAutoNum type="romanL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assembly language program to print a string using EMU8086.</a:t>
            </a:r>
          </a:p>
          <a:p>
            <a:pPr marL="1428750" lvl="2" indent="-571500">
              <a:buFont typeface="+mj-lt"/>
              <a:buAutoNum type="romanL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assembly language program to add two numbers using EMU8086.</a:t>
            </a:r>
          </a:p>
          <a:p>
            <a:pPr marL="1428750" lvl="2" indent="-571500">
              <a:buFont typeface="+mj-lt"/>
              <a:buAutoNum type="romanL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 assembly language program to subtract two numbers using EMU8086.</a:t>
            </a:r>
          </a:p>
        </p:txBody>
      </p:sp>
    </p:spTree>
    <p:extLst>
      <p:ext uri="{BB962C8B-B14F-4D97-AF65-F5344CB8AC3E}">
        <p14:creationId xmlns:p14="http://schemas.microsoft.com/office/powerpoint/2010/main" val="3612824206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</a:t>
            </a:fld>
            <a:endParaRPr lang="en-US"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976636" y="1256358"/>
            <a:ext cx="6842900" cy="3971040"/>
            <a:chOff x="432972" y="420615"/>
            <a:chExt cx="6842900" cy="3971040"/>
          </a:xfrm>
        </p:grpSpPr>
        <p:sp>
          <p:nvSpPr>
            <p:cNvPr id="24" name="TextBox 1"/>
            <p:cNvSpPr txBox="1">
              <a:spLocks noChangeArrowheads="1"/>
            </p:cNvSpPr>
            <p:nvPr/>
          </p:nvSpPr>
          <p:spPr bwMode="auto">
            <a:xfrm>
              <a:off x="4503176" y="3002700"/>
              <a:ext cx="277269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lvl="1" indent="0" algn="just"/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972" y="420615"/>
              <a:ext cx="4354213" cy="3971040"/>
            </a:xfrm>
            <a:prstGeom prst="rect">
              <a:avLst/>
            </a:prstGeom>
          </p:spPr>
        </p:pic>
        <p:sp>
          <p:nvSpPr>
            <p:cNvPr id="3" name="Right Brace 2"/>
            <p:cNvSpPr/>
            <p:nvPr/>
          </p:nvSpPr>
          <p:spPr>
            <a:xfrm>
              <a:off x="4787185" y="2546555"/>
              <a:ext cx="244037" cy="1435510"/>
            </a:xfrm>
            <a:prstGeom prst="righ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65485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420FF-13DF-0174-C28D-11A82FD2B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F4878-7DA2-775F-C8B1-55876715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D3621-1E3E-1B4D-FD83-E0EC03314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8D883-3EAC-FE4C-986E-85B89B93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E392F1-A417-5CF3-F121-2A6D92956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689"/>
            <a:ext cx="99086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Write an assembly language program to print a string using 			EMU8086.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E0AF9D-389C-DD87-24E7-394840F24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33" y="1013328"/>
            <a:ext cx="8996527" cy="538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3683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1F0B2-7350-4459-C0EC-0BFF3159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977B1-5499-C583-AAC4-A2B31CF3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21BC5-9724-97BC-4A33-FEC5E8D0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A2FDF-A035-AFB8-5F67-2D38A81D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F2A1D-99A5-5BC7-2635-2A6E793D0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689"/>
            <a:ext cx="99086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Write an assembly language program to add two numbers  	using EMU8086.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BA0C93-259E-4698-306C-120F140FF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856" y="970796"/>
            <a:ext cx="4301242" cy="544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27828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9A6B2-D601-AA6F-851D-1E8763C7D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A091D-7B33-8D45-DE48-A01A29E4B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7/22/2026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C831D-BBDE-B83F-0F32-DD810791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0559D-80CC-52B4-BE10-0CA749EE2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12C369-34F8-BDAA-3CA0-7A18325CE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689"/>
            <a:ext cx="99086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iii. Write an assembly language program to subtract two 			  		 numbers using EMU8086.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C59530-A7E7-908C-5F8C-CF4948466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081" y="992062"/>
            <a:ext cx="3958972" cy="546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057469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685</TotalTime>
  <Words>210</Words>
  <Application>Microsoft Office PowerPoint</Application>
  <PresentationFormat>A4 Paper (210x297 mm)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DFIT</cp:lastModifiedBy>
  <cp:revision>105</cp:revision>
  <dcterms:created xsi:type="dcterms:W3CDTF">2025-01-23T20:11:31Z</dcterms:created>
  <dcterms:modified xsi:type="dcterms:W3CDTF">2026-07-22T03:24:31Z</dcterms:modified>
</cp:coreProperties>
</file>