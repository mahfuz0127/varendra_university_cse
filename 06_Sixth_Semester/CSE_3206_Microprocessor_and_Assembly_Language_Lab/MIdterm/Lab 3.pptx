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62" r:id="rId3"/>
    <p:sldId id="270" r:id="rId4"/>
    <p:sldId id="271" r:id="rId5"/>
    <p:sldId id="272" r:id="rId6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633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3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C9C90-C7B7-41AD-B1B1-5387A5B2466D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2461A-9855-48E6-8F62-3A205CD09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1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7F09-F1A6-4957-81DB-43CB0B0B4530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3765583" y="1437589"/>
            <a:ext cx="2372628" cy="3688594"/>
          </a:xfrm>
          <a:prstGeom prst="rect">
            <a:avLst/>
          </a:prstGeom>
          <a:blipFill dpi="0" rotWithShape="1">
            <a:blip r:embed="rId2">
              <a:alphaModFix amt="1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20535"/>
      </p:ext>
    </p:extLst>
  </p:cSld>
  <p:clrMapOvr>
    <a:masterClrMapping/>
  </p:clrMapOvr>
  <p:transition spd="med">
    <p:push dir="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705CB-0645-410B-9FF6-4A47DA862B47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8751"/>
      </p:ext>
    </p:extLst>
  </p:cSld>
  <p:clrMapOvr>
    <a:masterClrMapping/>
  </p:clrMapOvr>
  <p:transition spd="med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8FBE4-A88C-43D5-AE4F-8B4E6A7E5649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72530"/>
      </p:ext>
    </p:extLst>
  </p:cSld>
  <p:clrMapOvr>
    <a:masterClrMapping/>
  </p:clrMapOvr>
  <p:transition spd="med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13FDD-450C-49DF-A9FA-2E0CD076A18C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67326"/>
      </p:ext>
    </p:extLst>
  </p:cSld>
  <p:clrMapOvr>
    <a:masterClrMapping/>
  </p:clrMapOvr>
  <p:transition spd="med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40B2C-E306-4CDA-919C-27E9ABFCB224}" type="datetime1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36709"/>
      </p:ext>
    </p:extLst>
  </p:cSld>
  <p:clrMapOvr>
    <a:masterClrMapping/>
  </p:clrMapOvr>
  <p:transition spd="med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FBFF9-BA53-4AA4-968B-FA743C6ECCE7}" type="datetime1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4529"/>
      </p:ext>
    </p:extLst>
  </p:cSld>
  <p:clrMapOvr>
    <a:masterClrMapping/>
  </p:clrMapOvr>
  <p:transition spd="med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B7FE-DA48-4D44-8473-96427354A43D}" type="datetime1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61422"/>
      </p:ext>
    </p:extLst>
  </p:cSld>
  <p:clrMapOvr>
    <a:masterClrMapping/>
  </p:clrMapOvr>
  <p:transition spd="med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43A33-3364-475F-98E7-007AFB73C295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36805"/>
      </p:ext>
    </p:extLst>
  </p:cSld>
  <p:clrMapOvr>
    <a:masterClrMapping/>
  </p:clrMapOvr>
  <p:transition spd="med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F8480-48B5-47F4-B1EF-ED2EAF3D2019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99236"/>
      </p:ext>
    </p:extLst>
  </p:cSld>
  <p:clrMapOvr>
    <a:masterClrMapping/>
  </p:clrMapOvr>
  <p:transition spd="med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E1E98-4F27-46D8-B9A5-3F6C92AE46A3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216844"/>
      </p:ext>
    </p:extLst>
  </p:cSld>
  <p:clrMapOvr>
    <a:masterClrMapping/>
  </p:clrMapOvr>
  <p:transition spd="med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DFBF-319F-4B2D-B51E-716D6479BD31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43908"/>
      </p:ext>
    </p:extLst>
  </p:cSld>
  <p:clrMapOvr>
    <a:masterClrMapping/>
  </p:clrMapOvr>
  <p:transition spd="med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EC111-EA99-4472-85A7-07A3E684B408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87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push dir="u"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24" t="3592" r="20538" b="5226"/>
          <a:stretch/>
        </p:blipFill>
        <p:spPr>
          <a:xfrm>
            <a:off x="4461538" y="154206"/>
            <a:ext cx="1005194" cy="15577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1828800"/>
            <a:ext cx="9906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err="1">
                <a:latin typeface="Cambria" pitchFamily="18" charset="0"/>
                <a:ea typeface="Cambria" pitchFamily="18" charset="0"/>
              </a:rPr>
              <a:t>Varendra</a:t>
            </a:r>
            <a:r>
              <a:rPr lang="en-US" sz="3000" b="1" dirty="0">
                <a:latin typeface="Cambria" pitchFamily="18" charset="0"/>
                <a:ea typeface="Cambria" pitchFamily="18" charset="0"/>
              </a:rPr>
              <a:t>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438402"/>
            <a:ext cx="990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D5633D"/>
                </a:solidFill>
                <a:latin typeface="Cambria" pitchFamily="18" charset="0"/>
                <a:ea typeface="Cambria" pitchFamily="18" charset="0"/>
              </a:rPr>
              <a:t>Dept. of Computer Science &amp; Engineering (CSE)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3328216"/>
            <a:ext cx="990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Lab</a:t>
            </a:r>
            <a:r>
              <a:rPr lang="bn-IN" sz="2800" b="1" dirty="0">
                <a:solidFill>
                  <a:schemeClr val="accent1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3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161506"/>
            <a:ext cx="9906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Course Title: </a:t>
            </a:r>
            <a:r>
              <a:rPr lang="en-US" sz="22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Microprocessor and Assembly Language Lab</a:t>
            </a:r>
          </a:p>
          <a:p>
            <a:pPr algn="ctr"/>
            <a:r>
              <a:rPr lang="en-US" sz="2200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Course No: </a:t>
            </a:r>
            <a:r>
              <a:rPr lang="en-US" sz="2200" b="1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CSE 3206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38" y="5256703"/>
            <a:ext cx="9906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Prepared By:</a:t>
            </a:r>
          </a:p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Md. Adnan Sami</a:t>
            </a:r>
          </a:p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Lecturer, Dept. of CSE, VU</a:t>
            </a:r>
            <a:endParaRPr lang="en-US" sz="22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500965"/>
      </p:ext>
    </p:extLst>
  </p:cSld>
  <p:clrMapOvr>
    <a:masterClrMapping/>
  </p:clrMapOvr>
  <p:transition spd="med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8/10/2026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748210"/>
            <a:ext cx="9908666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lang="en-US" altLang="en-US" sz="2800" b="1" u="sng" dirty="0">
                <a:latin typeface="Cambria" panose="02040503050406030204" pitchFamily="18" charset="0"/>
                <a:cs typeface="Arial" panose="020B0604020202020204" pitchFamily="34" charset="0"/>
              </a:rPr>
              <a:t>Experiment No:</a:t>
            </a:r>
            <a:r>
              <a:rPr lang="en-US" altLang="en-US" sz="2800" b="1" dirty="0">
                <a:latin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03</a:t>
            </a:r>
          </a:p>
          <a:p>
            <a:pPr algn="just"/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lang="en-US" altLang="en-US" sz="2800" b="1" u="sng" dirty="0">
                <a:latin typeface="Cambria" panose="02040503050406030204" pitchFamily="18" charset="0"/>
                <a:cs typeface="Arial" panose="020B0604020202020204" pitchFamily="34" charset="0"/>
              </a:rPr>
              <a:t>Name of the Experiment: 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an assembly language program to multiply two numbers using EMU8086.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an assembly language program to divide two numbers using EMU8086.</a:t>
            </a:r>
          </a:p>
        </p:txBody>
      </p:sp>
    </p:spTree>
    <p:extLst>
      <p:ext uri="{BB962C8B-B14F-4D97-AF65-F5344CB8AC3E}">
        <p14:creationId xmlns:p14="http://schemas.microsoft.com/office/powerpoint/2010/main" val="3612824206"/>
      </p:ext>
    </p:extLst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8/10/2026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3</a:t>
            </a:fld>
            <a:endParaRPr lang="en-US"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976636" y="1256358"/>
            <a:ext cx="6842900" cy="3971040"/>
            <a:chOff x="432972" y="420615"/>
            <a:chExt cx="6842900" cy="3971040"/>
          </a:xfrm>
        </p:grpSpPr>
        <p:sp>
          <p:nvSpPr>
            <p:cNvPr id="24" name="TextBox 1"/>
            <p:cNvSpPr txBox="1">
              <a:spLocks noChangeArrowheads="1"/>
            </p:cNvSpPr>
            <p:nvPr/>
          </p:nvSpPr>
          <p:spPr bwMode="auto">
            <a:xfrm>
              <a:off x="4503176" y="3002700"/>
              <a:ext cx="277269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lvl="1" indent="0" algn="just"/>
              <a:r>
                <a:rPr 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Return</a:t>
              </a:r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2972" y="420615"/>
              <a:ext cx="4354213" cy="3971040"/>
            </a:xfrm>
            <a:prstGeom prst="rect">
              <a:avLst/>
            </a:prstGeom>
          </p:spPr>
        </p:pic>
        <p:sp>
          <p:nvSpPr>
            <p:cNvPr id="3" name="Right Brace 2"/>
            <p:cNvSpPr/>
            <p:nvPr/>
          </p:nvSpPr>
          <p:spPr>
            <a:xfrm>
              <a:off x="4787185" y="2546555"/>
              <a:ext cx="244037" cy="1435510"/>
            </a:xfrm>
            <a:prstGeom prst="rightBrac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2665485"/>
      </p:ext>
    </p:extLst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8/10/2026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4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961FF0E0-8B5E-4FFD-9F3B-24BB4505B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6689"/>
            <a:ext cx="990866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1. Write an assembly language program to multiply two numbers 		using EMU8086.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757437-642B-D989-D3F3-187CE31A63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363" y="913752"/>
            <a:ext cx="3708332" cy="549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990750"/>
      </p:ext>
    </p:extLst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8/10/2026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961FF0E0-8B5E-4FFD-9F3B-24BB4505B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6689"/>
            <a:ext cx="990866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2. Write an assembly language program to divide two numbers 			using EMU8086.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E14D1D-6BE0-411D-A64C-E5D86111EB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730" y="495965"/>
            <a:ext cx="2372117" cy="622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227767"/>
      </p:ext>
    </p:extLst>
  </p:cSld>
  <p:clrMapOvr>
    <a:masterClrMapping/>
  </p:clrMapOvr>
  <p:transition spd="med">
    <p:push dir="u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695</TotalTime>
  <Words>165</Words>
  <Application>Microsoft Office PowerPoint</Application>
  <PresentationFormat>A4 Paper (210x297 mm)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Adnan Sami</dc:creator>
  <cp:lastModifiedBy>DFIT</cp:lastModifiedBy>
  <cp:revision>120</cp:revision>
  <dcterms:created xsi:type="dcterms:W3CDTF">2025-01-23T20:11:31Z</dcterms:created>
  <dcterms:modified xsi:type="dcterms:W3CDTF">2026-08-10T07:03:58Z</dcterms:modified>
</cp:coreProperties>
</file>