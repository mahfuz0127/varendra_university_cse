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82" r:id="rId5"/>
    <p:sldId id="260" r:id="rId6"/>
    <p:sldId id="261" r:id="rId7"/>
    <p:sldId id="262" r:id="rId8"/>
    <p:sldId id="263" r:id="rId9"/>
    <p:sldId id="264" r:id="rId10"/>
    <p:sldId id="265" r:id="rId11"/>
    <p:sldId id="276" r:id="rId12"/>
    <p:sldId id="266" r:id="rId13"/>
    <p:sldId id="277" r:id="rId14"/>
    <p:sldId id="267" r:id="rId15"/>
    <p:sldId id="268" r:id="rId16"/>
    <p:sldId id="269" r:id="rId17"/>
    <p:sldId id="280" r:id="rId18"/>
    <p:sldId id="270" r:id="rId19"/>
    <p:sldId id="271" r:id="rId20"/>
    <p:sldId id="272" r:id="rId21"/>
    <p:sldId id="273" r:id="rId22"/>
    <p:sldId id="274" r:id="rId23"/>
    <p:sldId id="278" r:id="rId24"/>
    <p:sldId id="279" r:id="rId25"/>
    <p:sldId id="275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636" y="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81568-FE2B-4C34-9ACF-32AED083E4BE}" type="datetimeFigureOut">
              <a:rPr lang="en-US" smtClean="0"/>
              <a:pPr/>
              <a:t>12/15/2019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0A08A-42CB-49DA-98F8-57959056034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521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81568-FE2B-4C34-9ACF-32AED083E4BE}" type="datetimeFigureOut">
              <a:rPr lang="en-US" smtClean="0"/>
              <a:pPr/>
              <a:t>12/15/2019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0A08A-42CB-49DA-98F8-5795905603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200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81568-FE2B-4C34-9ACF-32AED083E4BE}" type="datetimeFigureOut">
              <a:rPr lang="en-US" smtClean="0"/>
              <a:pPr/>
              <a:t>12/15/2019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0A08A-42CB-49DA-98F8-57959056034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9027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81568-FE2B-4C34-9ACF-32AED083E4BE}" type="datetimeFigureOut">
              <a:rPr lang="en-US" smtClean="0"/>
              <a:pPr/>
              <a:t>12/15/2019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0A08A-42CB-49DA-98F8-5795905603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92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81568-FE2B-4C34-9ACF-32AED083E4BE}" type="datetimeFigureOut">
              <a:rPr lang="en-US" smtClean="0"/>
              <a:pPr/>
              <a:t>12/15/2019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0A08A-42CB-49DA-98F8-5795905603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320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81568-FE2B-4C34-9ACF-32AED083E4BE}" type="datetimeFigureOut">
              <a:rPr lang="en-US" smtClean="0"/>
              <a:pPr/>
              <a:t>12/15/2019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0A08A-42CB-49DA-98F8-5795905603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875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81568-FE2B-4C34-9ACF-32AED083E4BE}" type="datetimeFigureOut">
              <a:rPr lang="en-US" smtClean="0"/>
              <a:pPr/>
              <a:t>12/15/2019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0A08A-42CB-49DA-98F8-5795905603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652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BA81568-FE2B-4C34-9ACF-32AED083E4BE}" type="datetimeFigureOut">
              <a:rPr lang="en-US" smtClean="0"/>
              <a:pPr/>
              <a:t>12/15/2019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0A08A-42CB-49DA-98F8-5795905603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75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81568-FE2B-4C34-9ACF-32AED083E4BE}" type="datetimeFigureOut">
              <a:rPr lang="en-US" smtClean="0"/>
              <a:pPr/>
              <a:t>12/15/2019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0A08A-42CB-49DA-98F8-5795905603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27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81568-FE2B-4C34-9ACF-32AED083E4BE}" type="datetimeFigureOut">
              <a:rPr lang="en-US" smtClean="0"/>
              <a:pPr/>
              <a:t>12/15/2019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0A08A-42CB-49DA-98F8-5795905603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012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81568-FE2B-4C34-9ACF-32AED083E4BE}" type="datetimeFigureOut">
              <a:rPr lang="en-US" smtClean="0"/>
              <a:pPr/>
              <a:t>12/15/2019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0A08A-42CB-49DA-98F8-5795905603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541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BA81568-FE2B-4C34-9ACF-32AED083E4BE}" type="datetimeFigureOut">
              <a:rPr lang="en-US" smtClean="0"/>
              <a:pPr/>
              <a:t>12/15/2019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0A08A-42CB-49DA-98F8-57959056034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357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omwaitsfornoman.website/" TargetMode="External"/><Relationship Id="rId2" Type="http://schemas.openxmlformats.org/officeDocument/2006/relationships/hyperlink" Target="http://jessiesaputo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creativebloq.com/web-design/examples-of-javascript-1233964" TargetMode="External"/><Relationship Id="rId4" Type="http://schemas.openxmlformats.org/officeDocument/2006/relationships/hyperlink" Target="https://www.grandcircus.co/projects/Alex-Bozinovic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slides.com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venturebeat.com/2012/01/24/why-walmart-is-using-node-js/" TargetMode="External"/><Relationship Id="rId2" Type="http://schemas.openxmlformats.org/officeDocument/2006/relationships/hyperlink" Target="https://www.quora.com/What-are-the-biggest-websites-built-with-Node-js-on-the-server-side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s://v8.dev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expressjs.com/" TargetMode="External"/><Relationship Id="rId2" Type="http://schemas.openxmlformats.org/officeDocument/2006/relationships/hyperlink" Target="https://nodejs.org/en/about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oc.io/ruby-warrior#/" TargetMode="External"/><Relationship Id="rId2" Type="http://schemas.openxmlformats.org/officeDocument/2006/relationships/hyperlink" Target="http://www.digitaltrends.com/gaming/best-html-5-javascript-game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utorialzine.com/2019/02/10-amazing-javascript-games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artatm.com/2012/01/23-truly-amazing-and-unbelievable-html5-canvas-and-javascript-experiments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pebble.com/tutorials/pebble-js-tutorial/part1/" TargetMode="External"/><Relationship Id="rId2" Type="http://schemas.openxmlformats.org/officeDocument/2006/relationships/hyperlink" Target="https://www.pebble.com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phonegap.com/" TargetMode="External"/><Relationship Id="rId2" Type="http://schemas.openxmlformats.org/officeDocument/2006/relationships/hyperlink" Target="http://www.smartinsights.com/mobile-marketing/mobile-marketing-analytics/mobile-marketing-statistics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facebook.github.io/react-native/showcase.html" TargetMode="External"/><Relationship Id="rId2" Type="http://schemas.openxmlformats.org/officeDocument/2006/relationships/hyperlink" Target="https://facebook.github.io/react-native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odecopter.com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nodejs.org/" TargetMode="External"/><Relationship Id="rId2" Type="http://schemas.openxmlformats.org/officeDocument/2006/relationships/hyperlink" Target="http://www.nodecopter.com/#easy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hyperlink" Target="http://github.com/felixge/node-ar-dron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JavaScript - a Brief Introduction</a:t>
            </a:r>
          </a:p>
        </p:txBody>
      </p:sp>
    </p:spTree>
    <p:extLst>
      <p:ext uri="{BB962C8B-B14F-4D97-AF65-F5344CB8AC3E}">
        <p14:creationId xmlns:p14="http://schemas.microsoft.com/office/powerpoint/2010/main" val="2456285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 smtClean="0"/>
              <a:t>What is JavaScript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 smtClean="0"/>
              <a:t>Object based </a:t>
            </a:r>
            <a:r>
              <a:rPr lang="en-US" altLang="en-US" dirty="0" smtClean="0"/>
              <a:t>(not object oriented) programming language</a:t>
            </a:r>
          </a:p>
          <a:p>
            <a:pPr lvl="1"/>
            <a:r>
              <a:rPr lang="en-US" altLang="en-US" dirty="0" smtClean="0"/>
              <a:t>very limited object creation</a:t>
            </a:r>
          </a:p>
          <a:p>
            <a:pPr lvl="1"/>
            <a:r>
              <a:rPr lang="en-US" altLang="en-US" dirty="0" smtClean="0"/>
              <a:t>a set of pre-defined objects associated with</a:t>
            </a:r>
          </a:p>
          <a:p>
            <a:pPr lvl="2"/>
            <a:r>
              <a:rPr lang="en-US" altLang="en-US" dirty="0" smtClean="0"/>
              <a:t>HTML document structure</a:t>
            </a:r>
          </a:p>
          <a:p>
            <a:pPr lvl="3"/>
            <a:r>
              <a:rPr lang="en-US" altLang="en-US" dirty="0" smtClean="0"/>
              <a:t>many HTML tags constitute JS Objects </a:t>
            </a:r>
          </a:p>
          <a:p>
            <a:pPr lvl="2"/>
            <a:r>
              <a:rPr lang="en-US" altLang="en-US" dirty="0" smtClean="0"/>
              <a:t>Browser functionality</a:t>
            </a:r>
          </a:p>
          <a:p>
            <a:pPr lvl="3"/>
            <a:r>
              <a:rPr lang="en-US" altLang="en-US" dirty="0" smtClean="0"/>
              <a:t>provides a limited API to Browser functionality</a:t>
            </a:r>
          </a:p>
          <a:p>
            <a:pPr lvl="3"/>
            <a:endParaRPr lang="en-US" altLang="en-US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7659" y="1399964"/>
            <a:ext cx="476250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69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first implemented by Netscape (with help from Sun Microsystems). JavaScript was created by </a:t>
            </a:r>
            <a:r>
              <a:rPr lang="en-US" b="1" dirty="0"/>
              <a:t>Brendan </a:t>
            </a:r>
            <a:r>
              <a:rPr lang="en-US" b="1" dirty="0" err="1"/>
              <a:t>Eich</a:t>
            </a:r>
            <a:r>
              <a:rPr lang="en-US" dirty="0"/>
              <a:t> at Netscape in 1995 for the purpose of allowing code in web-pages (performing logical operation on </a:t>
            </a:r>
            <a:r>
              <a:rPr lang="en-US" b="1" dirty="0"/>
              <a:t>client</a:t>
            </a:r>
            <a:r>
              <a:rPr lang="en-US" dirty="0"/>
              <a:t> side).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920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584" y="157941"/>
            <a:ext cx="4791709" cy="579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524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</a:t>
            </a:r>
            <a:r>
              <a:rPr lang="en-US" dirty="0"/>
              <a:t>is not compiled but translated. JavaScript Translator is responsible to translate the JavaScript code which is embedded in browser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443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Netscape </a:t>
            </a:r>
            <a:r>
              <a:rPr lang="en-US" dirty="0"/>
              <a:t>first introduced a JavaScript interpreter in Navigator 2. The interpreter was an extra software component in the browser that was capable of interpreting </a:t>
            </a:r>
            <a:r>
              <a:rPr lang="en-US" dirty="0" smtClean="0"/>
              <a:t>JavaScript </a:t>
            </a:r>
            <a:r>
              <a:rPr lang="en-US" dirty="0"/>
              <a:t>source code inside an HTML document. This means that web page developer no need other software other than a text editor of develop any web page.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955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Why we Use JavaScript?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Using </a:t>
            </a:r>
            <a:r>
              <a:rPr lang="en-US" dirty="0"/>
              <a:t>HTML we can only design a web page but </a:t>
            </a:r>
            <a:r>
              <a:rPr lang="en-US" b="1" dirty="0"/>
              <a:t>you can not run any logic on web browser</a:t>
            </a:r>
            <a:r>
              <a:rPr lang="en-US" dirty="0"/>
              <a:t> like addition of two numbers, check any condition, looping statements (for, while), decision making statement (if-else) at </a:t>
            </a:r>
            <a:r>
              <a:rPr lang="en-US" b="1" dirty="0"/>
              <a:t>client side</a:t>
            </a:r>
            <a:r>
              <a:rPr lang="en-US" dirty="0"/>
              <a:t>. All these are not possible using HTML So for perform all these task at client side you need to use JavaScript.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893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080" y="2080630"/>
            <a:ext cx="4761905" cy="3361905"/>
          </a:xfrm>
        </p:spPr>
      </p:pic>
    </p:spTree>
    <p:extLst>
      <p:ext uri="{BB962C8B-B14F-4D97-AF65-F5344CB8AC3E}">
        <p14:creationId xmlns:p14="http://schemas.microsoft.com/office/powerpoint/2010/main" val="2192975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JavaScript…Java ?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en-US"/>
              <a:t>Java - Programming Language (PL)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Interactive Web Graphics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Creating web browser applications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Writing stand-alone applications</a:t>
            </a:r>
          </a:p>
          <a:p>
            <a:pPr lvl="1">
              <a:lnSpc>
                <a:spcPct val="80000"/>
              </a:lnSpc>
            </a:pPr>
            <a:endParaRPr lang="en-US" altLang="en-US"/>
          </a:p>
          <a:p>
            <a:pPr>
              <a:lnSpc>
                <a:spcPct val="80000"/>
              </a:lnSpc>
            </a:pPr>
            <a:r>
              <a:rPr lang="en-US" altLang="en-US"/>
              <a:t>JavaScript - Scripting Language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Runs within the context of the Web browser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Customizing pages based on browser version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Visual Feedback to user actions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Validating data entered on HTML Forms</a:t>
            </a:r>
          </a:p>
        </p:txBody>
      </p:sp>
    </p:spTree>
    <p:extLst>
      <p:ext uri="{BB962C8B-B14F-4D97-AF65-F5344CB8AC3E}">
        <p14:creationId xmlns:p14="http://schemas.microsoft.com/office/powerpoint/2010/main" val="799805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What can it be used for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Some pretty amazing things….</a:t>
            </a:r>
          </a:p>
          <a:p>
            <a:pPr lvl="1"/>
            <a:r>
              <a:rPr lang="en-US" altLang="en-US" smtClean="0"/>
              <a:t>Text animation</a:t>
            </a:r>
          </a:p>
          <a:p>
            <a:pPr lvl="1"/>
            <a:r>
              <a:rPr lang="en-US" altLang="en-US" smtClean="0"/>
              <a:t>graphic animation</a:t>
            </a:r>
          </a:p>
          <a:p>
            <a:pPr lvl="1"/>
            <a:r>
              <a:rPr lang="en-US" altLang="en-US" smtClean="0"/>
              <a:t>simple browser based application</a:t>
            </a:r>
          </a:p>
          <a:p>
            <a:pPr lvl="1"/>
            <a:r>
              <a:rPr lang="en-US" altLang="en-US" smtClean="0"/>
              <a:t>HTML forms submission </a:t>
            </a:r>
          </a:p>
          <a:p>
            <a:pPr lvl="1"/>
            <a:r>
              <a:rPr lang="en-US" altLang="en-US" smtClean="0"/>
              <a:t>client-side forms data validation (relieving the server of this task)</a:t>
            </a:r>
          </a:p>
          <a:p>
            <a:pPr lvl="1"/>
            <a:r>
              <a:rPr lang="en-US" altLang="en-US" smtClean="0"/>
              <a:t>web site navigation</a:t>
            </a:r>
          </a:p>
        </p:txBody>
      </p:sp>
    </p:spTree>
    <p:extLst>
      <p:ext uri="{BB962C8B-B14F-4D97-AF65-F5344CB8AC3E}">
        <p14:creationId xmlns:p14="http://schemas.microsoft.com/office/powerpoint/2010/main" val="3701851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 of </a:t>
            </a:r>
            <a:r>
              <a:rPr lang="en-US" dirty="0" err="1" smtClean="0"/>
              <a:t>Javascripts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2795" y="1846263"/>
            <a:ext cx="7686735" cy="4022725"/>
          </a:xfrm>
        </p:spPr>
      </p:pic>
    </p:spTree>
    <p:extLst>
      <p:ext uri="{BB962C8B-B14F-4D97-AF65-F5344CB8AC3E}">
        <p14:creationId xmlns:p14="http://schemas.microsoft.com/office/powerpoint/2010/main" val="922367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cap="all" dirty="0" smtClean="0"/>
              <a:t>10 THINGS YOU CAN BUILD WITH JAVASCRIPT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cap="all" dirty="0" smtClean="0"/>
              <a:t>1</a:t>
            </a:r>
            <a:r>
              <a:rPr lang="en-US" b="1" cap="all" dirty="0"/>
              <a:t>. WEBSITES</a:t>
            </a:r>
            <a:r>
              <a:rPr lang="en-US" cap="all" dirty="0"/>
              <a:t>:</a:t>
            </a:r>
          </a:p>
          <a:p>
            <a:r>
              <a:rPr lang="en-US" sz="2400" dirty="0"/>
              <a:t>Okay, so you can file this one under ‘pretty obvious’. Adding interactivity and behavior to otherwise static sites was what JavaScript was invented to do by Brendan </a:t>
            </a:r>
            <a:r>
              <a:rPr lang="en-US" sz="2400" dirty="0" err="1"/>
              <a:t>Eich</a:t>
            </a:r>
            <a:r>
              <a:rPr lang="en-US" sz="2400" dirty="0"/>
              <a:t> way back in 1995. It’s still used for that. This one’s easy. Any </a:t>
            </a:r>
            <a:r>
              <a:rPr lang="en-US" sz="2400" dirty="0">
                <a:hlinkClick r:id="rId2"/>
              </a:rPr>
              <a:t>remotely</a:t>
            </a:r>
            <a:r>
              <a:rPr lang="en-US" sz="2400" dirty="0"/>
              <a:t> </a:t>
            </a:r>
            <a:r>
              <a:rPr lang="en-US" sz="2400" dirty="0">
                <a:hlinkClick r:id="rId3"/>
              </a:rPr>
              <a:t>modern</a:t>
            </a:r>
            <a:r>
              <a:rPr lang="en-US" sz="2400" dirty="0"/>
              <a:t> </a:t>
            </a:r>
            <a:r>
              <a:rPr lang="en-US" sz="2400" dirty="0">
                <a:hlinkClick r:id="rId4"/>
              </a:rPr>
              <a:t>web site</a:t>
            </a:r>
            <a:r>
              <a:rPr lang="en-US" sz="2400" dirty="0"/>
              <a:t> is running JavaScript on some level. </a:t>
            </a:r>
          </a:p>
          <a:p>
            <a:r>
              <a:rPr lang="en-US" sz="2400" dirty="0"/>
              <a:t>See for yourself </a:t>
            </a:r>
            <a:r>
              <a:rPr lang="en-US" dirty="0">
                <a:hlinkClick r:id="rId5"/>
              </a:rPr>
              <a:t>https://www.creativebloq.com/web-design/examples-of-javascript-1233964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537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2795" y="1846263"/>
            <a:ext cx="7686735" cy="4022725"/>
          </a:xfrm>
        </p:spPr>
      </p:pic>
    </p:spTree>
    <p:extLst>
      <p:ext uri="{BB962C8B-B14F-4D97-AF65-F5344CB8AC3E}">
        <p14:creationId xmlns:p14="http://schemas.microsoft.com/office/powerpoint/2010/main" val="1466016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cap="all" dirty="0" smtClean="0"/>
              <a:t>10 THINGS YOU CAN BUILD WITH JAVASCRIPT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cap="all" dirty="0"/>
              <a:t>2. WEB APPLICATIONS</a:t>
            </a:r>
            <a:r>
              <a:rPr lang="en-US" cap="all" dirty="0"/>
              <a:t>:  </a:t>
            </a:r>
          </a:p>
          <a:p>
            <a:r>
              <a:rPr lang="en-US" sz="2400" dirty="0"/>
              <a:t>As browsers and personal computers have continued to improve, so, too, has the abilities to create robust web applications. Just think of applications like Google Maps. If you want to explore a map in Google Maps, all you have to do is click and drag with the mouse. You may see a part of the map that is less detailed that then fills itself in. That’s JavaScript at work behind the scenes.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091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cap="all" dirty="0" smtClean="0"/>
              <a:t>10 THINGS YOU CAN BUILD WITH JAVASCRIPT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cap="all" dirty="0"/>
              <a:t>3. PRESENTATIONS</a:t>
            </a:r>
            <a:r>
              <a:rPr lang="en-US" cap="all" dirty="0"/>
              <a:t>:</a:t>
            </a:r>
          </a:p>
          <a:p>
            <a:r>
              <a:rPr lang="en-US" sz="2400" dirty="0"/>
              <a:t>A very popular use for JavaScript is to create presentations as websites. Who needs </a:t>
            </a:r>
            <a:r>
              <a:rPr lang="en-US" sz="2400" dirty="0" err="1"/>
              <a:t>Powerpoint</a:t>
            </a:r>
            <a:r>
              <a:rPr lang="en-US" sz="2400" dirty="0"/>
              <a:t> or Keynote? Using the </a:t>
            </a:r>
            <a:r>
              <a:rPr lang="en-US" sz="2400" dirty="0" err="1"/>
              <a:t>RevealJS</a:t>
            </a:r>
            <a:r>
              <a:rPr lang="en-US" sz="2400" dirty="0"/>
              <a:t> library this becomes really easy if you’re already familiar with HTML and CSS. If you’re not familiar with these tools, you can still use </a:t>
            </a:r>
            <a:r>
              <a:rPr lang="en-US" sz="2400" b="1" dirty="0">
                <a:hlinkClick r:id="rId2"/>
              </a:rPr>
              <a:t>slides.com</a:t>
            </a:r>
            <a:r>
              <a:rPr lang="en-US" sz="2400" dirty="0"/>
              <a:t>, which uses </a:t>
            </a:r>
            <a:r>
              <a:rPr lang="en-US" sz="2400" dirty="0" err="1"/>
              <a:t>RevealJS</a:t>
            </a:r>
            <a:r>
              <a:rPr lang="en-US" sz="2400" dirty="0"/>
              <a:t> to build a web-based slide deck for you.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555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cap="all" dirty="0" smtClean="0"/>
              <a:t>10 THINGS YOU CAN BUILD WITH JAVASCRIPT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cap="all" dirty="0"/>
              <a:t>4. SERVER APPLICATIONS</a:t>
            </a:r>
            <a:r>
              <a:rPr lang="en-US" cap="all" dirty="0"/>
              <a:t>:</a:t>
            </a:r>
          </a:p>
          <a:p>
            <a:r>
              <a:rPr lang="en-US" sz="2400" dirty="0"/>
              <a:t>With the advent of </a:t>
            </a:r>
            <a:r>
              <a:rPr lang="en-US" sz="2400" b="1" dirty="0" err="1"/>
              <a:t>NodeJS</a:t>
            </a:r>
            <a:r>
              <a:rPr lang="en-US" sz="2400" dirty="0"/>
              <a:t> a few year ago, JavaScript made its way from the browser and into the server. Since then, Node has been adopted by many </a:t>
            </a:r>
            <a:r>
              <a:rPr lang="en-US" sz="2400" dirty="0">
                <a:hlinkClick r:id="rId2"/>
              </a:rPr>
              <a:t>major companies</a:t>
            </a:r>
            <a:r>
              <a:rPr lang="en-US" sz="2400" dirty="0"/>
              <a:t>, such as </a:t>
            </a:r>
            <a:r>
              <a:rPr lang="en-US" sz="2400" dirty="0">
                <a:hlinkClick r:id="rId3"/>
              </a:rPr>
              <a:t>Wal-Mart</a:t>
            </a:r>
            <a:r>
              <a:rPr lang="en-US" sz="2400" dirty="0"/>
              <a:t>, as a key part of their back-end infrastructure.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058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Node.js® is a JavaScript runtime built on </a:t>
            </a:r>
            <a:r>
              <a:rPr lang="en-US" dirty="0">
                <a:hlinkClick r:id="rId2"/>
              </a:rPr>
              <a:t>Chrome's V8 JavaScript engine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As an asynchronous event-driven JavaScript runtime, Node.js is designed to build scalable network applications. </a:t>
            </a:r>
            <a:r>
              <a:rPr lang="en-US" dirty="0" smtClean="0"/>
              <a:t>many </a:t>
            </a:r>
            <a:r>
              <a:rPr lang="en-US" dirty="0"/>
              <a:t>connections can be handled </a:t>
            </a:r>
            <a:r>
              <a:rPr lang="en-US" dirty="0" smtClean="0"/>
              <a:t>concurrently.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617" y="3636290"/>
            <a:ext cx="3743164" cy="209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407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cap="all" dirty="0" smtClean="0"/>
              <a:t>10 THINGS YOU CAN BUILD WITH JAVASCRIPT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cap="all" dirty="0"/>
              <a:t>5. WEB SERVERS</a:t>
            </a:r>
            <a:r>
              <a:rPr lang="en-US" cap="all" dirty="0"/>
              <a:t>:</a:t>
            </a:r>
          </a:p>
          <a:p>
            <a:r>
              <a:rPr lang="en-US" sz="2400" dirty="0"/>
              <a:t>While we’re on the topic of server applications. Have you seen Node’s Hello World application? It’s easy to build a web server in about </a:t>
            </a:r>
            <a:r>
              <a:rPr lang="en-US" sz="2400" dirty="0">
                <a:hlinkClick r:id="rId2"/>
              </a:rPr>
              <a:t>10 lines of code</a:t>
            </a:r>
            <a:r>
              <a:rPr lang="en-US" sz="2400" dirty="0"/>
              <a:t>. Of course, you can create much more robust servers using node or the standard server application framework </a:t>
            </a:r>
            <a:r>
              <a:rPr lang="en-US" sz="2400" dirty="0" err="1">
                <a:hlinkClick r:id="rId3"/>
              </a:rPr>
              <a:t>expressJS</a:t>
            </a:r>
            <a:r>
              <a:rPr lang="en-US" sz="2400" dirty="0"/>
              <a:t>. Many of the previously mentioned applications using Node are actually built using the MEAN stack (Mongo, Express, Angular, Node), of which Express is a key component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599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cap="all" dirty="0" smtClean="0"/>
              <a:t>10 THINGS YOU CAN BUILD WITH JAVASCRIPT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cap="all" dirty="0"/>
              <a:t>6. GAMES</a:t>
            </a:r>
            <a:r>
              <a:rPr lang="en-US" cap="all" dirty="0"/>
              <a:t>:</a:t>
            </a:r>
          </a:p>
          <a:p>
            <a:r>
              <a:rPr lang="en-US" sz="2400" dirty="0"/>
              <a:t>While the browser hasn’t been a traditional games platform in the past, recently it has become a </a:t>
            </a:r>
            <a:r>
              <a:rPr lang="en-US" sz="2400" dirty="0">
                <a:hlinkClick r:id="rId2"/>
              </a:rPr>
              <a:t>robust venue for games</a:t>
            </a:r>
            <a:r>
              <a:rPr lang="en-US" sz="2400" dirty="0"/>
              <a:t>. Additionally, with the addition of the HTML5 canvas (more on that in a second), the level of complexity that is possible in browser-based games has increased exponentially. There are even browser games to </a:t>
            </a:r>
            <a:r>
              <a:rPr lang="en-US" sz="2400" dirty="0">
                <a:hlinkClick r:id="rId3"/>
              </a:rPr>
              <a:t>teach you programming</a:t>
            </a:r>
            <a:r>
              <a:rPr lang="en-US" sz="2400" dirty="0"/>
              <a:t>!</a:t>
            </a:r>
          </a:p>
          <a:p>
            <a:r>
              <a:rPr lang="en-US" sz="2600" dirty="0"/>
              <a:t>See for yourself </a:t>
            </a:r>
            <a:r>
              <a:rPr lang="en-US" sz="2600" dirty="0">
                <a:hlinkClick r:id="rId4"/>
              </a:rPr>
              <a:t>https://tutorialzine.com/2019/02/10-amazing-javascript-games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503222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cap="all" dirty="0" smtClean="0"/>
              <a:t>10 THINGS YOU CAN BUILD WITH JAVASCRIPT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cap="all" dirty="0"/>
              <a:t>7. ART</a:t>
            </a:r>
            <a:r>
              <a:rPr lang="en-US" cap="all" dirty="0"/>
              <a:t>:</a:t>
            </a:r>
          </a:p>
          <a:p>
            <a:r>
              <a:rPr lang="en-US" sz="2400" dirty="0"/>
              <a:t>One of the new features in the HTML5 specification is the canvas </a:t>
            </a:r>
            <a:r>
              <a:rPr lang="en-US" sz="2400" dirty="0" err="1"/>
              <a:t>element,which</a:t>
            </a:r>
            <a:r>
              <a:rPr lang="en-US" sz="2400" dirty="0"/>
              <a:t> allows the browser to render three-dimensional shapes. This opened the browser as a new medium for </a:t>
            </a:r>
            <a:r>
              <a:rPr lang="en-US" sz="2400" dirty="0">
                <a:hlinkClick r:id="rId2"/>
              </a:rPr>
              <a:t>digital art projects</a:t>
            </a:r>
            <a:r>
              <a:rPr lang="en-US" sz="24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819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cap="all" dirty="0" smtClean="0"/>
              <a:t>10 THINGS YOU CAN BUILD WITH JAVASCRIPT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cap="all" dirty="0"/>
              <a:t>8. SMARTWATCH APPS</a:t>
            </a:r>
            <a:r>
              <a:rPr lang="en-US" cap="all" dirty="0"/>
              <a:t>:</a:t>
            </a:r>
          </a:p>
          <a:p>
            <a:r>
              <a:rPr lang="en-US" sz="2400" dirty="0"/>
              <a:t>Popular smartwatch maker </a:t>
            </a:r>
            <a:r>
              <a:rPr lang="en-US" sz="2400" dirty="0">
                <a:hlinkClick r:id="rId2"/>
              </a:rPr>
              <a:t>Pebble</a:t>
            </a:r>
            <a:r>
              <a:rPr lang="en-US" sz="2400" dirty="0"/>
              <a:t> has created </a:t>
            </a:r>
            <a:r>
              <a:rPr lang="en-US" sz="2400" dirty="0">
                <a:hlinkClick r:id="rId3"/>
              </a:rPr>
              <a:t>Pebble.js</a:t>
            </a:r>
            <a:r>
              <a:rPr lang="en-US" sz="2400" dirty="0"/>
              <a:t>, a small </a:t>
            </a:r>
            <a:r>
              <a:rPr lang="en-US" sz="2400" dirty="0" err="1"/>
              <a:t>javascript</a:t>
            </a:r>
            <a:r>
              <a:rPr lang="en-US" sz="2400" dirty="0"/>
              <a:t> framework that allows a developer to create an application for the Pebble line of watches in JavaScript. But Pebble makes up a relatively small part of the market share. What if you want to develop for iOS or Android…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23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cap="all" dirty="0" smtClean="0"/>
              <a:t>10 THINGS YOU CAN BUILD WITH JAVASCRIPT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0" y="1828800"/>
            <a:ext cx="8229600" cy="5029200"/>
          </a:xfrm>
        </p:spPr>
        <p:txBody>
          <a:bodyPr>
            <a:normAutofit/>
          </a:bodyPr>
          <a:lstStyle/>
          <a:p>
            <a:r>
              <a:rPr lang="en-US" b="1" cap="all" dirty="0"/>
              <a:t>9. MOBILE APPS</a:t>
            </a:r>
            <a:r>
              <a:rPr lang="en-US" cap="all" dirty="0"/>
              <a:t>:</a:t>
            </a:r>
          </a:p>
          <a:p>
            <a:r>
              <a:rPr lang="en-US" sz="1900" dirty="0"/>
              <a:t>One of the most powerful things you can do with JavaScript is build applications for non-web contexts. That’s a fancy way of saying you can make apps for things that aren’t the internet. For instance, mobile devices are now the </a:t>
            </a:r>
            <a:r>
              <a:rPr lang="en-US" sz="1900" dirty="0">
                <a:hlinkClick r:id="rId2"/>
              </a:rPr>
              <a:t>most popular way to access the internet</a:t>
            </a:r>
            <a:r>
              <a:rPr lang="en-US" sz="1900" dirty="0"/>
              <a:t>. What this means is that ALL of your websites should be responsive (but that could be another blog post). Additionally, it means that mobile applications are </a:t>
            </a:r>
            <a:r>
              <a:rPr lang="en-US" sz="1900" i="1" dirty="0"/>
              <a:t>as</a:t>
            </a:r>
            <a:r>
              <a:rPr lang="en-US" sz="1900" dirty="0"/>
              <a:t> important a product as a web property for digital goods. The catch is that mobile apps come in two major flavors, Apple and Android. And those apps are written in two completely different languages. So </a:t>
            </a:r>
            <a:r>
              <a:rPr lang="en-US" sz="1900" i="1" dirty="0"/>
              <a:t>that</a:t>
            </a:r>
            <a:r>
              <a:rPr lang="en-US" sz="1900" dirty="0"/>
              <a:t> means you need three times as many developers to build and support a product for mobile devices plus the web. Here’s the good news: It is possible to have a ‘write it once’ solution for all three platforms. </a:t>
            </a:r>
            <a:r>
              <a:rPr lang="en-US" sz="1900" dirty="0" err="1">
                <a:hlinkClick r:id="rId3"/>
              </a:rPr>
              <a:t>Phonegap</a:t>
            </a:r>
            <a:r>
              <a:rPr lang="en-US" sz="1900" dirty="0"/>
              <a:t> is one of the oldest and well-established frameworks in this space. </a:t>
            </a:r>
          </a:p>
        </p:txBody>
      </p:sp>
    </p:spTree>
    <p:extLst>
      <p:ext uri="{BB962C8B-B14F-4D97-AF65-F5344CB8AC3E}">
        <p14:creationId xmlns:p14="http://schemas.microsoft.com/office/powerpoint/2010/main" val="3489097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recently </a:t>
            </a:r>
            <a:r>
              <a:rPr lang="en-US" dirty="0">
                <a:hlinkClick r:id="rId2"/>
              </a:rPr>
              <a:t>React Native</a:t>
            </a:r>
            <a:r>
              <a:rPr lang="en-US" dirty="0"/>
              <a:t> has come on the scene and shows a lot of promise of becoming the major player in the cross-platform space. </a:t>
            </a:r>
            <a:endParaRPr lang="en-US" dirty="0" smtClean="0"/>
          </a:p>
          <a:p>
            <a:r>
              <a:rPr lang="en-US" dirty="0"/>
              <a:t>React native is an open source framework created and maintained by </a:t>
            </a:r>
            <a:r>
              <a:rPr lang="en-US" dirty="0" err="1"/>
              <a:t>facebook</a:t>
            </a:r>
            <a:r>
              <a:rPr lang="en-US" dirty="0"/>
              <a:t>. It is one of the other popular cross-platform frameworks that have been launched by social media king Facebook</a:t>
            </a:r>
          </a:p>
          <a:p>
            <a:r>
              <a:rPr lang="en-US" dirty="0" smtClean="0"/>
              <a:t>Long </a:t>
            </a:r>
            <a:r>
              <a:rPr lang="en-US" dirty="0"/>
              <a:t>story short: You can make mobile apps with JavaScript you can deploy and download right to their respective app stores. Here’s a </a:t>
            </a:r>
            <a:r>
              <a:rPr lang="en-US" dirty="0">
                <a:hlinkClick r:id="rId3"/>
              </a:rPr>
              <a:t>list of apps</a:t>
            </a:r>
            <a:r>
              <a:rPr lang="en-US" dirty="0"/>
              <a:t> made with </a:t>
            </a:r>
            <a:r>
              <a:rPr lang="en-US" dirty="0" smtClean="0"/>
              <a:t>React </a:t>
            </a:r>
            <a:r>
              <a:rPr lang="en-US" dirty="0"/>
              <a:t>Native.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6222" y="57997"/>
            <a:ext cx="6705600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308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1139" y="1846263"/>
            <a:ext cx="5041247" cy="4575250"/>
          </a:xfrm>
        </p:spPr>
      </p:pic>
    </p:spTree>
    <p:extLst>
      <p:ext uri="{BB962C8B-B14F-4D97-AF65-F5344CB8AC3E}">
        <p14:creationId xmlns:p14="http://schemas.microsoft.com/office/powerpoint/2010/main" val="2955897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cap="all" dirty="0" smtClean="0"/>
              <a:t>10 THINGS YOU CAN BUILD WITH JAVASCRIPT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0" y="1853248"/>
            <a:ext cx="8229600" cy="5029200"/>
          </a:xfrm>
        </p:spPr>
        <p:txBody>
          <a:bodyPr/>
          <a:lstStyle/>
          <a:p>
            <a:r>
              <a:rPr lang="en-US" b="1" cap="all" dirty="0"/>
              <a:t>10. FLYING ROBOTS</a:t>
            </a:r>
            <a:r>
              <a:rPr lang="en-US" cap="all" dirty="0"/>
              <a:t>:</a:t>
            </a:r>
          </a:p>
          <a:p>
            <a:r>
              <a:rPr lang="en-US" sz="2400" dirty="0"/>
              <a:t>Yes, you read that right. Several commercially available quadcopters come outfitted with a simple OS that makes it possible to install </a:t>
            </a:r>
            <a:r>
              <a:rPr lang="en-US" sz="2400" dirty="0" err="1"/>
              <a:t>NodeJS</a:t>
            </a:r>
            <a:r>
              <a:rPr lang="en-US" sz="2400" dirty="0"/>
              <a:t>. This means that you can program a </a:t>
            </a:r>
            <a:r>
              <a:rPr lang="en-US" sz="2400" dirty="0">
                <a:hlinkClick r:id="rId2"/>
              </a:rPr>
              <a:t>flying robot using JavaScript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As it’s probably pretty clear, Atwood’s Law continues to ring true but not in a bad way. JavaScript remains the most accessible programming language on the planet. So it’s great to see that it’s possible to create such a wide variety of projects using it.</a:t>
            </a:r>
          </a:p>
        </p:txBody>
      </p:sp>
    </p:spTree>
    <p:extLst>
      <p:ext uri="{BB962C8B-B14F-4D97-AF65-F5344CB8AC3E}">
        <p14:creationId xmlns:p14="http://schemas.microsoft.com/office/powerpoint/2010/main" val="1662932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en-US" b="1" dirty="0">
                <a:solidFill>
                  <a:srgbClr val="232323"/>
                </a:solidFill>
                <a:latin typeface="Blanch Caps"/>
                <a:hlinkClick r:id="rId2"/>
              </a:rPr>
              <a:t>Programming a drone is easy!</a:t>
            </a:r>
            <a:r>
              <a:rPr lang="en-US" altLang="en-US" b="1" dirty="0">
                <a:solidFill>
                  <a:srgbClr val="232323"/>
                </a:solidFill>
                <a:latin typeface="Blanch Caps"/>
              </a:rPr>
              <a:t/>
            </a:r>
            <a:br>
              <a:rPr lang="en-US" altLang="en-US" b="1" dirty="0">
                <a:solidFill>
                  <a:srgbClr val="232323"/>
                </a:solidFill>
                <a:latin typeface="Blanch Caps"/>
              </a:rPr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5429" y="1036789"/>
            <a:ext cx="10582101" cy="2297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0" rIns="0" bIns="2539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Helvetica Neue"/>
              </a:rPr>
              <a:t>Install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6D941B"/>
                </a:solidFill>
                <a:effectLst/>
                <a:latin typeface="Helvetica Neue"/>
                <a:hlinkClick r:id="rId3"/>
              </a:rPr>
              <a:t>Node.js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Helvetica Neue"/>
              </a:rPr>
              <a:t> and get the 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6D941B"/>
                </a:solidFill>
                <a:effectLst/>
                <a:latin typeface="Helvetica Neue"/>
                <a:hlinkClick r:id="rId4"/>
              </a:rPr>
              <a:t>ar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6D941B"/>
                </a:solidFill>
                <a:effectLst/>
                <a:latin typeface="Helvetica Neue"/>
                <a:hlinkClick r:id="rId4"/>
              </a:rPr>
              <a:t>-drone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Helvetica Neue"/>
              </a:rPr>
              <a:t> module. All you need to do then is to execute the following code with node.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Helvetica Neue"/>
              </a:rPr>
              <a:t>That will make your drone take off, move around, do a flip and carefully land again. Seriously, that’s all!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rgbClr val="333333"/>
              </a:solidFill>
              <a:effectLst/>
              <a:latin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0" y="2634120"/>
            <a:ext cx="5153744" cy="366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028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692</Words>
  <Application>Microsoft Office PowerPoint</Application>
  <PresentationFormat>Widescreen</PresentationFormat>
  <Paragraphs>75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Blanch Caps</vt:lpstr>
      <vt:lpstr>Calibri</vt:lpstr>
      <vt:lpstr>Calibri Light</vt:lpstr>
      <vt:lpstr>Helvetica Neue</vt:lpstr>
      <vt:lpstr>Retrospect</vt:lpstr>
      <vt:lpstr>JavaScript - a Brief Introduction</vt:lpstr>
      <vt:lpstr>What is JavaScript</vt:lpstr>
      <vt:lpstr>PowerPoint Presentation</vt:lpstr>
      <vt:lpstr>PowerPoint Presentation</vt:lpstr>
      <vt:lpstr>PowerPoint Presentation</vt:lpstr>
      <vt:lpstr>PowerPoint Presentation</vt:lpstr>
      <vt:lpstr>Why we Use JavaScript?</vt:lpstr>
      <vt:lpstr>PowerPoint Presentation</vt:lpstr>
      <vt:lpstr>JavaScript…Java ?</vt:lpstr>
      <vt:lpstr>What can it be used for</vt:lpstr>
      <vt:lpstr>Applications of Javascripts</vt:lpstr>
      <vt:lpstr>10 THINGS YOU CAN BUILD WITH JAVASCRIPT</vt:lpstr>
      <vt:lpstr>PowerPoint Presentation</vt:lpstr>
      <vt:lpstr>10 THINGS YOU CAN BUILD WITH JAVASCRIPT</vt:lpstr>
      <vt:lpstr>10 THINGS YOU CAN BUILD WITH JAVASCRIPT</vt:lpstr>
      <vt:lpstr>10 THINGS YOU CAN BUILD WITH JAVASCRIPT</vt:lpstr>
      <vt:lpstr>PowerPoint Presentation</vt:lpstr>
      <vt:lpstr>10 THINGS YOU CAN BUILD WITH JAVASCRIPT</vt:lpstr>
      <vt:lpstr>10 THINGS YOU CAN BUILD WITH JAVASCRIPT</vt:lpstr>
      <vt:lpstr>10 THINGS YOU CAN BUILD WITH JAVASCRIPT</vt:lpstr>
      <vt:lpstr>10 THINGS YOU CAN BUILD WITH JAVASCRIPT</vt:lpstr>
      <vt:lpstr>10 THINGS YOU CAN BUILD WITH JAVASCRIPT</vt:lpstr>
      <vt:lpstr>PowerPoint Presentation</vt:lpstr>
      <vt:lpstr>PowerPoint Presentation</vt:lpstr>
      <vt:lpstr>10 THINGS YOU CAN BUILD WITH JAVASCRIPT</vt:lpstr>
      <vt:lpstr>Programming a drone is easy!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user</cp:lastModifiedBy>
  <cp:revision>13</cp:revision>
  <dcterms:created xsi:type="dcterms:W3CDTF">2019-11-19T15:54:21Z</dcterms:created>
  <dcterms:modified xsi:type="dcterms:W3CDTF">2019-12-15T04:47:18Z</dcterms:modified>
</cp:coreProperties>
</file>